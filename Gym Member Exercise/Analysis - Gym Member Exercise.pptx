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Ex2.xml" ContentType="application/vnd.ms-office.chartex+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3.xml" ContentType="application/vnd.ms-office.chartex+xml"/>
  <Override PartName="/ppt/charts/style5.xml" ContentType="application/vnd.ms-office.chartstyle+xml"/>
  <Override PartName="/ppt/charts/colors5.xml" ContentType="application/vnd.ms-office.chartcolorstyle+xml"/>
  <Override PartName="/ppt/charts/chartEx4.xml" ContentType="application/vnd.ms-office.chartex+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7.xml" ContentType="application/vnd.ms-office.chartstyle+xml"/>
  <Override PartName="/ppt/charts/colors7.xml" ContentType="application/vnd.ms-office.chartcolorstyle+xml"/>
  <Override PartName="/ppt/charts/chart4.xml" ContentType="application/vnd.openxmlformats-officedocument.drawingml.chart+xml"/>
  <Override PartName="/ppt/charts/style8.xml" ContentType="application/vnd.ms-office.chartstyle+xml"/>
  <Override PartName="/ppt/charts/colors8.xml" ContentType="application/vnd.ms-office.chartcolorstyle+xml"/>
  <Override PartName="/ppt/charts/chartEx5.xml" ContentType="application/vnd.ms-office.chartex+xml"/>
  <Override PartName="/ppt/charts/style9.xml" ContentType="application/vnd.ms-office.chartstyle+xml"/>
  <Override PartName="/ppt/charts/colors9.xml" ContentType="application/vnd.ms-office.chartcolorstyle+xml"/>
  <Override PartName="/ppt/charts/chartEx6.xml" ContentType="application/vnd.ms-office.chartex+xml"/>
  <Override PartName="/ppt/charts/style10.xml" ContentType="application/vnd.ms-office.chartstyle+xml"/>
  <Override PartName="/ppt/charts/colors10.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Ex7.xml" ContentType="application/vnd.ms-office.chartex+xml"/>
  <Override PartName="/ppt/charts/style12.xml" ContentType="application/vnd.ms-office.chartstyle+xml"/>
  <Override PartName="/ppt/charts/colors12.xml" ContentType="application/vnd.ms-office.chartcolorstyle+xml"/>
  <Override PartName="/ppt/charts/chart6.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6.xml" ContentType="application/vnd.openxmlformats-officedocument.presentationml.notesSlide+xml"/>
  <Override PartName="/ppt/charts/chartEx8.xml" ContentType="application/vnd.ms-office.chartex+xml"/>
  <Override PartName="/ppt/charts/style14.xml" ContentType="application/vnd.ms-office.chartstyle+xml"/>
  <Override PartName="/ppt/charts/colors14.xml" ContentType="application/vnd.ms-office.chartcolorstyle+xml"/>
  <Override PartName="/ppt/charts/chart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8.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7.xml" ContentType="application/vnd.openxmlformats-officedocument.presentationml.notesSlide+xml"/>
  <Override PartName="/ppt/charts/chartEx9.xml" ContentType="application/vnd.ms-office.chartex+xml"/>
  <Override PartName="/ppt/charts/style17.xml" ContentType="application/vnd.ms-office.chartstyle+xml"/>
  <Override PartName="/ppt/charts/colors17.xml" ContentType="application/vnd.ms-office.chartcolorstyle+xml"/>
  <Override PartName="/ppt/charts/chart9.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Ex10.xml" ContentType="application/vnd.ms-office.chartex+xml"/>
  <Override PartName="/ppt/charts/style19.xml" ContentType="application/vnd.ms-office.chartstyle+xml"/>
  <Override PartName="/ppt/charts/colors19.xml" ContentType="application/vnd.ms-office.chartcolorstyle+xml"/>
  <Override PartName="/ppt/notesSlides/notesSlide8.xml" ContentType="application/vnd.openxmlformats-officedocument.presentationml.notesSlide+xml"/>
  <Override PartName="/ppt/charts/chartEx11.xml" ContentType="application/vnd.ms-office.chartex+xml"/>
  <Override PartName="/ppt/charts/style20.xml" ContentType="application/vnd.ms-office.chartstyle+xml"/>
  <Override PartName="/ppt/charts/colors20.xml" ContentType="application/vnd.ms-office.chartcolorstyle+xml"/>
  <Override PartName="/ppt/charts/chartEx12.xml" ContentType="application/vnd.ms-office.chartex+xml"/>
  <Override PartName="/ppt/charts/style21.xml" ContentType="application/vnd.ms-office.chartstyle+xml"/>
  <Override PartName="/ppt/charts/colors21.xml" ContentType="application/vnd.ms-office.chartcolorstyl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9.xml" ContentType="application/vnd.openxmlformats-officedocument.presentationml.notesSlide+xml"/>
  <Override PartName="/ppt/charts/chartEx13.xml" ContentType="application/vnd.ms-office.chartex+xml"/>
  <Override PartName="/ppt/charts/style23.xml" ContentType="application/vnd.ms-office.chartstyle+xml"/>
  <Override PartName="/ppt/charts/colors23.xml" ContentType="application/vnd.ms-office.chartcolorstyle+xml"/>
  <Override PartName="/ppt/charts/chart16.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17.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18.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19.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10.xml" ContentType="application/vnd.openxmlformats-officedocument.presentationml.notesSlide+xml"/>
  <Override PartName="/ppt/charts/chart20.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1.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22.xml" ContentType="application/vnd.openxmlformats-officedocument.drawingml.chart+xml"/>
  <Override PartName="/ppt/charts/chart23.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Ex14.xml" ContentType="application/vnd.ms-office.chartex+xml"/>
  <Override PartName="/ppt/charts/style31.xml" ContentType="application/vnd.ms-office.chartstyle+xml"/>
  <Override PartName="/ppt/charts/colors31.xml" ContentType="application/vnd.ms-office.chartcolorstyle+xml"/>
  <Override PartName="/ppt/charts/chart24.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Ex15.xml" ContentType="application/vnd.ms-office.chartex+xml"/>
  <Override PartName="/ppt/charts/style33.xml" ContentType="application/vnd.ms-office.chartstyle+xml"/>
  <Override PartName="/ppt/charts/colors33.xml" ContentType="application/vnd.ms-office.chartcolorstyle+xml"/>
  <Override PartName="/ppt/charts/chart25.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26.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27.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28.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Ex16.xml" ContentType="application/vnd.ms-office.chartex+xml"/>
  <Override PartName="/ppt/charts/style38.xml" ContentType="application/vnd.ms-office.chartstyle+xml"/>
  <Override PartName="/ppt/charts/colors38.xml" ContentType="application/vnd.ms-office.chartcolorstyle+xml"/>
  <Override PartName="/ppt/charts/chart2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3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Ex17.xml" ContentType="application/vnd.ms-office.chartex+xml"/>
  <Override PartName="/ppt/charts/style41.xml" ContentType="application/vnd.ms-office.chartstyle+xml"/>
  <Override PartName="/ppt/charts/colors4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 id="2147483756" r:id="rId2"/>
  </p:sldMasterIdLst>
  <p:notesMasterIdLst>
    <p:notesMasterId r:id="rId18"/>
  </p:notesMasterIdLst>
  <p:handoutMasterIdLst>
    <p:handoutMasterId r:id="rId19"/>
  </p:handoutMasterIdLst>
  <p:sldIdLst>
    <p:sldId id="270" r:id="rId3"/>
    <p:sldId id="273" r:id="rId4"/>
    <p:sldId id="256" r:id="rId5"/>
    <p:sldId id="257" r:id="rId6"/>
    <p:sldId id="260" r:id="rId7"/>
    <p:sldId id="261" r:id="rId8"/>
    <p:sldId id="259" r:id="rId9"/>
    <p:sldId id="265" r:id="rId10"/>
    <p:sldId id="263" r:id="rId11"/>
    <p:sldId id="262" r:id="rId12"/>
    <p:sldId id="258" r:id="rId13"/>
    <p:sldId id="268" r:id="rId14"/>
    <p:sldId id="266"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0000FF"/>
    <a:srgbClr val="000000"/>
    <a:srgbClr val="E5EDEB"/>
    <a:srgbClr val="7C7C7C"/>
    <a:srgbClr val="FF7C80"/>
    <a:srgbClr val="FF6699"/>
    <a:srgbClr val="CC3399"/>
    <a:srgbClr val="CC0099"/>
    <a:srgbClr val="9F5F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21" autoAdjust="0"/>
    <p:restoredTop sz="94660"/>
  </p:normalViewPr>
  <p:slideViewPr>
    <p:cSldViewPr snapToGrid="0">
      <p:cViewPr varScale="1">
        <p:scale>
          <a:sx n="111" d="100"/>
          <a:sy n="111" d="100"/>
        </p:scale>
        <p:origin x="630" y="96"/>
      </p:cViewPr>
      <p:guideLst/>
    </p:cSldViewPr>
  </p:slideViewPr>
  <p:notesTextViewPr>
    <p:cViewPr>
      <p:scale>
        <a:sx n="1" d="1"/>
        <a:sy n="1" d="1"/>
      </p:scale>
      <p:origin x="0" y="0"/>
    </p:cViewPr>
  </p:notesTextViewPr>
  <p:notesViewPr>
    <p:cSldViewPr snapToGrid="0">
      <p:cViewPr varScale="1">
        <p:scale>
          <a:sx n="83" d="100"/>
          <a:sy n="83" d="100"/>
        </p:scale>
        <p:origin x="303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4.xml"/><Relationship Id="rId1" Type="http://schemas.microsoft.com/office/2011/relationships/chartStyle" Target="style4.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7.xml"/><Relationship Id="rId1" Type="http://schemas.microsoft.com/office/2011/relationships/chartStyle" Target="style7.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8.xml"/><Relationship Id="rId1" Type="http://schemas.microsoft.com/office/2011/relationships/chartStyle" Target="style8.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11.xml"/><Relationship Id="rId1" Type="http://schemas.microsoft.com/office/2011/relationships/chartStyle" Target="style1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13.xml"/><Relationship Id="rId1" Type="http://schemas.microsoft.com/office/2011/relationships/chartStyle" Target="style13.xml"/></Relationships>
</file>

<file path=ppt/charts/_rels/chart7.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15.xml"/><Relationship Id="rId1" Type="http://schemas.microsoft.com/office/2011/relationships/chartStyle" Target="style15.xml"/></Relationships>
</file>

<file path=ppt/charts/_rels/chart8.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16.xml"/><Relationship Id="rId1" Type="http://schemas.microsoft.com/office/2011/relationships/chartStyle" Target="style16.xml"/></Relationships>
</file>

<file path=ppt/charts/_rels/chart9.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18.xml"/><Relationship Id="rId1" Type="http://schemas.microsoft.com/office/2011/relationships/chartStyle" Target="style18.xml"/></Relationships>
</file>

<file path=ppt/charts/_rels/chart10.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15.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2.xml"/><Relationship Id="rId1" Type="http://schemas.microsoft.com/office/2011/relationships/chartStyle" Target="style22.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4.xml"/><Relationship Id="rId1" Type="http://schemas.microsoft.com/office/2011/relationships/chartStyle" Target="style24.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5.xml"/><Relationship Id="rId1" Type="http://schemas.microsoft.com/office/2011/relationships/chartStyle" Target="style25.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6.xml"/><Relationship Id="rId1" Type="http://schemas.microsoft.com/office/2011/relationships/chartStyle" Target="style26.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7.xml"/><Relationship Id="rId1" Type="http://schemas.microsoft.com/office/2011/relationships/chartStyle" Target="style27.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8.xml"/><Relationship Id="rId1" Type="http://schemas.microsoft.com/office/2011/relationships/chartStyle" Target="style28.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29.xml"/><Relationship Id="rId1" Type="http://schemas.microsoft.com/office/2011/relationships/chartStyle" Target="style29.xml"/></Relationships>
</file>

<file path=ppt/charts/_rels/chart22.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23.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0.xml"/><Relationship Id="rId1" Type="http://schemas.microsoft.com/office/2011/relationships/chartStyle" Target="style30.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2.xml"/><Relationship Id="rId1" Type="http://schemas.microsoft.com/office/2011/relationships/chartStyle" Target="style32.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4.xml"/><Relationship Id="rId1" Type="http://schemas.microsoft.com/office/2011/relationships/chartStyle" Target="style34.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5.xml"/><Relationship Id="rId1" Type="http://schemas.microsoft.com/office/2011/relationships/chartStyle" Target="style35.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6.xml"/><Relationship Id="rId1" Type="http://schemas.microsoft.com/office/2011/relationships/chartStyle" Target="style36.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7.xml"/><Relationship Id="rId1" Type="http://schemas.microsoft.com/office/2011/relationships/chartStyle" Target="style37.xml"/></Relationships>
</file>

<file path=ppt/charts/_rels/chart29.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39.xml"/><Relationship Id="rId1" Type="http://schemas.microsoft.com/office/2011/relationships/chartStyle" Target="style39.xml"/></Relationships>
</file>

<file path=ppt/charts/_rels/chart30.xml.rels><?xml version="1.0" encoding="UTF-8" standalone="yes"?>
<Relationships xmlns="http://schemas.openxmlformats.org/package/2006/relationships"><Relationship Id="rId3" Type="http://schemas.openxmlformats.org/officeDocument/2006/relationships/oleObject" Target="file:///C:\Users\Ren%20Kaiser\Documents\Education\Excel\Project\2)%20Gym%20Exercise%20Tracking\Gym%20Member%20Exercise%20Tracking.xlsx" TargetMode="External"/><Relationship Id="rId2" Type="http://schemas.microsoft.com/office/2011/relationships/chartColorStyle" Target="colors40.xml"/><Relationship Id="rId1" Type="http://schemas.microsoft.com/office/2011/relationships/chartStyle" Target="style40.xml"/></Relationships>
</file>

<file path=ppt/charts/_rels/chart31.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2.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3.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4.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5.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6.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7.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38.xml.rels><?xml version="1.0" encoding="UTF-8" standalone="yes"?>
<Relationships xmlns="http://schemas.openxmlformats.org/package/2006/relationships"><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5.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6.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7.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8.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9.xml.rels><?xml version="1.0" encoding="UTF-8" standalone="yes"?>
<Relationships xmlns="http://schemas.openxmlformats.org/package/2006/relationships"><Relationship Id="rId3" Type="http://schemas.microsoft.com/office/2011/relationships/chartColorStyle" Target="colors17.xml"/><Relationship Id="rId2" Type="http://schemas.microsoft.com/office/2011/relationships/chartStyle" Target="style17.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0.xml.rels><?xml version="1.0" encoding="UTF-8" standalone="yes"?>
<Relationships xmlns="http://schemas.openxmlformats.org/package/2006/relationships"><Relationship Id="rId3" Type="http://schemas.microsoft.com/office/2011/relationships/chartColorStyle" Target="colors19.xml"/><Relationship Id="rId2" Type="http://schemas.microsoft.com/office/2011/relationships/chartStyle" Target="style19.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1.xml.rels><?xml version="1.0" encoding="UTF-8" standalone="yes"?>
<Relationships xmlns="http://schemas.openxmlformats.org/package/2006/relationships"><Relationship Id="rId3" Type="http://schemas.microsoft.com/office/2011/relationships/chartColorStyle" Target="colors20.xml"/><Relationship Id="rId2" Type="http://schemas.microsoft.com/office/2011/relationships/chartStyle" Target="style20.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2.xml.rels><?xml version="1.0" encoding="UTF-8" standalone="yes"?>
<Relationships xmlns="http://schemas.openxmlformats.org/package/2006/relationships"><Relationship Id="rId3" Type="http://schemas.microsoft.com/office/2011/relationships/chartColorStyle" Target="colors21.xml"/><Relationship Id="rId2" Type="http://schemas.microsoft.com/office/2011/relationships/chartStyle" Target="style21.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3.xml.rels><?xml version="1.0" encoding="UTF-8" standalone="yes"?>
<Relationships xmlns="http://schemas.openxmlformats.org/package/2006/relationships"><Relationship Id="rId3" Type="http://schemas.microsoft.com/office/2011/relationships/chartColorStyle" Target="colors23.xml"/><Relationship Id="rId2" Type="http://schemas.microsoft.com/office/2011/relationships/chartStyle" Target="style23.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4.xml.rels><?xml version="1.0" encoding="UTF-8" standalone="yes"?>
<Relationships xmlns="http://schemas.openxmlformats.org/package/2006/relationships"><Relationship Id="rId3" Type="http://schemas.microsoft.com/office/2011/relationships/chartColorStyle" Target="colors31.xml"/><Relationship Id="rId2" Type="http://schemas.microsoft.com/office/2011/relationships/chartStyle" Target="style31.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5.xml.rels><?xml version="1.0" encoding="UTF-8" standalone="yes"?>
<Relationships xmlns="http://schemas.openxmlformats.org/package/2006/relationships"><Relationship Id="rId3" Type="http://schemas.microsoft.com/office/2011/relationships/chartColorStyle" Target="colors33.xml"/><Relationship Id="rId2" Type="http://schemas.microsoft.com/office/2011/relationships/chartStyle" Target="style33.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6.xml.rels><?xml version="1.0" encoding="UTF-8" standalone="yes"?>
<Relationships xmlns="http://schemas.openxmlformats.org/package/2006/relationships"><Relationship Id="rId3" Type="http://schemas.microsoft.com/office/2011/relationships/chartColorStyle" Target="colors38.xml"/><Relationship Id="rId2" Type="http://schemas.microsoft.com/office/2011/relationships/chartStyle" Target="style38.xml"/><Relationship Id="rId1" Type="http://schemas.openxmlformats.org/officeDocument/2006/relationships/oleObject" Target="file:///C:\Users\Ren%20Kaiser\Documents\Education\Excel\Project\2)%20Gym%20Exercise%20Tracking\Gym%20Member%20Exercise%20Tracking.xlsx" TargetMode="External"/></Relationships>
</file>

<file path=ppt/charts/_rels/chartEx17.xml.rels><?xml version="1.0" encoding="UTF-8" standalone="yes"?>
<Relationships xmlns="http://schemas.openxmlformats.org/package/2006/relationships"><Relationship Id="rId3" Type="http://schemas.microsoft.com/office/2011/relationships/chartColorStyle" Target="colors41.xml"/><Relationship Id="rId2" Type="http://schemas.microsoft.com/office/2011/relationships/chartStyle" Target="style41.xml"/><Relationship Id="rId1" Type="http://schemas.openxmlformats.org/officeDocument/2006/relationships/oleObject" Target="file:///C:\Users\Ren%20Kaiser\Documents\Education\Excel\Project\2)%20Gym%20Exercise%20Tracking\Gym%20Member%20Exercise%20Tracking.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Tracking.xlsx]Pivot!PivotTable5</c:name>
    <c:fmtId val="5"/>
  </c:pivotSource>
  <c:chart>
    <c:title>
      <c:tx>
        <c:rich>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r>
              <a:rPr lang="en-MY" sz="1000"/>
              <a:t>Gender Proportion</a:t>
            </a:r>
          </a:p>
        </c:rich>
      </c:tx>
      <c:overlay val="0"/>
      <c:spPr>
        <a:noFill/>
        <a:ln>
          <a:noFill/>
        </a:ln>
        <a:effectLst/>
      </c:spPr>
      <c:txPr>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dLbl>
          <c:idx val="0"/>
          <c:layout>
            <c:manualLayout>
              <c:x val="3.6111111111111212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dLbl>
          <c:idx val="0"/>
          <c:layout>
            <c:manualLayout>
              <c:x val="-3.6111111111111108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dLbl>
          <c:idx val="0"/>
          <c:layout>
            <c:manualLayout>
              <c:x val="3.6111111111111212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dLbl>
          <c:idx val="0"/>
          <c:layout>
            <c:manualLayout>
              <c:x val="-3.6111111111111108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dLbl>
          <c:idx val="0"/>
          <c:layout>
            <c:manualLayout>
              <c:x val="3.6111111111111212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dLbl>
          <c:idx val="0"/>
          <c:layout>
            <c:manualLayout>
              <c:x val="-3.6111111111111108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Lst>
        </c:dLbl>
      </c:pivotFmt>
    </c:pivotFmts>
    <c:plotArea>
      <c:layout/>
      <c:pieChart>
        <c:varyColors val="1"/>
        <c:ser>
          <c:idx val="0"/>
          <c:order val="0"/>
          <c:tx>
            <c:strRef>
              <c:f>Pivot!$B$3</c:f>
              <c:strCache>
                <c:ptCount val="1"/>
                <c:pt idx="0">
                  <c:v>Total</c:v>
                </c:pt>
              </c:strCache>
            </c:strRef>
          </c:tx>
          <c:dPt>
            <c:idx val="0"/>
            <c:bubble3D val="0"/>
            <c:spPr>
              <a:solidFill>
                <a:schemeClr val="accent1"/>
              </a:solidFill>
              <a:ln>
                <a:noFill/>
              </a:ln>
              <a:effectLst/>
            </c:spPr>
            <c:extLst>
              <c:ext xmlns:c16="http://schemas.microsoft.com/office/drawing/2014/chart" uri="{C3380CC4-5D6E-409C-BE32-E72D297353CC}">
                <c16:uniqueId val="{00000001-2EB5-4346-BB3D-C70AB0358B64}"/>
              </c:ext>
            </c:extLst>
          </c:dPt>
          <c:dPt>
            <c:idx val="1"/>
            <c:bubble3D val="0"/>
            <c:spPr>
              <a:solidFill>
                <a:schemeClr val="accent2"/>
              </a:solidFill>
              <a:ln>
                <a:noFill/>
              </a:ln>
              <a:effectLst/>
            </c:spPr>
            <c:extLst>
              <c:ext xmlns:c16="http://schemas.microsoft.com/office/drawing/2014/chart" uri="{C3380CC4-5D6E-409C-BE32-E72D297353CC}">
                <c16:uniqueId val="{00000003-2EB5-4346-BB3D-C70AB0358B64}"/>
              </c:ext>
            </c:extLst>
          </c:dPt>
          <c:dLbls>
            <c:dLbl>
              <c:idx val="0"/>
              <c:layout>
                <c:manualLayout>
                  <c:x val="3.6111111111111212E-2"/>
                  <c:y val="0"/>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EB5-4346-BB3D-C70AB0358B64}"/>
                </c:ext>
              </c:extLst>
            </c:dLbl>
            <c:dLbl>
              <c:idx val="1"/>
              <c:layout>
                <c:manualLayout>
                  <c:x val="-3.6111111111111108E-2"/>
                  <c:y val="0"/>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EB5-4346-BB3D-C70AB0358B64}"/>
                </c:ext>
              </c:extLst>
            </c:dLbl>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Pivot!$A$4:$A$5</c:f>
              <c:strCache>
                <c:ptCount val="2"/>
                <c:pt idx="0">
                  <c:v>Male</c:v>
                </c:pt>
                <c:pt idx="1">
                  <c:v>Female</c:v>
                </c:pt>
              </c:strCache>
            </c:strRef>
          </c:cat>
          <c:val>
            <c:numRef>
              <c:f>Pivot!$B$4:$B$5</c:f>
              <c:numCache>
                <c:formatCode>0.00%</c:formatCode>
                <c:ptCount val="2"/>
                <c:pt idx="0">
                  <c:v>0.52517985611510787</c:v>
                </c:pt>
                <c:pt idx="1">
                  <c:v>0.47482014388489208</c:v>
                </c:pt>
              </c:numCache>
            </c:numRef>
          </c:val>
          <c:extLst>
            <c:ext xmlns:c16="http://schemas.microsoft.com/office/drawing/2014/chart" uri="{C3380CC4-5D6E-409C-BE32-E72D297353CC}">
              <c16:uniqueId val="{00000004-2EB5-4346-BB3D-C70AB0358B6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1000">
          <a:solidFill>
            <a:srgbClr val="595959"/>
          </a:solidFill>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r>
              <a:rPr lang="en-MY" sz="1000"/>
              <a:t>By Gender: Weight &amp; Height Distribution</a:t>
            </a:r>
          </a:p>
        </c:rich>
      </c:tx>
      <c:overlay val="0"/>
      <c:spPr>
        <a:noFill/>
        <a:ln>
          <a:noFill/>
        </a:ln>
        <a:effectLst/>
      </c:spPr>
      <c:txPr>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endParaRPr lang="en-US"/>
        </a:p>
      </c:txPr>
    </c:title>
    <c:autoTitleDeleted val="0"/>
    <c:plotArea>
      <c:layout/>
      <c:scatterChart>
        <c:scatterStyle val="lineMarker"/>
        <c:varyColors val="0"/>
        <c:ser>
          <c:idx val="0"/>
          <c:order val="0"/>
          <c:tx>
            <c:strRef>
              <c:f>'Sub-Dataset'!$D$2</c:f>
              <c:strCache>
                <c:ptCount val="1"/>
                <c:pt idx="0">
                  <c:v>Female</c:v>
                </c:pt>
              </c:strCache>
            </c:strRef>
          </c:tx>
          <c:spPr>
            <a:ln w="19050" cap="rnd">
              <a:noFill/>
              <a:round/>
            </a:ln>
            <a:effectLst/>
          </c:spPr>
          <c:marker>
            <c:symbol val="circle"/>
            <c:size val="5"/>
            <c:spPr>
              <a:solidFill>
                <a:schemeClr val="accent1"/>
              </a:solidFill>
              <a:ln w="9525">
                <a:solidFill>
                  <a:schemeClr val="accent1"/>
                </a:solidFill>
              </a:ln>
              <a:effectLst/>
            </c:spPr>
          </c:marker>
          <c:xVal>
            <c:numRef>
              <c:f>'Sub-Dataset'!$C$3:$C$975</c:f>
              <c:numCache>
                <c:formatCode>General</c:formatCode>
                <c:ptCount val="973"/>
                <c:pt idx="0">
                  <c:v>68.099999999999994</c:v>
                </c:pt>
                <c:pt idx="1">
                  <c:v>94.5</c:v>
                </c:pt>
                <c:pt idx="2">
                  <c:v>60.5</c:v>
                </c:pt>
                <c:pt idx="3">
                  <c:v>88.1</c:v>
                </c:pt>
                <c:pt idx="4">
                  <c:v>73</c:v>
                </c:pt>
                <c:pt idx="5">
                  <c:v>50.3</c:v>
                </c:pt>
                <c:pt idx="6">
                  <c:v>58.2</c:v>
                </c:pt>
                <c:pt idx="7">
                  <c:v>61.1</c:v>
                </c:pt>
                <c:pt idx="8">
                  <c:v>70.099999999999994</c:v>
                </c:pt>
                <c:pt idx="9">
                  <c:v>61.7</c:v>
                </c:pt>
                <c:pt idx="10">
                  <c:v>72.900000000000006</c:v>
                </c:pt>
                <c:pt idx="11">
                  <c:v>72.099999999999994</c:v>
                </c:pt>
                <c:pt idx="12">
                  <c:v>54.8</c:v>
                </c:pt>
                <c:pt idx="13">
                  <c:v>58.6</c:v>
                </c:pt>
                <c:pt idx="14">
                  <c:v>82.7</c:v>
                </c:pt>
                <c:pt idx="15">
                  <c:v>59</c:v>
                </c:pt>
                <c:pt idx="16">
                  <c:v>60.1</c:v>
                </c:pt>
                <c:pt idx="17">
                  <c:v>62.9</c:v>
                </c:pt>
                <c:pt idx="18">
                  <c:v>73.900000000000006</c:v>
                </c:pt>
                <c:pt idx="19">
                  <c:v>67.099999999999994</c:v>
                </c:pt>
                <c:pt idx="20">
                  <c:v>80.900000000000006</c:v>
                </c:pt>
                <c:pt idx="21">
                  <c:v>54</c:v>
                </c:pt>
                <c:pt idx="22">
                  <c:v>87.9</c:v>
                </c:pt>
                <c:pt idx="23">
                  <c:v>64.8</c:v>
                </c:pt>
                <c:pt idx="24">
                  <c:v>83.6</c:v>
                </c:pt>
                <c:pt idx="25">
                  <c:v>57.4</c:v>
                </c:pt>
                <c:pt idx="26">
                  <c:v>71.599999999999994</c:v>
                </c:pt>
                <c:pt idx="27">
                  <c:v>83.8</c:v>
                </c:pt>
                <c:pt idx="28">
                  <c:v>55.9</c:v>
                </c:pt>
                <c:pt idx="29">
                  <c:v>65.3</c:v>
                </c:pt>
                <c:pt idx="30">
                  <c:v>87.1</c:v>
                </c:pt>
                <c:pt idx="31">
                  <c:v>57.3</c:v>
                </c:pt>
                <c:pt idx="32">
                  <c:v>58.9</c:v>
                </c:pt>
                <c:pt idx="33">
                  <c:v>60.9</c:v>
                </c:pt>
                <c:pt idx="34">
                  <c:v>55.7</c:v>
                </c:pt>
                <c:pt idx="35">
                  <c:v>54.6</c:v>
                </c:pt>
                <c:pt idx="36">
                  <c:v>58.8</c:v>
                </c:pt>
                <c:pt idx="37">
                  <c:v>45.9</c:v>
                </c:pt>
                <c:pt idx="38">
                  <c:v>60</c:v>
                </c:pt>
                <c:pt idx="39">
                  <c:v>63.1</c:v>
                </c:pt>
                <c:pt idx="40">
                  <c:v>61.3</c:v>
                </c:pt>
                <c:pt idx="41">
                  <c:v>55.1</c:v>
                </c:pt>
                <c:pt idx="42">
                  <c:v>59</c:v>
                </c:pt>
                <c:pt idx="43">
                  <c:v>76.7</c:v>
                </c:pt>
                <c:pt idx="44">
                  <c:v>75.8</c:v>
                </c:pt>
                <c:pt idx="45">
                  <c:v>48.3</c:v>
                </c:pt>
                <c:pt idx="46">
                  <c:v>73.2</c:v>
                </c:pt>
                <c:pt idx="47">
                  <c:v>49.2</c:v>
                </c:pt>
                <c:pt idx="48">
                  <c:v>76.5</c:v>
                </c:pt>
                <c:pt idx="49">
                  <c:v>63.3</c:v>
                </c:pt>
                <c:pt idx="50">
                  <c:v>68.2</c:v>
                </c:pt>
                <c:pt idx="51">
                  <c:v>91.4</c:v>
                </c:pt>
                <c:pt idx="52">
                  <c:v>68.7</c:v>
                </c:pt>
                <c:pt idx="53">
                  <c:v>66.3</c:v>
                </c:pt>
                <c:pt idx="54">
                  <c:v>62</c:v>
                </c:pt>
                <c:pt idx="55">
                  <c:v>51.1</c:v>
                </c:pt>
                <c:pt idx="56">
                  <c:v>81.8</c:v>
                </c:pt>
                <c:pt idx="57">
                  <c:v>50.7</c:v>
                </c:pt>
                <c:pt idx="58">
                  <c:v>58</c:v>
                </c:pt>
                <c:pt idx="59">
                  <c:v>61.5</c:v>
                </c:pt>
                <c:pt idx="60">
                  <c:v>69.5</c:v>
                </c:pt>
                <c:pt idx="61">
                  <c:v>84</c:v>
                </c:pt>
                <c:pt idx="62">
                  <c:v>80.900000000000006</c:v>
                </c:pt>
                <c:pt idx="63">
                  <c:v>64.099999999999994</c:v>
                </c:pt>
                <c:pt idx="64">
                  <c:v>67</c:v>
                </c:pt>
                <c:pt idx="65">
                  <c:v>68</c:v>
                </c:pt>
                <c:pt idx="66">
                  <c:v>88.1</c:v>
                </c:pt>
                <c:pt idx="67">
                  <c:v>76.5</c:v>
                </c:pt>
                <c:pt idx="68">
                  <c:v>52</c:v>
                </c:pt>
                <c:pt idx="69">
                  <c:v>54.2</c:v>
                </c:pt>
                <c:pt idx="70">
                  <c:v>81.599999999999994</c:v>
                </c:pt>
                <c:pt idx="71">
                  <c:v>68.7</c:v>
                </c:pt>
                <c:pt idx="72">
                  <c:v>55.6</c:v>
                </c:pt>
                <c:pt idx="73">
                  <c:v>59.2</c:v>
                </c:pt>
                <c:pt idx="74">
                  <c:v>60</c:v>
                </c:pt>
                <c:pt idx="75">
                  <c:v>59</c:v>
                </c:pt>
                <c:pt idx="76">
                  <c:v>58.1</c:v>
                </c:pt>
                <c:pt idx="77">
                  <c:v>76.900000000000006</c:v>
                </c:pt>
                <c:pt idx="78">
                  <c:v>62.4</c:v>
                </c:pt>
                <c:pt idx="79">
                  <c:v>54.9</c:v>
                </c:pt>
                <c:pt idx="80">
                  <c:v>76.400000000000006</c:v>
                </c:pt>
                <c:pt idx="81">
                  <c:v>86.2</c:v>
                </c:pt>
                <c:pt idx="82">
                  <c:v>59.4</c:v>
                </c:pt>
                <c:pt idx="83">
                  <c:v>85.3</c:v>
                </c:pt>
                <c:pt idx="84">
                  <c:v>68</c:v>
                </c:pt>
                <c:pt idx="85">
                  <c:v>61</c:v>
                </c:pt>
                <c:pt idx="86">
                  <c:v>72.599999999999994</c:v>
                </c:pt>
                <c:pt idx="87">
                  <c:v>76.3</c:v>
                </c:pt>
                <c:pt idx="88">
                  <c:v>83.2</c:v>
                </c:pt>
                <c:pt idx="89">
                  <c:v>57.5</c:v>
                </c:pt>
                <c:pt idx="90">
                  <c:v>88.6</c:v>
                </c:pt>
                <c:pt idx="91">
                  <c:v>49.7</c:v>
                </c:pt>
                <c:pt idx="92">
                  <c:v>56.4</c:v>
                </c:pt>
                <c:pt idx="93">
                  <c:v>70.599999999999994</c:v>
                </c:pt>
                <c:pt idx="94">
                  <c:v>63.2</c:v>
                </c:pt>
                <c:pt idx="95">
                  <c:v>62.6</c:v>
                </c:pt>
                <c:pt idx="96">
                  <c:v>82.3</c:v>
                </c:pt>
                <c:pt idx="97">
                  <c:v>64.3</c:v>
                </c:pt>
                <c:pt idx="98">
                  <c:v>88</c:v>
                </c:pt>
                <c:pt idx="99">
                  <c:v>64.400000000000006</c:v>
                </c:pt>
                <c:pt idx="100">
                  <c:v>54.2</c:v>
                </c:pt>
                <c:pt idx="101">
                  <c:v>64.5</c:v>
                </c:pt>
                <c:pt idx="102">
                  <c:v>50.7</c:v>
                </c:pt>
                <c:pt idx="103">
                  <c:v>68.7</c:v>
                </c:pt>
                <c:pt idx="104">
                  <c:v>50.3</c:v>
                </c:pt>
                <c:pt idx="105">
                  <c:v>52.1</c:v>
                </c:pt>
                <c:pt idx="106">
                  <c:v>81.400000000000006</c:v>
                </c:pt>
                <c:pt idx="107">
                  <c:v>50.9</c:v>
                </c:pt>
                <c:pt idx="108">
                  <c:v>58.3</c:v>
                </c:pt>
                <c:pt idx="109">
                  <c:v>59.3</c:v>
                </c:pt>
                <c:pt idx="110">
                  <c:v>75.7</c:v>
                </c:pt>
                <c:pt idx="111">
                  <c:v>56.3</c:v>
                </c:pt>
                <c:pt idx="112">
                  <c:v>55.7</c:v>
                </c:pt>
                <c:pt idx="113">
                  <c:v>62.7</c:v>
                </c:pt>
                <c:pt idx="114">
                  <c:v>64.5</c:v>
                </c:pt>
                <c:pt idx="115">
                  <c:v>81.400000000000006</c:v>
                </c:pt>
                <c:pt idx="116">
                  <c:v>54.7</c:v>
                </c:pt>
                <c:pt idx="117">
                  <c:v>92.3</c:v>
                </c:pt>
                <c:pt idx="118">
                  <c:v>73.900000000000006</c:v>
                </c:pt>
                <c:pt idx="119">
                  <c:v>65.2</c:v>
                </c:pt>
                <c:pt idx="120">
                  <c:v>64.3</c:v>
                </c:pt>
                <c:pt idx="121">
                  <c:v>64.5</c:v>
                </c:pt>
                <c:pt idx="122">
                  <c:v>72</c:v>
                </c:pt>
                <c:pt idx="123">
                  <c:v>77.900000000000006</c:v>
                </c:pt>
                <c:pt idx="124">
                  <c:v>57.7</c:v>
                </c:pt>
                <c:pt idx="125">
                  <c:v>74.2</c:v>
                </c:pt>
                <c:pt idx="126">
                  <c:v>50.3</c:v>
                </c:pt>
                <c:pt idx="127">
                  <c:v>66.5</c:v>
                </c:pt>
                <c:pt idx="128">
                  <c:v>57.7</c:v>
                </c:pt>
                <c:pt idx="129">
                  <c:v>47.4</c:v>
                </c:pt>
                <c:pt idx="130">
                  <c:v>57.2</c:v>
                </c:pt>
                <c:pt idx="131">
                  <c:v>60.5</c:v>
                </c:pt>
                <c:pt idx="132">
                  <c:v>56</c:v>
                </c:pt>
                <c:pt idx="133">
                  <c:v>49.3</c:v>
                </c:pt>
                <c:pt idx="134">
                  <c:v>61.9</c:v>
                </c:pt>
                <c:pt idx="135">
                  <c:v>66.5</c:v>
                </c:pt>
                <c:pt idx="136">
                  <c:v>75.5</c:v>
                </c:pt>
                <c:pt idx="137">
                  <c:v>74.8</c:v>
                </c:pt>
                <c:pt idx="138">
                  <c:v>77.400000000000006</c:v>
                </c:pt>
                <c:pt idx="139">
                  <c:v>59</c:v>
                </c:pt>
                <c:pt idx="140">
                  <c:v>64.5</c:v>
                </c:pt>
                <c:pt idx="141">
                  <c:v>81.7</c:v>
                </c:pt>
                <c:pt idx="142">
                  <c:v>60</c:v>
                </c:pt>
                <c:pt idx="143">
                  <c:v>75.400000000000006</c:v>
                </c:pt>
                <c:pt idx="144">
                  <c:v>65.2</c:v>
                </c:pt>
                <c:pt idx="145">
                  <c:v>60.1</c:v>
                </c:pt>
                <c:pt idx="146">
                  <c:v>66.8</c:v>
                </c:pt>
                <c:pt idx="147">
                  <c:v>52.3</c:v>
                </c:pt>
                <c:pt idx="148">
                  <c:v>56.7</c:v>
                </c:pt>
                <c:pt idx="149">
                  <c:v>70.3</c:v>
                </c:pt>
                <c:pt idx="150">
                  <c:v>56</c:v>
                </c:pt>
                <c:pt idx="151">
                  <c:v>64.3</c:v>
                </c:pt>
                <c:pt idx="152">
                  <c:v>49.3</c:v>
                </c:pt>
                <c:pt idx="153">
                  <c:v>63</c:v>
                </c:pt>
                <c:pt idx="154">
                  <c:v>60.9</c:v>
                </c:pt>
                <c:pt idx="155">
                  <c:v>85.7</c:v>
                </c:pt>
                <c:pt idx="156">
                  <c:v>57.7</c:v>
                </c:pt>
                <c:pt idx="157">
                  <c:v>59.1</c:v>
                </c:pt>
                <c:pt idx="158">
                  <c:v>66.900000000000006</c:v>
                </c:pt>
                <c:pt idx="159">
                  <c:v>62.4</c:v>
                </c:pt>
                <c:pt idx="160">
                  <c:v>75.599999999999994</c:v>
                </c:pt>
                <c:pt idx="161">
                  <c:v>63.8</c:v>
                </c:pt>
                <c:pt idx="162">
                  <c:v>67.3</c:v>
                </c:pt>
                <c:pt idx="163">
                  <c:v>59.1</c:v>
                </c:pt>
                <c:pt idx="164">
                  <c:v>53.3</c:v>
                </c:pt>
                <c:pt idx="165">
                  <c:v>62.6</c:v>
                </c:pt>
                <c:pt idx="166">
                  <c:v>57.7</c:v>
                </c:pt>
                <c:pt idx="167">
                  <c:v>66.599999999999994</c:v>
                </c:pt>
                <c:pt idx="168">
                  <c:v>55</c:v>
                </c:pt>
                <c:pt idx="169">
                  <c:v>78</c:v>
                </c:pt>
                <c:pt idx="170">
                  <c:v>58.9</c:v>
                </c:pt>
                <c:pt idx="171">
                  <c:v>61.4</c:v>
                </c:pt>
                <c:pt idx="172">
                  <c:v>105</c:v>
                </c:pt>
                <c:pt idx="173">
                  <c:v>81.599999999999994</c:v>
                </c:pt>
                <c:pt idx="174">
                  <c:v>59.4</c:v>
                </c:pt>
                <c:pt idx="175">
                  <c:v>82.4</c:v>
                </c:pt>
                <c:pt idx="176">
                  <c:v>87.8</c:v>
                </c:pt>
                <c:pt idx="177">
                  <c:v>65.2</c:v>
                </c:pt>
                <c:pt idx="178">
                  <c:v>71.900000000000006</c:v>
                </c:pt>
                <c:pt idx="179">
                  <c:v>78.599999999999994</c:v>
                </c:pt>
                <c:pt idx="180">
                  <c:v>78.3</c:v>
                </c:pt>
                <c:pt idx="181">
                  <c:v>73.7</c:v>
                </c:pt>
                <c:pt idx="182">
                  <c:v>110.5</c:v>
                </c:pt>
                <c:pt idx="183">
                  <c:v>112.4</c:v>
                </c:pt>
                <c:pt idx="184">
                  <c:v>74.7</c:v>
                </c:pt>
                <c:pt idx="185">
                  <c:v>75.7</c:v>
                </c:pt>
                <c:pt idx="186">
                  <c:v>71.2</c:v>
                </c:pt>
                <c:pt idx="187">
                  <c:v>63.6</c:v>
                </c:pt>
                <c:pt idx="188">
                  <c:v>71.2</c:v>
                </c:pt>
                <c:pt idx="189">
                  <c:v>68.599999999999994</c:v>
                </c:pt>
                <c:pt idx="190">
                  <c:v>107</c:v>
                </c:pt>
                <c:pt idx="191">
                  <c:v>92</c:v>
                </c:pt>
                <c:pt idx="192">
                  <c:v>64.900000000000006</c:v>
                </c:pt>
                <c:pt idx="193">
                  <c:v>67.400000000000006</c:v>
                </c:pt>
                <c:pt idx="194">
                  <c:v>78.8</c:v>
                </c:pt>
                <c:pt idx="195">
                  <c:v>94.7</c:v>
                </c:pt>
                <c:pt idx="196">
                  <c:v>66.2</c:v>
                </c:pt>
                <c:pt idx="197">
                  <c:v>102.5</c:v>
                </c:pt>
                <c:pt idx="198">
                  <c:v>60.6</c:v>
                </c:pt>
                <c:pt idx="199">
                  <c:v>98.4</c:v>
                </c:pt>
                <c:pt idx="200">
                  <c:v>76.3</c:v>
                </c:pt>
                <c:pt idx="201">
                  <c:v>67.8</c:v>
                </c:pt>
                <c:pt idx="202">
                  <c:v>70.400000000000006</c:v>
                </c:pt>
                <c:pt idx="203">
                  <c:v>78.7</c:v>
                </c:pt>
                <c:pt idx="204">
                  <c:v>66.900000000000006</c:v>
                </c:pt>
                <c:pt idx="205">
                  <c:v>97.3</c:v>
                </c:pt>
                <c:pt idx="206">
                  <c:v>74.3</c:v>
                </c:pt>
                <c:pt idx="207">
                  <c:v>78.5</c:v>
                </c:pt>
                <c:pt idx="208">
                  <c:v>95.6</c:v>
                </c:pt>
                <c:pt idx="209">
                  <c:v>70.099999999999994</c:v>
                </c:pt>
                <c:pt idx="210">
                  <c:v>101.2</c:v>
                </c:pt>
                <c:pt idx="211">
                  <c:v>71</c:v>
                </c:pt>
                <c:pt idx="212">
                  <c:v>114.5</c:v>
                </c:pt>
                <c:pt idx="213">
                  <c:v>72.900000000000006</c:v>
                </c:pt>
                <c:pt idx="214">
                  <c:v>69.2</c:v>
                </c:pt>
                <c:pt idx="215">
                  <c:v>114.8</c:v>
                </c:pt>
                <c:pt idx="216">
                  <c:v>94.1</c:v>
                </c:pt>
                <c:pt idx="217">
                  <c:v>92.4</c:v>
                </c:pt>
                <c:pt idx="218">
                  <c:v>108.5</c:v>
                </c:pt>
                <c:pt idx="219">
                  <c:v>126.8</c:v>
                </c:pt>
                <c:pt idx="220">
                  <c:v>90</c:v>
                </c:pt>
                <c:pt idx="221">
                  <c:v>74.2</c:v>
                </c:pt>
                <c:pt idx="222">
                  <c:v>125.9</c:v>
                </c:pt>
                <c:pt idx="223">
                  <c:v>123.7</c:v>
                </c:pt>
                <c:pt idx="224">
                  <c:v>110.5</c:v>
                </c:pt>
                <c:pt idx="225">
                  <c:v>124.3</c:v>
                </c:pt>
                <c:pt idx="226">
                  <c:v>121.1</c:v>
                </c:pt>
                <c:pt idx="227">
                  <c:v>98.6</c:v>
                </c:pt>
                <c:pt idx="228">
                  <c:v>110</c:v>
                </c:pt>
                <c:pt idx="229">
                  <c:v>114.2</c:v>
                </c:pt>
                <c:pt idx="230">
                  <c:v>90.3</c:v>
                </c:pt>
                <c:pt idx="231">
                  <c:v>78.7</c:v>
                </c:pt>
                <c:pt idx="232">
                  <c:v>106.4</c:v>
                </c:pt>
                <c:pt idx="233">
                  <c:v>113.4</c:v>
                </c:pt>
                <c:pt idx="234">
                  <c:v>120.6</c:v>
                </c:pt>
                <c:pt idx="235">
                  <c:v>114.9</c:v>
                </c:pt>
                <c:pt idx="236">
                  <c:v>124.8</c:v>
                </c:pt>
                <c:pt idx="237">
                  <c:v>128.4</c:v>
                </c:pt>
                <c:pt idx="238">
                  <c:v>77.7</c:v>
                </c:pt>
                <c:pt idx="239">
                  <c:v>121.3</c:v>
                </c:pt>
                <c:pt idx="240">
                  <c:v>127.9</c:v>
                </c:pt>
                <c:pt idx="241">
                  <c:v>125.5</c:v>
                </c:pt>
                <c:pt idx="242">
                  <c:v>120.3</c:v>
                </c:pt>
                <c:pt idx="243">
                  <c:v>71.2</c:v>
                </c:pt>
                <c:pt idx="244">
                  <c:v>107.4</c:v>
                </c:pt>
                <c:pt idx="245">
                  <c:v>69.7</c:v>
                </c:pt>
                <c:pt idx="246">
                  <c:v>120.8</c:v>
                </c:pt>
                <c:pt idx="247">
                  <c:v>96.9</c:v>
                </c:pt>
                <c:pt idx="248">
                  <c:v>103.9</c:v>
                </c:pt>
                <c:pt idx="249">
                  <c:v>61.7</c:v>
                </c:pt>
                <c:pt idx="250">
                  <c:v>113.4</c:v>
                </c:pt>
                <c:pt idx="251">
                  <c:v>114.9</c:v>
                </c:pt>
                <c:pt idx="252">
                  <c:v>65.8</c:v>
                </c:pt>
                <c:pt idx="253">
                  <c:v>99.9</c:v>
                </c:pt>
                <c:pt idx="254">
                  <c:v>93.4</c:v>
                </c:pt>
                <c:pt idx="255">
                  <c:v>101.7</c:v>
                </c:pt>
                <c:pt idx="256">
                  <c:v>87.4</c:v>
                </c:pt>
                <c:pt idx="257">
                  <c:v>66.3</c:v>
                </c:pt>
                <c:pt idx="258">
                  <c:v>89.4</c:v>
                </c:pt>
                <c:pt idx="259">
                  <c:v>78.099999999999994</c:v>
                </c:pt>
                <c:pt idx="260">
                  <c:v>125.5</c:v>
                </c:pt>
                <c:pt idx="261">
                  <c:v>104.8</c:v>
                </c:pt>
                <c:pt idx="262">
                  <c:v>125.3</c:v>
                </c:pt>
                <c:pt idx="263">
                  <c:v>105.1</c:v>
                </c:pt>
                <c:pt idx="264">
                  <c:v>65.5</c:v>
                </c:pt>
                <c:pt idx="265">
                  <c:v>69.5</c:v>
                </c:pt>
                <c:pt idx="266">
                  <c:v>78.099999999999994</c:v>
                </c:pt>
                <c:pt idx="267">
                  <c:v>118</c:v>
                </c:pt>
                <c:pt idx="268">
                  <c:v>84.6</c:v>
                </c:pt>
                <c:pt idx="269">
                  <c:v>68.400000000000006</c:v>
                </c:pt>
                <c:pt idx="270">
                  <c:v>70.7</c:v>
                </c:pt>
                <c:pt idx="271">
                  <c:v>95.8</c:v>
                </c:pt>
                <c:pt idx="272">
                  <c:v>109.8</c:v>
                </c:pt>
                <c:pt idx="273">
                  <c:v>79.900000000000006</c:v>
                </c:pt>
                <c:pt idx="274">
                  <c:v>102.3</c:v>
                </c:pt>
                <c:pt idx="275">
                  <c:v>74.599999999999994</c:v>
                </c:pt>
                <c:pt idx="276">
                  <c:v>73</c:v>
                </c:pt>
                <c:pt idx="277">
                  <c:v>115.3</c:v>
                </c:pt>
                <c:pt idx="278">
                  <c:v>73.599999999999994</c:v>
                </c:pt>
                <c:pt idx="279">
                  <c:v>121.9</c:v>
                </c:pt>
                <c:pt idx="280">
                  <c:v>101.4</c:v>
                </c:pt>
                <c:pt idx="281">
                  <c:v>95.7</c:v>
                </c:pt>
                <c:pt idx="282">
                  <c:v>84.7</c:v>
                </c:pt>
                <c:pt idx="283">
                  <c:v>53.2</c:v>
                </c:pt>
                <c:pt idx="284">
                  <c:v>102.6</c:v>
                </c:pt>
                <c:pt idx="285">
                  <c:v>76.599999999999994</c:v>
                </c:pt>
                <c:pt idx="286">
                  <c:v>42.5</c:v>
                </c:pt>
                <c:pt idx="287">
                  <c:v>78.7</c:v>
                </c:pt>
                <c:pt idx="288">
                  <c:v>102.3</c:v>
                </c:pt>
                <c:pt idx="289">
                  <c:v>44.3</c:v>
                </c:pt>
                <c:pt idx="290">
                  <c:v>98.2</c:v>
                </c:pt>
                <c:pt idx="291">
                  <c:v>117.2</c:v>
                </c:pt>
                <c:pt idx="292">
                  <c:v>127.1</c:v>
                </c:pt>
                <c:pt idx="293">
                  <c:v>95.4</c:v>
                </c:pt>
                <c:pt idx="294">
                  <c:v>102.6</c:v>
                </c:pt>
                <c:pt idx="295">
                  <c:v>70</c:v>
                </c:pt>
                <c:pt idx="296">
                  <c:v>76.400000000000006</c:v>
                </c:pt>
                <c:pt idx="297">
                  <c:v>40.5</c:v>
                </c:pt>
                <c:pt idx="298">
                  <c:v>76.3</c:v>
                </c:pt>
                <c:pt idx="299">
                  <c:v>55.5</c:v>
                </c:pt>
                <c:pt idx="300">
                  <c:v>52.3</c:v>
                </c:pt>
                <c:pt idx="301">
                  <c:v>41.2</c:v>
                </c:pt>
                <c:pt idx="302">
                  <c:v>69.599999999999994</c:v>
                </c:pt>
                <c:pt idx="303">
                  <c:v>78.5</c:v>
                </c:pt>
                <c:pt idx="304">
                  <c:v>110.8</c:v>
                </c:pt>
                <c:pt idx="305">
                  <c:v>75.900000000000006</c:v>
                </c:pt>
                <c:pt idx="306">
                  <c:v>125.9</c:v>
                </c:pt>
                <c:pt idx="307">
                  <c:v>86.6</c:v>
                </c:pt>
                <c:pt idx="308">
                  <c:v>62.9</c:v>
                </c:pt>
                <c:pt idx="309">
                  <c:v>43.1</c:v>
                </c:pt>
                <c:pt idx="310">
                  <c:v>51.5</c:v>
                </c:pt>
                <c:pt idx="311">
                  <c:v>42</c:v>
                </c:pt>
                <c:pt idx="312">
                  <c:v>56.2</c:v>
                </c:pt>
                <c:pt idx="313">
                  <c:v>49</c:v>
                </c:pt>
                <c:pt idx="314">
                  <c:v>112.4</c:v>
                </c:pt>
                <c:pt idx="315">
                  <c:v>72.599999999999994</c:v>
                </c:pt>
                <c:pt idx="316">
                  <c:v>66</c:v>
                </c:pt>
                <c:pt idx="317">
                  <c:v>44.5</c:v>
                </c:pt>
                <c:pt idx="318">
                  <c:v>46.5</c:v>
                </c:pt>
                <c:pt idx="319">
                  <c:v>107.2</c:v>
                </c:pt>
                <c:pt idx="320">
                  <c:v>86.9</c:v>
                </c:pt>
                <c:pt idx="321">
                  <c:v>67</c:v>
                </c:pt>
                <c:pt idx="322">
                  <c:v>65.5</c:v>
                </c:pt>
                <c:pt idx="323">
                  <c:v>48.7</c:v>
                </c:pt>
                <c:pt idx="324">
                  <c:v>42</c:v>
                </c:pt>
                <c:pt idx="325">
                  <c:v>67.099999999999994</c:v>
                </c:pt>
                <c:pt idx="326">
                  <c:v>106.5</c:v>
                </c:pt>
                <c:pt idx="327">
                  <c:v>127.7</c:v>
                </c:pt>
                <c:pt idx="328">
                  <c:v>77.599999999999994</c:v>
                </c:pt>
                <c:pt idx="329">
                  <c:v>61.3</c:v>
                </c:pt>
                <c:pt idx="330">
                  <c:v>89.1</c:v>
                </c:pt>
                <c:pt idx="331">
                  <c:v>46.1</c:v>
                </c:pt>
                <c:pt idx="332">
                  <c:v>45.1</c:v>
                </c:pt>
                <c:pt idx="333">
                  <c:v>64.099999999999994</c:v>
                </c:pt>
                <c:pt idx="334">
                  <c:v>53</c:v>
                </c:pt>
                <c:pt idx="335">
                  <c:v>70</c:v>
                </c:pt>
                <c:pt idx="336">
                  <c:v>50.6</c:v>
                </c:pt>
                <c:pt idx="337">
                  <c:v>58.4</c:v>
                </c:pt>
                <c:pt idx="338">
                  <c:v>56.2</c:v>
                </c:pt>
                <c:pt idx="339">
                  <c:v>123.3</c:v>
                </c:pt>
                <c:pt idx="340">
                  <c:v>42.7</c:v>
                </c:pt>
                <c:pt idx="341">
                  <c:v>42.7</c:v>
                </c:pt>
                <c:pt idx="342">
                  <c:v>54.6</c:v>
                </c:pt>
                <c:pt idx="343">
                  <c:v>91.8</c:v>
                </c:pt>
                <c:pt idx="344">
                  <c:v>115.3</c:v>
                </c:pt>
                <c:pt idx="345">
                  <c:v>50.3</c:v>
                </c:pt>
                <c:pt idx="346">
                  <c:v>74.900000000000006</c:v>
                </c:pt>
                <c:pt idx="347">
                  <c:v>112.5</c:v>
                </c:pt>
                <c:pt idx="348">
                  <c:v>71</c:v>
                </c:pt>
                <c:pt idx="349">
                  <c:v>78.400000000000006</c:v>
                </c:pt>
                <c:pt idx="350">
                  <c:v>42.2</c:v>
                </c:pt>
                <c:pt idx="351">
                  <c:v>122.3</c:v>
                </c:pt>
                <c:pt idx="352">
                  <c:v>89.4</c:v>
                </c:pt>
                <c:pt idx="353">
                  <c:v>51</c:v>
                </c:pt>
                <c:pt idx="354">
                  <c:v>63.1</c:v>
                </c:pt>
                <c:pt idx="355">
                  <c:v>71.2</c:v>
                </c:pt>
                <c:pt idx="356">
                  <c:v>63.7</c:v>
                </c:pt>
                <c:pt idx="357">
                  <c:v>128.4</c:v>
                </c:pt>
                <c:pt idx="358">
                  <c:v>78</c:v>
                </c:pt>
                <c:pt idx="359">
                  <c:v>90.8</c:v>
                </c:pt>
                <c:pt idx="360">
                  <c:v>123.3</c:v>
                </c:pt>
                <c:pt idx="361">
                  <c:v>42.7</c:v>
                </c:pt>
                <c:pt idx="362">
                  <c:v>93.6</c:v>
                </c:pt>
                <c:pt idx="363">
                  <c:v>108.8</c:v>
                </c:pt>
                <c:pt idx="364">
                  <c:v>60.9</c:v>
                </c:pt>
                <c:pt idx="365">
                  <c:v>71.5</c:v>
                </c:pt>
                <c:pt idx="366">
                  <c:v>56.9</c:v>
                </c:pt>
                <c:pt idx="367">
                  <c:v>74.8</c:v>
                </c:pt>
                <c:pt idx="368">
                  <c:v>76.3</c:v>
                </c:pt>
                <c:pt idx="369">
                  <c:v>67.7</c:v>
                </c:pt>
                <c:pt idx="370">
                  <c:v>55.3</c:v>
                </c:pt>
                <c:pt idx="371">
                  <c:v>129.9</c:v>
                </c:pt>
                <c:pt idx="372">
                  <c:v>118.4</c:v>
                </c:pt>
                <c:pt idx="373">
                  <c:v>78.900000000000006</c:v>
                </c:pt>
                <c:pt idx="374">
                  <c:v>75.599999999999994</c:v>
                </c:pt>
                <c:pt idx="375">
                  <c:v>77.3</c:v>
                </c:pt>
                <c:pt idx="376">
                  <c:v>70.2</c:v>
                </c:pt>
                <c:pt idx="377">
                  <c:v>47.2</c:v>
                </c:pt>
                <c:pt idx="378">
                  <c:v>47.7</c:v>
                </c:pt>
                <c:pt idx="379">
                  <c:v>94</c:v>
                </c:pt>
                <c:pt idx="380">
                  <c:v>47.9</c:v>
                </c:pt>
                <c:pt idx="381">
                  <c:v>51.5</c:v>
                </c:pt>
                <c:pt idx="382">
                  <c:v>127.1</c:v>
                </c:pt>
                <c:pt idx="383">
                  <c:v>129.19999999999999</c:v>
                </c:pt>
                <c:pt idx="384">
                  <c:v>70.599999999999994</c:v>
                </c:pt>
                <c:pt idx="385">
                  <c:v>42.8</c:v>
                </c:pt>
                <c:pt idx="386">
                  <c:v>62.9</c:v>
                </c:pt>
                <c:pt idx="387">
                  <c:v>70.7</c:v>
                </c:pt>
                <c:pt idx="388">
                  <c:v>52</c:v>
                </c:pt>
                <c:pt idx="389">
                  <c:v>75.599999999999994</c:v>
                </c:pt>
                <c:pt idx="390">
                  <c:v>96.1</c:v>
                </c:pt>
                <c:pt idx="391">
                  <c:v>40</c:v>
                </c:pt>
                <c:pt idx="392">
                  <c:v>47.1</c:v>
                </c:pt>
                <c:pt idx="393">
                  <c:v>103.5</c:v>
                </c:pt>
                <c:pt idx="394">
                  <c:v>109.7</c:v>
                </c:pt>
                <c:pt idx="395">
                  <c:v>109.6</c:v>
                </c:pt>
                <c:pt idx="396">
                  <c:v>68.900000000000006</c:v>
                </c:pt>
                <c:pt idx="397">
                  <c:v>90.2</c:v>
                </c:pt>
                <c:pt idx="398">
                  <c:v>54.9</c:v>
                </c:pt>
                <c:pt idx="399">
                  <c:v>46.5</c:v>
                </c:pt>
                <c:pt idx="400">
                  <c:v>59.1</c:v>
                </c:pt>
                <c:pt idx="401">
                  <c:v>40.299999999999997</c:v>
                </c:pt>
                <c:pt idx="402">
                  <c:v>63.4</c:v>
                </c:pt>
                <c:pt idx="403">
                  <c:v>59.7</c:v>
                </c:pt>
                <c:pt idx="404">
                  <c:v>49.1</c:v>
                </c:pt>
                <c:pt idx="405">
                  <c:v>44.2</c:v>
                </c:pt>
                <c:pt idx="406">
                  <c:v>58.3</c:v>
                </c:pt>
                <c:pt idx="407">
                  <c:v>63.9</c:v>
                </c:pt>
                <c:pt idx="408">
                  <c:v>59.3</c:v>
                </c:pt>
                <c:pt idx="409">
                  <c:v>55.1</c:v>
                </c:pt>
                <c:pt idx="410">
                  <c:v>64.099999999999994</c:v>
                </c:pt>
                <c:pt idx="411">
                  <c:v>46.8</c:v>
                </c:pt>
                <c:pt idx="412">
                  <c:v>41.1</c:v>
                </c:pt>
                <c:pt idx="413">
                  <c:v>51</c:v>
                </c:pt>
                <c:pt idx="414">
                  <c:v>57.7</c:v>
                </c:pt>
                <c:pt idx="415">
                  <c:v>53.5</c:v>
                </c:pt>
                <c:pt idx="416">
                  <c:v>59.4</c:v>
                </c:pt>
                <c:pt idx="417">
                  <c:v>61.6</c:v>
                </c:pt>
                <c:pt idx="418">
                  <c:v>64</c:v>
                </c:pt>
                <c:pt idx="419">
                  <c:v>51.9</c:v>
                </c:pt>
                <c:pt idx="420">
                  <c:v>58.3</c:v>
                </c:pt>
                <c:pt idx="421">
                  <c:v>61.9</c:v>
                </c:pt>
                <c:pt idx="422">
                  <c:v>64.2</c:v>
                </c:pt>
                <c:pt idx="423">
                  <c:v>62.6</c:v>
                </c:pt>
                <c:pt idx="424">
                  <c:v>64.5</c:v>
                </c:pt>
                <c:pt idx="425">
                  <c:v>62.5</c:v>
                </c:pt>
                <c:pt idx="426">
                  <c:v>64.3</c:v>
                </c:pt>
                <c:pt idx="427">
                  <c:v>46.2</c:v>
                </c:pt>
                <c:pt idx="428">
                  <c:v>44.1</c:v>
                </c:pt>
                <c:pt idx="429">
                  <c:v>64.400000000000006</c:v>
                </c:pt>
                <c:pt idx="430">
                  <c:v>46.1</c:v>
                </c:pt>
                <c:pt idx="431">
                  <c:v>64.8</c:v>
                </c:pt>
                <c:pt idx="432">
                  <c:v>61.8</c:v>
                </c:pt>
                <c:pt idx="433">
                  <c:v>53.9</c:v>
                </c:pt>
                <c:pt idx="434">
                  <c:v>64.900000000000006</c:v>
                </c:pt>
                <c:pt idx="435">
                  <c:v>64.400000000000006</c:v>
                </c:pt>
                <c:pt idx="436">
                  <c:v>44.6</c:v>
                </c:pt>
                <c:pt idx="437">
                  <c:v>44.8</c:v>
                </c:pt>
                <c:pt idx="438">
                  <c:v>51.8</c:v>
                </c:pt>
                <c:pt idx="439">
                  <c:v>65.400000000000006</c:v>
                </c:pt>
                <c:pt idx="440">
                  <c:v>53.7</c:v>
                </c:pt>
                <c:pt idx="441">
                  <c:v>84.2</c:v>
                </c:pt>
                <c:pt idx="442">
                  <c:v>76.7</c:v>
                </c:pt>
                <c:pt idx="443">
                  <c:v>63.2</c:v>
                </c:pt>
                <c:pt idx="444">
                  <c:v>56.2</c:v>
                </c:pt>
                <c:pt idx="445">
                  <c:v>70.5</c:v>
                </c:pt>
                <c:pt idx="446">
                  <c:v>85.9</c:v>
                </c:pt>
                <c:pt idx="447">
                  <c:v>78</c:v>
                </c:pt>
                <c:pt idx="448">
                  <c:v>55.6</c:v>
                </c:pt>
                <c:pt idx="449">
                  <c:v>58.5</c:v>
                </c:pt>
                <c:pt idx="450">
                  <c:v>70.900000000000006</c:v>
                </c:pt>
                <c:pt idx="451">
                  <c:v>71.2</c:v>
                </c:pt>
                <c:pt idx="452">
                  <c:v>72.400000000000006</c:v>
                </c:pt>
                <c:pt idx="453">
                  <c:v>51.1</c:v>
                </c:pt>
                <c:pt idx="454">
                  <c:v>69.2</c:v>
                </c:pt>
                <c:pt idx="455">
                  <c:v>56.2</c:v>
                </c:pt>
                <c:pt idx="456">
                  <c:v>83.6</c:v>
                </c:pt>
                <c:pt idx="457">
                  <c:v>57.1</c:v>
                </c:pt>
                <c:pt idx="458">
                  <c:v>40</c:v>
                </c:pt>
                <c:pt idx="459">
                  <c:v>68.099999999999994</c:v>
                </c:pt>
                <c:pt idx="460">
                  <c:v>57.4</c:v>
                </c:pt>
                <c:pt idx="461">
                  <c:v>49.1</c:v>
                </c:pt>
                <c:pt idx="462">
                  <c:v>67.7</c:v>
                </c:pt>
                <c:pt idx="463">
                  <c:v>88.4</c:v>
                </c:pt>
                <c:pt idx="464">
                  <c:v>59.4</c:v>
                </c:pt>
                <c:pt idx="465">
                  <c:v>72.099999999999994</c:v>
                </c:pt>
                <c:pt idx="466">
                  <c:v>65.3</c:v>
                </c:pt>
                <c:pt idx="467">
                  <c:v>55.6</c:v>
                </c:pt>
                <c:pt idx="468">
                  <c:v>71.3</c:v>
                </c:pt>
                <c:pt idx="469">
                  <c:v>73.5</c:v>
                </c:pt>
                <c:pt idx="470">
                  <c:v>45.1</c:v>
                </c:pt>
                <c:pt idx="471">
                  <c:v>85.6</c:v>
                </c:pt>
                <c:pt idx="472">
                  <c:v>63.7</c:v>
                </c:pt>
                <c:pt idx="473">
                  <c:v>87</c:v>
                </c:pt>
                <c:pt idx="474">
                  <c:v>85.8</c:v>
                </c:pt>
                <c:pt idx="475">
                  <c:v>71.8</c:v>
                </c:pt>
                <c:pt idx="476">
                  <c:v>72.099999999999994</c:v>
                </c:pt>
                <c:pt idx="477">
                  <c:v>56.3</c:v>
                </c:pt>
                <c:pt idx="478">
                  <c:v>69.599999999999994</c:v>
                </c:pt>
                <c:pt idx="479">
                  <c:v>84.9</c:v>
                </c:pt>
                <c:pt idx="480">
                  <c:v>88.2</c:v>
                </c:pt>
                <c:pt idx="481">
                  <c:v>42.9</c:v>
                </c:pt>
                <c:pt idx="482">
                  <c:v>72.2</c:v>
                </c:pt>
                <c:pt idx="483">
                  <c:v>49.9</c:v>
                </c:pt>
                <c:pt idx="484">
                  <c:v>72.900000000000006</c:v>
                </c:pt>
                <c:pt idx="485">
                  <c:v>68.599999999999994</c:v>
                </c:pt>
                <c:pt idx="486">
                  <c:v>64.900000000000006</c:v>
                </c:pt>
                <c:pt idx="487">
                  <c:v>70.400000000000006</c:v>
                </c:pt>
                <c:pt idx="488">
                  <c:v>77.400000000000006</c:v>
                </c:pt>
                <c:pt idx="489">
                  <c:v>44.1</c:v>
                </c:pt>
                <c:pt idx="490">
                  <c:v>86.3</c:v>
                </c:pt>
                <c:pt idx="491">
                  <c:v>76.7</c:v>
                </c:pt>
                <c:pt idx="492">
                  <c:v>87.1</c:v>
                </c:pt>
                <c:pt idx="493">
                  <c:v>79.7</c:v>
                </c:pt>
                <c:pt idx="494">
                  <c:v>87.5</c:v>
                </c:pt>
                <c:pt idx="495">
                  <c:v>85.9</c:v>
                </c:pt>
                <c:pt idx="496">
                  <c:v>42.1</c:v>
                </c:pt>
                <c:pt idx="497">
                  <c:v>86.2</c:v>
                </c:pt>
                <c:pt idx="498">
                  <c:v>88.4</c:v>
                </c:pt>
                <c:pt idx="499">
                  <c:v>86.7</c:v>
                </c:pt>
                <c:pt idx="500">
                  <c:v>86.7</c:v>
                </c:pt>
                <c:pt idx="501">
                  <c:v>58.2</c:v>
                </c:pt>
                <c:pt idx="502">
                  <c:v>89.3</c:v>
                </c:pt>
                <c:pt idx="503">
                  <c:v>86.1</c:v>
                </c:pt>
                <c:pt idx="504">
                  <c:v>61</c:v>
                </c:pt>
                <c:pt idx="505">
                  <c:v>82.8</c:v>
                </c:pt>
                <c:pt idx="506">
                  <c:v>48</c:v>
                </c:pt>
                <c:pt idx="507">
                  <c:v>88.5</c:v>
                </c:pt>
                <c:pt idx="508">
                  <c:v>72.2</c:v>
                </c:pt>
                <c:pt idx="509">
                  <c:v>87.8</c:v>
                </c:pt>
                <c:pt idx="510">
                  <c:v>79.599999999999994</c:v>
                </c:pt>
                <c:pt idx="511">
                  <c:v>44.1</c:v>
                </c:pt>
                <c:pt idx="512">
                  <c:v>70.3</c:v>
                </c:pt>
                <c:pt idx="513">
                  <c:v>85.3</c:v>
                </c:pt>
                <c:pt idx="514">
                  <c:v>60.2</c:v>
                </c:pt>
                <c:pt idx="515">
                  <c:v>46.6</c:v>
                </c:pt>
                <c:pt idx="516">
                  <c:v>88.2</c:v>
                </c:pt>
                <c:pt idx="517">
                  <c:v>86.9</c:v>
                </c:pt>
                <c:pt idx="518">
                  <c:v>81.400000000000006</c:v>
                </c:pt>
                <c:pt idx="519">
                  <c:v>75.599999999999994</c:v>
                </c:pt>
                <c:pt idx="520">
                  <c:v>68.5</c:v>
                </c:pt>
                <c:pt idx="521">
                  <c:v>82.5</c:v>
                </c:pt>
                <c:pt idx="522">
                  <c:v>89.6</c:v>
                </c:pt>
                <c:pt idx="523">
                  <c:v>48.7</c:v>
                </c:pt>
                <c:pt idx="524">
                  <c:v>49.7</c:v>
                </c:pt>
                <c:pt idx="525">
                  <c:v>70.3</c:v>
                </c:pt>
                <c:pt idx="526">
                  <c:v>62.9</c:v>
                </c:pt>
                <c:pt idx="527">
                  <c:v>46.1</c:v>
                </c:pt>
                <c:pt idx="528">
                  <c:v>68.5</c:v>
                </c:pt>
                <c:pt idx="529">
                  <c:v>52.2</c:v>
                </c:pt>
                <c:pt idx="530">
                  <c:v>85.6</c:v>
                </c:pt>
                <c:pt idx="531">
                  <c:v>88.4</c:v>
                </c:pt>
                <c:pt idx="532">
                  <c:v>43.4</c:v>
                </c:pt>
                <c:pt idx="533">
                  <c:v>69.3</c:v>
                </c:pt>
                <c:pt idx="534">
                  <c:v>56.3</c:v>
                </c:pt>
                <c:pt idx="535">
                  <c:v>85.2</c:v>
                </c:pt>
                <c:pt idx="536">
                  <c:v>85.5</c:v>
                </c:pt>
                <c:pt idx="537">
                  <c:v>83.9</c:v>
                </c:pt>
                <c:pt idx="538">
                  <c:v>43.8</c:v>
                </c:pt>
                <c:pt idx="539">
                  <c:v>65.900000000000006</c:v>
                </c:pt>
                <c:pt idx="540">
                  <c:v>82.3</c:v>
                </c:pt>
                <c:pt idx="541">
                  <c:v>46.9</c:v>
                </c:pt>
                <c:pt idx="542">
                  <c:v>88</c:v>
                </c:pt>
                <c:pt idx="543">
                  <c:v>45.9</c:v>
                </c:pt>
                <c:pt idx="544">
                  <c:v>85.6</c:v>
                </c:pt>
                <c:pt idx="545">
                  <c:v>67.5</c:v>
                </c:pt>
                <c:pt idx="546">
                  <c:v>80.8</c:v>
                </c:pt>
                <c:pt idx="547">
                  <c:v>80.5</c:v>
                </c:pt>
                <c:pt idx="548">
                  <c:v>47.8</c:v>
                </c:pt>
                <c:pt idx="549">
                  <c:v>70.2</c:v>
                </c:pt>
                <c:pt idx="550">
                  <c:v>50.4</c:v>
                </c:pt>
                <c:pt idx="551">
                  <c:v>81</c:v>
                </c:pt>
                <c:pt idx="552">
                  <c:v>70.099999999999994</c:v>
                </c:pt>
                <c:pt idx="553">
                  <c:v>87.9</c:v>
                </c:pt>
                <c:pt idx="554">
                  <c:v>64</c:v>
                </c:pt>
                <c:pt idx="555">
                  <c:v>81.5</c:v>
                </c:pt>
                <c:pt idx="556">
                  <c:v>72.7</c:v>
                </c:pt>
                <c:pt idx="557">
                  <c:v>74.3</c:v>
                </c:pt>
                <c:pt idx="558">
                  <c:v>80.7</c:v>
                </c:pt>
                <c:pt idx="559">
                  <c:v>40.5</c:v>
                </c:pt>
                <c:pt idx="560">
                  <c:v>89.3</c:v>
                </c:pt>
                <c:pt idx="561">
                  <c:v>71.3</c:v>
                </c:pt>
                <c:pt idx="562">
                  <c:v>65.7</c:v>
                </c:pt>
                <c:pt idx="563">
                  <c:v>79.400000000000006</c:v>
                </c:pt>
                <c:pt idx="564">
                  <c:v>55.7</c:v>
                </c:pt>
                <c:pt idx="565">
                  <c:v>79.2</c:v>
                </c:pt>
                <c:pt idx="566">
                  <c:v>88.5</c:v>
                </c:pt>
                <c:pt idx="567">
                  <c:v>45.2</c:v>
                </c:pt>
                <c:pt idx="568">
                  <c:v>88</c:v>
                </c:pt>
                <c:pt idx="569">
                  <c:v>82.5</c:v>
                </c:pt>
                <c:pt idx="570">
                  <c:v>57.2</c:v>
                </c:pt>
                <c:pt idx="571">
                  <c:v>80.3</c:v>
                </c:pt>
                <c:pt idx="572">
                  <c:v>88.3</c:v>
                </c:pt>
                <c:pt idx="573">
                  <c:v>85.5</c:v>
                </c:pt>
                <c:pt idx="574">
                  <c:v>66.8</c:v>
                </c:pt>
                <c:pt idx="575">
                  <c:v>71.900000000000006</c:v>
                </c:pt>
                <c:pt idx="576">
                  <c:v>64.3</c:v>
                </c:pt>
                <c:pt idx="577">
                  <c:v>65.2</c:v>
                </c:pt>
                <c:pt idx="578">
                  <c:v>84.9</c:v>
                </c:pt>
                <c:pt idx="579">
                  <c:v>48.8</c:v>
                </c:pt>
                <c:pt idx="580">
                  <c:v>66.099999999999994</c:v>
                </c:pt>
                <c:pt idx="581">
                  <c:v>59.5</c:v>
                </c:pt>
                <c:pt idx="582">
                  <c:v>55.4</c:v>
                </c:pt>
                <c:pt idx="583">
                  <c:v>82.7</c:v>
                </c:pt>
                <c:pt idx="584">
                  <c:v>86.1</c:v>
                </c:pt>
                <c:pt idx="585">
                  <c:v>69.3</c:v>
                </c:pt>
                <c:pt idx="586">
                  <c:v>94.1</c:v>
                </c:pt>
                <c:pt idx="587">
                  <c:v>62</c:v>
                </c:pt>
                <c:pt idx="588">
                  <c:v>58</c:v>
                </c:pt>
                <c:pt idx="589">
                  <c:v>48.4</c:v>
                </c:pt>
                <c:pt idx="590">
                  <c:v>72.900000000000006</c:v>
                </c:pt>
                <c:pt idx="591">
                  <c:v>60.3</c:v>
                </c:pt>
                <c:pt idx="592">
                  <c:v>74.599999999999994</c:v>
                </c:pt>
                <c:pt idx="593">
                  <c:v>50.4</c:v>
                </c:pt>
                <c:pt idx="594">
                  <c:v>65.2</c:v>
                </c:pt>
                <c:pt idx="595">
                  <c:v>82.1</c:v>
                </c:pt>
                <c:pt idx="596">
                  <c:v>89.3</c:v>
                </c:pt>
                <c:pt idx="597">
                  <c:v>59.1</c:v>
                </c:pt>
                <c:pt idx="598">
                  <c:v>72.3</c:v>
                </c:pt>
                <c:pt idx="599">
                  <c:v>84.8</c:v>
                </c:pt>
                <c:pt idx="600">
                  <c:v>63.8</c:v>
                </c:pt>
                <c:pt idx="601">
                  <c:v>55.4</c:v>
                </c:pt>
                <c:pt idx="602">
                  <c:v>57.5</c:v>
                </c:pt>
                <c:pt idx="603">
                  <c:v>70.900000000000006</c:v>
                </c:pt>
                <c:pt idx="604">
                  <c:v>70.2</c:v>
                </c:pt>
                <c:pt idx="605">
                  <c:v>66.900000000000006</c:v>
                </c:pt>
                <c:pt idx="606">
                  <c:v>51.4</c:v>
                </c:pt>
                <c:pt idx="607">
                  <c:v>56.9</c:v>
                </c:pt>
                <c:pt idx="608">
                  <c:v>82.5</c:v>
                </c:pt>
                <c:pt idx="609">
                  <c:v>58.1</c:v>
                </c:pt>
                <c:pt idx="610">
                  <c:v>68</c:v>
                </c:pt>
                <c:pt idx="611">
                  <c:v>66.099999999999994</c:v>
                </c:pt>
                <c:pt idx="612">
                  <c:v>69.3</c:v>
                </c:pt>
                <c:pt idx="613">
                  <c:v>69.7</c:v>
                </c:pt>
                <c:pt idx="614">
                  <c:v>82.3</c:v>
                </c:pt>
                <c:pt idx="615">
                  <c:v>52.1</c:v>
                </c:pt>
                <c:pt idx="616">
                  <c:v>65.5</c:v>
                </c:pt>
                <c:pt idx="617">
                  <c:v>85.4</c:v>
                </c:pt>
                <c:pt idx="618">
                  <c:v>56.8</c:v>
                </c:pt>
                <c:pt idx="619">
                  <c:v>74.2</c:v>
                </c:pt>
                <c:pt idx="620">
                  <c:v>78</c:v>
                </c:pt>
                <c:pt idx="621">
                  <c:v>63.7</c:v>
                </c:pt>
                <c:pt idx="622">
                  <c:v>63.3</c:v>
                </c:pt>
                <c:pt idx="623">
                  <c:v>73</c:v>
                </c:pt>
                <c:pt idx="624">
                  <c:v>53.7</c:v>
                </c:pt>
                <c:pt idx="625">
                  <c:v>87.5</c:v>
                </c:pt>
                <c:pt idx="626">
                  <c:v>65.400000000000006</c:v>
                </c:pt>
                <c:pt idx="627">
                  <c:v>88.8</c:v>
                </c:pt>
                <c:pt idx="628">
                  <c:v>53.1</c:v>
                </c:pt>
                <c:pt idx="629">
                  <c:v>56.5</c:v>
                </c:pt>
                <c:pt idx="630">
                  <c:v>63</c:v>
                </c:pt>
                <c:pt idx="631">
                  <c:v>52.6</c:v>
                </c:pt>
                <c:pt idx="632">
                  <c:v>58.2</c:v>
                </c:pt>
                <c:pt idx="633">
                  <c:v>76.599999999999994</c:v>
                </c:pt>
                <c:pt idx="634">
                  <c:v>57.2</c:v>
                </c:pt>
                <c:pt idx="635">
                  <c:v>63.9</c:v>
                </c:pt>
                <c:pt idx="636">
                  <c:v>55.3</c:v>
                </c:pt>
                <c:pt idx="637">
                  <c:v>49.3</c:v>
                </c:pt>
                <c:pt idx="638">
                  <c:v>53.6</c:v>
                </c:pt>
                <c:pt idx="639">
                  <c:v>79.2</c:v>
                </c:pt>
                <c:pt idx="640">
                  <c:v>75.8</c:v>
                </c:pt>
                <c:pt idx="641">
                  <c:v>71.7</c:v>
                </c:pt>
                <c:pt idx="642">
                  <c:v>56.7</c:v>
                </c:pt>
                <c:pt idx="643">
                  <c:v>75.099999999999994</c:v>
                </c:pt>
                <c:pt idx="644">
                  <c:v>79.3</c:v>
                </c:pt>
                <c:pt idx="645">
                  <c:v>56.5</c:v>
                </c:pt>
                <c:pt idx="646">
                  <c:v>55.8</c:v>
                </c:pt>
                <c:pt idx="647">
                  <c:v>64.2</c:v>
                </c:pt>
                <c:pt idx="648">
                  <c:v>64.7</c:v>
                </c:pt>
                <c:pt idx="649">
                  <c:v>76.900000000000006</c:v>
                </c:pt>
                <c:pt idx="650">
                  <c:v>73.3</c:v>
                </c:pt>
                <c:pt idx="651">
                  <c:v>73.099999999999994</c:v>
                </c:pt>
                <c:pt idx="652">
                  <c:v>55.7</c:v>
                </c:pt>
                <c:pt idx="653">
                  <c:v>51.8</c:v>
                </c:pt>
                <c:pt idx="654">
                  <c:v>66.5</c:v>
                </c:pt>
                <c:pt idx="655">
                  <c:v>64.2</c:v>
                </c:pt>
                <c:pt idx="656">
                  <c:v>60.4</c:v>
                </c:pt>
                <c:pt idx="657">
                  <c:v>88.5</c:v>
                </c:pt>
                <c:pt idx="658">
                  <c:v>68.3</c:v>
                </c:pt>
                <c:pt idx="659">
                  <c:v>79.7</c:v>
                </c:pt>
                <c:pt idx="660">
                  <c:v>85</c:v>
                </c:pt>
                <c:pt idx="661">
                  <c:v>62.6</c:v>
                </c:pt>
                <c:pt idx="662">
                  <c:v>54.7</c:v>
                </c:pt>
                <c:pt idx="663">
                  <c:v>51</c:v>
                </c:pt>
                <c:pt idx="664">
                  <c:v>68.2</c:v>
                </c:pt>
                <c:pt idx="665">
                  <c:v>64.400000000000006</c:v>
                </c:pt>
                <c:pt idx="666">
                  <c:v>65.400000000000006</c:v>
                </c:pt>
                <c:pt idx="667">
                  <c:v>73</c:v>
                </c:pt>
                <c:pt idx="668">
                  <c:v>86.2</c:v>
                </c:pt>
                <c:pt idx="669">
                  <c:v>60.1</c:v>
                </c:pt>
                <c:pt idx="670">
                  <c:v>87.6</c:v>
                </c:pt>
                <c:pt idx="671">
                  <c:v>85.3</c:v>
                </c:pt>
                <c:pt idx="672">
                  <c:v>52</c:v>
                </c:pt>
                <c:pt idx="673">
                  <c:v>89</c:v>
                </c:pt>
                <c:pt idx="674">
                  <c:v>61.9</c:v>
                </c:pt>
                <c:pt idx="675">
                  <c:v>68.099999999999994</c:v>
                </c:pt>
                <c:pt idx="676">
                  <c:v>41.9</c:v>
                </c:pt>
                <c:pt idx="677">
                  <c:v>71.3</c:v>
                </c:pt>
                <c:pt idx="678">
                  <c:v>75.599999999999994</c:v>
                </c:pt>
                <c:pt idx="679">
                  <c:v>74.599999999999994</c:v>
                </c:pt>
                <c:pt idx="680">
                  <c:v>40.4</c:v>
                </c:pt>
                <c:pt idx="681">
                  <c:v>87.1</c:v>
                </c:pt>
                <c:pt idx="682">
                  <c:v>73.5</c:v>
                </c:pt>
                <c:pt idx="683">
                  <c:v>89.6</c:v>
                </c:pt>
                <c:pt idx="684">
                  <c:v>49.9</c:v>
                </c:pt>
                <c:pt idx="685">
                  <c:v>57.8</c:v>
                </c:pt>
                <c:pt idx="686">
                  <c:v>78.900000000000006</c:v>
                </c:pt>
                <c:pt idx="687">
                  <c:v>55.1</c:v>
                </c:pt>
                <c:pt idx="688">
                  <c:v>72.400000000000006</c:v>
                </c:pt>
                <c:pt idx="689">
                  <c:v>69.7</c:v>
                </c:pt>
                <c:pt idx="690">
                  <c:v>80.599999999999994</c:v>
                </c:pt>
                <c:pt idx="691">
                  <c:v>70.8</c:v>
                </c:pt>
                <c:pt idx="692">
                  <c:v>87.2</c:v>
                </c:pt>
                <c:pt idx="693">
                  <c:v>55.2</c:v>
                </c:pt>
                <c:pt idx="694">
                  <c:v>71.400000000000006</c:v>
                </c:pt>
                <c:pt idx="695">
                  <c:v>58.1</c:v>
                </c:pt>
                <c:pt idx="696">
                  <c:v>55.6</c:v>
                </c:pt>
                <c:pt idx="697">
                  <c:v>81.7</c:v>
                </c:pt>
                <c:pt idx="698">
                  <c:v>80.8</c:v>
                </c:pt>
                <c:pt idx="699">
                  <c:v>62.2</c:v>
                </c:pt>
                <c:pt idx="700">
                  <c:v>58</c:v>
                </c:pt>
                <c:pt idx="701">
                  <c:v>69.099999999999994</c:v>
                </c:pt>
                <c:pt idx="702">
                  <c:v>45.7</c:v>
                </c:pt>
                <c:pt idx="703">
                  <c:v>62</c:v>
                </c:pt>
                <c:pt idx="704">
                  <c:v>85.5</c:v>
                </c:pt>
                <c:pt idx="705">
                  <c:v>52.6</c:v>
                </c:pt>
                <c:pt idx="706">
                  <c:v>53</c:v>
                </c:pt>
                <c:pt idx="707">
                  <c:v>88.5</c:v>
                </c:pt>
                <c:pt idx="708">
                  <c:v>71</c:v>
                </c:pt>
                <c:pt idx="709">
                  <c:v>75.2</c:v>
                </c:pt>
                <c:pt idx="710">
                  <c:v>61.6</c:v>
                </c:pt>
                <c:pt idx="711">
                  <c:v>83.4</c:v>
                </c:pt>
                <c:pt idx="712">
                  <c:v>77.7</c:v>
                </c:pt>
                <c:pt idx="713">
                  <c:v>48.7</c:v>
                </c:pt>
                <c:pt idx="714">
                  <c:v>86.6</c:v>
                </c:pt>
                <c:pt idx="715">
                  <c:v>57.9</c:v>
                </c:pt>
                <c:pt idx="716">
                  <c:v>82.4</c:v>
                </c:pt>
                <c:pt idx="717">
                  <c:v>83.1</c:v>
                </c:pt>
                <c:pt idx="718">
                  <c:v>101</c:v>
                </c:pt>
                <c:pt idx="719">
                  <c:v>44.8</c:v>
                </c:pt>
                <c:pt idx="720">
                  <c:v>69.2</c:v>
                </c:pt>
                <c:pt idx="721">
                  <c:v>63.2</c:v>
                </c:pt>
                <c:pt idx="722">
                  <c:v>87</c:v>
                </c:pt>
                <c:pt idx="723">
                  <c:v>78.8</c:v>
                </c:pt>
                <c:pt idx="724">
                  <c:v>91.5</c:v>
                </c:pt>
                <c:pt idx="725">
                  <c:v>93</c:v>
                </c:pt>
                <c:pt idx="726">
                  <c:v>40.9</c:v>
                </c:pt>
                <c:pt idx="727">
                  <c:v>49</c:v>
                </c:pt>
                <c:pt idx="728">
                  <c:v>113.6</c:v>
                </c:pt>
                <c:pt idx="729">
                  <c:v>75.7</c:v>
                </c:pt>
                <c:pt idx="730">
                  <c:v>95.2</c:v>
                </c:pt>
                <c:pt idx="731">
                  <c:v>102.1</c:v>
                </c:pt>
                <c:pt idx="732">
                  <c:v>95.1</c:v>
                </c:pt>
                <c:pt idx="733">
                  <c:v>66.900000000000006</c:v>
                </c:pt>
                <c:pt idx="734">
                  <c:v>101.5</c:v>
                </c:pt>
                <c:pt idx="735">
                  <c:v>87.3</c:v>
                </c:pt>
                <c:pt idx="736">
                  <c:v>70.3</c:v>
                </c:pt>
                <c:pt idx="737">
                  <c:v>63.7</c:v>
                </c:pt>
                <c:pt idx="738">
                  <c:v>45.5</c:v>
                </c:pt>
                <c:pt idx="739">
                  <c:v>59.7</c:v>
                </c:pt>
                <c:pt idx="740">
                  <c:v>73.7</c:v>
                </c:pt>
                <c:pt idx="741">
                  <c:v>108.6</c:v>
                </c:pt>
                <c:pt idx="742">
                  <c:v>94.6</c:v>
                </c:pt>
                <c:pt idx="743">
                  <c:v>55</c:v>
                </c:pt>
                <c:pt idx="744">
                  <c:v>61.5</c:v>
                </c:pt>
                <c:pt idx="745">
                  <c:v>71.7</c:v>
                </c:pt>
                <c:pt idx="746">
                  <c:v>84.8</c:v>
                </c:pt>
                <c:pt idx="747">
                  <c:v>42.3</c:v>
                </c:pt>
                <c:pt idx="748">
                  <c:v>57.3</c:v>
                </c:pt>
                <c:pt idx="749">
                  <c:v>45.2</c:v>
                </c:pt>
                <c:pt idx="750">
                  <c:v>63.5</c:v>
                </c:pt>
                <c:pt idx="751">
                  <c:v>81.7</c:v>
                </c:pt>
                <c:pt idx="752">
                  <c:v>76.7</c:v>
                </c:pt>
                <c:pt idx="753">
                  <c:v>80</c:v>
                </c:pt>
                <c:pt idx="754">
                  <c:v>72.3</c:v>
                </c:pt>
                <c:pt idx="755">
                  <c:v>62.1</c:v>
                </c:pt>
                <c:pt idx="756">
                  <c:v>45.4</c:v>
                </c:pt>
                <c:pt idx="757">
                  <c:v>82.1</c:v>
                </c:pt>
                <c:pt idx="758">
                  <c:v>81.400000000000006</c:v>
                </c:pt>
                <c:pt idx="759">
                  <c:v>50.7</c:v>
                </c:pt>
                <c:pt idx="760">
                  <c:v>55.2</c:v>
                </c:pt>
                <c:pt idx="761">
                  <c:v>50.6</c:v>
                </c:pt>
                <c:pt idx="762">
                  <c:v>102.8</c:v>
                </c:pt>
                <c:pt idx="763">
                  <c:v>69</c:v>
                </c:pt>
                <c:pt idx="764">
                  <c:v>73.2</c:v>
                </c:pt>
                <c:pt idx="765">
                  <c:v>42.8</c:v>
                </c:pt>
                <c:pt idx="766">
                  <c:v>66.599999999999994</c:v>
                </c:pt>
                <c:pt idx="767">
                  <c:v>62.5</c:v>
                </c:pt>
                <c:pt idx="768">
                  <c:v>51.7</c:v>
                </c:pt>
                <c:pt idx="769">
                  <c:v>60.6</c:v>
                </c:pt>
                <c:pt idx="770">
                  <c:v>76.400000000000006</c:v>
                </c:pt>
                <c:pt idx="771">
                  <c:v>68.3</c:v>
                </c:pt>
                <c:pt idx="772">
                  <c:v>121.7</c:v>
                </c:pt>
                <c:pt idx="773">
                  <c:v>117.7</c:v>
                </c:pt>
                <c:pt idx="774">
                  <c:v>48.2</c:v>
                </c:pt>
                <c:pt idx="775">
                  <c:v>61</c:v>
                </c:pt>
                <c:pt idx="776">
                  <c:v>67.900000000000006</c:v>
                </c:pt>
                <c:pt idx="777">
                  <c:v>120.9</c:v>
                </c:pt>
                <c:pt idx="778">
                  <c:v>47.8</c:v>
                </c:pt>
                <c:pt idx="779">
                  <c:v>108.2</c:v>
                </c:pt>
                <c:pt idx="780">
                  <c:v>78.3</c:v>
                </c:pt>
                <c:pt idx="781">
                  <c:v>48.2</c:v>
                </c:pt>
                <c:pt idx="782">
                  <c:v>113.2</c:v>
                </c:pt>
                <c:pt idx="783">
                  <c:v>61.2</c:v>
                </c:pt>
                <c:pt idx="784">
                  <c:v>48.3</c:v>
                </c:pt>
                <c:pt idx="785">
                  <c:v>42.7</c:v>
                </c:pt>
                <c:pt idx="786">
                  <c:v>71.599999999999994</c:v>
                </c:pt>
                <c:pt idx="787">
                  <c:v>63</c:v>
                </c:pt>
                <c:pt idx="788">
                  <c:v>58.2</c:v>
                </c:pt>
                <c:pt idx="789">
                  <c:v>55.2</c:v>
                </c:pt>
                <c:pt idx="790">
                  <c:v>64.8</c:v>
                </c:pt>
                <c:pt idx="791">
                  <c:v>60.7</c:v>
                </c:pt>
                <c:pt idx="792">
                  <c:v>124.2</c:v>
                </c:pt>
                <c:pt idx="793">
                  <c:v>122.1</c:v>
                </c:pt>
                <c:pt idx="794">
                  <c:v>60.4</c:v>
                </c:pt>
                <c:pt idx="795">
                  <c:v>129.5</c:v>
                </c:pt>
                <c:pt idx="796">
                  <c:v>125.2</c:v>
                </c:pt>
                <c:pt idx="797">
                  <c:v>68.2</c:v>
                </c:pt>
                <c:pt idx="798">
                  <c:v>115.3</c:v>
                </c:pt>
                <c:pt idx="799">
                  <c:v>53.8</c:v>
                </c:pt>
                <c:pt idx="800">
                  <c:v>66.3</c:v>
                </c:pt>
                <c:pt idx="801">
                  <c:v>45.9</c:v>
                </c:pt>
                <c:pt idx="802">
                  <c:v>44.7</c:v>
                </c:pt>
                <c:pt idx="803">
                  <c:v>72.7</c:v>
                </c:pt>
                <c:pt idx="804">
                  <c:v>62.8</c:v>
                </c:pt>
                <c:pt idx="805">
                  <c:v>108.6</c:v>
                </c:pt>
                <c:pt idx="806">
                  <c:v>117</c:v>
                </c:pt>
                <c:pt idx="807">
                  <c:v>81.400000000000006</c:v>
                </c:pt>
                <c:pt idx="808">
                  <c:v>41.6</c:v>
                </c:pt>
                <c:pt idx="809">
                  <c:v>56.6</c:v>
                </c:pt>
                <c:pt idx="810">
                  <c:v>73.400000000000006</c:v>
                </c:pt>
                <c:pt idx="811">
                  <c:v>105.3</c:v>
                </c:pt>
                <c:pt idx="812">
                  <c:v>96.3</c:v>
                </c:pt>
                <c:pt idx="813">
                  <c:v>57.9</c:v>
                </c:pt>
                <c:pt idx="814">
                  <c:v>63.6</c:v>
                </c:pt>
                <c:pt idx="815">
                  <c:v>106.5</c:v>
                </c:pt>
                <c:pt idx="816">
                  <c:v>112.4</c:v>
                </c:pt>
                <c:pt idx="817">
                  <c:v>58</c:v>
                </c:pt>
                <c:pt idx="818">
                  <c:v>51.7</c:v>
                </c:pt>
                <c:pt idx="819">
                  <c:v>106.5</c:v>
                </c:pt>
                <c:pt idx="820">
                  <c:v>43.8</c:v>
                </c:pt>
                <c:pt idx="821">
                  <c:v>111.5</c:v>
                </c:pt>
                <c:pt idx="822">
                  <c:v>50.2</c:v>
                </c:pt>
                <c:pt idx="823">
                  <c:v>59.3</c:v>
                </c:pt>
                <c:pt idx="824">
                  <c:v>52.4</c:v>
                </c:pt>
                <c:pt idx="825">
                  <c:v>61</c:v>
                </c:pt>
                <c:pt idx="826">
                  <c:v>120.5</c:v>
                </c:pt>
                <c:pt idx="827">
                  <c:v>56.4</c:v>
                </c:pt>
                <c:pt idx="828">
                  <c:v>121.6</c:v>
                </c:pt>
                <c:pt idx="829">
                  <c:v>86</c:v>
                </c:pt>
                <c:pt idx="830">
                  <c:v>102.6</c:v>
                </c:pt>
                <c:pt idx="831">
                  <c:v>101</c:v>
                </c:pt>
                <c:pt idx="832">
                  <c:v>67</c:v>
                </c:pt>
                <c:pt idx="833">
                  <c:v>108</c:v>
                </c:pt>
                <c:pt idx="834">
                  <c:v>82.8</c:v>
                </c:pt>
                <c:pt idx="835">
                  <c:v>123.8</c:v>
                </c:pt>
                <c:pt idx="836">
                  <c:v>65.099999999999994</c:v>
                </c:pt>
                <c:pt idx="837">
                  <c:v>46.6</c:v>
                </c:pt>
                <c:pt idx="838">
                  <c:v>40.4</c:v>
                </c:pt>
                <c:pt idx="839">
                  <c:v>69.5</c:v>
                </c:pt>
                <c:pt idx="840">
                  <c:v>110.7</c:v>
                </c:pt>
                <c:pt idx="841">
                  <c:v>102.6</c:v>
                </c:pt>
                <c:pt idx="842">
                  <c:v>63</c:v>
                </c:pt>
                <c:pt idx="843">
                  <c:v>52.9</c:v>
                </c:pt>
                <c:pt idx="844">
                  <c:v>51.1</c:v>
                </c:pt>
                <c:pt idx="845">
                  <c:v>116.8</c:v>
                </c:pt>
                <c:pt idx="846">
                  <c:v>82.2</c:v>
                </c:pt>
                <c:pt idx="847">
                  <c:v>55.1</c:v>
                </c:pt>
                <c:pt idx="848">
                  <c:v>93.7</c:v>
                </c:pt>
                <c:pt idx="849">
                  <c:v>47.8</c:v>
                </c:pt>
                <c:pt idx="850">
                  <c:v>90</c:v>
                </c:pt>
                <c:pt idx="851">
                  <c:v>58.9</c:v>
                </c:pt>
                <c:pt idx="852">
                  <c:v>51.5</c:v>
                </c:pt>
                <c:pt idx="853">
                  <c:v>102.1</c:v>
                </c:pt>
                <c:pt idx="854">
                  <c:v>77.7</c:v>
                </c:pt>
                <c:pt idx="855">
                  <c:v>78.400000000000006</c:v>
                </c:pt>
                <c:pt idx="856">
                  <c:v>63.1</c:v>
                </c:pt>
                <c:pt idx="857">
                  <c:v>117.3</c:v>
                </c:pt>
                <c:pt idx="858">
                  <c:v>60.7</c:v>
                </c:pt>
                <c:pt idx="859">
                  <c:v>118.6</c:v>
                </c:pt>
                <c:pt idx="860">
                  <c:v>88.7</c:v>
                </c:pt>
                <c:pt idx="861">
                  <c:v>45</c:v>
                </c:pt>
                <c:pt idx="862">
                  <c:v>62.3</c:v>
                </c:pt>
                <c:pt idx="863">
                  <c:v>56.9</c:v>
                </c:pt>
                <c:pt idx="864">
                  <c:v>129</c:v>
                </c:pt>
                <c:pt idx="865">
                  <c:v>47.8</c:v>
                </c:pt>
                <c:pt idx="866">
                  <c:v>98</c:v>
                </c:pt>
                <c:pt idx="867">
                  <c:v>47.2</c:v>
                </c:pt>
                <c:pt idx="868">
                  <c:v>58.4</c:v>
                </c:pt>
                <c:pt idx="869">
                  <c:v>82.9</c:v>
                </c:pt>
                <c:pt idx="870">
                  <c:v>78.599999999999994</c:v>
                </c:pt>
                <c:pt idx="871">
                  <c:v>61.9</c:v>
                </c:pt>
                <c:pt idx="872">
                  <c:v>107.9</c:v>
                </c:pt>
                <c:pt idx="873">
                  <c:v>86.6</c:v>
                </c:pt>
                <c:pt idx="874">
                  <c:v>79.2</c:v>
                </c:pt>
                <c:pt idx="875">
                  <c:v>40.6</c:v>
                </c:pt>
                <c:pt idx="876">
                  <c:v>75.599999999999994</c:v>
                </c:pt>
                <c:pt idx="877">
                  <c:v>110.2</c:v>
                </c:pt>
                <c:pt idx="878">
                  <c:v>96.7</c:v>
                </c:pt>
                <c:pt idx="879">
                  <c:v>107.8</c:v>
                </c:pt>
                <c:pt idx="880">
                  <c:v>57.7</c:v>
                </c:pt>
                <c:pt idx="881">
                  <c:v>86.9</c:v>
                </c:pt>
                <c:pt idx="882">
                  <c:v>58.6</c:v>
                </c:pt>
                <c:pt idx="883">
                  <c:v>54.4</c:v>
                </c:pt>
                <c:pt idx="884">
                  <c:v>52.4</c:v>
                </c:pt>
                <c:pt idx="885">
                  <c:v>102.6</c:v>
                </c:pt>
                <c:pt idx="886">
                  <c:v>49.2</c:v>
                </c:pt>
                <c:pt idx="887">
                  <c:v>46.6</c:v>
                </c:pt>
                <c:pt idx="888">
                  <c:v>44.2</c:v>
                </c:pt>
                <c:pt idx="889">
                  <c:v>125.1</c:v>
                </c:pt>
                <c:pt idx="890">
                  <c:v>97.9</c:v>
                </c:pt>
                <c:pt idx="891">
                  <c:v>105.2</c:v>
                </c:pt>
                <c:pt idx="892">
                  <c:v>88.4</c:v>
                </c:pt>
                <c:pt idx="893">
                  <c:v>53.3</c:v>
                </c:pt>
                <c:pt idx="894">
                  <c:v>105.5</c:v>
                </c:pt>
                <c:pt idx="895">
                  <c:v>84.3</c:v>
                </c:pt>
                <c:pt idx="896">
                  <c:v>63.5</c:v>
                </c:pt>
                <c:pt idx="897">
                  <c:v>94.5</c:v>
                </c:pt>
                <c:pt idx="898">
                  <c:v>125.9</c:v>
                </c:pt>
                <c:pt idx="899">
                  <c:v>66.5</c:v>
                </c:pt>
                <c:pt idx="900">
                  <c:v>73.5</c:v>
                </c:pt>
                <c:pt idx="901">
                  <c:v>50.6</c:v>
                </c:pt>
                <c:pt idx="902">
                  <c:v>52.5</c:v>
                </c:pt>
                <c:pt idx="903">
                  <c:v>41.2</c:v>
                </c:pt>
                <c:pt idx="904">
                  <c:v>116.4</c:v>
                </c:pt>
                <c:pt idx="905">
                  <c:v>46.9</c:v>
                </c:pt>
                <c:pt idx="906">
                  <c:v>84</c:v>
                </c:pt>
                <c:pt idx="907">
                  <c:v>126.4</c:v>
                </c:pt>
                <c:pt idx="908">
                  <c:v>83.7</c:v>
                </c:pt>
                <c:pt idx="909">
                  <c:v>101.8</c:v>
                </c:pt>
                <c:pt idx="910">
                  <c:v>73.5</c:v>
                </c:pt>
                <c:pt idx="911">
                  <c:v>89</c:v>
                </c:pt>
                <c:pt idx="912">
                  <c:v>127.6</c:v>
                </c:pt>
                <c:pt idx="913">
                  <c:v>96.7</c:v>
                </c:pt>
                <c:pt idx="914">
                  <c:v>128.19999999999999</c:v>
                </c:pt>
                <c:pt idx="915">
                  <c:v>59.2</c:v>
                </c:pt>
                <c:pt idx="916">
                  <c:v>128.4</c:v>
                </c:pt>
                <c:pt idx="917">
                  <c:v>106.8</c:v>
                </c:pt>
                <c:pt idx="918">
                  <c:v>124.6</c:v>
                </c:pt>
                <c:pt idx="919">
                  <c:v>111</c:v>
                </c:pt>
                <c:pt idx="920">
                  <c:v>76.8</c:v>
                </c:pt>
                <c:pt idx="921">
                  <c:v>66.2</c:v>
                </c:pt>
                <c:pt idx="922">
                  <c:v>83</c:v>
                </c:pt>
                <c:pt idx="923">
                  <c:v>72.8</c:v>
                </c:pt>
                <c:pt idx="924">
                  <c:v>104.3</c:v>
                </c:pt>
                <c:pt idx="925">
                  <c:v>103.5</c:v>
                </c:pt>
                <c:pt idx="926">
                  <c:v>77.7</c:v>
                </c:pt>
                <c:pt idx="927">
                  <c:v>107.7</c:v>
                </c:pt>
                <c:pt idx="928">
                  <c:v>57.8</c:v>
                </c:pt>
                <c:pt idx="929">
                  <c:v>127.5</c:v>
                </c:pt>
                <c:pt idx="930">
                  <c:v>100.9</c:v>
                </c:pt>
                <c:pt idx="931">
                  <c:v>59</c:v>
                </c:pt>
                <c:pt idx="932">
                  <c:v>86.6</c:v>
                </c:pt>
                <c:pt idx="933">
                  <c:v>81.7</c:v>
                </c:pt>
                <c:pt idx="934">
                  <c:v>101.1</c:v>
                </c:pt>
                <c:pt idx="935">
                  <c:v>58.4</c:v>
                </c:pt>
                <c:pt idx="936">
                  <c:v>58.7</c:v>
                </c:pt>
                <c:pt idx="937">
                  <c:v>48.6</c:v>
                </c:pt>
                <c:pt idx="938">
                  <c:v>74</c:v>
                </c:pt>
                <c:pt idx="939">
                  <c:v>56.5</c:v>
                </c:pt>
                <c:pt idx="940">
                  <c:v>61.6</c:v>
                </c:pt>
                <c:pt idx="941">
                  <c:v>109.3</c:v>
                </c:pt>
                <c:pt idx="942">
                  <c:v>109</c:v>
                </c:pt>
                <c:pt idx="943">
                  <c:v>82.2</c:v>
                </c:pt>
                <c:pt idx="944">
                  <c:v>95.9</c:v>
                </c:pt>
                <c:pt idx="945">
                  <c:v>105.7</c:v>
                </c:pt>
                <c:pt idx="946">
                  <c:v>49.3</c:v>
                </c:pt>
                <c:pt idx="947">
                  <c:v>51.9</c:v>
                </c:pt>
                <c:pt idx="948">
                  <c:v>89.8</c:v>
                </c:pt>
                <c:pt idx="949">
                  <c:v>84.8</c:v>
                </c:pt>
                <c:pt idx="950">
                  <c:v>115.4</c:v>
                </c:pt>
                <c:pt idx="951">
                  <c:v>72.599999999999994</c:v>
                </c:pt>
                <c:pt idx="952">
                  <c:v>59.3</c:v>
                </c:pt>
                <c:pt idx="953">
                  <c:v>65.900000000000006</c:v>
                </c:pt>
                <c:pt idx="954">
                  <c:v>86.5</c:v>
                </c:pt>
                <c:pt idx="955">
                  <c:v>70.2</c:v>
                </c:pt>
                <c:pt idx="956">
                  <c:v>93.6</c:v>
                </c:pt>
                <c:pt idx="957">
                  <c:v>86.4</c:v>
                </c:pt>
                <c:pt idx="958">
                  <c:v>67.900000000000006</c:v>
                </c:pt>
                <c:pt idx="959">
                  <c:v>43.8</c:v>
                </c:pt>
                <c:pt idx="960">
                  <c:v>96.7</c:v>
                </c:pt>
                <c:pt idx="961">
                  <c:v>54.6</c:v>
                </c:pt>
                <c:pt idx="962">
                  <c:v>90.2</c:v>
                </c:pt>
                <c:pt idx="963">
                  <c:v>50.3</c:v>
                </c:pt>
                <c:pt idx="964">
                  <c:v>116.5</c:v>
                </c:pt>
                <c:pt idx="965">
                  <c:v>126.4</c:v>
                </c:pt>
                <c:pt idx="966">
                  <c:v>52</c:v>
                </c:pt>
                <c:pt idx="967">
                  <c:v>96.3</c:v>
                </c:pt>
                <c:pt idx="968">
                  <c:v>127.8</c:v>
                </c:pt>
                <c:pt idx="969">
                  <c:v>52.1</c:v>
                </c:pt>
                <c:pt idx="970">
                  <c:v>88.1</c:v>
                </c:pt>
                <c:pt idx="971">
                  <c:v>69.900000000000006</c:v>
                </c:pt>
                <c:pt idx="972">
                  <c:v>118.6</c:v>
                </c:pt>
              </c:numCache>
            </c:numRef>
          </c:xVal>
          <c:yVal>
            <c:numRef>
              <c:f>'Sub-Dataset'!$D$3:$D$975</c:f>
              <c:numCache>
                <c:formatCode>General</c:formatCode>
                <c:ptCount val="973"/>
                <c:pt idx="0">
                  <c:v>1.66</c:v>
                </c:pt>
                <c:pt idx="1">
                  <c:v>0</c:v>
                </c:pt>
                <c:pt idx="2">
                  <c:v>1.59</c:v>
                </c:pt>
                <c:pt idx="3">
                  <c:v>0</c:v>
                </c:pt>
                <c:pt idx="4">
                  <c:v>1.79</c:v>
                </c:pt>
                <c:pt idx="5">
                  <c:v>1.52</c:v>
                </c:pt>
                <c:pt idx="6">
                  <c:v>1.61</c:v>
                </c:pt>
                <c:pt idx="7">
                  <c:v>1.76</c:v>
                </c:pt>
                <c:pt idx="8">
                  <c:v>0</c:v>
                </c:pt>
                <c:pt idx="9">
                  <c:v>1.58</c:v>
                </c:pt>
                <c:pt idx="10">
                  <c:v>1.76</c:v>
                </c:pt>
                <c:pt idx="11">
                  <c:v>0</c:v>
                </c:pt>
                <c:pt idx="12">
                  <c:v>1.68</c:v>
                </c:pt>
                <c:pt idx="13">
                  <c:v>0</c:v>
                </c:pt>
                <c:pt idx="14">
                  <c:v>0</c:v>
                </c:pt>
                <c:pt idx="15">
                  <c:v>1.66</c:v>
                </c:pt>
                <c:pt idx="16">
                  <c:v>1.65</c:v>
                </c:pt>
                <c:pt idx="17">
                  <c:v>1.79</c:v>
                </c:pt>
                <c:pt idx="18">
                  <c:v>1.77</c:v>
                </c:pt>
                <c:pt idx="19">
                  <c:v>1.75</c:v>
                </c:pt>
                <c:pt idx="20">
                  <c:v>0</c:v>
                </c:pt>
                <c:pt idx="21">
                  <c:v>1.53</c:v>
                </c:pt>
                <c:pt idx="22">
                  <c:v>0</c:v>
                </c:pt>
                <c:pt idx="23">
                  <c:v>0</c:v>
                </c:pt>
                <c:pt idx="24">
                  <c:v>0</c:v>
                </c:pt>
                <c:pt idx="25">
                  <c:v>1.71</c:v>
                </c:pt>
                <c:pt idx="26">
                  <c:v>1.77</c:v>
                </c:pt>
                <c:pt idx="27">
                  <c:v>0</c:v>
                </c:pt>
                <c:pt idx="28">
                  <c:v>1.71</c:v>
                </c:pt>
                <c:pt idx="29">
                  <c:v>1.71</c:v>
                </c:pt>
                <c:pt idx="30">
                  <c:v>0</c:v>
                </c:pt>
                <c:pt idx="31">
                  <c:v>1.64</c:v>
                </c:pt>
                <c:pt idx="32">
                  <c:v>1.76</c:v>
                </c:pt>
                <c:pt idx="33">
                  <c:v>1.79</c:v>
                </c:pt>
                <c:pt idx="34">
                  <c:v>0</c:v>
                </c:pt>
                <c:pt idx="35">
                  <c:v>1.57</c:v>
                </c:pt>
                <c:pt idx="36">
                  <c:v>1.77</c:v>
                </c:pt>
                <c:pt idx="37">
                  <c:v>1.5</c:v>
                </c:pt>
                <c:pt idx="38">
                  <c:v>1.7</c:v>
                </c:pt>
                <c:pt idx="39">
                  <c:v>1.64</c:v>
                </c:pt>
                <c:pt idx="40">
                  <c:v>1.57</c:v>
                </c:pt>
                <c:pt idx="41">
                  <c:v>0</c:v>
                </c:pt>
                <c:pt idx="42">
                  <c:v>1.78</c:v>
                </c:pt>
                <c:pt idx="43">
                  <c:v>1.79</c:v>
                </c:pt>
                <c:pt idx="44">
                  <c:v>1.78</c:v>
                </c:pt>
                <c:pt idx="45">
                  <c:v>1.52</c:v>
                </c:pt>
                <c:pt idx="46">
                  <c:v>0</c:v>
                </c:pt>
                <c:pt idx="47">
                  <c:v>1.5</c:v>
                </c:pt>
                <c:pt idx="48">
                  <c:v>0</c:v>
                </c:pt>
                <c:pt idx="49">
                  <c:v>1.71</c:v>
                </c:pt>
                <c:pt idx="50">
                  <c:v>1.75</c:v>
                </c:pt>
                <c:pt idx="51">
                  <c:v>0</c:v>
                </c:pt>
                <c:pt idx="52">
                  <c:v>1.76</c:v>
                </c:pt>
                <c:pt idx="53">
                  <c:v>0</c:v>
                </c:pt>
                <c:pt idx="54">
                  <c:v>1.59</c:v>
                </c:pt>
                <c:pt idx="55">
                  <c:v>1.58</c:v>
                </c:pt>
                <c:pt idx="56">
                  <c:v>0</c:v>
                </c:pt>
                <c:pt idx="57">
                  <c:v>1.59</c:v>
                </c:pt>
                <c:pt idx="58">
                  <c:v>1.53</c:v>
                </c:pt>
                <c:pt idx="59">
                  <c:v>1.58</c:v>
                </c:pt>
                <c:pt idx="60">
                  <c:v>1.76</c:v>
                </c:pt>
                <c:pt idx="61">
                  <c:v>0</c:v>
                </c:pt>
                <c:pt idx="62">
                  <c:v>0</c:v>
                </c:pt>
                <c:pt idx="63">
                  <c:v>1.63</c:v>
                </c:pt>
                <c:pt idx="64">
                  <c:v>0</c:v>
                </c:pt>
                <c:pt idx="65">
                  <c:v>0</c:v>
                </c:pt>
                <c:pt idx="66">
                  <c:v>0</c:v>
                </c:pt>
                <c:pt idx="67">
                  <c:v>0</c:v>
                </c:pt>
                <c:pt idx="68">
                  <c:v>1.65</c:v>
                </c:pt>
                <c:pt idx="69">
                  <c:v>1.65</c:v>
                </c:pt>
                <c:pt idx="70">
                  <c:v>0</c:v>
                </c:pt>
                <c:pt idx="71">
                  <c:v>1.72</c:v>
                </c:pt>
                <c:pt idx="72">
                  <c:v>1.57</c:v>
                </c:pt>
                <c:pt idx="73">
                  <c:v>1.63</c:v>
                </c:pt>
                <c:pt idx="74">
                  <c:v>1.62</c:v>
                </c:pt>
                <c:pt idx="75">
                  <c:v>1.67</c:v>
                </c:pt>
                <c:pt idx="76">
                  <c:v>1.56</c:v>
                </c:pt>
                <c:pt idx="77">
                  <c:v>0</c:v>
                </c:pt>
                <c:pt idx="78">
                  <c:v>1.6</c:v>
                </c:pt>
                <c:pt idx="79">
                  <c:v>1.52</c:v>
                </c:pt>
                <c:pt idx="80">
                  <c:v>0</c:v>
                </c:pt>
                <c:pt idx="81">
                  <c:v>0</c:v>
                </c:pt>
                <c:pt idx="82">
                  <c:v>0</c:v>
                </c:pt>
                <c:pt idx="83">
                  <c:v>0</c:v>
                </c:pt>
                <c:pt idx="84">
                  <c:v>0</c:v>
                </c:pt>
                <c:pt idx="85">
                  <c:v>0</c:v>
                </c:pt>
                <c:pt idx="86">
                  <c:v>1.73</c:v>
                </c:pt>
                <c:pt idx="87">
                  <c:v>0</c:v>
                </c:pt>
                <c:pt idx="88">
                  <c:v>0</c:v>
                </c:pt>
                <c:pt idx="89">
                  <c:v>1.67</c:v>
                </c:pt>
                <c:pt idx="90">
                  <c:v>0</c:v>
                </c:pt>
                <c:pt idx="91">
                  <c:v>1.51</c:v>
                </c:pt>
                <c:pt idx="92">
                  <c:v>1.54</c:v>
                </c:pt>
                <c:pt idx="93">
                  <c:v>1.69</c:v>
                </c:pt>
                <c:pt idx="94">
                  <c:v>1.8</c:v>
                </c:pt>
                <c:pt idx="95">
                  <c:v>1.63</c:v>
                </c:pt>
                <c:pt idx="96">
                  <c:v>0</c:v>
                </c:pt>
                <c:pt idx="97">
                  <c:v>1.78</c:v>
                </c:pt>
                <c:pt idx="98">
                  <c:v>0</c:v>
                </c:pt>
                <c:pt idx="99">
                  <c:v>1.71</c:v>
                </c:pt>
                <c:pt idx="100">
                  <c:v>1.52</c:v>
                </c:pt>
                <c:pt idx="101">
                  <c:v>0</c:v>
                </c:pt>
                <c:pt idx="102">
                  <c:v>1.53</c:v>
                </c:pt>
                <c:pt idx="103">
                  <c:v>0</c:v>
                </c:pt>
                <c:pt idx="104">
                  <c:v>1.61</c:v>
                </c:pt>
                <c:pt idx="105">
                  <c:v>1.67</c:v>
                </c:pt>
                <c:pt idx="106">
                  <c:v>0</c:v>
                </c:pt>
                <c:pt idx="107">
                  <c:v>1.65</c:v>
                </c:pt>
                <c:pt idx="108">
                  <c:v>1.72</c:v>
                </c:pt>
                <c:pt idx="109">
                  <c:v>1.75</c:v>
                </c:pt>
                <c:pt idx="110">
                  <c:v>0</c:v>
                </c:pt>
                <c:pt idx="111">
                  <c:v>1.6</c:v>
                </c:pt>
                <c:pt idx="112">
                  <c:v>0</c:v>
                </c:pt>
                <c:pt idx="113">
                  <c:v>1.67</c:v>
                </c:pt>
                <c:pt idx="114">
                  <c:v>0</c:v>
                </c:pt>
                <c:pt idx="115">
                  <c:v>0</c:v>
                </c:pt>
                <c:pt idx="116">
                  <c:v>1.53</c:v>
                </c:pt>
                <c:pt idx="117">
                  <c:v>0</c:v>
                </c:pt>
                <c:pt idx="118">
                  <c:v>0</c:v>
                </c:pt>
                <c:pt idx="119">
                  <c:v>0</c:v>
                </c:pt>
                <c:pt idx="120">
                  <c:v>1.62</c:v>
                </c:pt>
                <c:pt idx="121">
                  <c:v>1.7</c:v>
                </c:pt>
                <c:pt idx="122">
                  <c:v>0</c:v>
                </c:pt>
                <c:pt idx="123">
                  <c:v>1.77</c:v>
                </c:pt>
                <c:pt idx="124">
                  <c:v>1.58</c:v>
                </c:pt>
                <c:pt idx="125">
                  <c:v>0</c:v>
                </c:pt>
                <c:pt idx="126">
                  <c:v>0</c:v>
                </c:pt>
                <c:pt idx="127">
                  <c:v>1.73</c:v>
                </c:pt>
                <c:pt idx="128">
                  <c:v>1.56</c:v>
                </c:pt>
                <c:pt idx="129">
                  <c:v>1.6</c:v>
                </c:pt>
                <c:pt idx="130">
                  <c:v>1.75</c:v>
                </c:pt>
                <c:pt idx="131">
                  <c:v>1.77</c:v>
                </c:pt>
                <c:pt idx="132">
                  <c:v>1.6</c:v>
                </c:pt>
                <c:pt idx="133">
                  <c:v>0</c:v>
                </c:pt>
                <c:pt idx="134">
                  <c:v>1.64</c:v>
                </c:pt>
                <c:pt idx="135">
                  <c:v>0</c:v>
                </c:pt>
                <c:pt idx="136">
                  <c:v>0</c:v>
                </c:pt>
                <c:pt idx="137">
                  <c:v>0</c:v>
                </c:pt>
                <c:pt idx="138">
                  <c:v>0</c:v>
                </c:pt>
                <c:pt idx="139">
                  <c:v>1.62</c:v>
                </c:pt>
                <c:pt idx="140">
                  <c:v>1.78</c:v>
                </c:pt>
                <c:pt idx="141">
                  <c:v>0</c:v>
                </c:pt>
                <c:pt idx="142">
                  <c:v>1.72</c:v>
                </c:pt>
                <c:pt idx="143">
                  <c:v>1.78</c:v>
                </c:pt>
                <c:pt idx="144">
                  <c:v>1.62</c:v>
                </c:pt>
                <c:pt idx="145">
                  <c:v>1.59</c:v>
                </c:pt>
                <c:pt idx="146">
                  <c:v>1.74</c:v>
                </c:pt>
                <c:pt idx="147">
                  <c:v>1.66</c:v>
                </c:pt>
                <c:pt idx="148">
                  <c:v>1.55</c:v>
                </c:pt>
                <c:pt idx="149">
                  <c:v>1.77</c:v>
                </c:pt>
                <c:pt idx="150">
                  <c:v>1.5</c:v>
                </c:pt>
                <c:pt idx="151">
                  <c:v>1.63</c:v>
                </c:pt>
                <c:pt idx="152">
                  <c:v>0</c:v>
                </c:pt>
                <c:pt idx="153">
                  <c:v>1.62</c:v>
                </c:pt>
                <c:pt idx="154">
                  <c:v>1.62</c:v>
                </c:pt>
                <c:pt idx="155">
                  <c:v>0</c:v>
                </c:pt>
                <c:pt idx="156">
                  <c:v>0</c:v>
                </c:pt>
                <c:pt idx="157">
                  <c:v>1.57</c:v>
                </c:pt>
                <c:pt idx="158">
                  <c:v>1.75</c:v>
                </c:pt>
                <c:pt idx="159">
                  <c:v>1.61</c:v>
                </c:pt>
                <c:pt idx="160">
                  <c:v>1.8</c:v>
                </c:pt>
                <c:pt idx="161">
                  <c:v>1.68</c:v>
                </c:pt>
                <c:pt idx="162">
                  <c:v>1.67</c:v>
                </c:pt>
                <c:pt idx="163">
                  <c:v>1.78</c:v>
                </c:pt>
                <c:pt idx="164">
                  <c:v>1.64</c:v>
                </c:pt>
                <c:pt idx="165">
                  <c:v>1.65</c:v>
                </c:pt>
                <c:pt idx="166">
                  <c:v>1.57</c:v>
                </c:pt>
                <c:pt idx="167">
                  <c:v>1.67</c:v>
                </c:pt>
                <c:pt idx="168">
                  <c:v>0</c:v>
                </c:pt>
                <c:pt idx="169">
                  <c:v>1.68</c:v>
                </c:pt>
                <c:pt idx="170">
                  <c:v>1.51</c:v>
                </c:pt>
                <c:pt idx="171">
                  <c:v>1.54</c:v>
                </c:pt>
                <c:pt idx="172">
                  <c:v>0</c:v>
                </c:pt>
                <c:pt idx="173">
                  <c:v>0</c:v>
                </c:pt>
                <c:pt idx="174">
                  <c:v>1.51</c:v>
                </c:pt>
                <c:pt idx="175">
                  <c:v>0</c:v>
                </c:pt>
                <c:pt idx="176">
                  <c:v>0</c:v>
                </c:pt>
                <c:pt idx="177">
                  <c:v>1.52</c:v>
                </c:pt>
                <c:pt idx="178">
                  <c:v>0</c:v>
                </c:pt>
                <c:pt idx="179">
                  <c:v>1.73</c:v>
                </c:pt>
                <c:pt idx="180">
                  <c:v>1.65</c:v>
                </c:pt>
                <c:pt idx="181">
                  <c:v>0</c:v>
                </c:pt>
                <c:pt idx="182">
                  <c:v>0</c:v>
                </c:pt>
                <c:pt idx="183">
                  <c:v>0</c:v>
                </c:pt>
                <c:pt idx="184">
                  <c:v>1.58</c:v>
                </c:pt>
                <c:pt idx="185">
                  <c:v>1.63</c:v>
                </c:pt>
                <c:pt idx="186">
                  <c:v>1.64</c:v>
                </c:pt>
                <c:pt idx="187">
                  <c:v>1.56</c:v>
                </c:pt>
                <c:pt idx="188">
                  <c:v>1.68</c:v>
                </c:pt>
                <c:pt idx="189">
                  <c:v>1.64</c:v>
                </c:pt>
                <c:pt idx="190">
                  <c:v>0</c:v>
                </c:pt>
                <c:pt idx="191">
                  <c:v>0</c:v>
                </c:pt>
                <c:pt idx="192">
                  <c:v>1.6</c:v>
                </c:pt>
                <c:pt idx="193">
                  <c:v>1.6</c:v>
                </c:pt>
                <c:pt idx="194">
                  <c:v>0</c:v>
                </c:pt>
                <c:pt idx="195">
                  <c:v>0</c:v>
                </c:pt>
                <c:pt idx="196">
                  <c:v>1.58</c:v>
                </c:pt>
                <c:pt idx="197">
                  <c:v>0</c:v>
                </c:pt>
                <c:pt idx="198">
                  <c:v>1.55</c:v>
                </c:pt>
                <c:pt idx="199">
                  <c:v>0</c:v>
                </c:pt>
                <c:pt idx="200">
                  <c:v>1.65</c:v>
                </c:pt>
                <c:pt idx="201">
                  <c:v>1.61</c:v>
                </c:pt>
                <c:pt idx="202">
                  <c:v>1.56</c:v>
                </c:pt>
                <c:pt idx="203">
                  <c:v>1.63</c:v>
                </c:pt>
                <c:pt idx="204">
                  <c:v>1.57</c:v>
                </c:pt>
                <c:pt idx="205">
                  <c:v>0</c:v>
                </c:pt>
                <c:pt idx="206">
                  <c:v>0</c:v>
                </c:pt>
                <c:pt idx="207">
                  <c:v>1.7</c:v>
                </c:pt>
                <c:pt idx="208">
                  <c:v>0</c:v>
                </c:pt>
                <c:pt idx="209">
                  <c:v>1.66</c:v>
                </c:pt>
                <c:pt idx="210">
                  <c:v>0</c:v>
                </c:pt>
                <c:pt idx="211">
                  <c:v>0</c:v>
                </c:pt>
                <c:pt idx="212">
                  <c:v>0</c:v>
                </c:pt>
                <c:pt idx="213">
                  <c:v>1.67</c:v>
                </c:pt>
                <c:pt idx="214">
                  <c:v>1.6</c:v>
                </c:pt>
                <c:pt idx="215">
                  <c:v>0</c:v>
                </c:pt>
                <c:pt idx="216">
                  <c:v>0</c:v>
                </c:pt>
                <c:pt idx="217">
                  <c:v>0</c:v>
                </c:pt>
                <c:pt idx="218">
                  <c:v>0</c:v>
                </c:pt>
                <c:pt idx="219">
                  <c:v>0</c:v>
                </c:pt>
                <c:pt idx="220">
                  <c:v>0</c:v>
                </c:pt>
                <c:pt idx="221">
                  <c:v>1.57</c:v>
                </c:pt>
                <c:pt idx="222">
                  <c:v>0</c:v>
                </c:pt>
                <c:pt idx="223">
                  <c:v>0</c:v>
                </c:pt>
                <c:pt idx="224">
                  <c:v>0</c:v>
                </c:pt>
                <c:pt idx="225">
                  <c:v>0</c:v>
                </c:pt>
                <c:pt idx="226">
                  <c:v>0</c:v>
                </c:pt>
                <c:pt idx="227">
                  <c:v>0</c:v>
                </c:pt>
                <c:pt idx="228">
                  <c:v>0</c:v>
                </c:pt>
                <c:pt idx="229">
                  <c:v>0</c:v>
                </c:pt>
                <c:pt idx="230">
                  <c:v>0</c:v>
                </c:pt>
                <c:pt idx="231">
                  <c:v>1.52</c:v>
                </c:pt>
                <c:pt idx="232">
                  <c:v>0</c:v>
                </c:pt>
                <c:pt idx="233">
                  <c:v>0</c:v>
                </c:pt>
                <c:pt idx="234">
                  <c:v>0</c:v>
                </c:pt>
                <c:pt idx="235">
                  <c:v>0</c:v>
                </c:pt>
                <c:pt idx="236">
                  <c:v>0</c:v>
                </c:pt>
                <c:pt idx="237">
                  <c:v>0</c:v>
                </c:pt>
                <c:pt idx="238">
                  <c:v>1.55</c:v>
                </c:pt>
                <c:pt idx="239">
                  <c:v>0</c:v>
                </c:pt>
                <c:pt idx="240">
                  <c:v>0</c:v>
                </c:pt>
                <c:pt idx="241">
                  <c:v>0</c:v>
                </c:pt>
                <c:pt idx="242">
                  <c:v>0</c:v>
                </c:pt>
                <c:pt idx="243">
                  <c:v>1.5</c:v>
                </c:pt>
                <c:pt idx="244">
                  <c:v>0</c:v>
                </c:pt>
                <c:pt idx="245">
                  <c:v>1.51</c:v>
                </c:pt>
                <c:pt idx="246">
                  <c:v>0</c:v>
                </c:pt>
                <c:pt idx="247">
                  <c:v>0</c:v>
                </c:pt>
                <c:pt idx="248">
                  <c:v>0</c:v>
                </c:pt>
                <c:pt idx="249">
                  <c:v>1.55</c:v>
                </c:pt>
                <c:pt idx="250">
                  <c:v>0</c:v>
                </c:pt>
                <c:pt idx="251">
                  <c:v>0</c:v>
                </c:pt>
                <c:pt idx="252">
                  <c:v>1.62</c:v>
                </c:pt>
                <c:pt idx="253">
                  <c:v>0</c:v>
                </c:pt>
                <c:pt idx="254">
                  <c:v>0</c:v>
                </c:pt>
                <c:pt idx="255">
                  <c:v>0</c:v>
                </c:pt>
                <c:pt idx="256">
                  <c:v>0</c:v>
                </c:pt>
                <c:pt idx="257">
                  <c:v>1.57</c:v>
                </c:pt>
                <c:pt idx="258">
                  <c:v>0</c:v>
                </c:pt>
                <c:pt idx="259">
                  <c:v>1.51</c:v>
                </c:pt>
                <c:pt idx="260">
                  <c:v>0</c:v>
                </c:pt>
                <c:pt idx="261">
                  <c:v>0</c:v>
                </c:pt>
                <c:pt idx="262">
                  <c:v>0</c:v>
                </c:pt>
                <c:pt idx="263">
                  <c:v>0</c:v>
                </c:pt>
                <c:pt idx="264">
                  <c:v>1.57</c:v>
                </c:pt>
                <c:pt idx="265">
                  <c:v>1.5</c:v>
                </c:pt>
                <c:pt idx="266">
                  <c:v>1.6</c:v>
                </c:pt>
                <c:pt idx="267">
                  <c:v>0</c:v>
                </c:pt>
                <c:pt idx="268">
                  <c:v>0</c:v>
                </c:pt>
                <c:pt idx="269">
                  <c:v>1.5</c:v>
                </c:pt>
                <c:pt idx="270">
                  <c:v>1.68</c:v>
                </c:pt>
                <c:pt idx="271">
                  <c:v>0</c:v>
                </c:pt>
                <c:pt idx="272">
                  <c:v>0</c:v>
                </c:pt>
                <c:pt idx="273">
                  <c:v>1.51</c:v>
                </c:pt>
                <c:pt idx="274">
                  <c:v>0</c:v>
                </c:pt>
                <c:pt idx="275">
                  <c:v>1.55</c:v>
                </c:pt>
                <c:pt idx="276">
                  <c:v>1.59</c:v>
                </c:pt>
                <c:pt idx="277">
                  <c:v>0</c:v>
                </c:pt>
                <c:pt idx="278">
                  <c:v>1.55</c:v>
                </c:pt>
                <c:pt idx="279">
                  <c:v>0</c:v>
                </c:pt>
                <c:pt idx="280">
                  <c:v>0</c:v>
                </c:pt>
                <c:pt idx="281">
                  <c:v>0</c:v>
                </c:pt>
                <c:pt idx="282">
                  <c:v>0</c:v>
                </c:pt>
                <c:pt idx="283">
                  <c:v>0</c:v>
                </c:pt>
                <c:pt idx="284">
                  <c:v>0</c:v>
                </c:pt>
                <c:pt idx="285">
                  <c:v>1.58</c:v>
                </c:pt>
                <c:pt idx="286">
                  <c:v>1.75</c:v>
                </c:pt>
                <c:pt idx="287">
                  <c:v>0</c:v>
                </c:pt>
                <c:pt idx="288">
                  <c:v>0</c:v>
                </c:pt>
                <c:pt idx="289">
                  <c:v>1.6</c:v>
                </c:pt>
                <c:pt idx="290">
                  <c:v>0</c:v>
                </c:pt>
                <c:pt idx="291">
                  <c:v>0</c:v>
                </c:pt>
                <c:pt idx="292">
                  <c:v>0</c:v>
                </c:pt>
                <c:pt idx="293">
                  <c:v>0</c:v>
                </c:pt>
                <c:pt idx="294">
                  <c:v>0</c:v>
                </c:pt>
                <c:pt idx="295">
                  <c:v>0</c:v>
                </c:pt>
                <c:pt idx="296">
                  <c:v>0</c:v>
                </c:pt>
                <c:pt idx="297">
                  <c:v>1.63</c:v>
                </c:pt>
                <c:pt idx="298">
                  <c:v>0</c:v>
                </c:pt>
                <c:pt idx="299">
                  <c:v>0</c:v>
                </c:pt>
                <c:pt idx="300">
                  <c:v>1.74</c:v>
                </c:pt>
                <c:pt idx="301">
                  <c:v>1.62</c:v>
                </c:pt>
                <c:pt idx="302">
                  <c:v>0</c:v>
                </c:pt>
                <c:pt idx="303">
                  <c:v>1.66</c:v>
                </c:pt>
                <c:pt idx="304">
                  <c:v>0</c:v>
                </c:pt>
                <c:pt idx="305">
                  <c:v>1.73</c:v>
                </c:pt>
                <c:pt idx="306">
                  <c:v>0</c:v>
                </c:pt>
                <c:pt idx="307">
                  <c:v>0</c:v>
                </c:pt>
                <c:pt idx="308">
                  <c:v>0</c:v>
                </c:pt>
                <c:pt idx="309">
                  <c:v>1.62</c:v>
                </c:pt>
                <c:pt idx="310">
                  <c:v>0</c:v>
                </c:pt>
                <c:pt idx="311">
                  <c:v>1.52</c:v>
                </c:pt>
                <c:pt idx="312">
                  <c:v>1.77</c:v>
                </c:pt>
                <c:pt idx="313">
                  <c:v>1.69</c:v>
                </c:pt>
                <c:pt idx="314">
                  <c:v>0</c:v>
                </c:pt>
                <c:pt idx="315">
                  <c:v>1.68</c:v>
                </c:pt>
                <c:pt idx="316">
                  <c:v>0</c:v>
                </c:pt>
                <c:pt idx="317">
                  <c:v>1.65</c:v>
                </c:pt>
                <c:pt idx="318">
                  <c:v>0</c:v>
                </c:pt>
                <c:pt idx="319">
                  <c:v>0</c:v>
                </c:pt>
                <c:pt idx="320">
                  <c:v>0</c:v>
                </c:pt>
                <c:pt idx="321">
                  <c:v>0</c:v>
                </c:pt>
                <c:pt idx="322">
                  <c:v>1.52</c:v>
                </c:pt>
                <c:pt idx="323">
                  <c:v>0</c:v>
                </c:pt>
                <c:pt idx="324">
                  <c:v>1.75</c:v>
                </c:pt>
                <c:pt idx="325">
                  <c:v>1.61</c:v>
                </c:pt>
                <c:pt idx="326">
                  <c:v>0</c:v>
                </c:pt>
                <c:pt idx="327">
                  <c:v>0</c:v>
                </c:pt>
                <c:pt idx="328">
                  <c:v>1.76</c:v>
                </c:pt>
                <c:pt idx="329">
                  <c:v>0</c:v>
                </c:pt>
                <c:pt idx="330">
                  <c:v>0</c:v>
                </c:pt>
                <c:pt idx="331">
                  <c:v>1.76</c:v>
                </c:pt>
                <c:pt idx="332">
                  <c:v>1.73</c:v>
                </c:pt>
                <c:pt idx="333">
                  <c:v>0</c:v>
                </c:pt>
                <c:pt idx="334">
                  <c:v>1.71</c:v>
                </c:pt>
                <c:pt idx="335">
                  <c:v>1.55</c:v>
                </c:pt>
                <c:pt idx="336">
                  <c:v>1.68</c:v>
                </c:pt>
                <c:pt idx="337">
                  <c:v>1.79</c:v>
                </c:pt>
                <c:pt idx="338">
                  <c:v>0</c:v>
                </c:pt>
                <c:pt idx="339">
                  <c:v>0</c:v>
                </c:pt>
                <c:pt idx="340">
                  <c:v>1.74</c:v>
                </c:pt>
                <c:pt idx="341">
                  <c:v>1.66</c:v>
                </c:pt>
                <c:pt idx="342">
                  <c:v>0</c:v>
                </c:pt>
                <c:pt idx="343">
                  <c:v>0</c:v>
                </c:pt>
                <c:pt idx="344">
                  <c:v>0</c:v>
                </c:pt>
                <c:pt idx="345">
                  <c:v>0</c:v>
                </c:pt>
                <c:pt idx="346">
                  <c:v>1.53</c:v>
                </c:pt>
                <c:pt idx="347">
                  <c:v>0</c:v>
                </c:pt>
                <c:pt idx="348">
                  <c:v>1.68</c:v>
                </c:pt>
                <c:pt idx="349">
                  <c:v>1.62</c:v>
                </c:pt>
                <c:pt idx="350">
                  <c:v>1.65</c:v>
                </c:pt>
                <c:pt idx="351">
                  <c:v>0</c:v>
                </c:pt>
                <c:pt idx="352">
                  <c:v>0</c:v>
                </c:pt>
                <c:pt idx="353">
                  <c:v>0</c:v>
                </c:pt>
                <c:pt idx="354">
                  <c:v>1.54</c:v>
                </c:pt>
                <c:pt idx="355">
                  <c:v>0</c:v>
                </c:pt>
                <c:pt idx="356">
                  <c:v>0</c:v>
                </c:pt>
                <c:pt idx="357">
                  <c:v>0</c:v>
                </c:pt>
                <c:pt idx="358">
                  <c:v>1.67</c:v>
                </c:pt>
                <c:pt idx="359">
                  <c:v>0</c:v>
                </c:pt>
                <c:pt idx="360">
                  <c:v>0</c:v>
                </c:pt>
                <c:pt idx="361">
                  <c:v>1.76</c:v>
                </c:pt>
                <c:pt idx="362">
                  <c:v>0</c:v>
                </c:pt>
                <c:pt idx="363">
                  <c:v>0</c:v>
                </c:pt>
                <c:pt idx="364">
                  <c:v>1.52</c:v>
                </c:pt>
                <c:pt idx="365">
                  <c:v>1.64</c:v>
                </c:pt>
                <c:pt idx="366">
                  <c:v>0</c:v>
                </c:pt>
                <c:pt idx="367">
                  <c:v>1.69</c:v>
                </c:pt>
                <c:pt idx="368">
                  <c:v>1.73</c:v>
                </c:pt>
                <c:pt idx="369">
                  <c:v>1.58</c:v>
                </c:pt>
                <c:pt idx="370">
                  <c:v>1.76</c:v>
                </c:pt>
                <c:pt idx="371">
                  <c:v>0</c:v>
                </c:pt>
                <c:pt idx="372">
                  <c:v>0</c:v>
                </c:pt>
                <c:pt idx="373">
                  <c:v>1.73</c:v>
                </c:pt>
                <c:pt idx="374">
                  <c:v>1.61</c:v>
                </c:pt>
                <c:pt idx="375">
                  <c:v>1.58</c:v>
                </c:pt>
                <c:pt idx="376">
                  <c:v>1.67</c:v>
                </c:pt>
                <c:pt idx="377">
                  <c:v>1.71</c:v>
                </c:pt>
                <c:pt idx="378">
                  <c:v>0</c:v>
                </c:pt>
                <c:pt idx="379">
                  <c:v>0</c:v>
                </c:pt>
                <c:pt idx="380">
                  <c:v>1.72</c:v>
                </c:pt>
                <c:pt idx="381">
                  <c:v>1.74</c:v>
                </c:pt>
                <c:pt idx="382">
                  <c:v>0</c:v>
                </c:pt>
                <c:pt idx="383">
                  <c:v>0</c:v>
                </c:pt>
                <c:pt idx="384">
                  <c:v>1.58</c:v>
                </c:pt>
                <c:pt idx="385">
                  <c:v>1.56</c:v>
                </c:pt>
                <c:pt idx="386">
                  <c:v>0</c:v>
                </c:pt>
                <c:pt idx="387">
                  <c:v>1.57</c:v>
                </c:pt>
                <c:pt idx="388">
                  <c:v>0</c:v>
                </c:pt>
                <c:pt idx="389">
                  <c:v>1.67</c:v>
                </c:pt>
                <c:pt idx="390">
                  <c:v>0</c:v>
                </c:pt>
                <c:pt idx="391">
                  <c:v>1.76</c:v>
                </c:pt>
                <c:pt idx="392">
                  <c:v>0</c:v>
                </c:pt>
                <c:pt idx="393">
                  <c:v>0</c:v>
                </c:pt>
                <c:pt idx="394">
                  <c:v>0</c:v>
                </c:pt>
                <c:pt idx="395">
                  <c:v>0</c:v>
                </c:pt>
                <c:pt idx="396">
                  <c:v>0</c:v>
                </c:pt>
                <c:pt idx="397">
                  <c:v>0</c:v>
                </c:pt>
                <c:pt idx="398">
                  <c:v>1.78</c:v>
                </c:pt>
                <c:pt idx="399">
                  <c:v>1.68</c:v>
                </c:pt>
                <c:pt idx="400">
                  <c:v>1.52</c:v>
                </c:pt>
                <c:pt idx="401">
                  <c:v>1.56</c:v>
                </c:pt>
                <c:pt idx="402">
                  <c:v>1.59</c:v>
                </c:pt>
                <c:pt idx="403">
                  <c:v>0</c:v>
                </c:pt>
                <c:pt idx="404">
                  <c:v>1.68</c:v>
                </c:pt>
                <c:pt idx="405">
                  <c:v>1.61</c:v>
                </c:pt>
                <c:pt idx="406">
                  <c:v>0</c:v>
                </c:pt>
                <c:pt idx="407">
                  <c:v>1.59</c:v>
                </c:pt>
                <c:pt idx="408">
                  <c:v>1.51</c:v>
                </c:pt>
                <c:pt idx="409">
                  <c:v>1.79</c:v>
                </c:pt>
                <c:pt idx="410">
                  <c:v>1.5</c:v>
                </c:pt>
                <c:pt idx="411">
                  <c:v>1.63</c:v>
                </c:pt>
                <c:pt idx="412">
                  <c:v>1.67</c:v>
                </c:pt>
                <c:pt idx="413">
                  <c:v>1.71</c:v>
                </c:pt>
                <c:pt idx="414">
                  <c:v>1.77</c:v>
                </c:pt>
                <c:pt idx="415">
                  <c:v>1.76</c:v>
                </c:pt>
                <c:pt idx="416">
                  <c:v>1.51</c:v>
                </c:pt>
                <c:pt idx="417">
                  <c:v>1.52</c:v>
                </c:pt>
                <c:pt idx="418">
                  <c:v>1.52</c:v>
                </c:pt>
                <c:pt idx="419">
                  <c:v>0</c:v>
                </c:pt>
                <c:pt idx="420">
                  <c:v>0</c:v>
                </c:pt>
                <c:pt idx="421">
                  <c:v>1.54</c:v>
                </c:pt>
                <c:pt idx="422">
                  <c:v>1.59</c:v>
                </c:pt>
                <c:pt idx="423">
                  <c:v>1.53</c:v>
                </c:pt>
                <c:pt idx="424">
                  <c:v>1.53</c:v>
                </c:pt>
                <c:pt idx="425">
                  <c:v>1.54</c:v>
                </c:pt>
                <c:pt idx="426">
                  <c:v>1.54</c:v>
                </c:pt>
                <c:pt idx="427">
                  <c:v>0</c:v>
                </c:pt>
                <c:pt idx="428">
                  <c:v>1.62</c:v>
                </c:pt>
                <c:pt idx="429">
                  <c:v>1.55</c:v>
                </c:pt>
                <c:pt idx="430">
                  <c:v>0</c:v>
                </c:pt>
                <c:pt idx="431">
                  <c:v>1.53</c:v>
                </c:pt>
                <c:pt idx="432">
                  <c:v>1.52</c:v>
                </c:pt>
                <c:pt idx="433">
                  <c:v>0</c:v>
                </c:pt>
                <c:pt idx="434">
                  <c:v>1.51</c:v>
                </c:pt>
                <c:pt idx="435">
                  <c:v>1.56</c:v>
                </c:pt>
                <c:pt idx="436">
                  <c:v>1.62</c:v>
                </c:pt>
                <c:pt idx="437">
                  <c:v>1.63</c:v>
                </c:pt>
                <c:pt idx="438">
                  <c:v>0</c:v>
                </c:pt>
                <c:pt idx="439">
                  <c:v>1.52</c:v>
                </c:pt>
                <c:pt idx="440">
                  <c:v>1.72</c:v>
                </c:pt>
                <c:pt idx="441">
                  <c:v>0</c:v>
                </c:pt>
                <c:pt idx="442">
                  <c:v>1.63</c:v>
                </c:pt>
                <c:pt idx="443">
                  <c:v>1.54</c:v>
                </c:pt>
                <c:pt idx="444">
                  <c:v>1.79</c:v>
                </c:pt>
                <c:pt idx="445">
                  <c:v>1.62</c:v>
                </c:pt>
                <c:pt idx="446">
                  <c:v>0</c:v>
                </c:pt>
                <c:pt idx="447">
                  <c:v>1.71</c:v>
                </c:pt>
                <c:pt idx="448">
                  <c:v>0</c:v>
                </c:pt>
                <c:pt idx="449">
                  <c:v>1.79</c:v>
                </c:pt>
                <c:pt idx="450">
                  <c:v>1.66</c:v>
                </c:pt>
                <c:pt idx="451">
                  <c:v>1.64</c:v>
                </c:pt>
                <c:pt idx="452">
                  <c:v>1.69</c:v>
                </c:pt>
                <c:pt idx="453">
                  <c:v>0</c:v>
                </c:pt>
                <c:pt idx="454">
                  <c:v>1.53</c:v>
                </c:pt>
                <c:pt idx="455">
                  <c:v>1.77</c:v>
                </c:pt>
                <c:pt idx="456">
                  <c:v>0</c:v>
                </c:pt>
                <c:pt idx="457">
                  <c:v>0</c:v>
                </c:pt>
                <c:pt idx="458">
                  <c:v>1.65</c:v>
                </c:pt>
                <c:pt idx="459">
                  <c:v>1.55</c:v>
                </c:pt>
                <c:pt idx="460">
                  <c:v>1.77</c:v>
                </c:pt>
                <c:pt idx="461">
                  <c:v>0</c:v>
                </c:pt>
                <c:pt idx="462">
                  <c:v>1.56</c:v>
                </c:pt>
                <c:pt idx="463">
                  <c:v>0</c:v>
                </c:pt>
                <c:pt idx="464">
                  <c:v>1.5</c:v>
                </c:pt>
                <c:pt idx="465">
                  <c:v>1.66</c:v>
                </c:pt>
                <c:pt idx="466">
                  <c:v>1.55</c:v>
                </c:pt>
                <c:pt idx="467">
                  <c:v>0</c:v>
                </c:pt>
                <c:pt idx="468">
                  <c:v>1.67</c:v>
                </c:pt>
                <c:pt idx="469">
                  <c:v>1.69</c:v>
                </c:pt>
                <c:pt idx="470">
                  <c:v>0</c:v>
                </c:pt>
                <c:pt idx="471">
                  <c:v>0</c:v>
                </c:pt>
                <c:pt idx="472">
                  <c:v>1.52</c:v>
                </c:pt>
                <c:pt idx="473">
                  <c:v>0</c:v>
                </c:pt>
                <c:pt idx="474">
                  <c:v>0</c:v>
                </c:pt>
                <c:pt idx="475">
                  <c:v>1.55</c:v>
                </c:pt>
                <c:pt idx="476">
                  <c:v>1.62</c:v>
                </c:pt>
                <c:pt idx="477">
                  <c:v>1.79</c:v>
                </c:pt>
                <c:pt idx="478">
                  <c:v>1.58</c:v>
                </c:pt>
                <c:pt idx="479">
                  <c:v>0</c:v>
                </c:pt>
                <c:pt idx="480">
                  <c:v>0</c:v>
                </c:pt>
                <c:pt idx="481">
                  <c:v>1.69</c:v>
                </c:pt>
                <c:pt idx="482">
                  <c:v>1.6</c:v>
                </c:pt>
                <c:pt idx="483">
                  <c:v>1.69</c:v>
                </c:pt>
                <c:pt idx="484">
                  <c:v>1.62</c:v>
                </c:pt>
                <c:pt idx="485">
                  <c:v>1.52</c:v>
                </c:pt>
                <c:pt idx="486">
                  <c:v>1.57</c:v>
                </c:pt>
                <c:pt idx="487">
                  <c:v>1.55</c:v>
                </c:pt>
                <c:pt idx="488">
                  <c:v>1.71</c:v>
                </c:pt>
                <c:pt idx="489">
                  <c:v>1.65</c:v>
                </c:pt>
                <c:pt idx="490">
                  <c:v>0</c:v>
                </c:pt>
                <c:pt idx="491">
                  <c:v>1.62</c:v>
                </c:pt>
                <c:pt idx="492">
                  <c:v>0</c:v>
                </c:pt>
                <c:pt idx="493">
                  <c:v>1.54</c:v>
                </c:pt>
                <c:pt idx="494">
                  <c:v>0</c:v>
                </c:pt>
                <c:pt idx="495">
                  <c:v>0</c:v>
                </c:pt>
                <c:pt idx="496">
                  <c:v>1.65</c:v>
                </c:pt>
                <c:pt idx="497">
                  <c:v>0</c:v>
                </c:pt>
                <c:pt idx="498">
                  <c:v>0</c:v>
                </c:pt>
                <c:pt idx="499">
                  <c:v>0</c:v>
                </c:pt>
                <c:pt idx="500">
                  <c:v>0</c:v>
                </c:pt>
                <c:pt idx="501">
                  <c:v>0</c:v>
                </c:pt>
                <c:pt idx="502">
                  <c:v>0</c:v>
                </c:pt>
                <c:pt idx="503">
                  <c:v>0</c:v>
                </c:pt>
                <c:pt idx="504">
                  <c:v>0</c:v>
                </c:pt>
                <c:pt idx="505">
                  <c:v>0</c:v>
                </c:pt>
                <c:pt idx="506">
                  <c:v>1.76</c:v>
                </c:pt>
                <c:pt idx="507">
                  <c:v>0</c:v>
                </c:pt>
                <c:pt idx="508">
                  <c:v>1.54</c:v>
                </c:pt>
                <c:pt idx="509">
                  <c:v>0</c:v>
                </c:pt>
                <c:pt idx="510">
                  <c:v>1.59</c:v>
                </c:pt>
                <c:pt idx="511">
                  <c:v>1.62</c:v>
                </c:pt>
                <c:pt idx="512">
                  <c:v>1.52</c:v>
                </c:pt>
                <c:pt idx="513">
                  <c:v>0</c:v>
                </c:pt>
                <c:pt idx="514">
                  <c:v>0</c:v>
                </c:pt>
                <c:pt idx="515">
                  <c:v>1.77</c:v>
                </c:pt>
                <c:pt idx="516">
                  <c:v>0</c:v>
                </c:pt>
                <c:pt idx="517">
                  <c:v>0</c:v>
                </c:pt>
                <c:pt idx="518">
                  <c:v>0</c:v>
                </c:pt>
                <c:pt idx="519">
                  <c:v>1.6</c:v>
                </c:pt>
                <c:pt idx="520">
                  <c:v>1.56</c:v>
                </c:pt>
                <c:pt idx="521">
                  <c:v>0</c:v>
                </c:pt>
                <c:pt idx="522">
                  <c:v>0</c:v>
                </c:pt>
                <c:pt idx="523">
                  <c:v>1.68</c:v>
                </c:pt>
                <c:pt idx="524">
                  <c:v>1.67</c:v>
                </c:pt>
                <c:pt idx="525">
                  <c:v>1.55</c:v>
                </c:pt>
                <c:pt idx="526">
                  <c:v>1.58</c:v>
                </c:pt>
                <c:pt idx="527">
                  <c:v>1.67</c:v>
                </c:pt>
                <c:pt idx="528">
                  <c:v>0</c:v>
                </c:pt>
                <c:pt idx="529">
                  <c:v>0</c:v>
                </c:pt>
                <c:pt idx="530">
                  <c:v>0</c:v>
                </c:pt>
                <c:pt idx="531">
                  <c:v>0</c:v>
                </c:pt>
                <c:pt idx="532">
                  <c:v>1.62</c:v>
                </c:pt>
                <c:pt idx="533">
                  <c:v>1.62</c:v>
                </c:pt>
                <c:pt idx="534">
                  <c:v>1.5</c:v>
                </c:pt>
                <c:pt idx="535">
                  <c:v>0</c:v>
                </c:pt>
                <c:pt idx="536">
                  <c:v>0</c:v>
                </c:pt>
                <c:pt idx="537">
                  <c:v>0</c:v>
                </c:pt>
                <c:pt idx="538">
                  <c:v>1.65</c:v>
                </c:pt>
                <c:pt idx="539">
                  <c:v>1.52</c:v>
                </c:pt>
                <c:pt idx="540">
                  <c:v>0</c:v>
                </c:pt>
                <c:pt idx="541">
                  <c:v>1.61</c:v>
                </c:pt>
                <c:pt idx="542">
                  <c:v>0</c:v>
                </c:pt>
                <c:pt idx="543">
                  <c:v>0</c:v>
                </c:pt>
                <c:pt idx="544">
                  <c:v>0</c:v>
                </c:pt>
                <c:pt idx="545">
                  <c:v>1.54</c:v>
                </c:pt>
                <c:pt idx="546">
                  <c:v>0</c:v>
                </c:pt>
                <c:pt idx="547">
                  <c:v>0</c:v>
                </c:pt>
                <c:pt idx="548">
                  <c:v>0</c:v>
                </c:pt>
                <c:pt idx="549">
                  <c:v>0</c:v>
                </c:pt>
                <c:pt idx="550">
                  <c:v>1.79</c:v>
                </c:pt>
                <c:pt idx="551">
                  <c:v>0</c:v>
                </c:pt>
                <c:pt idx="552">
                  <c:v>1.52</c:v>
                </c:pt>
                <c:pt idx="553">
                  <c:v>0</c:v>
                </c:pt>
                <c:pt idx="554">
                  <c:v>1.53</c:v>
                </c:pt>
                <c:pt idx="555">
                  <c:v>0</c:v>
                </c:pt>
                <c:pt idx="556">
                  <c:v>1.55</c:v>
                </c:pt>
                <c:pt idx="557">
                  <c:v>1.71</c:v>
                </c:pt>
                <c:pt idx="558">
                  <c:v>0</c:v>
                </c:pt>
                <c:pt idx="559">
                  <c:v>1.74</c:v>
                </c:pt>
                <c:pt idx="560">
                  <c:v>0</c:v>
                </c:pt>
                <c:pt idx="561">
                  <c:v>1.58</c:v>
                </c:pt>
                <c:pt idx="562">
                  <c:v>1.58</c:v>
                </c:pt>
                <c:pt idx="563">
                  <c:v>1.59</c:v>
                </c:pt>
                <c:pt idx="564">
                  <c:v>0</c:v>
                </c:pt>
                <c:pt idx="565">
                  <c:v>1.62</c:v>
                </c:pt>
                <c:pt idx="566">
                  <c:v>0</c:v>
                </c:pt>
                <c:pt idx="567">
                  <c:v>1.68</c:v>
                </c:pt>
                <c:pt idx="568">
                  <c:v>0</c:v>
                </c:pt>
                <c:pt idx="569">
                  <c:v>0</c:v>
                </c:pt>
                <c:pt idx="570">
                  <c:v>0</c:v>
                </c:pt>
                <c:pt idx="571">
                  <c:v>0</c:v>
                </c:pt>
                <c:pt idx="572">
                  <c:v>0</c:v>
                </c:pt>
                <c:pt idx="573">
                  <c:v>0</c:v>
                </c:pt>
                <c:pt idx="574">
                  <c:v>1.75</c:v>
                </c:pt>
                <c:pt idx="575">
                  <c:v>0</c:v>
                </c:pt>
                <c:pt idx="576">
                  <c:v>1.69</c:v>
                </c:pt>
                <c:pt idx="577">
                  <c:v>0</c:v>
                </c:pt>
                <c:pt idx="578">
                  <c:v>0</c:v>
                </c:pt>
                <c:pt idx="579">
                  <c:v>1.51</c:v>
                </c:pt>
                <c:pt idx="580">
                  <c:v>1.75</c:v>
                </c:pt>
                <c:pt idx="581">
                  <c:v>1.74</c:v>
                </c:pt>
                <c:pt idx="582">
                  <c:v>1.6</c:v>
                </c:pt>
                <c:pt idx="583">
                  <c:v>0</c:v>
                </c:pt>
                <c:pt idx="584">
                  <c:v>0</c:v>
                </c:pt>
                <c:pt idx="585">
                  <c:v>0</c:v>
                </c:pt>
                <c:pt idx="586">
                  <c:v>0</c:v>
                </c:pt>
                <c:pt idx="587">
                  <c:v>0</c:v>
                </c:pt>
                <c:pt idx="588">
                  <c:v>1.53</c:v>
                </c:pt>
                <c:pt idx="589">
                  <c:v>1.61</c:v>
                </c:pt>
                <c:pt idx="590">
                  <c:v>1.76</c:v>
                </c:pt>
                <c:pt idx="591">
                  <c:v>1.68</c:v>
                </c:pt>
                <c:pt idx="592">
                  <c:v>0</c:v>
                </c:pt>
                <c:pt idx="593">
                  <c:v>1.6</c:v>
                </c:pt>
                <c:pt idx="594">
                  <c:v>1.63</c:v>
                </c:pt>
                <c:pt idx="595">
                  <c:v>0</c:v>
                </c:pt>
                <c:pt idx="596">
                  <c:v>0</c:v>
                </c:pt>
                <c:pt idx="597">
                  <c:v>1.72</c:v>
                </c:pt>
                <c:pt idx="598">
                  <c:v>0</c:v>
                </c:pt>
                <c:pt idx="599">
                  <c:v>0</c:v>
                </c:pt>
                <c:pt idx="600">
                  <c:v>0</c:v>
                </c:pt>
                <c:pt idx="601">
                  <c:v>1.55</c:v>
                </c:pt>
                <c:pt idx="602">
                  <c:v>1.67</c:v>
                </c:pt>
                <c:pt idx="603">
                  <c:v>0</c:v>
                </c:pt>
                <c:pt idx="604">
                  <c:v>0</c:v>
                </c:pt>
                <c:pt idx="605">
                  <c:v>1.74</c:v>
                </c:pt>
                <c:pt idx="606">
                  <c:v>1.63</c:v>
                </c:pt>
                <c:pt idx="607">
                  <c:v>1.6</c:v>
                </c:pt>
                <c:pt idx="608">
                  <c:v>0</c:v>
                </c:pt>
                <c:pt idx="609">
                  <c:v>1.58</c:v>
                </c:pt>
                <c:pt idx="610">
                  <c:v>1.7</c:v>
                </c:pt>
                <c:pt idx="611">
                  <c:v>0</c:v>
                </c:pt>
                <c:pt idx="612">
                  <c:v>1.68</c:v>
                </c:pt>
                <c:pt idx="613">
                  <c:v>1.72</c:v>
                </c:pt>
                <c:pt idx="614">
                  <c:v>0</c:v>
                </c:pt>
                <c:pt idx="615">
                  <c:v>0</c:v>
                </c:pt>
                <c:pt idx="616">
                  <c:v>0</c:v>
                </c:pt>
                <c:pt idx="617">
                  <c:v>0</c:v>
                </c:pt>
                <c:pt idx="618">
                  <c:v>1.51</c:v>
                </c:pt>
                <c:pt idx="619">
                  <c:v>1.76</c:v>
                </c:pt>
                <c:pt idx="620">
                  <c:v>0</c:v>
                </c:pt>
                <c:pt idx="621">
                  <c:v>0</c:v>
                </c:pt>
                <c:pt idx="622">
                  <c:v>0</c:v>
                </c:pt>
                <c:pt idx="623">
                  <c:v>1.75</c:v>
                </c:pt>
                <c:pt idx="624">
                  <c:v>1.66</c:v>
                </c:pt>
                <c:pt idx="625">
                  <c:v>0</c:v>
                </c:pt>
                <c:pt idx="626">
                  <c:v>1.68</c:v>
                </c:pt>
                <c:pt idx="627">
                  <c:v>0</c:v>
                </c:pt>
                <c:pt idx="628">
                  <c:v>1.59</c:v>
                </c:pt>
                <c:pt idx="629">
                  <c:v>1.6</c:v>
                </c:pt>
                <c:pt idx="630">
                  <c:v>1.7</c:v>
                </c:pt>
                <c:pt idx="631">
                  <c:v>1.66</c:v>
                </c:pt>
                <c:pt idx="632">
                  <c:v>1.73</c:v>
                </c:pt>
                <c:pt idx="633">
                  <c:v>0</c:v>
                </c:pt>
                <c:pt idx="634">
                  <c:v>1.55</c:v>
                </c:pt>
                <c:pt idx="635">
                  <c:v>1.8</c:v>
                </c:pt>
                <c:pt idx="636">
                  <c:v>1.56</c:v>
                </c:pt>
                <c:pt idx="637">
                  <c:v>0</c:v>
                </c:pt>
                <c:pt idx="638">
                  <c:v>1.52</c:v>
                </c:pt>
                <c:pt idx="639">
                  <c:v>0</c:v>
                </c:pt>
                <c:pt idx="640">
                  <c:v>1.77</c:v>
                </c:pt>
                <c:pt idx="641">
                  <c:v>0</c:v>
                </c:pt>
                <c:pt idx="642">
                  <c:v>1.53</c:v>
                </c:pt>
                <c:pt idx="643">
                  <c:v>0</c:v>
                </c:pt>
                <c:pt idx="644">
                  <c:v>0</c:v>
                </c:pt>
                <c:pt idx="645">
                  <c:v>1.7</c:v>
                </c:pt>
                <c:pt idx="646">
                  <c:v>1.55</c:v>
                </c:pt>
                <c:pt idx="647">
                  <c:v>1.69</c:v>
                </c:pt>
                <c:pt idx="648">
                  <c:v>1.66</c:v>
                </c:pt>
                <c:pt idx="649">
                  <c:v>0</c:v>
                </c:pt>
                <c:pt idx="650">
                  <c:v>1.74</c:v>
                </c:pt>
                <c:pt idx="651">
                  <c:v>0</c:v>
                </c:pt>
                <c:pt idx="652">
                  <c:v>1.53</c:v>
                </c:pt>
                <c:pt idx="653">
                  <c:v>1.5</c:v>
                </c:pt>
                <c:pt idx="654">
                  <c:v>1.69</c:v>
                </c:pt>
                <c:pt idx="655">
                  <c:v>1.69</c:v>
                </c:pt>
                <c:pt idx="656">
                  <c:v>1.76</c:v>
                </c:pt>
                <c:pt idx="657">
                  <c:v>0</c:v>
                </c:pt>
                <c:pt idx="658">
                  <c:v>1.52</c:v>
                </c:pt>
                <c:pt idx="659">
                  <c:v>1.66</c:v>
                </c:pt>
                <c:pt idx="660">
                  <c:v>0</c:v>
                </c:pt>
                <c:pt idx="661">
                  <c:v>0</c:v>
                </c:pt>
                <c:pt idx="662">
                  <c:v>0</c:v>
                </c:pt>
                <c:pt idx="663">
                  <c:v>1.62</c:v>
                </c:pt>
                <c:pt idx="664">
                  <c:v>1.63</c:v>
                </c:pt>
                <c:pt idx="665">
                  <c:v>1.7</c:v>
                </c:pt>
                <c:pt idx="666">
                  <c:v>1.77</c:v>
                </c:pt>
                <c:pt idx="667">
                  <c:v>1.59</c:v>
                </c:pt>
                <c:pt idx="668">
                  <c:v>0</c:v>
                </c:pt>
                <c:pt idx="669">
                  <c:v>1.79</c:v>
                </c:pt>
                <c:pt idx="670">
                  <c:v>0</c:v>
                </c:pt>
                <c:pt idx="671">
                  <c:v>0</c:v>
                </c:pt>
                <c:pt idx="672">
                  <c:v>1.61</c:v>
                </c:pt>
                <c:pt idx="673">
                  <c:v>0</c:v>
                </c:pt>
                <c:pt idx="674">
                  <c:v>1.52</c:v>
                </c:pt>
                <c:pt idx="675">
                  <c:v>0</c:v>
                </c:pt>
                <c:pt idx="676">
                  <c:v>1.58</c:v>
                </c:pt>
                <c:pt idx="677">
                  <c:v>1.69</c:v>
                </c:pt>
                <c:pt idx="678">
                  <c:v>1.72</c:v>
                </c:pt>
                <c:pt idx="679">
                  <c:v>1.68</c:v>
                </c:pt>
                <c:pt idx="680">
                  <c:v>1.64</c:v>
                </c:pt>
                <c:pt idx="681">
                  <c:v>0</c:v>
                </c:pt>
                <c:pt idx="682">
                  <c:v>1.55</c:v>
                </c:pt>
                <c:pt idx="683">
                  <c:v>0</c:v>
                </c:pt>
                <c:pt idx="684">
                  <c:v>0</c:v>
                </c:pt>
                <c:pt idx="685">
                  <c:v>1.56</c:v>
                </c:pt>
                <c:pt idx="686">
                  <c:v>1.64</c:v>
                </c:pt>
                <c:pt idx="687">
                  <c:v>1.61</c:v>
                </c:pt>
                <c:pt idx="688">
                  <c:v>1.75</c:v>
                </c:pt>
                <c:pt idx="689">
                  <c:v>1.75</c:v>
                </c:pt>
                <c:pt idx="690">
                  <c:v>0</c:v>
                </c:pt>
                <c:pt idx="691">
                  <c:v>1.62</c:v>
                </c:pt>
                <c:pt idx="692">
                  <c:v>0</c:v>
                </c:pt>
                <c:pt idx="693">
                  <c:v>1.55</c:v>
                </c:pt>
                <c:pt idx="694">
                  <c:v>1.72</c:v>
                </c:pt>
                <c:pt idx="695">
                  <c:v>1.61</c:v>
                </c:pt>
                <c:pt idx="696">
                  <c:v>1.61</c:v>
                </c:pt>
                <c:pt idx="697">
                  <c:v>0</c:v>
                </c:pt>
                <c:pt idx="698">
                  <c:v>0</c:v>
                </c:pt>
                <c:pt idx="699">
                  <c:v>0</c:v>
                </c:pt>
                <c:pt idx="700">
                  <c:v>1.79</c:v>
                </c:pt>
                <c:pt idx="701">
                  <c:v>1.6</c:v>
                </c:pt>
                <c:pt idx="702">
                  <c:v>0</c:v>
                </c:pt>
                <c:pt idx="703">
                  <c:v>0</c:v>
                </c:pt>
                <c:pt idx="704">
                  <c:v>0</c:v>
                </c:pt>
                <c:pt idx="705">
                  <c:v>1.57</c:v>
                </c:pt>
                <c:pt idx="706">
                  <c:v>1.58</c:v>
                </c:pt>
                <c:pt idx="707">
                  <c:v>0</c:v>
                </c:pt>
                <c:pt idx="708">
                  <c:v>0</c:v>
                </c:pt>
                <c:pt idx="709">
                  <c:v>1.67</c:v>
                </c:pt>
                <c:pt idx="710">
                  <c:v>0</c:v>
                </c:pt>
                <c:pt idx="711">
                  <c:v>0</c:v>
                </c:pt>
                <c:pt idx="712">
                  <c:v>0</c:v>
                </c:pt>
                <c:pt idx="713">
                  <c:v>1.76</c:v>
                </c:pt>
                <c:pt idx="714">
                  <c:v>0</c:v>
                </c:pt>
                <c:pt idx="715">
                  <c:v>1.56</c:v>
                </c:pt>
                <c:pt idx="716">
                  <c:v>0</c:v>
                </c:pt>
                <c:pt idx="717">
                  <c:v>0</c:v>
                </c:pt>
                <c:pt idx="718">
                  <c:v>0</c:v>
                </c:pt>
                <c:pt idx="719">
                  <c:v>1.72</c:v>
                </c:pt>
                <c:pt idx="720">
                  <c:v>0</c:v>
                </c:pt>
                <c:pt idx="721">
                  <c:v>0</c:v>
                </c:pt>
                <c:pt idx="722">
                  <c:v>0</c:v>
                </c:pt>
                <c:pt idx="723">
                  <c:v>0</c:v>
                </c:pt>
                <c:pt idx="724">
                  <c:v>0</c:v>
                </c:pt>
                <c:pt idx="725">
                  <c:v>0</c:v>
                </c:pt>
                <c:pt idx="726">
                  <c:v>1.75</c:v>
                </c:pt>
                <c:pt idx="727">
                  <c:v>1.57</c:v>
                </c:pt>
                <c:pt idx="728">
                  <c:v>0</c:v>
                </c:pt>
                <c:pt idx="729">
                  <c:v>0</c:v>
                </c:pt>
                <c:pt idx="730">
                  <c:v>0</c:v>
                </c:pt>
                <c:pt idx="731">
                  <c:v>0</c:v>
                </c:pt>
                <c:pt idx="732">
                  <c:v>0</c:v>
                </c:pt>
                <c:pt idx="733">
                  <c:v>1.75</c:v>
                </c:pt>
                <c:pt idx="734">
                  <c:v>0</c:v>
                </c:pt>
                <c:pt idx="735">
                  <c:v>0</c:v>
                </c:pt>
                <c:pt idx="736">
                  <c:v>0</c:v>
                </c:pt>
                <c:pt idx="737">
                  <c:v>1.71</c:v>
                </c:pt>
                <c:pt idx="738">
                  <c:v>0</c:v>
                </c:pt>
                <c:pt idx="739">
                  <c:v>1.71</c:v>
                </c:pt>
                <c:pt idx="740">
                  <c:v>0</c:v>
                </c:pt>
                <c:pt idx="741">
                  <c:v>0</c:v>
                </c:pt>
                <c:pt idx="742">
                  <c:v>0</c:v>
                </c:pt>
                <c:pt idx="743">
                  <c:v>1.55</c:v>
                </c:pt>
                <c:pt idx="744">
                  <c:v>1.69</c:v>
                </c:pt>
                <c:pt idx="745">
                  <c:v>0</c:v>
                </c:pt>
                <c:pt idx="746">
                  <c:v>0</c:v>
                </c:pt>
                <c:pt idx="747">
                  <c:v>1.6</c:v>
                </c:pt>
                <c:pt idx="748">
                  <c:v>1.79</c:v>
                </c:pt>
                <c:pt idx="749">
                  <c:v>1.74</c:v>
                </c:pt>
                <c:pt idx="750">
                  <c:v>1.61</c:v>
                </c:pt>
                <c:pt idx="751">
                  <c:v>0</c:v>
                </c:pt>
                <c:pt idx="752">
                  <c:v>0</c:v>
                </c:pt>
                <c:pt idx="753">
                  <c:v>0</c:v>
                </c:pt>
                <c:pt idx="754">
                  <c:v>1.78</c:v>
                </c:pt>
                <c:pt idx="755">
                  <c:v>1.66</c:v>
                </c:pt>
                <c:pt idx="756">
                  <c:v>0</c:v>
                </c:pt>
                <c:pt idx="757">
                  <c:v>0</c:v>
                </c:pt>
                <c:pt idx="758">
                  <c:v>0</c:v>
                </c:pt>
                <c:pt idx="759">
                  <c:v>1.75</c:v>
                </c:pt>
                <c:pt idx="760">
                  <c:v>0</c:v>
                </c:pt>
                <c:pt idx="761">
                  <c:v>0</c:v>
                </c:pt>
                <c:pt idx="762">
                  <c:v>0</c:v>
                </c:pt>
                <c:pt idx="763">
                  <c:v>0</c:v>
                </c:pt>
                <c:pt idx="764">
                  <c:v>0</c:v>
                </c:pt>
                <c:pt idx="765">
                  <c:v>1.78</c:v>
                </c:pt>
                <c:pt idx="766">
                  <c:v>0</c:v>
                </c:pt>
                <c:pt idx="767">
                  <c:v>1.62</c:v>
                </c:pt>
                <c:pt idx="768">
                  <c:v>0</c:v>
                </c:pt>
                <c:pt idx="769">
                  <c:v>1.65</c:v>
                </c:pt>
                <c:pt idx="770">
                  <c:v>0</c:v>
                </c:pt>
                <c:pt idx="771">
                  <c:v>0</c:v>
                </c:pt>
                <c:pt idx="772">
                  <c:v>0</c:v>
                </c:pt>
                <c:pt idx="773">
                  <c:v>0</c:v>
                </c:pt>
                <c:pt idx="774">
                  <c:v>1.64</c:v>
                </c:pt>
                <c:pt idx="775">
                  <c:v>1.76</c:v>
                </c:pt>
                <c:pt idx="776">
                  <c:v>0</c:v>
                </c:pt>
                <c:pt idx="777">
                  <c:v>0</c:v>
                </c:pt>
                <c:pt idx="778">
                  <c:v>1.76</c:v>
                </c:pt>
                <c:pt idx="779">
                  <c:v>0</c:v>
                </c:pt>
                <c:pt idx="780">
                  <c:v>0</c:v>
                </c:pt>
                <c:pt idx="781">
                  <c:v>1.65</c:v>
                </c:pt>
                <c:pt idx="782">
                  <c:v>0</c:v>
                </c:pt>
                <c:pt idx="783">
                  <c:v>0</c:v>
                </c:pt>
                <c:pt idx="784">
                  <c:v>0</c:v>
                </c:pt>
                <c:pt idx="785">
                  <c:v>1.53</c:v>
                </c:pt>
                <c:pt idx="786">
                  <c:v>0</c:v>
                </c:pt>
                <c:pt idx="787">
                  <c:v>0</c:v>
                </c:pt>
                <c:pt idx="788">
                  <c:v>1.7</c:v>
                </c:pt>
                <c:pt idx="789">
                  <c:v>1.73</c:v>
                </c:pt>
                <c:pt idx="790">
                  <c:v>0</c:v>
                </c:pt>
                <c:pt idx="791">
                  <c:v>0</c:v>
                </c:pt>
                <c:pt idx="792">
                  <c:v>0</c:v>
                </c:pt>
                <c:pt idx="793">
                  <c:v>0</c:v>
                </c:pt>
                <c:pt idx="794">
                  <c:v>1.65</c:v>
                </c:pt>
                <c:pt idx="795">
                  <c:v>0</c:v>
                </c:pt>
                <c:pt idx="796">
                  <c:v>0</c:v>
                </c:pt>
                <c:pt idx="797">
                  <c:v>1.69</c:v>
                </c:pt>
                <c:pt idx="798">
                  <c:v>0</c:v>
                </c:pt>
                <c:pt idx="799">
                  <c:v>1.72</c:v>
                </c:pt>
                <c:pt idx="800">
                  <c:v>1.77</c:v>
                </c:pt>
                <c:pt idx="801">
                  <c:v>0</c:v>
                </c:pt>
                <c:pt idx="802">
                  <c:v>1.79</c:v>
                </c:pt>
                <c:pt idx="803">
                  <c:v>1.8</c:v>
                </c:pt>
                <c:pt idx="804">
                  <c:v>0</c:v>
                </c:pt>
                <c:pt idx="805">
                  <c:v>0</c:v>
                </c:pt>
                <c:pt idx="806">
                  <c:v>0</c:v>
                </c:pt>
                <c:pt idx="807">
                  <c:v>0</c:v>
                </c:pt>
                <c:pt idx="808">
                  <c:v>1.58</c:v>
                </c:pt>
                <c:pt idx="809">
                  <c:v>1.57</c:v>
                </c:pt>
                <c:pt idx="810">
                  <c:v>0</c:v>
                </c:pt>
                <c:pt idx="811">
                  <c:v>0</c:v>
                </c:pt>
                <c:pt idx="812">
                  <c:v>0</c:v>
                </c:pt>
                <c:pt idx="813">
                  <c:v>1.56</c:v>
                </c:pt>
                <c:pt idx="814">
                  <c:v>0</c:v>
                </c:pt>
                <c:pt idx="815">
                  <c:v>0</c:v>
                </c:pt>
                <c:pt idx="816">
                  <c:v>0</c:v>
                </c:pt>
                <c:pt idx="817">
                  <c:v>1.68</c:v>
                </c:pt>
                <c:pt idx="818">
                  <c:v>0</c:v>
                </c:pt>
                <c:pt idx="819">
                  <c:v>0</c:v>
                </c:pt>
                <c:pt idx="820">
                  <c:v>1.77</c:v>
                </c:pt>
                <c:pt idx="821">
                  <c:v>0</c:v>
                </c:pt>
                <c:pt idx="822">
                  <c:v>1.61</c:v>
                </c:pt>
                <c:pt idx="823">
                  <c:v>1.56</c:v>
                </c:pt>
                <c:pt idx="824">
                  <c:v>0</c:v>
                </c:pt>
                <c:pt idx="825">
                  <c:v>1.71</c:v>
                </c:pt>
                <c:pt idx="826">
                  <c:v>0</c:v>
                </c:pt>
                <c:pt idx="827">
                  <c:v>1.59</c:v>
                </c:pt>
                <c:pt idx="828">
                  <c:v>0</c:v>
                </c:pt>
                <c:pt idx="829">
                  <c:v>0</c:v>
                </c:pt>
                <c:pt idx="830">
                  <c:v>0</c:v>
                </c:pt>
                <c:pt idx="831">
                  <c:v>0</c:v>
                </c:pt>
                <c:pt idx="832">
                  <c:v>0</c:v>
                </c:pt>
                <c:pt idx="833">
                  <c:v>0</c:v>
                </c:pt>
                <c:pt idx="834">
                  <c:v>0</c:v>
                </c:pt>
                <c:pt idx="835">
                  <c:v>0</c:v>
                </c:pt>
                <c:pt idx="836">
                  <c:v>1.78</c:v>
                </c:pt>
                <c:pt idx="837">
                  <c:v>0</c:v>
                </c:pt>
                <c:pt idx="838">
                  <c:v>1.8</c:v>
                </c:pt>
                <c:pt idx="839">
                  <c:v>1.75</c:v>
                </c:pt>
                <c:pt idx="840">
                  <c:v>0</c:v>
                </c:pt>
                <c:pt idx="841">
                  <c:v>0</c:v>
                </c:pt>
                <c:pt idx="842">
                  <c:v>1.78</c:v>
                </c:pt>
                <c:pt idx="843">
                  <c:v>1.64</c:v>
                </c:pt>
                <c:pt idx="844">
                  <c:v>0</c:v>
                </c:pt>
                <c:pt idx="845">
                  <c:v>0</c:v>
                </c:pt>
                <c:pt idx="846">
                  <c:v>0</c:v>
                </c:pt>
                <c:pt idx="847">
                  <c:v>1.61</c:v>
                </c:pt>
                <c:pt idx="848">
                  <c:v>0</c:v>
                </c:pt>
                <c:pt idx="849">
                  <c:v>1.54</c:v>
                </c:pt>
                <c:pt idx="850">
                  <c:v>0</c:v>
                </c:pt>
                <c:pt idx="851">
                  <c:v>1.7</c:v>
                </c:pt>
                <c:pt idx="852">
                  <c:v>0</c:v>
                </c:pt>
                <c:pt idx="853">
                  <c:v>0</c:v>
                </c:pt>
                <c:pt idx="854">
                  <c:v>1.79</c:v>
                </c:pt>
                <c:pt idx="855">
                  <c:v>0</c:v>
                </c:pt>
                <c:pt idx="856">
                  <c:v>1.61</c:v>
                </c:pt>
                <c:pt idx="857">
                  <c:v>0</c:v>
                </c:pt>
                <c:pt idx="858">
                  <c:v>1.73</c:v>
                </c:pt>
                <c:pt idx="859">
                  <c:v>0</c:v>
                </c:pt>
                <c:pt idx="860">
                  <c:v>0</c:v>
                </c:pt>
                <c:pt idx="861">
                  <c:v>0</c:v>
                </c:pt>
                <c:pt idx="862">
                  <c:v>1.79</c:v>
                </c:pt>
                <c:pt idx="863">
                  <c:v>1.59</c:v>
                </c:pt>
                <c:pt idx="864">
                  <c:v>0</c:v>
                </c:pt>
                <c:pt idx="865">
                  <c:v>1.6</c:v>
                </c:pt>
                <c:pt idx="866">
                  <c:v>0</c:v>
                </c:pt>
                <c:pt idx="867">
                  <c:v>1.74</c:v>
                </c:pt>
                <c:pt idx="868">
                  <c:v>0</c:v>
                </c:pt>
                <c:pt idx="869">
                  <c:v>0</c:v>
                </c:pt>
                <c:pt idx="870">
                  <c:v>0</c:v>
                </c:pt>
                <c:pt idx="871">
                  <c:v>0</c:v>
                </c:pt>
                <c:pt idx="872">
                  <c:v>0</c:v>
                </c:pt>
                <c:pt idx="873">
                  <c:v>0</c:v>
                </c:pt>
                <c:pt idx="874">
                  <c:v>0</c:v>
                </c:pt>
                <c:pt idx="875">
                  <c:v>1.79</c:v>
                </c:pt>
                <c:pt idx="876">
                  <c:v>0</c:v>
                </c:pt>
                <c:pt idx="877">
                  <c:v>0</c:v>
                </c:pt>
                <c:pt idx="878">
                  <c:v>0</c:v>
                </c:pt>
                <c:pt idx="879">
                  <c:v>0</c:v>
                </c:pt>
                <c:pt idx="880">
                  <c:v>1.69</c:v>
                </c:pt>
                <c:pt idx="881">
                  <c:v>0</c:v>
                </c:pt>
                <c:pt idx="882">
                  <c:v>0</c:v>
                </c:pt>
                <c:pt idx="883">
                  <c:v>0</c:v>
                </c:pt>
                <c:pt idx="884">
                  <c:v>1.57</c:v>
                </c:pt>
                <c:pt idx="885">
                  <c:v>0</c:v>
                </c:pt>
                <c:pt idx="886">
                  <c:v>1.54</c:v>
                </c:pt>
                <c:pt idx="887">
                  <c:v>1.5</c:v>
                </c:pt>
                <c:pt idx="888">
                  <c:v>1.57</c:v>
                </c:pt>
                <c:pt idx="889">
                  <c:v>0</c:v>
                </c:pt>
                <c:pt idx="890">
                  <c:v>0</c:v>
                </c:pt>
                <c:pt idx="891">
                  <c:v>0</c:v>
                </c:pt>
                <c:pt idx="892">
                  <c:v>0</c:v>
                </c:pt>
                <c:pt idx="893">
                  <c:v>1.74</c:v>
                </c:pt>
                <c:pt idx="894">
                  <c:v>0</c:v>
                </c:pt>
                <c:pt idx="895">
                  <c:v>0</c:v>
                </c:pt>
                <c:pt idx="896">
                  <c:v>0</c:v>
                </c:pt>
                <c:pt idx="897">
                  <c:v>0</c:v>
                </c:pt>
                <c:pt idx="898">
                  <c:v>0</c:v>
                </c:pt>
                <c:pt idx="899">
                  <c:v>0</c:v>
                </c:pt>
                <c:pt idx="900">
                  <c:v>0</c:v>
                </c:pt>
                <c:pt idx="901">
                  <c:v>1.7</c:v>
                </c:pt>
                <c:pt idx="902">
                  <c:v>0</c:v>
                </c:pt>
                <c:pt idx="903">
                  <c:v>1.58</c:v>
                </c:pt>
                <c:pt idx="904">
                  <c:v>0</c:v>
                </c:pt>
                <c:pt idx="905">
                  <c:v>0</c:v>
                </c:pt>
                <c:pt idx="906">
                  <c:v>0</c:v>
                </c:pt>
                <c:pt idx="907">
                  <c:v>0</c:v>
                </c:pt>
                <c:pt idx="908">
                  <c:v>0</c:v>
                </c:pt>
                <c:pt idx="909">
                  <c:v>0</c:v>
                </c:pt>
                <c:pt idx="910">
                  <c:v>1.74</c:v>
                </c:pt>
                <c:pt idx="911">
                  <c:v>0</c:v>
                </c:pt>
                <c:pt idx="912">
                  <c:v>0</c:v>
                </c:pt>
                <c:pt idx="913">
                  <c:v>0</c:v>
                </c:pt>
                <c:pt idx="914">
                  <c:v>0</c:v>
                </c:pt>
                <c:pt idx="915">
                  <c:v>0</c:v>
                </c:pt>
                <c:pt idx="916">
                  <c:v>0</c:v>
                </c:pt>
                <c:pt idx="917">
                  <c:v>0</c:v>
                </c:pt>
                <c:pt idx="918">
                  <c:v>0</c:v>
                </c:pt>
                <c:pt idx="919">
                  <c:v>0</c:v>
                </c:pt>
                <c:pt idx="920">
                  <c:v>0</c:v>
                </c:pt>
                <c:pt idx="921">
                  <c:v>0</c:v>
                </c:pt>
                <c:pt idx="922">
                  <c:v>0</c:v>
                </c:pt>
                <c:pt idx="923">
                  <c:v>1.67</c:v>
                </c:pt>
                <c:pt idx="924">
                  <c:v>0</c:v>
                </c:pt>
                <c:pt idx="925">
                  <c:v>0</c:v>
                </c:pt>
                <c:pt idx="926">
                  <c:v>0</c:v>
                </c:pt>
                <c:pt idx="927">
                  <c:v>0</c:v>
                </c:pt>
                <c:pt idx="928">
                  <c:v>0</c:v>
                </c:pt>
                <c:pt idx="929">
                  <c:v>0</c:v>
                </c:pt>
                <c:pt idx="930">
                  <c:v>0</c:v>
                </c:pt>
                <c:pt idx="931">
                  <c:v>0</c:v>
                </c:pt>
                <c:pt idx="932">
                  <c:v>0</c:v>
                </c:pt>
                <c:pt idx="933">
                  <c:v>0</c:v>
                </c:pt>
                <c:pt idx="934">
                  <c:v>0</c:v>
                </c:pt>
                <c:pt idx="935">
                  <c:v>1.59</c:v>
                </c:pt>
                <c:pt idx="936">
                  <c:v>0</c:v>
                </c:pt>
                <c:pt idx="937">
                  <c:v>0</c:v>
                </c:pt>
                <c:pt idx="938">
                  <c:v>0</c:v>
                </c:pt>
                <c:pt idx="939">
                  <c:v>1.75</c:v>
                </c:pt>
                <c:pt idx="940">
                  <c:v>1.75</c:v>
                </c:pt>
                <c:pt idx="941">
                  <c:v>0</c:v>
                </c:pt>
                <c:pt idx="942">
                  <c:v>0</c:v>
                </c:pt>
                <c:pt idx="943">
                  <c:v>0</c:v>
                </c:pt>
                <c:pt idx="944">
                  <c:v>0</c:v>
                </c:pt>
                <c:pt idx="945">
                  <c:v>0</c:v>
                </c:pt>
                <c:pt idx="946">
                  <c:v>1.76</c:v>
                </c:pt>
                <c:pt idx="947">
                  <c:v>1.57</c:v>
                </c:pt>
                <c:pt idx="948">
                  <c:v>0</c:v>
                </c:pt>
                <c:pt idx="949">
                  <c:v>0</c:v>
                </c:pt>
                <c:pt idx="950">
                  <c:v>0</c:v>
                </c:pt>
                <c:pt idx="951">
                  <c:v>0</c:v>
                </c:pt>
                <c:pt idx="952">
                  <c:v>1.58</c:v>
                </c:pt>
                <c:pt idx="953">
                  <c:v>0</c:v>
                </c:pt>
                <c:pt idx="954">
                  <c:v>0</c:v>
                </c:pt>
                <c:pt idx="955">
                  <c:v>0</c:v>
                </c:pt>
                <c:pt idx="956">
                  <c:v>0</c:v>
                </c:pt>
                <c:pt idx="957">
                  <c:v>0</c:v>
                </c:pt>
                <c:pt idx="958">
                  <c:v>1.77</c:v>
                </c:pt>
                <c:pt idx="959">
                  <c:v>1.75</c:v>
                </c:pt>
                <c:pt idx="960">
                  <c:v>0</c:v>
                </c:pt>
                <c:pt idx="961">
                  <c:v>1.57</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D481-475E-B30B-030CDF8509BE}"/>
            </c:ext>
          </c:extLst>
        </c:ser>
        <c:ser>
          <c:idx val="1"/>
          <c:order val="1"/>
          <c:tx>
            <c:strRef>
              <c:f>'Sub-Dataset'!$E$2</c:f>
              <c:strCache>
                <c:ptCount val="1"/>
                <c:pt idx="0">
                  <c:v>Male</c:v>
                </c:pt>
              </c:strCache>
            </c:strRef>
          </c:tx>
          <c:spPr>
            <a:ln w="19050" cap="rnd">
              <a:noFill/>
              <a:round/>
            </a:ln>
            <a:effectLst/>
          </c:spPr>
          <c:marker>
            <c:symbol val="circle"/>
            <c:size val="5"/>
            <c:spPr>
              <a:solidFill>
                <a:schemeClr val="accent2"/>
              </a:solidFill>
              <a:ln w="9525">
                <a:solidFill>
                  <a:schemeClr val="accent2"/>
                </a:solidFill>
              </a:ln>
              <a:effectLst/>
            </c:spPr>
          </c:marker>
          <c:xVal>
            <c:numRef>
              <c:f>'Sub-Dataset'!$C$3:$C$975</c:f>
              <c:numCache>
                <c:formatCode>General</c:formatCode>
                <c:ptCount val="973"/>
                <c:pt idx="0">
                  <c:v>68.099999999999994</c:v>
                </c:pt>
                <c:pt idx="1">
                  <c:v>94.5</c:v>
                </c:pt>
                <c:pt idx="2">
                  <c:v>60.5</c:v>
                </c:pt>
                <c:pt idx="3">
                  <c:v>88.1</c:v>
                </c:pt>
                <c:pt idx="4">
                  <c:v>73</c:v>
                </c:pt>
                <c:pt idx="5">
                  <c:v>50.3</c:v>
                </c:pt>
                <c:pt idx="6">
                  <c:v>58.2</c:v>
                </c:pt>
                <c:pt idx="7">
                  <c:v>61.1</c:v>
                </c:pt>
                <c:pt idx="8">
                  <c:v>70.099999999999994</c:v>
                </c:pt>
                <c:pt idx="9">
                  <c:v>61.7</c:v>
                </c:pt>
                <c:pt idx="10">
                  <c:v>72.900000000000006</c:v>
                </c:pt>
                <c:pt idx="11">
                  <c:v>72.099999999999994</c:v>
                </c:pt>
                <c:pt idx="12">
                  <c:v>54.8</c:v>
                </c:pt>
                <c:pt idx="13">
                  <c:v>58.6</c:v>
                </c:pt>
                <c:pt idx="14">
                  <c:v>82.7</c:v>
                </c:pt>
                <c:pt idx="15">
                  <c:v>59</c:v>
                </c:pt>
                <c:pt idx="16">
                  <c:v>60.1</c:v>
                </c:pt>
                <c:pt idx="17">
                  <c:v>62.9</c:v>
                </c:pt>
                <c:pt idx="18">
                  <c:v>73.900000000000006</c:v>
                </c:pt>
                <c:pt idx="19">
                  <c:v>67.099999999999994</c:v>
                </c:pt>
                <c:pt idx="20">
                  <c:v>80.900000000000006</c:v>
                </c:pt>
                <c:pt idx="21">
                  <c:v>54</c:v>
                </c:pt>
                <c:pt idx="22">
                  <c:v>87.9</c:v>
                </c:pt>
                <c:pt idx="23">
                  <c:v>64.8</c:v>
                </c:pt>
                <c:pt idx="24">
                  <c:v>83.6</c:v>
                </c:pt>
                <c:pt idx="25">
                  <c:v>57.4</c:v>
                </c:pt>
                <c:pt idx="26">
                  <c:v>71.599999999999994</c:v>
                </c:pt>
                <c:pt idx="27">
                  <c:v>83.8</c:v>
                </c:pt>
                <c:pt idx="28">
                  <c:v>55.9</c:v>
                </c:pt>
                <c:pt idx="29">
                  <c:v>65.3</c:v>
                </c:pt>
                <c:pt idx="30">
                  <c:v>87.1</c:v>
                </c:pt>
                <c:pt idx="31">
                  <c:v>57.3</c:v>
                </c:pt>
                <c:pt idx="32">
                  <c:v>58.9</c:v>
                </c:pt>
                <c:pt idx="33">
                  <c:v>60.9</c:v>
                </c:pt>
                <c:pt idx="34">
                  <c:v>55.7</c:v>
                </c:pt>
                <c:pt idx="35">
                  <c:v>54.6</c:v>
                </c:pt>
                <c:pt idx="36">
                  <c:v>58.8</c:v>
                </c:pt>
                <c:pt idx="37">
                  <c:v>45.9</c:v>
                </c:pt>
                <c:pt idx="38">
                  <c:v>60</c:v>
                </c:pt>
                <c:pt idx="39">
                  <c:v>63.1</c:v>
                </c:pt>
                <c:pt idx="40">
                  <c:v>61.3</c:v>
                </c:pt>
                <c:pt idx="41">
                  <c:v>55.1</c:v>
                </c:pt>
                <c:pt idx="42">
                  <c:v>59</c:v>
                </c:pt>
                <c:pt idx="43">
                  <c:v>76.7</c:v>
                </c:pt>
                <c:pt idx="44">
                  <c:v>75.8</c:v>
                </c:pt>
                <c:pt idx="45">
                  <c:v>48.3</c:v>
                </c:pt>
                <c:pt idx="46">
                  <c:v>73.2</c:v>
                </c:pt>
                <c:pt idx="47">
                  <c:v>49.2</c:v>
                </c:pt>
                <c:pt idx="48">
                  <c:v>76.5</c:v>
                </c:pt>
                <c:pt idx="49">
                  <c:v>63.3</c:v>
                </c:pt>
                <c:pt idx="50">
                  <c:v>68.2</c:v>
                </c:pt>
                <c:pt idx="51">
                  <c:v>91.4</c:v>
                </c:pt>
                <c:pt idx="52">
                  <c:v>68.7</c:v>
                </c:pt>
                <c:pt idx="53">
                  <c:v>66.3</c:v>
                </c:pt>
                <c:pt idx="54">
                  <c:v>62</c:v>
                </c:pt>
                <c:pt idx="55">
                  <c:v>51.1</c:v>
                </c:pt>
                <c:pt idx="56">
                  <c:v>81.8</c:v>
                </c:pt>
                <c:pt idx="57">
                  <c:v>50.7</c:v>
                </c:pt>
                <c:pt idx="58">
                  <c:v>58</c:v>
                </c:pt>
                <c:pt idx="59">
                  <c:v>61.5</c:v>
                </c:pt>
                <c:pt idx="60">
                  <c:v>69.5</c:v>
                </c:pt>
                <c:pt idx="61">
                  <c:v>84</c:v>
                </c:pt>
                <c:pt idx="62">
                  <c:v>80.900000000000006</c:v>
                </c:pt>
                <c:pt idx="63">
                  <c:v>64.099999999999994</c:v>
                </c:pt>
                <c:pt idx="64">
                  <c:v>67</c:v>
                </c:pt>
                <c:pt idx="65">
                  <c:v>68</c:v>
                </c:pt>
                <c:pt idx="66">
                  <c:v>88.1</c:v>
                </c:pt>
                <c:pt idx="67">
                  <c:v>76.5</c:v>
                </c:pt>
                <c:pt idx="68">
                  <c:v>52</c:v>
                </c:pt>
                <c:pt idx="69">
                  <c:v>54.2</c:v>
                </c:pt>
                <c:pt idx="70">
                  <c:v>81.599999999999994</c:v>
                </c:pt>
                <c:pt idx="71">
                  <c:v>68.7</c:v>
                </c:pt>
                <c:pt idx="72">
                  <c:v>55.6</c:v>
                </c:pt>
                <c:pt idx="73">
                  <c:v>59.2</c:v>
                </c:pt>
                <c:pt idx="74">
                  <c:v>60</c:v>
                </c:pt>
                <c:pt idx="75">
                  <c:v>59</c:v>
                </c:pt>
                <c:pt idx="76">
                  <c:v>58.1</c:v>
                </c:pt>
                <c:pt idx="77">
                  <c:v>76.900000000000006</c:v>
                </c:pt>
                <c:pt idx="78">
                  <c:v>62.4</c:v>
                </c:pt>
                <c:pt idx="79">
                  <c:v>54.9</c:v>
                </c:pt>
                <c:pt idx="80">
                  <c:v>76.400000000000006</c:v>
                </c:pt>
                <c:pt idx="81">
                  <c:v>86.2</c:v>
                </c:pt>
                <c:pt idx="82">
                  <c:v>59.4</c:v>
                </c:pt>
                <c:pt idx="83">
                  <c:v>85.3</c:v>
                </c:pt>
                <c:pt idx="84">
                  <c:v>68</c:v>
                </c:pt>
                <c:pt idx="85">
                  <c:v>61</c:v>
                </c:pt>
                <c:pt idx="86">
                  <c:v>72.599999999999994</c:v>
                </c:pt>
                <c:pt idx="87">
                  <c:v>76.3</c:v>
                </c:pt>
                <c:pt idx="88">
                  <c:v>83.2</c:v>
                </c:pt>
                <c:pt idx="89">
                  <c:v>57.5</c:v>
                </c:pt>
                <c:pt idx="90">
                  <c:v>88.6</c:v>
                </c:pt>
                <c:pt idx="91">
                  <c:v>49.7</c:v>
                </c:pt>
                <c:pt idx="92">
                  <c:v>56.4</c:v>
                </c:pt>
                <c:pt idx="93">
                  <c:v>70.599999999999994</c:v>
                </c:pt>
                <c:pt idx="94">
                  <c:v>63.2</c:v>
                </c:pt>
                <c:pt idx="95">
                  <c:v>62.6</c:v>
                </c:pt>
                <c:pt idx="96">
                  <c:v>82.3</c:v>
                </c:pt>
                <c:pt idx="97">
                  <c:v>64.3</c:v>
                </c:pt>
                <c:pt idx="98">
                  <c:v>88</c:v>
                </c:pt>
                <c:pt idx="99">
                  <c:v>64.400000000000006</c:v>
                </c:pt>
                <c:pt idx="100">
                  <c:v>54.2</c:v>
                </c:pt>
                <c:pt idx="101">
                  <c:v>64.5</c:v>
                </c:pt>
                <c:pt idx="102">
                  <c:v>50.7</c:v>
                </c:pt>
                <c:pt idx="103">
                  <c:v>68.7</c:v>
                </c:pt>
                <c:pt idx="104">
                  <c:v>50.3</c:v>
                </c:pt>
                <c:pt idx="105">
                  <c:v>52.1</c:v>
                </c:pt>
                <c:pt idx="106">
                  <c:v>81.400000000000006</c:v>
                </c:pt>
                <c:pt idx="107">
                  <c:v>50.9</c:v>
                </c:pt>
                <c:pt idx="108">
                  <c:v>58.3</c:v>
                </c:pt>
                <c:pt idx="109">
                  <c:v>59.3</c:v>
                </c:pt>
                <c:pt idx="110">
                  <c:v>75.7</c:v>
                </c:pt>
                <c:pt idx="111">
                  <c:v>56.3</c:v>
                </c:pt>
                <c:pt idx="112">
                  <c:v>55.7</c:v>
                </c:pt>
                <c:pt idx="113">
                  <c:v>62.7</c:v>
                </c:pt>
                <c:pt idx="114">
                  <c:v>64.5</c:v>
                </c:pt>
                <c:pt idx="115">
                  <c:v>81.400000000000006</c:v>
                </c:pt>
                <c:pt idx="116">
                  <c:v>54.7</c:v>
                </c:pt>
                <c:pt idx="117">
                  <c:v>92.3</c:v>
                </c:pt>
                <c:pt idx="118">
                  <c:v>73.900000000000006</c:v>
                </c:pt>
                <c:pt idx="119">
                  <c:v>65.2</c:v>
                </c:pt>
                <c:pt idx="120">
                  <c:v>64.3</c:v>
                </c:pt>
                <c:pt idx="121">
                  <c:v>64.5</c:v>
                </c:pt>
                <c:pt idx="122">
                  <c:v>72</c:v>
                </c:pt>
                <c:pt idx="123">
                  <c:v>77.900000000000006</c:v>
                </c:pt>
                <c:pt idx="124">
                  <c:v>57.7</c:v>
                </c:pt>
                <c:pt idx="125">
                  <c:v>74.2</c:v>
                </c:pt>
                <c:pt idx="126">
                  <c:v>50.3</c:v>
                </c:pt>
                <c:pt idx="127">
                  <c:v>66.5</c:v>
                </c:pt>
                <c:pt idx="128">
                  <c:v>57.7</c:v>
                </c:pt>
                <c:pt idx="129">
                  <c:v>47.4</c:v>
                </c:pt>
                <c:pt idx="130">
                  <c:v>57.2</c:v>
                </c:pt>
                <c:pt idx="131">
                  <c:v>60.5</c:v>
                </c:pt>
                <c:pt idx="132">
                  <c:v>56</c:v>
                </c:pt>
                <c:pt idx="133">
                  <c:v>49.3</c:v>
                </c:pt>
                <c:pt idx="134">
                  <c:v>61.9</c:v>
                </c:pt>
                <c:pt idx="135">
                  <c:v>66.5</c:v>
                </c:pt>
                <c:pt idx="136">
                  <c:v>75.5</c:v>
                </c:pt>
                <c:pt idx="137">
                  <c:v>74.8</c:v>
                </c:pt>
                <c:pt idx="138">
                  <c:v>77.400000000000006</c:v>
                </c:pt>
                <c:pt idx="139">
                  <c:v>59</c:v>
                </c:pt>
                <c:pt idx="140">
                  <c:v>64.5</c:v>
                </c:pt>
                <c:pt idx="141">
                  <c:v>81.7</c:v>
                </c:pt>
                <c:pt idx="142">
                  <c:v>60</c:v>
                </c:pt>
                <c:pt idx="143">
                  <c:v>75.400000000000006</c:v>
                </c:pt>
                <c:pt idx="144">
                  <c:v>65.2</c:v>
                </c:pt>
                <c:pt idx="145">
                  <c:v>60.1</c:v>
                </c:pt>
                <c:pt idx="146">
                  <c:v>66.8</c:v>
                </c:pt>
                <c:pt idx="147">
                  <c:v>52.3</c:v>
                </c:pt>
                <c:pt idx="148">
                  <c:v>56.7</c:v>
                </c:pt>
                <c:pt idx="149">
                  <c:v>70.3</c:v>
                </c:pt>
                <c:pt idx="150">
                  <c:v>56</c:v>
                </c:pt>
                <c:pt idx="151">
                  <c:v>64.3</c:v>
                </c:pt>
                <c:pt idx="152">
                  <c:v>49.3</c:v>
                </c:pt>
                <c:pt idx="153">
                  <c:v>63</c:v>
                </c:pt>
                <c:pt idx="154">
                  <c:v>60.9</c:v>
                </c:pt>
                <c:pt idx="155">
                  <c:v>85.7</c:v>
                </c:pt>
                <c:pt idx="156">
                  <c:v>57.7</c:v>
                </c:pt>
                <c:pt idx="157">
                  <c:v>59.1</c:v>
                </c:pt>
                <c:pt idx="158">
                  <c:v>66.900000000000006</c:v>
                </c:pt>
                <c:pt idx="159">
                  <c:v>62.4</c:v>
                </c:pt>
                <c:pt idx="160">
                  <c:v>75.599999999999994</c:v>
                </c:pt>
                <c:pt idx="161">
                  <c:v>63.8</c:v>
                </c:pt>
                <c:pt idx="162">
                  <c:v>67.3</c:v>
                </c:pt>
                <c:pt idx="163">
                  <c:v>59.1</c:v>
                </c:pt>
                <c:pt idx="164">
                  <c:v>53.3</c:v>
                </c:pt>
                <c:pt idx="165">
                  <c:v>62.6</c:v>
                </c:pt>
                <c:pt idx="166">
                  <c:v>57.7</c:v>
                </c:pt>
                <c:pt idx="167">
                  <c:v>66.599999999999994</c:v>
                </c:pt>
                <c:pt idx="168">
                  <c:v>55</c:v>
                </c:pt>
                <c:pt idx="169">
                  <c:v>78</c:v>
                </c:pt>
                <c:pt idx="170">
                  <c:v>58.9</c:v>
                </c:pt>
                <c:pt idx="171">
                  <c:v>61.4</c:v>
                </c:pt>
                <c:pt idx="172">
                  <c:v>105</c:v>
                </c:pt>
                <c:pt idx="173">
                  <c:v>81.599999999999994</c:v>
                </c:pt>
                <c:pt idx="174">
                  <c:v>59.4</c:v>
                </c:pt>
                <c:pt idx="175">
                  <c:v>82.4</c:v>
                </c:pt>
                <c:pt idx="176">
                  <c:v>87.8</c:v>
                </c:pt>
                <c:pt idx="177">
                  <c:v>65.2</c:v>
                </c:pt>
                <c:pt idx="178">
                  <c:v>71.900000000000006</c:v>
                </c:pt>
                <c:pt idx="179">
                  <c:v>78.599999999999994</c:v>
                </c:pt>
                <c:pt idx="180">
                  <c:v>78.3</c:v>
                </c:pt>
                <c:pt idx="181">
                  <c:v>73.7</c:v>
                </c:pt>
                <c:pt idx="182">
                  <c:v>110.5</c:v>
                </c:pt>
                <c:pt idx="183">
                  <c:v>112.4</c:v>
                </c:pt>
                <c:pt idx="184">
                  <c:v>74.7</c:v>
                </c:pt>
                <c:pt idx="185">
                  <c:v>75.7</c:v>
                </c:pt>
                <c:pt idx="186">
                  <c:v>71.2</c:v>
                </c:pt>
                <c:pt idx="187">
                  <c:v>63.6</c:v>
                </c:pt>
                <c:pt idx="188">
                  <c:v>71.2</c:v>
                </c:pt>
                <c:pt idx="189">
                  <c:v>68.599999999999994</c:v>
                </c:pt>
                <c:pt idx="190">
                  <c:v>107</c:v>
                </c:pt>
                <c:pt idx="191">
                  <c:v>92</c:v>
                </c:pt>
                <c:pt idx="192">
                  <c:v>64.900000000000006</c:v>
                </c:pt>
                <c:pt idx="193">
                  <c:v>67.400000000000006</c:v>
                </c:pt>
                <c:pt idx="194">
                  <c:v>78.8</c:v>
                </c:pt>
                <c:pt idx="195">
                  <c:v>94.7</c:v>
                </c:pt>
                <c:pt idx="196">
                  <c:v>66.2</c:v>
                </c:pt>
                <c:pt idx="197">
                  <c:v>102.5</c:v>
                </c:pt>
                <c:pt idx="198">
                  <c:v>60.6</c:v>
                </c:pt>
                <c:pt idx="199">
                  <c:v>98.4</c:v>
                </c:pt>
                <c:pt idx="200">
                  <c:v>76.3</c:v>
                </c:pt>
                <c:pt idx="201">
                  <c:v>67.8</c:v>
                </c:pt>
                <c:pt idx="202">
                  <c:v>70.400000000000006</c:v>
                </c:pt>
                <c:pt idx="203">
                  <c:v>78.7</c:v>
                </c:pt>
                <c:pt idx="204">
                  <c:v>66.900000000000006</c:v>
                </c:pt>
                <c:pt idx="205">
                  <c:v>97.3</c:v>
                </c:pt>
                <c:pt idx="206">
                  <c:v>74.3</c:v>
                </c:pt>
                <c:pt idx="207">
                  <c:v>78.5</c:v>
                </c:pt>
                <c:pt idx="208">
                  <c:v>95.6</c:v>
                </c:pt>
                <c:pt idx="209">
                  <c:v>70.099999999999994</c:v>
                </c:pt>
                <c:pt idx="210">
                  <c:v>101.2</c:v>
                </c:pt>
                <c:pt idx="211">
                  <c:v>71</c:v>
                </c:pt>
                <c:pt idx="212">
                  <c:v>114.5</c:v>
                </c:pt>
                <c:pt idx="213">
                  <c:v>72.900000000000006</c:v>
                </c:pt>
                <c:pt idx="214">
                  <c:v>69.2</c:v>
                </c:pt>
                <c:pt idx="215">
                  <c:v>114.8</c:v>
                </c:pt>
                <c:pt idx="216">
                  <c:v>94.1</c:v>
                </c:pt>
                <c:pt idx="217">
                  <c:v>92.4</c:v>
                </c:pt>
                <c:pt idx="218">
                  <c:v>108.5</c:v>
                </c:pt>
                <c:pt idx="219">
                  <c:v>126.8</c:v>
                </c:pt>
                <c:pt idx="220">
                  <c:v>90</c:v>
                </c:pt>
                <c:pt idx="221">
                  <c:v>74.2</c:v>
                </c:pt>
                <c:pt idx="222">
                  <c:v>125.9</c:v>
                </c:pt>
                <c:pt idx="223">
                  <c:v>123.7</c:v>
                </c:pt>
                <c:pt idx="224">
                  <c:v>110.5</c:v>
                </c:pt>
                <c:pt idx="225">
                  <c:v>124.3</c:v>
                </c:pt>
                <c:pt idx="226">
                  <c:v>121.1</c:v>
                </c:pt>
                <c:pt idx="227">
                  <c:v>98.6</c:v>
                </c:pt>
                <c:pt idx="228">
                  <c:v>110</c:v>
                </c:pt>
                <c:pt idx="229">
                  <c:v>114.2</c:v>
                </c:pt>
                <c:pt idx="230">
                  <c:v>90.3</c:v>
                </c:pt>
                <c:pt idx="231">
                  <c:v>78.7</c:v>
                </c:pt>
                <c:pt idx="232">
                  <c:v>106.4</c:v>
                </c:pt>
                <c:pt idx="233">
                  <c:v>113.4</c:v>
                </c:pt>
                <c:pt idx="234">
                  <c:v>120.6</c:v>
                </c:pt>
                <c:pt idx="235">
                  <c:v>114.9</c:v>
                </c:pt>
                <c:pt idx="236">
                  <c:v>124.8</c:v>
                </c:pt>
                <c:pt idx="237">
                  <c:v>128.4</c:v>
                </c:pt>
                <c:pt idx="238">
                  <c:v>77.7</c:v>
                </c:pt>
                <c:pt idx="239">
                  <c:v>121.3</c:v>
                </c:pt>
                <c:pt idx="240">
                  <c:v>127.9</c:v>
                </c:pt>
                <c:pt idx="241">
                  <c:v>125.5</c:v>
                </c:pt>
                <c:pt idx="242">
                  <c:v>120.3</c:v>
                </c:pt>
                <c:pt idx="243">
                  <c:v>71.2</c:v>
                </c:pt>
                <c:pt idx="244">
                  <c:v>107.4</c:v>
                </c:pt>
                <c:pt idx="245">
                  <c:v>69.7</c:v>
                </c:pt>
                <c:pt idx="246">
                  <c:v>120.8</c:v>
                </c:pt>
                <c:pt idx="247">
                  <c:v>96.9</c:v>
                </c:pt>
                <c:pt idx="248">
                  <c:v>103.9</c:v>
                </c:pt>
                <c:pt idx="249">
                  <c:v>61.7</c:v>
                </c:pt>
                <c:pt idx="250">
                  <c:v>113.4</c:v>
                </c:pt>
                <c:pt idx="251">
                  <c:v>114.9</c:v>
                </c:pt>
                <c:pt idx="252">
                  <c:v>65.8</c:v>
                </c:pt>
                <c:pt idx="253">
                  <c:v>99.9</c:v>
                </c:pt>
                <c:pt idx="254">
                  <c:v>93.4</c:v>
                </c:pt>
                <c:pt idx="255">
                  <c:v>101.7</c:v>
                </c:pt>
                <c:pt idx="256">
                  <c:v>87.4</c:v>
                </c:pt>
                <c:pt idx="257">
                  <c:v>66.3</c:v>
                </c:pt>
                <c:pt idx="258">
                  <c:v>89.4</c:v>
                </c:pt>
                <c:pt idx="259">
                  <c:v>78.099999999999994</c:v>
                </c:pt>
                <c:pt idx="260">
                  <c:v>125.5</c:v>
                </c:pt>
                <c:pt idx="261">
                  <c:v>104.8</c:v>
                </c:pt>
                <c:pt idx="262">
                  <c:v>125.3</c:v>
                </c:pt>
                <c:pt idx="263">
                  <c:v>105.1</c:v>
                </c:pt>
                <c:pt idx="264">
                  <c:v>65.5</c:v>
                </c:pt>
                <c:pt idx="265">
                  <c:v>69.5</c:v>
                </c:pt>
                <c:pt idx="266">
                  <c:v>78.099999999999994</c:v>
                </c:pt>
                <c:pt idx="267">
                  <c:v>118</c:v>
                </c:pt>
                <c:pt idx="268">
                  <c:v>84.6</c:v>
                </c:pt>
                <c:pt idx="269">
                  <c:v>68.400000000000006</c:v>
                </c:pt>
                <c:pt idx="270">
                  <c:v>70.7</c:v>
                </c:pt>
                <c:pt idx="271">
                  <c:v>95.8</c:v>
                </c:pt>
                <c:pt idx="272">
                  <c:v>109.8</c:v>
                </c:pt>
                <c:pt idx="273">
                  <c:v>79.900000000000006</c:v>
                </c:pt>
                <c:pt idx="274">
                  <c:v>102.3</c:v>
                </c:pt>
                <c:pt idx="275">
                  <c:v>74.599999999999994</c:v>
                </c:pt>
                <c:pt idx="276">
                  <c:v>73</c:v>
                </c:pt>
                <c:pt idx="277">
                  <c:v>115.3</c:v>
                </c:pt>
                <c:pt idx="278">
                  <c:v>73.599999999999994</c:v>
                </c:pt>
                <c:pt idx="279">
                  <c:v>121.9</c:v>
                </c:pt>
                <c:pt idx="280">
                  <c:v>101.4</c:v>
                </c:pt>
                <c:pt idx="281">
                  <c:v>95.7</c:v>
                </c:pt>
                <c:pt idx="282">
                  <c:v>84.7</c:v>
                </c:pt>
                <c:pt idx="283">
                  <c:v>53.2</c:v>
                </c:pt>
                <c:pt idx="284">
                  <c:v>102.6</c:v>
                </c:pt>
                <c:pt idx="285">
                  <c:v>76.599999999999994</c:v>
                </c:pt>
                <c:pt idx="286">
                  <c:v>42.5</c:v>
                </c:pt>
                <c:pt idx="287">
                  <c:v>78.7</c:v>
                </c:pt>
                <c:pt idx="288">
                  <c:v>102.3</c:v>
                </c:pt>
                <c:pt idx="289">
                  <c:v>44.3</c:v>
                </c:pt>
                <c:pt idx="290">
                  <c:v>98.2</c:v>
                </c:pt>
                <c:pt idx="291">
                  <c:v>117.2</c:v>
                </c:pt>
                <c:pt idx="292">
                  <c:v>127.1</c:v>
                </c:pt>
                <c:pt idx="293">
                  <c:v>95.4</c:v>
                </c:pt>
                <c:pt idx="294">
                  <c:v>102.6</c:v>
                </c:pt>
                <c:pt idx="295">
                  <c:v>70</c:v>
                </c:pt>
                <c:pt idx="296">
                  <c:v>76.400000000000006</c:v>
                </c:pt>
                <c:pt idx="297">
                  <c:v>40.5</c:v>
                </c:pt>
                <c:pt idx="298">
                  <c:v>76.3</c:v>
                </c:pt>
                <c:pt idx="299">
                  <c:v>55.5</c:v>
                </c:pt>
                <c:pt idx="300">
                  <c:v>52.3</c:v>
                </c:pt>
                <c:pt idx="301">
                  <c:v>41.2</c:v>
                </c:pt>
                <c:pt idx="302">
                  <c:v>69.599999999999994</c:v>
                </c:pt>
                <c:pt idx="303">
                  <c:v>78.5</c:v>
                </c:pt>
                <c:pt idx="304">
                  <c:v>110.8</c:v>
                </c:pt>
                <c:pt idx="305">
                  <c:v>75.900000000000006</c:v>
                </c:pt>
                <c:pt idx="306">
                  <c:v>125.9</c:v>
                </c:pt>
                <c:pt idx="307">
                  <c:v>86.6</c:v>
                </c:pt>
                <c:pt idx="308">
                  <c:v>62.9</c:v>
                </c:pt>
                <c:pt idx="309">
                  <c:v>43.1</c:v>
                </c:pt>
                <c:pt idx="310">
                  <c:v>51.5</c:v>
                </c:pt>
                <c:pt idx="311">
                  <c:v>42</c:v>
                </c:pt>
                <c:pt idx="312">
                  <c:v>56.2</c:v>
                </c:pt>
                <c:pt idx="313">
                  <c:v>49</c:v>
                </c:pt>
                <c:pt idx="314">
                  <c:v>112.4</c:v>
                </c:pt>
                <c:pt idx="315">
                  <c:v>72.599999999999994</c:v>
                </c:pt>
                <c:pt idx="316">
                  <c:v>66</c:v>
                </c:pt>
                <c:pt idx="317">
                  <c:v>44.5</c:v>
                </c:pt>
                <c:pt idx="318">
                  <c:v>46.5</c:v>
                </c:pt>
                <c:pt idx="319">
                  <c:v>107.2</c:v>
                </c:pt>
                <c:pt idx="320">
                  <c:v>86.9</c:v>
                </c:pt>
                <c:pt idx="321">
                  <c:v>67</c:v>
                </c:pt>
                <c:pt idx="322">
                  <c:v>65.5</c:v>
                </c:pt>
                <c:pt idx="323">
                  <c:v>48.7</c:v>
                </c:pt>
                <c:pt idx="324">
                  <c:v>42</c:v>
                </c:pt>
                <c:pt idx="325">
                  <c:v>67.099999999999994</c:v>
                </c:pt>
                <c:pt idx="326">
                  <c:v>106.5</c:v>
                </c:pt>
                <c:pt idx="327">
                  <c:v>127.7</c:v>
                </c:pt>
                <c:pt idx="328">
                  <c:v>77.599999999999994</c:v>
                </c:pt>
                <c:pt idx="329">
                  <c:v>61.3</c:v>
                </c:pt>
                <c:pt idx="330">
                  <c:v>89.1</c:v>
                </c:pt>
                <c:pt idx="331">
                  <c:v>46.1</c:v>
                </c:pt>
                <c:pt idx="332">
                  <c:v>45.1</c:v>
                </c:pt>
                <c:pt idx="333">
                  <c:v>64.099999999999994</c:v>
                </c:pt>
                <c:pt idx="334">
                  <c:v>53</c:v>
                </c:pt>
                <c:pt idx="335">
                  <c:v>70</c:v>
                </c:pt>
                <c:pt idx="336">
                  <c:v>50.6</c:v>
                </c:pt>
                <c:pt idx="337">
                  <c:v>58.4</c:v>
                </c:pt>
                <c:pt idx="338">
                  <c:v>56.2</c:v>
                </c:pt>
                <c:pt idx="339">
                  <c:v>123.3</c:v>
                </c:pt>
                <c:pt idx="340">
                  <c:v>42.7</c:v>
                </c:pt>
                <c:pt idx="341">
                  <c:v>42.7</c:v>
                </c:pt>
                <c:pt idx="342">
                  <c:v>54.6</c:v>
                </c:pt>
                <c:pt idx="343">
                  <c:v>91.8</c:v>
                </c:pt>
                <c:pt idx="344">
                  <c:v>115.3</c:v>
                </c:pt>
                <c:pt idx="345">
                  <c:v>50.3</c:v>
                </c:pt>
                <c:pt idx="346">
                  <c:v>74.900000000000006</c:v>
                </c:pt>
                <c:pt idx="347">
                  <c:v>112.5</c:v>
                </c:pt>
                <c:pt idx="348">
                  <c:v>71</c:v>
                </c:pt>
                <c:pt idx="349">
                  <c:v>78.400000000000006</c:v>
                </c:pt>
                <c:pt idx="350">
                  <c:v>42.2</c:v>
                </c:pt>
                <c:pt idx="351">
                  <c:v>122.3</c:v>
                </c:pt>
                <c:pt idx="352">
                  <c:v>89.4</c:v>
                </c:pt>
                <c:pt idx="353">
                  <c:v>51</c:v>
                </c:pt>
                <c:pt idx="354">
                  <c:v>63.1</c:v>
                </c:pt>
                <c:pt idx="355">
                  <c:v>71.2</c:v>
                </c:pt>
                <c:pt idx="356">
                  <c:v>63.7</c:v>
                </c:pt>
                <c:pt idx="357">
                  <c:v>128.4</c:v>
                </c:pt>
                <c:pt idx="358">
                  <c:v>78</c:v>
                </c:pt>
                <c:pt idx="359">
                  <c:v>90.8</c:v>
                </c:pt>
                <c:pt idx="360">
                  <c:v>123.3</c:v>
                </c:pt>
                <c:pt idx="361">
                  <c:v>42.7</c:v>
                </c:pt>
                <c:pt idx="362">
                  <c:v>93.6</c:v>
                </c:pt>
                <c:pt idx="363">
                  <c:v>108.8</c:v>
                </c:pt>
                <c:pt idx="364">
                  <c:v>60.9</c:v>
                </c:pt>
                <c:pt idx="365">
                  <c:v>71.5</c:v>
                </c:pt>
                <c:pt idx="366">
                  <c:v>56.9</c:v>
                </c:pt>
                <c:pt idx="367">
                  <c:v>74.8</c:v>
                </c:pt>
                <c:pt idx="368">
                  <c:v>76.3</c:v>
                </c:pt>
                <c:pt idx="369">
                  <c:v>67.7</c:v>
                </c:pt>
                <c:pt idx="370">
                  <c:v>55.3</c:v>
                </c:pt>
                <c:pt idx="371">
                  <c:v>129.9</c:v>
                </c:pt>
                <c:pt idx="372">
                  <c:v>118.4</c:v>
                </c:pt>
                <c:pt idx="373">
                  <c:v>78.900000000000006</c:v>
                </c:pt>
                <c:pt idx="374">
                  <c:v>75.599999999999994</c:v>
                </c:pt>
                <c:pt idx="375">
                  <c:v>77.3</c:v>
                </c:pt>
                <c:pt idx="376">
                  <c:v>70.2</c:v>
                </c:pt>
                <c:pt idx="377">
                  <c:v>47.2</c:v>
                </c:pt>
                <c:pt idx="378">
                  <c:v>47.7</c:v>
                </c:pt>
                <c:pt idx="379">
                  <c:v>94</c:v>
                </c:pt>
                <c:pt idx="380">
                  <c:v>47.9</c:v>
                </c:pt>
                <c:pt idx="381">
                  <c:v>51.5</c:v>
                </c:pt>
                <c:pt idx="382">
                  <c:v>127.1</c:v>
                </c:pt>
                <c:pt idx="383">
                  <c:v>129.19999999999999</c:v>
                </c:pt>
                <c:pt idx="384">
                  <c:v>70.599999999999994</c:v>
                </c:pt>
                <c:pt idx="385">
                  <c:v>42.8</c:v>
                </c:pt>
                <c:pt idx="386">
                  <c:v>62.9</c:v>
                </c:pt>
                <c:pt idx="387">
                  <c:v>70.7</c:v>
                </c:pt>
                <c:pt idx="388">
                  <c:v>52</c:v>
                </c:pt>
                <c:pt idx="389">
                  <c:v>75.599999999999994</c:v>
                </c:pt>
                <c:pt idx="390">
                  <c:v>96.1</c:v>
                </c:pt>
                <c:pt idx="391">
                  <c:v>40</c:v>
                </c:pt>
                <c:pt idx="392">
                  <c:v>47.1</c:v>
                </c:pt>
                <c:pt idx="393">
                  <c:v>103.5</c:v>
                </c:pt>
                <c:pt idx="394">
                  <c:v>109.7</c:v>
                </c:pt>
                <c:pt idx="395">
                  <c:v>109.6</c:v>
                </c:pt>
                <c:pt idx="396">
                  <c:v>68.900000000000006</c:v>
                </c:pt>
                <c:pt idx="397">
                  <c:v>90.2</c:v>
                </c:pt>
                <c:pt idx="398">
                  <c:v>54.9</c:v>
                </c:pt>
                <c:pt idx="399">
                  <c:v>46.5</c:v>
                </c:pt>
                <c:pt idx="400">
                  <c:v>59.1</c:v>
                </c:pt>
                <c:pt idx="401">
                  <c:v>40.299999999999997</c:v>
                </c:pt>
                <c:pt idx="402">
                  <c:v>63.4</c:v>
                </c:pt>
                <c:pt idx="403">
                  <c:v>59.7</c:v>
                </c:pt>
                <c:pt idx="404">
                  <c:v>49.1</c:v>
                </c:pt>
                <c:pt idx="405">
                  <c:v>44.2</c:v>
                </c:pt>
                <c:pt idx="406">
                  <c:v>58.3</c:v>
                </c:pt>
                <c:pt idx="407">
                  <c:v>63.9</c:v>
                </c:pt>
                <c:pt idx="408">
                  <c:v>59.3</c:v>
                </c:pt>
                <c:pt idx="409">
                  <c:v>55.1</c:v>
                </c:pt>
                <c:pt idx="410">
                  <c:v>64.099999999999994</c:v>
                </c:pt>
                <c:pt idx="411">
                  <c:v>46.8</c:v>
                </c:pt>
                <c:pt idx="412">
                  <c:v>41.1</c:v>
                </c:pt>
                <c:pt idx="413">
                  <c:v>51</c:v>
                </c:pt>
                <c:pt idx="414">
                  <c:v>57.7</c:v>
                </c:pt>
                <c:pt idx="415">
                  <c:v>53.5</c:v>
                </c:pt>
                <c:pt idx="416">
                  <c:v>59.4</c:v>
                </c:pt>
                <c:pt idx="417">
                  <c:v>61.6</c:v>
                </c:pt>
                <c:pt idx="418">
                  <c:v>64</c:v>
                </c:pt>
                <c:pt idx="419">
                  <c:v>51.9</c:v>
                </c:pt>
                <c:pt idx="420">
                  <c:v>58.3</c:v>
                </c:pt>
                <c:pt idx="421">
                  <c:v>61.9</c:v>
                </c:pt>
                <c:pt idx="422">
                  <c:v>64.2</c:v>
                </c:pt>
                <c:pt idx="423">
                  <c:v>62.6</c:v>
                </c:pt>
                <c:pt idx="424">
                  <c:v>64.5</c:v>
                </c:pt>
                <c:pt idx="425">
                  <c:v>62.5</c:v>
                </c:pt>
                <c:pt idx="426">
                  <c:v>64.3</c:v>
                </c:pt>
                <c:pt idx="427">
                  <c:v>46.2</c:v>
                </c:pt>
                <c:pt idx="428">
                  <c:v>44.1</c:v>
                </c:pt>
                <c:pt idx="429">
                  <c:v>64.400000000000006</c:v>
                </c:pt>
                <c:pt idx="430">
                  <c:v>46.1</c:v>
                </c:pt>
                <c:pt idx="431">
                  <c:v>64.8</c:v>
                </c:pt>
                <c:pt idx="432">
                  <c:v>61.8</c:v>
                </c:pt>
                <c:pt idx="433">
                  <c:v>53.9</c:v>
                </c:pt>
                <c:pt idx="434">
                  <c:v>64.900000000000006</c:v>
                </c:pt>
                <c:pt idx="435">
                  <c:v>64.400000000000006</c:v>
                </c:pt>
                <c:pt idx="436">
                  <c:v>44.6</c:v>
                </c:pt>
                <c:pt idx="437">
                  <c:v>44.8</c:v>
                </c:pt>
                <c:pt idx="438">
                  <c:v>51.8</c:v>
                </c:pt>
                <c:pt idx="439">
                  <c:v>65.400000000000006</c:v>
                </c:pt>
                <c:pt idx="440">
                  <c:v>53.7</c:v>
                </c:pt>
                <c:pt idx="441">
                  <c:v>84.2</c:v>
                </c:pt>
                <c:pt idx="442">
                  <c:v>76.7</c:v>
                </c:pt>
                <c:pt idx="443">
                  <c:v>63.2</c:v>
                </c:pt>
                <c:pt idx="444">
                  <c:v>56.2</c:v>
                </c:pt>
                <c:pt idx="445">
                  <c:v>70.5</c:v>
                </c:pt>
                <c:pt idx="446">
                  <c:v>85.9</c:v>
                </c:pt>
                <c:pt idx="447">
                  <c:v>78</c:v>
                </c:pt>
                <c:pt idx="448">
                  <c:v>55.6</c:v>
                </c:pt>
                <c:pt idx="449">
                  <c:v>58.5</c:v>
                </c:pt>
                <c:pt idx="450">
                  <c:v>70.900000000000006</c:v>
                </c:pt>
                <c:pt idx="451">
                  <c:v>71.2</c:v>
                </c:pt>
                <c:pt idx="452">
                  <c:v>72.400000000000006</c:v>
                </c:pt>
                <c:pt idx="453">
                  <c:v>51.1</c:v>
                </c:pt>
                <c:pt idx="454">
                  <c:v>69.2</c:v>
                </c:pt>
                <c:pt idx="455">
                  <c:v>56.2</c:v>
                </c:pt>
                <c:pt idx="456">
                  <c:v>83.6</c:v>
                </c:pt>
                <c:pt idx="457">
                  <c:v>57.1</c:v>
                </c:pt>
                <c:pt idx="458">
                  <c:v>40</c:v>
                </c:pt>
                <c:pt idx="459">
                  <c:v>68.099999999999994</c:v>
                </c:pt>
                <c:pt idx="460">
                  <c:v>57.4</c:v>
                </c:pt>
                <c:pt idx="461">
                  <c:v>49.1</c:v>
                </c:pt>
                <c:pt idx="462">
                  <c:v>67.7</c:v>
                </c:pt>
                <c:pt idx="463">
                  <c:v>88.4</c:v>
                </c:pt>
                <c:pt idx="464">
                  <c:v>59.4</c:v>
                </c:pt>
                <c:pt idx="465">
                  <c:v>72.099999999999994</c:v>
                </c:pt>
                <c:pt idx="466">
                  <c:v>65.3</c:v>
                </c:pt>
                <c:pt idx="467">
                  <c:v>55.6</c:v>
                </c:pt>
                <c:pt idx="468">
                  <c:v>71.3</c:v>
                </c:pt>
                <c:pt idx="469">
                  <c:v>73.5</c:v>
                </c:pt>
                <c:pt idx="470">
                  <c:v>45.1</c:v>
                </c:pt>
                <c:pt idx="471">
                  <c:v>85.6</c:v>
                </c:pt>
                <c:pt idx="472">
                  <c:v>63.7</c:v>
                </c:pt>
                <c:pt idx="473">
                  <c:v>87</c:v>
                </c:pt>
                <c:pt idx="474">
                  <c:v>85.8</c:v>
                </c:pt>
                <c:pt idx="475">
                  <c:v>71.8</c:v>
                </c:pt>
                <c:pt idx="476">
                  <c:v>72.099999999999994</c:v>
                </c:pt>
                <c:pt idx="477">
                  <c:v>56.3</c:v>
                </c:pt>
                <c:pt idx="478">
                  <c:v>69.599999999999994</c:v>
                </c:pt>
                <c:pt idx="479">
                  <c:v>84.9</c:v>
                </c:pt>
                <c:pt idx="480">
                  <c:v>88.2</c:v>
                </c:pt>
                <c:pt idx="481">
                  <c:v>42.9</c:v>
                </c:pt>
                <c:pt idx="482">
                  <c:v>72.2</c:v>
                </c:pt>
                <c:pt idx="483">
                  <c:v>49.9</c:v>
                </c:pt>
                <c:pt idx="484">
                  <c:v>72.900000000000006</c:v>
                </c:pt>
                <c:pt idx="485">
                  <c:v>68.599999999999994</c:v>
                </c:pt>
                <c:pt idx="486">
                  <c:v>64.900000000000006</c:v>
                </c:pt>
                <c:pt idx="487">
                  <c:v>70.400000000000006</c:v>
                </c:pt>
                <c:pt idx="488">
                  <c:v>77.400000000000006</c:v>
                </c:pt>
                <c:pt idx="489">
                  <c:v>44.1</c:v>
                </c:pt>
                <c:pt idx="490">
                  <c:v>86.3</c:v>
                </c:pt>
                <c:pt idx="491">
                  <c:v>76.7</c:v>
                </c:pt>
                <c:pt idx="492">
                  <c:v>87.1</c:v>
                </c:pt>
                <c:pt idx="493">
                  <c:v>79.7</c:v>
                </c:pt>
                <c:pt idx="494">
                  <c:v>87.5</c:v>
                </c:pt>
                <c:pt idx="495">
                  <c:v>85.9</c:v>
                </c:pt>
                <c:pt idx="496">
                  <c:v>42.1</c:v>
                </c:pt>
                <c:pt idx="497">
                  <c:v>86.2</c:v>
                </c:pt>
                <c:pt idx="498">
                  <c:v>88.4</c:v>
                </c:pt>
                <c:pt idx="499">
                  <c:v>86.7</c:v>
                </c:pt>
                <c:pt idx="500">
                  <c:v>86.7</c:v>
                </c:pt>
                <c:pt idx="501">
                  <c:v>58.2</c:v>
                </c:pt>
                <c:pt idx="502">
                  <c:v>89.3</c:v>
                </c:pt>
                <c:pt idx="503">
                  <c:v>86.1</c:v>
                </c:pt>
                <c:pt idx="504">
                  <c:v>61</c:v>
                </c:pt>
                <c:pt idx="505">
                  <c:v>82.8</c:v>
                </c:pt>
                <c:pt idx="506">
                  <c:v>48</c:v>
                </c:pt>
                <c:pt idx="507">
                  <c:v>88.5</c:v>
                </c:pt>
                <c:pt idx="508">
                  <c:v>72.2</c:v>
                </c:pt>
                <c:pt idx="509">
                  <c:v>87.8</c:v>
                </c:pt>
                <c:pt idx="510">
                  <c:v>79.599999999999994</c:v>
                </c:pt>
                <c:pt idx="511">
                  <c:v>44.1</c:v>
                </c:pt>
                <c:pt idx="512">
                  <c:v>70.3</c:v>
                </c:pt>
                <c:pt idx="513">
                  <c:v>85.3</c:v>
                </c:pt>
                <c:pt idx="514">
                  <c:v>60.2</c:v>
                </c:pt>
                <c:pt idx="515">
                  <c:v>46.6</c:v>
                </c:pt>
                <c:pt idx="516">
                  <c:v>88.2</c:v>
                </c:pt>
                <c:pt idx="517">
                  <c:v>86.9</c:v>
                </c:pt>
                <c:pt idx="518">
                  <c:v>81.400000000000006</c:v>
                </c:pt>
                <c:pt idx="519">
                  <c:v>75.599999999999994</c:v>
                </c:pt>
                <c:pt idx="520">
                  <c:v>68.5</c:v>
                </c:pt>
                <c:pt idx="521">
                  <c:v>82.5</c:v>
                </c:pt>
                <c:pt idx="522">
                  <c:v>89.6</c:v>
                </c:pt>
                <c:pt idx="523">
                  <c:v>48.7</c:v>
                </c:pt>
                <c:pt idx="524">
                  <c:v>49.7</c:v>
                </c:pt>
                <c:pt idx="525">
                  <c:v>70.3</c:v>
                </c:pt>
                <c:pt idx="526">
                  <c:v>62.9</c:v>
                </c:pt>
                <c:pt idx="527">
                  <c:v>46.1</c:v>
                </c:pt>
                <c:pt idx="528">
                  <c:v>68.5</c:v>
                </c:pt>
                <c:pt idx="529">
                  <c:v>52.2</c:v>
                </c:pt>
                <c:pt idx="530">
                  <c:v>85.6</c:v>
                </c:pt>
                <c:pt idx="531">
                  <c:v>88.4</c:v>
                </c:pt>
                <c:pt idx="532">
                  <c:v>43.4</c:v>
                </c:pt>
                <c:pt idx="533">
                  <c:v>69.3</c:v>
                </c:pt>
                <c:pt idx="534">
                  <c:v>56.3</c:v>
                </c:pt>
                <c:pt idx="535">
                  <c:v>85.2</c:v>
                </c:pt>
                <c:pt idx="536">
                  <c:v>85.5</c:v>
                </c:pt>
                <c:pt idx="537">
                  <c:v>83.9</c:v>
                </c:pt>
                <c:pt idx="538">
                  <c:v>43.8</c:v>
                </c:pt>
                <c:pt idx="539">
                  <c:v>65.900000000000006</c:v>
                </c:pt>
                <c:pt idx="540">
                  <c:v>82.3</c:v>
                </c:pt>
                <c:pt idx="541">
                  <c:v>46.9</c:v>
                </c:pt>
                <c:pt idx="542">
                  <c:v>88</c:v>
                </c:pt>
                <c:pt idx="543">
                  <c:v>45.9</c:v>
                </c:pt>
                <c:pt idx="544">
                  <c:v>85.6</c:v>
                </c:pt>
                <c:pt idx="545">
                  <c:v>67.5</c:v>
                </c:pt>
                <c:pt idx="546">
                  <c:v>80.8</c:v>
                </c:pt>
                <c:pt idx="547">
                  <c:v>80.5</c:v>
                </c:pt>
                <c:pt idx="548">
                  <c:v>47.8</c:v>
                </c:pt>
                <c:pt idx="549">
                  <c:v>70.2</c:v>
                </c:pt>
                <c:pt idx="550">
                  <c:v>50.4</c:v>
                </c:pt>
                <c:pt idx="551">
                  <c:v>81</c:v>
                </c:pt>
                <c:pt idx="552">
                  <c:v>70.099999999999994</c:v>
                </c:pt>
                <c:pt idx="553">
                  <c:v>87.9</c:v>
                </c:pt>
                <c:pt idx="554">
                  <c:v>64</c:v>
                </c:pt>
                <c:pt idx="555">
                  <c:v>81.5</c:v>
                </c:pt>
                <c:pt idx="556">
                  <c:v>72.7</c:v>
                </c:pt>
                <c:pt idx="557">
                  <c:v>74.3</c:v>
                </c:pt>
                <c:pt idx="558">
                  <c:v>80.7</c:v>
                </c:pt>
                <c:pt idx="559">
                  <c:v>40.5</c:v>
                </c:pt>
                <c:pt idx="560">
                  <c:v>89.3</c:v>
                </c:pt>
                <c:pt idx="561">
                  <c:v>71.3</c:v>
                </c:pt>
                <c:pt idx="562">
                  <c:v>65.7</c:v>
                </c:pt>
                <c:pt idx="563">
                  <c:v>79.400000000000006</c:v>
                </c:pt>
                <c:pt idx="564">
                  <c:v>55.7</c:v>
                </c:pt>
                <c:pt idx="565">
                  <c:v>79.2</c:v>
                </c:pt>
                <c:pt idx="566">
                  <c:v>88.5</c:v>
                </c:pt>
                <c:pt idx="567">
                  <c:v>45.2</c:v>
                </c:pt>
                <c:pt idx="568">
                  <c:v>88</c:v>
                </c:pt>
                <c:pt idx="569">
                  <c:v>82.5</c:v>
                </c:pt>
                <c:pt idx="570">
                  <c:v>57.2</c:v>
                </c:pt>
                <c:pt idx="571">
                  <c:v>80.3</c:v>
                </c:pt>
                <c:pt idx="572">
                  <c:v>88.3</c:v>
                </c:pt>
                <c:pt idx="573">
                  <c:v>85.5</c:v>
                </c:pt>
                <c:pt idx="574">
                  <c:v>66.8</c:v>
                </c:pt>
                <c:pt idx="575">
                  <c:v>71.900000000000006</c:v>
                </c:pt>
                <c:pt idx="576">
                  <c:v>64.3</c:v>
                </c:pt>
                <c:pt idx="577">
                  <c:v>65.2</c:v>
                </c:pt>
                <c:pt idx="578">
                  <c:v>84.9</c:v>
                </c:pt>
                <c:pt idx="579">
                  <c:v>48.8</c:v>
                </c:pt>
                <c:pt idx="580">
                  <c:v>66.099999999999994</c:v>
                </c:pt>
                <c:pt idx="581">
                  <c:v>59.5</c:v>
                </c:pt>
                <c:pt idx="582">
                  <c:v>55.4</c:v>
                </c:pt>
                <c:pt idx="583">
                  <c:v>82.7</c:v>
                </c:pt>
                <c:pt idx="584">
                  <c:v>86.1</c:v>
                </c:pt>
                <c:pt idx="585">
                  <c:v>69.3</c:v>
                </c:pt>
                <c:pt idx="586">
                  <c:v>94.1</c:v>
                </c:pt>
                <c:pt idx="587">
                  <c:v>62</c:v>
                </c:pt>
                <c:pt idx="588">
                  <c:v>58</c:v>
                </c:pt>
                <c:pt idx="589">
                  <c:v>48.4</c:v>
                </c:pt>
                <c:pt idx="590">
                  <c:v>72.900000000000006</c:v>
                </c:pt>
                <c:pt idx="591">
                  <c:v>60.3</c:v>
                </c:pt>
                <c:pt idx="592">
                  <c:v>74.599999999999994</c:v>
                </c:pt>
                <c:pt idx="593">
                  <c:v>50.4</c:v>
                </c:pt>
                <c:pt idx="594">
                  <c:v>65.2</c:v>
                </c:pt>
                <c:pt idx="595">
                  <c:v>82.1</c:v>
                </c:pt>
                <c:pt idx="596">
                  <c:v>89.3</c:v>
                </c:pt>
                <c:pt idx="597">
                  <c:v>59.1</c:v>
                </c:pt>
                <c:pt idx="598">
                  <c:v>72.3</c:v>
                </c:pt>
                <c:pt idx="599">
                  <c:v>84.8</c:v>
                </c:pt>
                <c:pt idx="600">
                  <c:v>63.8</c:v>
                </c:pt>
                <c:pt idx="601">
                  <c:v>55.4</c:v>
                </c:pt>
                <c:pt idx="602">
                  <c:v>57.5</c:v>
                </c:pt>
                <c:pt idx="603">
                  <c:v>70.900000000000006</c:v>
                </c:pt>
                <c:pt idx="604">
                  <c:v>70.2</c:v>
                </c:pt>
                <c:pt idx="605">
                  <c:v>66.900000000000006</c:v>
                </c:pt>
                <c:pt idx="606">
                  <c:v>51.4</c:v>
                </c:pt>
                <c:pt idx="607">
                  <c:v>56.9</c:v>
                </c:pt>
                <c:pt idx="608">
                  <c:v>82.5</c:v>
                </c:pt>
                <c:pt idx="609">
                  <c:v>58.1</c:v>
                </c:pt>
                <c:pt idx="610">
                  <c:v>68</c:v>
                </c:pt>
                <c:pt idx="611">
                  <c:v>66.099999999999994</c:v>
                </c:pt>
                <c:pt idx="612">
                  <c:v>69.3</c:v>
                </c:pt>
                <c:pt idx="613">
                  <c:v>69.7</c:v>
                </c:pt>
                <c:pt idx="614">
                  <c:v>82.3</c:v>
                </c:pt>
                <c:pt idx="615">
                  <c:v>52.1</c:v>
                </c:pt>
                <c:pt idx="616">
                  <c:v>65.5</c:v>
                </c:pt>
                <c:pt idx="617">
                  <c:v>85.4</c:v>
                </c:pt>
                <c:pt idx="618">
                  <c:v>56.8</c:v>
                </c:pt>
                <c:pt idx="619">
                  <c:v>74.2</c:v>
                </c:pt>
                <c:pt idx="620">
                  <c:v>78</c:v>
                </c:pt>
                <c:pt idx="621">
                  <c:v>63.7</c:v>
                </c:pt>
                <c:pt idx="622">
                  <c:v>63.3</c:v>
                </c:pt>
                <c:pt idx="623">
                  <c:v>73</c:v>
                </c:pt>
                <c:pt idx="624">
                  <c:v>53.7</c:v>
                </c:pt>
                <c:pt idx="625">
                  <c:v>87.5</c:v>
                </c:pt>
                <c:pt idx="626">
                  <c:v>65.400000000000006</c:v>
                </c:pt>
                <c:pt idx="627">
                  <c:v>88.8</c:v>
                </c:pt>
                <c:pt idx="628">
                  <c:v>53.1</c:v>
                </c:pt>
                <c:pt idx="629">
                  <c:v>56.5</c:v>
                </c:pt>
                <c:pt idx="630">
                  <c:v>63</c:v>
                </c:pt>
                <c:pt idx="631">
                  <c:v>52.6</c:v>
                </c:pt>
                <c:pt idx="632">
                  <c:v>58.2</c:v>
                </c:pt>
                <c:pt idx="633">
                  <c:v>76.599999999999994</c:v>
                </c:pt>
                <c:pt idx="634">
                  <c:v>57.2</c:v>
                </c:pt>
                <c:pt idx="635">
                  <c:v>63.9</c:v>
                </c:pt>
                <c:pt idx="636">
                  <c:v>55.3</c:v>
                </c:pt>
                <c:pt idx="637">
                  <c:v>49.3</c:v>
                </c:pt>
                <c:pt idx="638">
                  <c:v>53.6</c:v>
                </c:pt>
                <c:pt idx="639">
                  <c:v>79.2</c:v>
                </c:pt>
                <c:pt idx="640">
                  <c:v>75.8</c:v>
                </c:pt>
                <c:pt idx="641">
                  <c:v>71.7</c:v>
                </c:pt>
                <c:pt idx="642">
                  <c:v>56.7</c:v>
                </c:pt>
                <c:pt idx="643">
                  <c:v>75.099999999999994</c:v>
                </c:pt>
                <c:pt idx="644">
                  <c:v>79.3</c:v>
                </c:pt>
                <c:pt idx="645">
                  <c:v>56.5</c:v>
                </c:pt>
                <c:pt idx="646">
                  <c:v>55.8</c:v>
                </c:pt>
                <c:pt idx="647">
                  <c:v>64.2</c:v>
                </c:pt>
                <c:pt idx="648">
                  <c:v>64.7</c:v>
                </c:pt>
                <c:pt idx="649">
                  <c:v>76.900000000000006</c:v>
                </c:pt>
                <c:pt idx="650">
                  <c:v>73.3</c:v>
                </c:pt>
                <c:pt idx="651">
                  <c:v>73.099999999999994</c:v>
                </c:pt>
                <c:pt idx="652">
                  <c:v>55.7</c:v>
                </c:pt>
                <c:pt idx="653">
                  <c:v>51.8</c:v>
                </c:pt>
                <c:pt idx="654">
                  <c:v>66.5</c:v>
                </c:pt>
                <c:pt idx="655">
                  <c:v>64.2</c:v>
                </c:pt>
                <c:pt idx="656">
                  <c:v>60.4</c:v>
                </c:pt>
                <c:pt idx="657">
                  <c:v>88.5</c:v>
                </c:pt>
                <c:pt idx="658">
                  <c:v>68.3</c:v>
                </c:pt>
                <c:pt idx="659">
                  <c:v>79.7</c:v>
                </c:pt>
                <c:pt idx="660">
                  <c:v>85</c:v>
                </c:pt>
                <c:pt idx="661">
                  <c:v>62.6</c:v>
                </c:pt>
                <c:pt idx="662">
                  <c:v>54.7</c:v>
                </c:pt>
                <c:pt idx="663">
                  <c:v>51</c:v>
                </c:pt>
                <c:pt idx="664">
                  <c:v>68.2</c:v>
                </c:pt>
                <c:pt idx="665">
                  <c:v>64.400000000000006</c:v>
                </c:pt>
                <c:pt idx="666">
                  <c:v>65.400000000000006</c:v>
                </c:pt>
                <c:pt idx="667">
                  <c:v>73</c:v>
                </c:pt>
                <c:pt idx="668">
                  <c:v>86.2</c:v>
                </c:pt>
                <c:pt idx="669">
                  <c:v>60.1</c:v>
                </c:pt>
                <c:pt idx="670">
                  <c:v>87.6</c:v>
                </c:pt>
                <c:pt idx="671">
                  <c:v>85.3</c:v>
                </c:pt>
                <c:pt idx="672">
                  <c:v>52</c:v>
                </c:pt>
                <c:pt idx="673">
                  <c:v>89</c:v>
                </c:pt>
                <c:pt idx="674">
                  <c:v>61.9</c:v>
                </c:pt>
                <c:pt idx="675">
                  <c:v>68.099999999999994</c:v>
                </c:pt>
                <c:pt idx="676">
                  <c:v>41.9</c:v>
                </c:pt>
                <c:pt idx="677">
                  <c:v>71.3</c:v>
                </c:pt>
                <c:pt idx="678">
                  <c:v>75.599999999999994</c:v>
                </c:pt>
                <c:pt idx="679">
                  <c:v>74.599999999999994</c:v>
                </c:pt>
                <c:pt idx="680">
                  <c:v>40.4</c:v>
                </c:pt>
                <c:pt idx="681">
                  <c:v>87.1</c:v>
                </c:pt>
                <c:pt idx="682">
                  <c:v>73.5</c:v>
                </c:pt>
                <c:pt idx="683">
                  <c:v>89.6</c:v>
                </c:pt>
                <c:pt idx="684">
                  <c:v>49.9</c:v>
                </c:pt>
                <c:pt idx="685">
                  <c:v>57.8</c:v>
                </c:pt>
                <c:pt idx="686">
                  <c:v>78.900000000000006</c:v>
                </c:pt>
                <c:pt idx="687">
                  <c:v>55.1</c:v>
                </c:pt>
                <c:pt idx="688">
                  <c:v>72.400000000000006</c:v>
                </c:pt>
                <c:pt idx="689">
                  <c:v>69.7</c:v>
                </c:pt>
                <c:pt idx="690">
                  <c:v>80.599999999999994</c:v>
                </c:pt>
                <c:pt idx="691">
                  <c:v>70.8</c:v>
                </c:pt>
                <c:pt idx="692">
                  <c:v>87.2</c:v>
                </c:pt>
                <c:pt idx="693">
                  <c:v>55.2</c:v>
                </c:pt>
                <c:pt idx="694">
                  <c:v>71.400000000000006</c:v>
                </c:pt>
                <c:pt idx="695">
                  <c:v>58.1</c:v>
                </c:pt>
                <c:pt idx="696">
                  <c:v>55.6</c:v>
                </c:pt>
                <c:pt idx="697">
                  <c:v>81.7</c:v>
                </c:pt>
                <c:pt idx="698">
                  <c:v>80.8</c:v>
                </c:pt>
                <c:pt idx="699">
                  <c:v>62.2</c:v>
                </c:pt>
                <c:pt idx="700">
                  <c:v>58</c:v>
                </c:pt>
                <c:pt idx="701">
                  <c:v>69.099999999999994</c:v>
                </c:pt>
                <c:pt idx="702">
                  <c:v>45.7</c:v>
                </c:pt>
                <c:pt idx="703">
                  <c:v>62</c:v>
                </c:pt>
                <c:pt idx="704">
                  <c:v>85.5</c:v>
                </c:pt>
                <c:pt idx="705">
                  <c:v>52.6</c:v>
                </c:pt>
                <c:pt idx="706">
                  <c:v>53</c:v>
                </c:pt>
                <c:pt idx="707">
                  <c:v>88.5</c:v>
                </c:pt>
                <c:pt idx="708">
                  <c:v>71</c:v>
                </c:pt>
                <c:pt idx="709">
                  <c:v>75.2</c:v>
                </c:pt>
                <c:pt idx="710">
                  <c:v>61.6</c:v>
                </c:pt>
                <c:pt idx="711">
                  <c:v>83.4</c:v>
                </c:pt>
                <c:pt idx="712">
                  <c:v>77.7</c:v>
                </c:pt>
                <c:pt idx="713">
                  <c:v>48.7</c:v>
                </c:pt>
                <c:pt idx="714">
                  <c:v>86.6</c:v>
                </c:pt>
                <c:pt idx="715">
                  <c:v>57.9</c:v>
                </c:pt>
                <c:pt idx="716">
                  <c:v>82.4</c:v>
                </c:pt>
                <c:pt idx="717">
                  <c:v>83.1</c:v>
                </c:pt>
                <c:pt idx="718">
                  <c:v>101</c:v>
                </c:pt>
                <c:pt idx="719">
                  <c:v>44.8</c:v>
                </c:pt>
                <c:pt idx="720">
                  <c:v>69.2</c:v>
                </c:pt>
                <c:pt idx="721">
                  <c:v>63.2</c:v>
                </c:pt>
                <c:pt idx="722">
                  <c:v>87</c:v>
                </c:pt>
                <c:pt idx="723">
                  <c:v>78.8</c:v>
                </c:pt>
                <c:pt idx="724">
                  <c:v>91.5</c:v>
                </c:pt>
                <c:pt idx="725">
                  <c:v>93</c:v>
                </c:pt>
                <c:pt idx="726">
                  <c:v>40.9</c:v>
                </c:pt>
                <c:pt idx="727">
                  <c:v>49</c:v>
                </c:pt>
                <c:pt idx="728">
                  <c:v>113.6</c:v>
                </c:pt>
                <c:pt idx="729">
                  <c:v>75.7</c:v>
                </c:pt>
                <c:pt idx="730">
                  <c:v>95.2</c:v>
                </c:pt>
                <c:pt idx="731">
                  <c:v>102.1</c:v>
                </c:pt>
                <c:pt idx="732">
                  <c:v>95.1</c:v>
                </c:pt>
                <c:pt idx="733">
                  <c:v>66.900000000000006</c:v>
                </c:pt>
                <c:pt idx="734">
                  <c:v>101.5</c:v>
                </c:pt>
                <c:pt idx="735">
                  <c:v>87.3</c:v>
                </c:pt>
                <c:pt idx="736">
                  <c:v>70.3</c:v>
                </c:pt>
                <c:pt idx="737">
                  <c:v>63.7</c:v>
                </c:pt>
                <c:pt idx="738">
                  <c:v>45.5</c:v>
                </c:pt>
                <c:pt idx="739">
                  <c:v>59.7</c:v>
                </c:pt>
                <c:pt idx="740">
                  <c:v>73.7</c:v>
                </c:pt>
                <c:pt idx="741">
                  <c:v>108.6</c:v>
                </c:pt>
                <c:pt idx="742">
                  <c:v>94.6</c:v>
                </c:pt>
                <c:pt idx="743">
                  <c:v>55</c:v>
                </c:pt>
                <c:pt idx="744">
                  <c:v>61.5</c:v>
                </c:pt>
                <c:pt idx="745">
                  <c:v>71.7</c:v>
                </c:pt>
                <c:pt idx="746">
                  <c:v>84.8</c:v>
                </c:pt>
                <c:pt idx="747">
                  <c:v>42.3</c:v>
                </c:pt>
                <c:pt idx="748">
                  <c:v>57.3</c:v>
                </c:pt>
                <c:pt idx="749">
                  <c:v>45.2</c:v>
                </c:pt>
                <c:pt idx="750">
                  <c:v>63.5</c:v>
                </c:pt>
                <c:pt idx="751">
                  <c:v>81.7</c:v>
                </c:pt>
                <c:pt idx="752">
                  <c:v>76.7</c:v>
                </c:pt>
                <c:pt idx="753">
                  <c:v>80</c:v>
                </c:pt>
                <c:pt idx="754">
                  <c:v>72.3</c:v>
                </c:pt>
                <c:pt idx="755">
                  <c:v>62.1</c:v>
                </c:pt>
                <c:pt idx="756">
                  <c:v>45.4</c:v>
                </c:pt>
                <c:pt idx="757">
                  <c:v>82.1</c:v>
                </c:pt>
                <c:pt idx="758">
                  <c:v>81.400000000000006</c:v>
                </c:pt>
                <c:pt idx="759">
                  <c:v>50.7</c:v>
                </c:pt>
                <c:pt idx="760">
                  <c:v>55.2</c:v>
                </c:pt>
                <c:pt idx="761">
                  <c:v>50.6</c:v>
                </c:pt>
                <c:pt idx="762">
                  <c:v>102.8</c:v>
                </c:pt>
                <c:pt idx="763">
                  <c:v>69</c:v>
                </c:pt>
                <c:pt idx="764">
                  <c:v>73.2</c:v>
                </c:pt>
                <c:pt idx="765">
                  <c:v>42.8</c:v>
                </c:pt>
                <c:pt idx="766">
                  <c:v>66.599999999999994</c:v>
                </c:pt>
                <c:pt idx="767">
                  <c:v>62.5</c:v>
                </c:pt>
                <c:pt idx="768">
                  <c:v>51.7</c:v>
                </c:pt>
                <c:pt idx="769">
                  <c:v>60.6</c:v>
                </c:pt>
                <c:pt idx="770">
                  <c:v>76.400000000000006</c:v>
                </c:pt>
                <c:pt idx="771">
                  <c:v>68.3</c:v>
                </c:pt>
                <c:pt idx="772">
                  <c:v>121.7</c:v>
                </c:pt>
                <c:pt idx="773">
                  <c:v>117.7</c:v>
                </c:pt>
                <c:pt idx="774">
                  <c:v>48.2</c:v>
                </c:pt>
                <c:pt idx="775">
                  <c:v>61</c:v>
                </c:pt>
                <c:pt idx="776">
                  <c:v>67.900000000000006</c:v>
                </c:pt>
                <c:pt idx="777">
                  <c:v>120.9</c:v>
                </c:pt>
                <c:pt idx="778">
                  <c:v>47.8</c:v>
                </c:pt>
                <c:pt idx="779">
                  <c:v>108.2</c:v>
                </c:pt>
                <c:pt idx="780">
                  <c:v>78.3</c:v>
                </c:pt>
                <c:pt idx="781">
                  <c:v>48.2</c:v>
                </c:pt>
                <c:pt idx="782">
                  <c:v>113.2</c:v>
                </c:pt>
                <c:pt idx="783">
                  <c:v>61.2</c:v>
                </c:pt>
                <c:pt idx="784">
                  <c:v>48.3</c:v>
                </c:pt>
                <c:pt idx="785">
                  <c:v>42.7</c:v>
                </c:pt>
                <c:pt idx="786">
                  <c:v>71.599999999999994</c:v>
                </c:pt>
                <c:pt idx="787">
                  <c:v>63</c:v>
                </c:pt>
                <c:pt idx="788">
                  <c:v>58.2</c:v>
                </c:pt>
                <c:pt idx="789">
                  <c:v>55.2</c:v>
                </c:pt>
                <c:pt idx="790">
                  <c:v>64.8</c:v>
                </c:pt>
                <c:pt idx="791">
                  <c:v>60.7</c:v>
                </c:pt>
                <c:pt idx="792">
                  <c:v>124.2</c:v>
                </c:pt>
                <c:pt idx="793">
                  <c:v>122.1</c:v>
                </c:pt>
                <c:pt idx="794">
                  <c:v>60.4</c:v>
                </c:pt>
                <c:pt idx="795">
                  <c:v>129.5</c:v>
                </c:pt>
                <c:pt idx="796">
                  <c:v>125.2</c:v>
                </c:pt>
                <c:pt idx="797">
                  <c:v>68.2</c:v>
                </c:pt>
                <c:pt idx="798">
                  <c:v>115.3</c:v>
                </c:pt>
                <c:pt idx="799">
                  <c:v>53.8</c:v>
                </c:pt>
                <c:pt idx="800">
                  <c:v>66.3</c:v>
                </c:pt>
                <c:pt idx="801">
                  <c:v>45.9</c:v>
                </c:pt>
                <c:pt idx="802">
                  <c:v>44.7</c:v>
                </c:pt>
                <c:pt idx="803">
                  <c:v>72.7</c:v>
                </c:pt>
                <c:pt idx="804">
                  <c:v>62.8</c:v>
                </c:pt>
                <c:pt idx="805">
                  <c:v>108.6</c:v>
                </c:pt>
                <c:pt idx="806">
                  <c:v>117</c:v>
                </c:pt>
                <c:pt idx="807">
                  <c:v>81.400000000000006</c:v>
                </c:pt>
                <c:pt idx="808">
                  <c:v>41.6</c:v>
                </c:pt>
                <c:pt idx="809">
                  <c:v>56.6</c:v>
                </c:pt>
                <c:pt idx="810">
                  <c:v>73.400000000000006</c:v>
                </c:pt>
                <c:pt idx="811">
                  <c:v>105.3</c:v>
                </c:pt>
                <c:pt idx="812">
                  <c:v>96.3</c:v>
                </c:pt>
                <c:pt idx="813">
                  <c:v>57.9</c:v>
                </c:pt>
                <c:pt idx="814">
                  <c:v>63.6</c:v>
                </c:pt>
                <c:pt idx="815">
                  <c:v>106.5</c:v>
                </c:pt>
                <c:pt idx="816">
                  <c:v>112.4</c:v>
                </c:pt>
                <c:pt idx="817">
                  <c:v>58</c:v>
                </c:pt>
                <c:pt idx="818">
                  <c:v>51.7</c:v>
                </c:pt>
                <c:pt idx="819">
                  <c:v>106.5</c:v>
                </c:pt>
                <c:pt idx="820">
                  <c:v>43.8</c:v>
                </c:pt>
                <c:pt idx="821">
                  <c:v>111.5</c:v>
                </c:pt>
                <c:pt idx="822">
                  <c:v>50.2</c:v>
                </c:pt>
                <c:pt idx="823">
                  <c:v>59.3</c:v>
                </c:pt>
                <c:pt idx="824">
                  <c:v>52.4</c:v>
                </c:pt>
                <c:pt idx="825">
                  <c:v>61</c:v>
                </c:pt>
                <c:pt idx="826">
                  <c:v>120.5</c:v>
                </c:pt>
                <c:pt idx="827">
                  <c:v>56.4</c:v>
                </c:pt>
                <c:pt idx="828">
                  <c:v>121.6</c:v>
                </c:pt>
                <c:pt idx="829">
                  <c:v>86</c:v>
                </c:pt>
                <c:pt idx="830">
                  <c:v>102.6</c:v>
                </c:pt>
                <c:pt idx="831">
                  <c:v>101</c:v>
                </c:pt>
                <c:pt idx="832">
                  <c:v>67</c:v>
                </c:pt>
                <c:pt idx="833">
                  <c:v>108</c:v>
                </c:pt>
                <c:pt idx="834">
                  <c:v>82.8</c:v>
                </c:pt>
                <c:pt idx="835">
                  <c:v>123.8</c:v>
                </c:pt>
                <c:pt idx="836">
                  <c:v>65.099999999999994</c:v>
                </c:pt>
                <c:pt idx="837">
                  <c:v>46.6</c:v>
                </c:pt>
                <c:pt idx="838">
                  <c:v>40.4</c:v>
                </c:pt>
                <c:pt idx="839">
                  <c:v>69.5</c:v>
                </c:pt>
                <c:pt idx="840">
                  <c:v>110.7</c:v>
                </c:pt>
                <c:pt idx="841">
                  <c:v>102.6</c:v>
                </c:pt>
                <c:pt idx="842">
                  <c:v>63</c:v>
                </c:pt>
                <c:pt idx="843">
                  <c:v>52.9</c:v>
                </c:pt>
                <c:pt idx="844">
                  <c:v>51.1</c:v>
                </c:pt>
                <c:pt idx="845">
                  <c:v>116.8</c:v>
                </c:pt>
                <c:pt idx="846">
                  <c:v>82.2</c:v>
                </c:pt>
                <c:pt idx="847">
                  <c:v>55.1</c:v>
                </c:pt>
                <c:pt idx="848">
                  <c:v>93.7</c:v>
                </c:pt>
                <c:pt idx="849">
                  <c:v>47.8</c:v>
                </c:pt>
                <c:pt idx="850">
                  <c:v>90</c:v>
                </c:pt>
                <c:pt idx="851">
                  <c:v>58.9</c:v>
                </c:pt>
                <c:pt idx="852">
                  <c:v>51.5</c:v>
                </c:pt>
                <c:pt idx="853">
                  <c:v>102.1</c:v>
                </c:pt>
                <c:pt idx="854">
                  <c:v>77.7</c:v>
                </c:pt>
                <c:pt idx="855">
                  <c:v>78.400000000000006</c:v>
                </c:pt>
                <c:pt idx="856">
                  <c:v>63.1</c:v>
                </c:pt>
                <c:pt idx="857">
                  <c:v>117.3</c:v>
                </c:pt>
                <c:pt idx="858">
                  <c:v>60.7</c:v>
                </c:pt>
                <c:pt idx="859">
                  <c:v>118.6</c:v>
                </c:pt>
                <c:pt idx="860">
                  <c:v>88.7</c:v>
                </c:pt>
                <c:pt idx="861">
                  <c:v>45</c:v>
                </c:pt>
                <c:pt idx="862">
                  <c:v>62.3</c:v>
                </c:pt>
                <c:pt idx="863">
                  <c:v>56.9</c:v>
                </c:pt>
                <c:pt idx="864">
                  <c:v>129</c:v>
                </c:pt>
                <c:pt idx="865">
                  <c:v>47.8</c:v>
                </c:pt>
                <c:pt idx="866">
                  <c:v>98</c:v>
                </c:pt>
                <c:pt idx="867">
                  <c:v>47.2</c:v>
                </c:pt>
                <c:pt idx="868">
                  <c:v>58.4</c:v>
                </c:pt>
                <c:pt idx="869">
                  <c:v>82.9</c:v>
                </c:pt>
                <c:pt idx="870">
                  <c:v>78.599999999999994</c:v>
                </c:pt>
                <c:pt idx="871">
                  <c:v>61.9</c:v>
                </c:pt>
                <c:pt idx="872">
                  <c:v>107.9</c:v>
                </c:pt>
                <c:pt idx="873">
                  <c:v>86.6</c:v>
                </c:pt>
                <c:pt idx="874">
                  <c:v>79.2</c:v>
                </c:pt>
                <c:pt idx="875">
                  <c:v>40.6</c:v>
                </c:pt>
                <c:pt idx="876">
                  <c:v>75.599999999999994</c:v>
                </c:pt>
                <c:pt idx="877">
                  <c:v>110.2</c:v>
                </c:pt>
                <c:pt idx="878">
                  <c:v>96.7</c:v>
                </c:pt>
                <c:pt idx="879">
                  <c:v>107.8</c:v>
                </c:pt>
                <c:pt idx="880">
                  <c:v>57.7</c:v>
                </c:pt>
                <c:pt idx="881">
                  <c:v>86.9</c:v>
                </c:pt>
                <c:pt idx="882">
                  <c:v>58.6</c:v>
                </c:pt>
                <c:pt idx="883">
                  <c:v>54.4</c:v>
                </c:pt>
                <c:pt idx="884">
                  <c:v>52.4</c:v>
                </c:pt>
                <c:pt idx="885">
                  <c:v>102.6</c:v>
                </c:pt>
                <c:pt idx="886">
                  <c:v>49.2</c:v>
                </c:pt>
                <c:pt idx="887">
                  <c:v>46.6</c:v>
                </c:pt>
                <c:pt idx="888">
                  <c:v>44.2</c:v>
                </c:pt>
                <c:pt idx="889">
                  <c:v>125.1</c:v>
                </c:pt>
                <c:pt idx="890">
                  <c:v>97.9</c:v>
                </c:pt>
                <c:pt idx="891">
                  <c:v>105.2</c:v>
                </c:pt>
                <c:pt idx="892">
                  <c:v>88.4</c:v>
                </c:pt>
                <c:pt idx="893">
                  <c:v>53.3</c:v>
                </c:pt>
                <c:pt idx="894">
                  <c:v>105.5</c:v>
                </c:pt>
                <c:pt idx="895">
                  <c:v>84.3</c:v>
                </c:pt>
                <c:pt idx="896">
                  <c:v>63.5</c:v>
                </c:pt>
                <c:pt idx="897">
                  <c:v>94.5</c:v>
                </c:pt>
                <c:pt idx="898">
                  <c:v>125.9</c:v>
                </c:pt>
                <c:pt idx="899">
                  <c:v>66.5</c:v>
                </c:pt>
                <c:pt idx="900">
                  <c:v>73.5</c:v>
                </c:pt>
                <c:pt idx="901">
                  <c:v>50.6</c:v>
                </c:pt>
                <c:pt idx="902">
                  <c:v>52.5</c:v>
                </c:pt>
                <c:pt idx="903">
                  <c:v>41.2</c:v>
                </c:pt>
                <c:pt idx="904">
                  <c:v>116.4</c:v>
                </c:pt>
                <c:pt idx="905">
                  <c:v>46.9</c:v>
                </c:pt>
                <c:pt idx="906">
                  <c:v>84</c:v>
                </c:pt>
                <c:pt idx="907">
                  <c:v>126.4</c:v>
                </c:pt>
                <c:pt idx="908">
                  <c:v>83.7</c:v>
                </c:pt>
                <c:pt idx="909">
                  <c:v>101.8</c:v>
                </c:pt>
                <c:pt idx="910">
                  <c:v>73.5</c:v>
                </c:pt>
                <c:pt idx="911">
                  <c:v>89</c:v>
                </c:pt>
                <c:pt idx="912">
                  <c:v>127.6</c:v>
                </c:pt>
                <c:pt idx="913">
                  <c:v>96.7</c:v>
                </c:pt>
                <c:pt idx="914">
                  <c:v>128.19999999999999</c:v>
                </c:pt>
                <c:pt idx="915">
                  <c:v>59.2</c:v>
                </c:pt>
                <c:pt idx="916">
                  <c:v>128.4</c:v>
                </c:pt>
                <c:pt idx="917">
                  <c:v>106.8</c:v>
                </c:pt>
                <c:pt idx="918">
                  <c:v>124.6</c:v>
                </c:pt>
                <c:pt idx="919">
                  <c:v>111</c:v>
                </c:pt>
                <c:pt idx="920">
                  <c:v>76.8</c:v>
                </c:pt>
                <c:pt idx="921">
                  <c:v>66.2</c:v>
                </c:pt>
                <c:pt idx="922">
                  <c:v>83</c:v>
                </c:pt>
                <c:pt idx="923">
                  <c:v>72.8</c:v>
                </c:pt>
                <c:pt idx="924">
                  <c:v>104.3</c:v>
                </c:pt>
                <c:pt idx="925">
                  <c:v>103.5</c:v>
                </c:pt>
                <c:pt idx="926">
                  <c:v>77.7</c:v>
                </c:pt>
                <c:pt idx="927">
                  <c:v>107.7</c:v>
                </c:pt>
                <c:pt idx="928">
                  <c:v>57.8</c:v>
                </c:pt>
                <c:pt idx="929">
                  <c:v>127.5</c:v>
                </c:pt>
                <c:pt idx="930">
                  <c:v>100.9</c:v>
                </c:pt>
                <c:pt idx="931">
                  <c:v>59</c:v>
                </c:pt>
                <c:pt idx="932">
                  <c:v>86.6</c:v>
                </c:pt>
                <c:pt idx="933">
                  <c:v>81.7</c:v>
                </c:pt>
                <c:pt idx="934">
                  <c:v>101.1</c:v>
                </c:pt>
                <c:pt idx="935">
                  <c:v>58.4</c:v>
                </c:pt>
                <c:pt idx="936">
                  <c:v>58.7</c:v>
                </c:pt>
                <c:pt idx="937">
                  <c:v>48.6</c:v>
                </c:pt>
                <c:pt idx="938">
                  <c:v>74</c:v>
                </c:pt>
                <c:pt idx="939">
                  <c:v>56.5</c:v>
                </c:pt>
                <c:pt idx="940">
                  <c:v>61.6</c:v>
                </c:pt>
                <c:pt idx="941">
                  <c:v>109.3</c:v>
                </c:pt>
                <c:pt idx="942">
                  <c:v>109</c:v>
                </c:pt>
                <c:pt idx="943">
                  <c:v>82.2</c:v>
                </c:pt>
                <c:pt idx="944">
                  <c:v>95.9</c:v>
                </c:pt>
                <c:pt idx="945">
                  <c:v>105.7</c:v>
                </c:pt>
                <c:pt idx="946">
                  <c:v>49.3</c:v>
                </c:pt>
                <c:pt idx="947">
                  <c:v>51.9</c:v>
                </c:pt>
                <c:pt idx="948">
                  <c:v>89.8</c:v>
                </c:pt>
                <c:pt idx="949">
                  <c:v>84.8</c:v>
                </c:pt>
                <c:pt idx="950">
                  <c:v>115.4</c:v>
                </c:pt>
                <c:pt idx="951">
                  <c:v>72.599999999999994</c:v>
                </c:pt>
                <c:pt idx="952">
                  <c:v>59.3</c:v>
                </c:pt>
                <c:pt idx="953">
                  <c:v>65.900000000000006</c:v>
                </c:pt>
                <c:pt idx="954">
                  <c:v>86.5</c:v>
                </c:pt>
                <c:pt idx="955">
                  <c:v>70.2</c:v>
                </c:pt>
                <c:pt idx="956">
                  <c:v>93.6</c:v>
                </c:pt>
                <c:pt idx="957">
                  <c:v>86.4</c:v>
                </c:pt>
                <c:pt idx="958">
                  <c:v>67.900000000000006</c:v>
                </c:pt>
                <c:pt idx="959">
                  <c:v>43.8</c:v>
                </c:pt>
                <c:pt idx="960">
                  <c:v>96.7</c:v>
                </c:pt>
                <c:pt idx="961">
                  <c:v>54.6</c:v>
                </c:pt>
                <c:pt idx="962">
                  <c:v>90.2</c:v>
                </c:pt>
                <c:pt idx="963">
                  <c:v>50.3</c:v>
                </c:pt>
                <c:pt idx="964">
                  <c:v>116.5</c:v>
                </c:pt>
                <c:pt idx="965">
                  <c:v>126.4</c:v>
                </c:pt>
                <c:pt idx="966">
                  <c:v>52</c:v>
                </c:pt>
                <c:pt idx="967">
                  <c:v>96.3</c:v>
                </c:pt>
                <c:pt idx="968">
                  <c:v>127.8</c:v>
                </c:pt>
                <c:pt idx="969">
                  <c:v>52.1</c:v>
                </c:pt>
                <c:pt idx="970">
                  <c:v>88.1</c:v>
                </c:pt>
                <c:pt idx="971">
                  <c:v>69.900000000000006</c:v>
                </c:pt>
                <c:pt idx="972">
                  <c:v>118.6</c:v>
                </c:pt>
              </c:numCache>
            </c:numRef>
          </c:xVal>
          <c:yVal>
            <c:numRef>
              <c:f>'Sub-Dataset'!$E$3:$E$975</c:f>
              <c:numCache>
                <c:formatCode>General</c:formatCode>
                <c:ptCount val="973"/>
                <c:pt idx="0">
                  <c:v>0</c:v>
                </c:pt>
                <c:pt idx="1">
                  <c:v>2</c:v>
                </c:pt>
                <c:pt idx="2">
                  <c:v>0</c:v>
                </c:pt>
                <c:pt idx="3">
                  <c:v>1.95</c:v>
                </c:pt>
                <c:pt idx="4">
                  <c:v>0</c:v>
                </c:pt>
                <c:pt idx="5">
                  <c:v>0</c:v>
                </c:pt>
                <c:pt idx="6">
                  <c:v>0</c:v>
                </c:pt>
                <c:pt idx="7">
                  <c:v>0</c:v>
                </c:pt>
                <c:pt idx="8">
                  <c:v>1.79</c:v>
                </c:pt>
                <c:pt idx="9">
                  <c:v>0</c:v>
                </c:pt>
                <c:pt idx="10">
                  <c:v>0</c:v>
                </c:pt>
                <c:pt idx="11">
                  <c:v>1.83</c:v>
                </c:pt>
                <c:pt idx="12">
                  <c:v>0</c:v>
                </c:pt>
                <c:pt idx="13">
                  <c:v>1.61</c:v>
                </c:pt>
                <c:pt idx="14">
                  <c:v>1.99</c:v>
                </c:pt>
                <c:pt idx="15">
                  <c:v>0</c:v>
                </c:pt>
                <c:pt idx="16">
                  <c:v>0</c:v>
                </c:pt>
                <c:pt idx="17">
                  <c:v>0</c:v>
                </c:pt>
                <c:pt idx="18">
                  <c:v>0</c:v>
                </c:pt>
                <c:pt idx="19">
                  <c:v>0</c:v>
                </c:pt>
                <c:pt idx="20">
                  <c:v>1.8</c:v>
                </c:pt>
                <c:pt idx="21">
                  <c:v>0</c:v>
                </c:pt>
                <c:pt idx="22">
                  <c:v>1.88</c:v>
                </c:pt>
                <c:pt idx="23">
                  <c:v>1.71</c:v>
                </c:pt>
                <c:pt idx="24">
                  <c:v>1.86</c:v>
                </c:pt>
                <c:pt idx="25">
                  <c:v>0</c:v>
                </c:pt>
                <c:pt idx="26">
                  <c:v>0</c:v>
                </c:pt>
                <c:pt idx="27">
                  <c:v>1.99</c:v>
                </c:pt>
                <c:pt idx="28">
                  <c:v>0</c:v>
                </c:pt>
                <c:pt idx="29">
                  <c:v>0</c:v>
                </c:pt>
                <c:pt idx="30">
                  <c:v>1.87</c:v>
                </c:pt>
                <c:pt idx="31">
                  <c:v>0</c:v>
                </c:pt>
                <c:pt idx="32">
                  <c:v>0</c:v>
                </c:pt>
                <c:pt idx="33">
                  <c:v>0</c:v>
                </c:pt>
                <c:pt idx="34">
                  <c:v>1.61</c:v>
                </c:pt>
                <c:pt idx="35">
                  <c:v>0</c:v>
                </c:pt>
                <c:pt idx="36">
                  <c:v>0</c:v>
                </c:pt>
                <c:pt idx="37">
                  <c:v>0</c:v>
                </c:pt>
                <c:pt idx="38">
                  <c:v>0</c:v>
                </c:pt>
                <c:pt idx="39">
                  <c:v>0</c:v>
                </c:pt>
                <c:pt idx="40">
                  <c:v>0</c:v>
                </c:pt>
                <c:pt idx="41">
                  <c:v>1.72</c:v>
                </c:pt>
                <c:pt idx="42">
                  <c:v>0</c:v>
                </c:pt>
                <c:pt idx="43">
                  <c:v>0</c:v>
                </c:pt>
                <c:pt idx="44">
                  <c:v>0</c:v>
                </c:pt>
                <c:pt idx="45">
                  <c:v>0</c:v>
                </c:pt>
                <c:pt idx="46">
                  <c:v>1.88</c:v>
                </c:pt>
                <c:pt idx="47">
                  <c:v>0</c:v>
                </c:pt>
                <c:pt idx="48">
                  <c:v>1.96</c:v>
                </c:pt>
                <c:pt idx="49">
                  <c:v>0</c:v>
                </c:pt>
                <c:pt idx="50">
                  <c:v>0</c:v>
                </c:pt>
                <c:pt idx="51">
                  <c:v>1.99</c:v>
                </c:pt>
                <c:pt idx="52">
                  <c:v>0</c:v>
                </c:pt>
                <c:pt idx="53">
                  <c:v>1.85</c:v>
                </c:pt>
                <c:pt idx="54">
                  <c:v>0</c:v>
                </c:pt>
                <c:pt idx="55">
                  <c:v>0</c:v>
                </c:pt>
                <c:pt idx="56">
                  <c:v>1.99</c:v>
                </c:pt>
                <c:pt idx="57">
                  <c:v>0</c:v>
                </c:pt>
                <c:pt idx="58">
                  <c:v>0</c:v>
                </c:pt>
                <c:pt idx="59">
                  <c:v>0</c:v>
                </c:pt>
                <c:pt idx="60">
                  <c:v>0</c:v>
                </c:pt>
                <c:pt idx="61">
                  <c:v>1.94</c:v>
                </c:pt>
                <c:pt idx="62">
                  <c:v>1.9</c:v>
                </c:pt>
                <c:pt idx="63">
                  <c:v>0</c:v>
                </c:pt>
                <c:pt idx="64">
                  <c:v>1.77</c:v>
                </c:pt>
                <c:pt idx="65">
                  <c:v>1.7</c:v>
                </c:pt>
                <c:pt idx="66">
                  <c:v>1.93</c:v>
                </c:pt>
                <c:pt idx="67">
                  <c:v>1.97</c:v>
                </c:pt>
                <c:pt idx="68">
                  <c:v>0</c:v>
                </c:pt>
                <c:pt idx="69">
                  <c:v>0</c:v>
                </c:pt>
                <c:pt idx="70">
                  <c:v>1.87</c:v>
                </c:pt>
                <c:pt idx="71">
                  <c:v>0</c:v>
                </c:pt>
                <c:pt idx="72">
                  <c:v>0</c:v>
                </c:pt>
                <c:pt idx="73">
                  <c:v>0</c:v>
                </c:pt>
                <c:pt idx="74">
                  <c:v>0</c:v>
                </c:pt>
                <c:pt idx="75">
                  <c:v>0</c:v>
                </c:pt>
                <c:pt idx="76">
                  <c:v>0</c:v>
                </c:pt>
                <c:pt idx="77">
                  <c:v>1.92</c:v>
                </c:pt>
                <c:pt idx="78">
                  <c:v>0</c:v>
                </c:pt>
                <c:pt idx="79">
                  <c:v>0</c:v>
                </c:pt>
                <c:pt idx="80">
                  <c:v>1.79</c:v>
                </c:pt>
                <c:pt idx="81">
                  <c:v>1.9</c:v>
                </c:pt>
                <c:pt idx="82">
                  <c:v>1.68</c:v>
                </c:pt>
                <c:pt idx="83">
                  <c:v>1.89</c:v>
                </c:pt>
                <c:pt idx="84">
                  <c:v>1.68</c:v>
                </c:pt>
                <c:pt idx="85">
                  <c:v>1.63</c:v>
                </c:pt>
                <c:pt idx="86">
                  <c:v>0</c:v>
                </c:pt>
                <c:pt idx="87">
                  <c:v>1.77</c:v>
                </c:pt>
                <c:pt idx="88">
                  <c:v>1.96</c:v>
                </c:pt>
                <c:pt idx="89">
                  <c:v>0</c:v>
                </c:pt>
                <c:pt idx="90">
                  <c:v>2</c:v>
                </c:pt>
                <c:pt idx="91">
                  <c:v>0</c:v>
                </c:pt>
                <c:pt idx="92">
                  <c:v>0</c:v>
                </c:pt>
                <c:pt idx="93">
                  <c:v>0</c:v>
                </c:pt>
                <c:pt idx="94">
                  <c:v>0</c:v>
                </c:pt>
                <c:pt idx="95">
                  <c:v>0</c:v>
                </c:pt>
                <c:pt idx="96">
                  <c:v>1.84</c:v>
                </c:pt>
                <c:pt idx="97">
                  <c:v>0</c:v>
                </c:pt>
                <c:pt idx="98">
                  <c:v>1.89</c:v>
                </c:pt>
                <c:pt idx="99">
                  <c:v>0</c:v>
                </c:pt>
                <c:pt idx="100">
                  <c:v>0</c:v>
                </c:pt>
                <c:pt idx="101">
                  <c:v>1.79</c:v>
                </c:pt>
                <c:pt idx="102">
                  <c:v>0</c:v>
                </c:pt>
                <c:pt idx="103">
                  <c:v>1.92</c:v>
                </c:pt>
                <c:pt idx="104">
                  <c:v>0</c:v>
                </c:pt>
                <c:pt idx="105">
                  <c:v>0</c:v>
                </c:pt>
                <c:pt idx="106">
                  <c:v>1.85</c:v>
                </c:pt>
                <c:pt idx="107">
                  <c:v>0</c:v>
                </c:pt>
                <c:pt idx="108">
                  <c:v>0</c:v>
                </c:pt>
                <c:pt idx="109">
                  <c:v>0</c:v>
                </c:pt>
                <c:pt idx="110">
                  <c:v>1.94</c:v>
                </c:pt>
                <c:pt idx="111">
                  <c:v>0</c:v>
                </c:pt>
                <c:pt idx="112">
                  <c:v>1.68</c:v>
                </c:pt>
                <c:pt idx="113">
                  <c:v>0</c:v>
                </c:pt>
                <c:pt idx="114">
                  <c:v>1.82</c:v>
                </c:pt>
                <c:pt idx="115">
                  <c:v>1.83</c:v>
                </c:pt>
                <c:pt idx="116">
                  <c:v>0</c:v>
                </c:pt>
                <c:pt idx="117">
                  <c:v>1.94</c:v>
                </c:pt>
                <c:pt idx="118">
                  <c:v>1.8</c:v>
                </c:pt>
                <c:pt idx="119">
                  <c:v>1.62</c:v>
                </c:pt>
                <c:pt idx="120">
                  <c:v>0</c:v>
                </c:pt>
                <c:pt idx="121">
                  <c:v>0</c:v>
                </c:pt>
                <c:pt idx="122">
                  <c:v>1.94</c:v>
                </c:pt>
                <c:pt idx="123">
                  <c:v>0</c:v>
                </c:pt>
                <c:pt idx="124">
                  <c:v>0</c:v>
                </c:pt>
                <c:pt idx="125">
                  <c:v>1.93</c:v>
                </c:pt>
                <c:pt idx="126">
                  <c:v>1.64</c:v>
                </c:pt>
                <c:pt idx="127">
                  <c:v>0</c:v>
                </c:pt>
                <c:pt idx="128">
                  <c:v>0</c:v>
                </c:pt>
                <c:pt idx="129">
                  <c:v>0</c:v>
                </c:pt>
                <c:pt idx="130">
                  <c:v>0</c:v>
                </c:pt>
                <c:pt idx="131">
                  <c:v>0</c:v>
                </c:pt>
                <c:pt idx="132">
                  <c:v>0</c:v>
                </c:pt>
                <c:pt idx="133">
                  <c:v>1.62</c:v>
                </c:pt>
                <c:pt idx="134">
                  <c:v>0</c:v>
                </c:pt>
                <c:pt idx="135">
                  <c:v>1.83</c:v>
                </c:pt>
                <c:pt idx="136">
                  <c:v>1.93</c:v>
                </c:pt>
                <c:pt idx="137">
                  <c:v>1.75</c:v>
                </c:pt>
                <c:pt idx="138">
                  <c:v>1.92</c:v>
                </c:pt>
                <c:pt idx="139">
                  <c:v>0</c:v>
                </c:pt>
                <c:pt idx="140">
                  <c:v>0</c:v>
                </c:pt>
                <c:pt idx="141">
                  <c:v>1.95</c:v>
                </c:pt>
                <c:pt idx="142">
                  <c:v>0</c:v>
                </c:pt>
                <c:pt idx="143">
                  <c:v>0</c:v>
                </c:pt>
                <c:pt idx="144">
                  <c:v>0</c:v>
                </c:pt>
                <c:pt idx="145">
                  <c:v>0</c:v>
                </c:pt>
                <c:pt idx="146">
                  <c:v>0</c:v>
                </c:pt>
                <c:pt idx="147">
                  <c:v>0</c:v>
                </c:pt>
                <c:pt idx="148">
                  <c:v>0</c:v>
                </c:pt>
                <c:pt idx="149">
                  <c:v>0</c:v>
                </c:pt>
                <c:pt idx="150">
                  <c:v>0</c:v>
                </c:pt>
                <c:pt idx="151">
                  <c:v>0</c:v>
                </c:pt>
                <c:pt idx="152">
                  <c:v>1.62</c:v>
                </c:pt>
                <c:pt idx="153">
                  <c:v>0</c:v>
                </c:pt>
                <c:pt idx="154">
                  <c:v>0</c:v>
                </c:pt>
                <c:pt idx="155">
                  <c:v>1.92</c:v>
                </c:pt>
                <c:pt idx="156">
                  <c:v>1.71</c:v>
                </c:pt>
                <c:pt idx="157">
                  <c:v>0</c:v>
                </c:pt>
                <c:pt idx="158">
                  <c:v>0</c:v>
                </c:pt>
                <c:pt idx="159">
                  <c:v>0</c:v>
                </c:pt>
                <c:pt idx="160">
                  <c:v>0</c:v>
                </c:pt>
                <c:pt idx="161">
                  <c:v>0</c:v>
                </c:pt>
                <c:pt idx="162">
                  <c:v>0</c:v>
                </c:pt>
                <c:pt idx="163">
                  <c:v>0</c:v>
                </c:pt>
                <c:pt idx="164">
                  <c:v>0</c:v>
                </c:pt>
                <c:pt idx="165">
                  <c:v>0</c:v>
                </c:pt>
                <c:pt idx="166">
                  <c:v>0</c:v>
                </c:pt>
                <c:pt idx="167">
                  <c:v>0</c:v>
                </c:pt>
                <c:pt idx="168">
                  <c:v>1.6</c:v>
                </c:pt>
                <c:pt idx="169">
                  <c:v>0</c:v>
                </c:pt>
                <c:pt idx="170">
                  <c:v>0</c:v>
                </c:pt>
                <c:pt idx="171">
                  <c:v>0</c:v>
                </c:pt>
                <c:pt idx="172">
                  <c:v>1.88</c:v>
                </c:pt>
                <c:pt idx="173">
                  <c:v>1.66</c:v>
                </c:pt>
                <c:pt idx="174">
                  <c:v>0</c:v>
                </c:pt>
                <c:pt idx="175">
                  <c:v>1.72</c:v>
                </c:pt>
                <c:pt idx="176">
                  <c:v>1.78</c:v>
                </c:pt>
                <c:pt idx="177">
                  <c:v>0</c:v>
                </c:pt>
                <c:pt idx="178">
                  <c:v>1.64</c:v>
                </c:pt>
                <c:pt idx="179">
                  <c:v>0</c:v>
                </c:pt>
                <c:pt idx="180">
                  <c:v>0</c:v>
                </c:pt>
                <c:pt idx="181">
                  <c:v>1.61</c:v>
                </c:pt>
                <c:pt idx="182">
                  <c:v>1.92</c:v>
                </c:pt>
                <c:pt idx="183">
                  <c:v>1.96</c:v>
                </c:pt>
                <c:pt idx="184">
                  <c:v>0</c:v>
                </c:pt>
                <c:pt idx="185">
                  <c:v>0</c:v>
                </c:pt>
                <c:pt idx="186">
                  <c:v>0</c:v>
                </c:pt>
                <c:pt idx="187">
                  <c:v>0</c:v>
                </c:pt>
                <c:pt idx="188">
                  <c:v>0</c:v>
                </c:pt>
                <c:pt idx="189">
                  <c:v>0</c:v>
                </c:pt>
                <c:pt idx="190">
                  <c:v>1.94</c:v>
                </c:pt>
                <c:pt idx="191">
                  <c:v>1.76</c:v>
                </c:pt>
                <c:pt idx="192">
                  <c:v>0</c:v>
                </c:pt>
                <c:pt idx="193">
                  <c:v>0</c:v>
                </c:pt>
                <c:pt idx="194">
                  <c:v>1.71</c:v>
                </c:pt>
                <c:pt idx="195">
                  <c:v>1.82</c:v>
                </c:pt>
                <c:pt idx="196">
                  <c:v>0</c:v>
                </c:pt>
                <c:pt idx="197">
                  <c:v>1.94</c:v>
                </c:pt>
                <c:pt idx="198">
                  <c:v>0</c:v>
                </c:pt>
                <c:pt idx="199">
                  <c:v>1.88</c:v>
                </c:pt>
                <c:pt idx="200">
                  <c:v>0</c:v>
                </c:pt>
                <c:pt idx="201">
                  <c:v>0</c:v>
                </c:pt>
                <c:pt idx="202">
                  <c:v>0</c:v>
                </c:pt>
                <c:pt idx="203">
                  <c:v>0</c:v>
                </c:pt>
                <c:pt idx="204">
                  <c:v>0</c:v>
                </c:pt>
                <c:pt idx="205">
                  <c:v>1.96</c:v>
                </c:pt>
                <c:pt idx="206">
                  <c:v>1.61</c:v>
                </c:pt>
                <c:pt idx="207">
                  <c:v>0</c:v>
                </c:pt>
                <c:pt idx="208">
                  <c:v>1.9</c:v>
                </c:pt>
                <c:pt idx="209">
                  <c:v>0</c:v>
                </c:pt>
                <c:pt idx="210">
                  <c:v>1.84</c:v>
                </c:pt>
                <c:pt idx="211">
                  <c:v>1.62</c:v>
                </c:pt>
                <c:pt idx="212">
                  <c:v>1.97</c:v>
                </c:pt>
                <c:pt idx="213">
                  <c:v>0</c:v>
                </c:pt>
                <c:pt idx="214">
                  <c:v>0</c:v>
                </c:pt>
                <c:pt idx="215">
                  <c:v>1.6</c:v>
                </c:pt>
                <c:pt idx="216">
                  <c:v>1.62</c:v>
                </c:pt>
                <c:pt idx="217">
                  <c:v>1.74</c:v>
                </c:pt>
                <c:pt idx="218">
                  <c:v>1.79</c:v>
                </c:pt>
                <c:pt idx="219">
                  <c:v>1.63</c:v>
                </c:pt>
                <c:pt idx="220">
                  <c:v>1.7</c:v>
                </c:pt>
                <c:pt idx="221">
                  <c:v>0</c:v>
                </c:pt>
                <c:pt idx="222">
                  <c:v>2</c:v>
                </c:pt>
                <c:pt idx="223">
                  <c:v>1.69</c:v>
                </c:pt>
                <c:pt idx="224">
                  <c:v>1.86</c:v>
                </c:pt>
                <c:pt idx="225">
                  <c:v>1.82</c:v>
                </c:pt>
                <c:pt idx="226">
                  <c:v>1.87</c:v>
                </c:pt>
                <c:pt idx="227">
                  <c:v>1.7</c:v>
                </c:pt>
                <c:pt idx="228">
                  <c:v>1.76</c:v>
                </c:pt>
                <c:pt idx="229">
                  <c:v>1.87</c:v>
                </c:pt>
                <c:pt idx="230">
                  <c:v>1.65</c:v>
                </c:pt>
                <c:pt idx="231">
                  <c:v>0</c:v>
                </c:pt>
                <c:pt idx="232">
                  <c:v>1.86</c:v>
                </c:pt>
                <c:pt idx="233">
                  <c:v>1.91</c:v>
                </c:pt>
                <c:pt idx="234">
                  <c:v>1.83</c:v>
                </c:pt>
                <c:pt idx="235">
                  <c:v>1.86</c:v>
                </c:pt>
                <c:pt idx="236">
                  <c:v>1.85</c:v>
                </c:pt>
                <c:pt idx="237">
                  <c:v>1.86</c:v>
                </c:pt>
                <c:pt idx="238">
                  <c:v>0</c:v>
                </c:pt>
                <c:pt idx="239">
                  <c:v>1.85</c:v>
                </c:pt>
                <c:pt idx="240">
                  <c:v>1.93</c:v>
                </c:pt>
                <c:pt idx="241">
                  <c:v>1.76</c:v>
                </c:pt>
                <c:pt idx="242">
                  <c:v>1.96</c:v>
                </c:pt>
                <c:pt idx="243">
                  <c:v>0</c:v>
                </c:pt>
                <c:pt idx="244">
                  <c:v>1.74</c:v>
                </c:pt>
                <c:pt idx="245">
                  <c:v>0</c:v>
                </c:pt>
                <c:pt idx="246">
                  <c:v>1.67</c:v>
                </c:pt>
                <c:pt idx="247">
                  <c:v>1.71</c:v>
                </c:pt>
                <c:pt idx="248">
                  <c:v>1.77</c:v>
                </c:pt>
                <c:pt idx="249">
                  <c:v>0</c:v>
                </c:pt>
                <c:pt idx="250">
                  <c:v>1.71</c:v>
                </c:pt>
                <c:pt idx="251">
                  <c:v>1.92</c:v>
                </c:pt>
                <c:pt idx="252">
                  <c:v>0</c:v>
                </c:pt>
                <c:pt idx="253">
                  <c:v>1.99</c:v>
                </c:pt>
                <c:pt idx="254">
                  <c:v>1.7</c:v>
                </c:pt>
                <c:pt idx="255">
                  <c:v>1.67</c:v>
                </c:pt>
                <c:pt idx="256">
                  <c:v>1.6</c:v>
                </c:pt>
                <c:pt idx="257">
                  <c:v>0</c:v>
                </c:pt>
                <c:pt idx="258">
                  <c:v>1.62</c:v>
                </c:pt>
                <c:pt idx="259">
                  <c:v>0</c:v>
                </c:pt>
                <c:pt idx="260">
                  <c:v>1.8</c:v>
                </c:pt>
                <c:pt idx="261">
                  <c:v>1.99</c:v>
                </c:pt>
                <c:pt idx="262">
                  <c:v>1.86</c:v>
                </c:pt>
                <c:pt idx="263">
                  <c:v>1.84</c:v>
                </c:pt>
                <c:pt idx="264">
                  <c:v>0</c:v>
                </c:pt>
                <c:pt idx="265">
                  <c:v>0</c:v>
                </c:pt>
                <c:pt idx="266">
                  <c:v>0</c:v>
                </c:pt>
                <c:pt idx="267">
                  <c:v>1.9</c:v>
                </c:pt>
                <c:pt idx="268">
                  <c:v>1.63</c:v>
                </c:pt>
                <c:pt idx="269">
                  <c:v>0</c:v>
                </c:pt>
                <c:pt idx="270">
                  <c:v>0</c:v>
                </c:pt>
                <c:pt idx="271">
                  <c:v>1.86</c:v>
                </c:pt>
                <c:pt idx="272">
                  <c:v>1.62</c:v>
                </c:pt>
                <c:pt idx="273">
                  <c:v>0</c:v>
                </c:pt>
                <c:pt idx="274">
                  <c:v>1.63</c:v>
                </c:pt>
                <c:pt idx="275">
                  <c:v>0</c:v>
                </c:pt>
                <c:pt idx="276">
                  <c:v>0</c:v>
                </c:pt>
                <c:pt idx="277">
                  <c:v>1.67</c:v>
                </c:pt>
                <c:pt idx="278">
                  <c:v>0</c:v>
                </c:pt>
                <c:pt idx="279">
                  <c:v>1.93</c:v>
                </c:pt>
                <c:pt idx="280">
                  <c:v>1.76</c:v>
                </c:pt>
                <c:pt idx="281">
                  <c:v>1.77</c:v>
                </c:pt>
                <c:pt idx="282">
                  <c:v>1.79</c:v>
                </c:pt>
                <c:pt idx="283">
                  <c:v>1.7</c:v>
                </c:pt>
                <c:pt idx="284">
                  <c:v>1.77</c:v>
                </c:pt>
                <c:pt idx="285">
                  <c:v>0</c:v>
                </c:pt>
                <c:pt idx="286">
                  <c:v>0</c:v>
                </c:pt>
                <c:pt idx="287">
                  <c:v>1.66</c:v>
                </c:pt>
                <c:pt idx="288">
                  <c:v>1.94</c:v>
                </c:pt>
                <c:pt idx="289">
                  <c:v>0</c:v>
                </c:pt>
                <c:pt idx="290">
                  <c:v>1.9</c:v>
                </c:pt>
                <c:pt idx="291">
                  <c:v>1.62</c:v>
                </c:pt>
                <c:pt idx="292">
                  <c:v>1.62</c:v>
                </c:pt>
                <c:pt idx="293">
                  <c:v>1.61</c:v>
                </c:pt>
                <c:pt idx="294">
                  <c:v>1.84</c:v>
                </c:pt>
                <c:pt idx="295">
                  <c:v>1.61</c:v>
                </c:pt>
                <c:pt idx="296">
                  <c:v>1.62</c:v>
                </c:pt>
                <c:pt idx="297">
                  <c:v>0</c:v>
                </c:pt>
                <c:pt idx="298">
                  <c:v>1.62</c:v>
                </c:pt>
                <c:pt idx="299">
                  <c:v>1.82</c:v>
                </c:pt>
                <c:pt idx="300">
                  <c:v>0</c:v>
                </c:pt>
                <c:pt idx="301">
                  <c:v>0</c:v>
                </c:pt>
                <c:pt idx="302">
                  <c:v>1.96</c:v>
                </c:pt>
                <c:pt idx="303">
                  <c:v>0</c:v>
                </c:pt>
                <c:pt idx="304">
                  <c:v>1.91</c:v>
                </c:pt>
                <c:pt idx="305">
                  <c:v>0</c:v>
                </c:pt>
                <c:pt idx="306">
                  <c:v>1.67</c:v>
                </c:pt>
                <c:pt idx="307">
                  <c:v>1.86</c:v>
                </c:pt>
                <c:pt idx="308">
                  <c:v>1.98</c:v>
                </c:pt>
                <c:pt idx="309">
                  <c:v>0</c:v>
                </c:pt>
                <c:pt idx="310">
                  <c:v>1.8</c:v>
                </c:pt>
                <c:pt idx="311">
                  <c:v>0</c:v>
                </c:pt>
                <c:pt idx="312">
                  <c:v>0</c:v>
                </c:pt>
                <c:pt idx="313">
                  <c:v>0</c:v>
                </c:pt>
                <c:pt idx="314">
                  <c:v>1.85</c:v>
                </c:pt>
                <c:pt idx="315">
                  <c:v>0</c:v>
                </c:pt>
                <c:pt idx="316">
                  <c:v>1.9</c:v>
                </c:pt>
                <c:pt idx="317">
                  <c:v>0</c:v>
                </c:pt>
                <c:pt idx="318">
                  <c:v>1.72</c:v>
                </c:pt>
                <c:pt idx="319">
                  <c:v>1.93</c:v>
                </c:pt>
                <c:pt idx="320">
                  <c:v>1.78</c:v>
                </c:pt>
                <c:pt idx="321">
                  <c:v>1.61</c:v>
                </c:pt>
                <c:pt idx="322">
                  <c:v>0</c:v>
                </c:pt>
                <c:pt idx="323">
                  <c:v>1.67</c:v>
                </c:pt>
                <c:pt idx="324">
                  <c:v>0</c:v>
                </c:pt>
                <c:pt idx="325">
                  <c:v>0</c:v>
                </c:pt>
                <c:pt idx="326">
                  <c:v>1.65</c:v>
                </c:pt>
                <c:pt idx="327">
                  <c:v>1.69</c:v>
                </c:pt>
                <c:pt idx="328">
                  <c:v>0</c:v>
                </c:pt>
                <c:pt idx="329">
                  <c:v>1.97</c:v>
                </c:pt>
                <c:pt idx="330">
                  <c:v>1.84</c:v>
                </c:pt>
                <c:pt idx="331">
                  <c:v>0</c:v>
                </c:pt>
                <c:pt idx="332">
                  <c:v>0</c:v>
                </c:pt>
                <c:pt idx="333">
                  <c:v>1.87</c:v>
                </c:pt>
                <c:pt idx="334">
                  <c:v>0</c:v>
                </c:pt>
                <c:pt idx="335">
                  <c:v>0</c:v>
                </c:pt>
                <c:pt idx="336">
                  <c:v>0</c:v>
                </c:pt>
                <c:pt idx="337">
                  <c:v>0</c:v>
                </c:pt>
                <c:pt idx="338">
                  <c:v>1.95</c:v>
                </c:pt>
                <c:pt idx="339">
                  <c:v>1.62</c:v>
                </c:pt>
                <c:pt idx="340">
                  <c:v>0</c:v>
                </c:pt>
                <c:pt idx="341">
                  <c:v>0</c:v>
                </c:pt>
                <c:pt idx="342">
                  <c:v>1.76</c:v>
                </c:pt>
                <c:pt idx="343">
                  <c:v>1.78</c:v>
                </c:pt>
                <c:pt idx="344">
                  <c:v>1.81</c:v>
                </c:pt>
                <c:pt idx="345">
                  <c:v>1.78</c:v>
                </c:pt>
                <c:pt idx="346">
                  <c:v>0</c:v>
                </c:pt>
                <c:pt idx="347">
                  <c:v>1.61</c:v>
                </c:pt>
                <c:pt idx="348">
                  <c:v>0</c:v>
                </c:pt>
                <c:pt idx="349">
                  <c:v>0</c:v>
                </c:pt>
                <c:pt idx="350">
                  <c:v>0</c:v>
                </c:pt>
                <c:pt idx="351">
                  <c:v>1.89</c:v>
                </c:pt>
                <c:pt idx="352">
                  <c:v>1.72</c:v>
                </c:pt>
                <c:pt idx="353">
                  <c:v>1.67</c:v>
                </c:pt>
                <c:pt idx="354">
                  <c:v>0</c:v>
                </c:pt>
                <c:pt idx="355">
                  <c:v>1.97</c:v>
                </c:pt>
                <c:pt idx="356">
                  <c:v>1.98</c:v>
                </c:pt>
                <c:pt idx="357">
                  <c:v>1.68</c:v>
                </c:pt>
                <c:pt idx="358">
                  <c:v>0</c:v>
                </c:pt>
                <c:pt idx="359">
                  <c:v>1.71</c:v>
                </c:pt>
                <c:pt idx="360">
                  <c:v>1.88</c:v>
                </c:pt>
                <c:pt idx="361">
                  <c:v>0</c:v>
                </c:pt>
                <c:pt idx="362">
                  <c:v>1.93</c:v>
                </c:pt>
                <c:pt idx="363">
                  <c:v>1.64</c:v>
                </c:pt>
                <c:pt idx="364">
                  <c:v>0</c:v>
                </c:pt>
                <c:pt idx="365">
                  <c:v>0</c:v>
                </c:pt>
                <c:pt idx="366">
                  <c:v>1.87</c:v>
                </c:pt>
                <c:pt idx="367">
                  <c:v>0</c:v>
                </c:pt>
                <c:pt idx="368">
                  <c:v>0</c:v>
                </c:pt>
                <c:pt idx="369">
                  <c:v>0</c:v>
                </c:pt>
                <c:pt idx="370">
                  <c:v>0</c:v>
                </c:pt>
                <c:pt idx="371">
                  <c:v>1.73</c:v>
                </c:pt>
                <c:pt idx="372">
                  <c:v>1.95</c:v>
                </c:pt>
                <c:pt idx="373">
                  <c:v>0</c:v>
                </c:pt>
                <c:pt idx="374">
                  <c:v>0</c:v>
                </c:pt>
                <c:pt idx="375">
                  <c:v>0</c:v>
                </c:pt>
                <c:pt idx="376">
                  <c:v>0</c:v>
                </c:pt>
                <c:pt idx="377">
                  <c:v>0</c:v>
                </c:pt>
                <c:pt idx="378">
                  <c:v>1.77</c:v>
                </c:pt>
                <c:pt idx="379">
                  <c:v>1.79</c:v>
                </c:pt>
                <c:pt idx="380">
                  <c:v>0</c:v>
                </c:pt>
                <c:pt idx="381">
                  <c:v>0</c:v>
                </c:pt>
                <c:pt idx="382">
                  <c:v>1.76</c:v>
                </c:pt>
                <c:pt idx="383">
                  <c:v>1.61</c:v>
                </c:pt>
                <c:pt idx="384">
                  <c:v>0</c:v>
                </c:pt>
                <c:pt idx="385">
                  <c:v>0</c:v>
                </c:pt>
                <c:pt idx="386">
                  <c:v>1.92</c:v>
                </c:pt>
                <c:pt idx="387">
                  <c:v>0</c:v>
                </c:pt>
                <c:pt idx="388">
                  <c:v>1.78</c:v>
                </c:pt>
                <c:pt idx="389">
                  <c:v>0</c:v>
                </c:pt>
                <c:pt idx="390">
                  <c:v>1.74</c:v>
                </c:pt>
                <c:pt idx="391">
                  <c:v>0</c:v>
                </c:pt>
                <c:pt idx="392">
                  <c:v>1.78</c:v>
                </c:pt>
                <c:pt idx="393">
                  <c:v>1.66</c:v>
                </c:pt>
                <c:pt idx="394">
                  <c:v>1.75</c:v>
                </c:pt>
                <c:pt idx="395">
                  <c:v>1.66</c:v>
                </c:pt>
                <c:pt idx="396">
                  <c:v>1.99</c:v>
                </c:pt>
                <c:pt idx="397">
                  <c:v>1.61</c:v>
                </c:pt>
                <c:pt idx="398">
                  <c:v>0</c:v>
                </c:pt>
                <c:pt idx="399">
                  <c:v>0</c:v>
                </c:pt>
                <c:pt idx="400">
                  <c:v>0</c:v>
                </c:pt>
                <c:pt idx="401">
                  <c:v>0</c:v>
                </c:pt>
                <c:pt idx="402">
                  <c:v>0</c:v>
                </c:pt>
                <c:pt idx="403">
                  <c:v>1.83</c:v>
                </c:pt>
                <c:pt idx="404">
                  <c:v>0</c:v>
                </c:pt>
                <c:pt idx="405">
                  <c:v>0</c:v>
                </c:pt>
                <c:pt idx="406">
                  <c:v>1.93</c:v>
                </c:pt>
                <c:pt idx="407">
                  <c:v>0</c:v>
                </c:pt>
                <c:pt idx="408">
                  <c:v>0</c:v>
                </c:pt>
                <c:pt idx="409">
                  <c:v>0</c:v>
                </c:pt>
                <c:pt idx="410">
                  <c:v>0</c:v>
                </c:pt>
                <c:pt idx="411">
                  <c:v>0</c:v>
                </c:pt>
                <c:pt idx="412">
                  <c:v>0</c:v>
                </c:pt>
                <c:pt idx="413">
                  <c:v>0</c:v>
                </c:pt>
                <c:pt idx="414">
                  <c:v>0</c:v>
                </c:pt>
                <c:pt idx="415">
                  <c:v>0</c:v>
                </c:pt>
                <c:pt idx="416">
                  <c:v>0</c:v>
                </c:pt>
                <c:pt idx="417">
                  <c:v>0</c:v>
                </c:pt>
                <c:pt idx="418">
                  <c:v>0</c:v>
                </c:pt>
                <c:pt idx="419">
                  <c:v>2</c:v>
                </c:pt>
                <c:pt idx="420">
                  <c:v>2</c:v>
                </c:pt>
                <c:pt idx="421">
                  <c:v>0</c:v>
                </c:pt>
                <c:pt idx="422">
                  <c:v>0</c:v>
                </c:pt>
                <c:pt idx="423">
                  <c:v>0</c:v>
                </c:pt>
                <c:pt idx="424">
                  <c:v>0</c:v>
                </c:pt>
                <c:pt idx="425">
                  <c:v>0</c:v>
                </c:pt>
                <c:pt idx="426">
                  <c:v>0</c:v>
                </c:pt>
                <c:pt idx="427">
                  <c:v>1.63</c:v>
                </c:pt>
                <c:pt idx="428">
                  <c:v>0</c:v>
                </c:pt>
                <c:pt idx="429">
                  <c:v>0</c:v>
                </c:pt>
                <c:pt idx="430">
                  <c:v>1.79</c:v>
                </c:pt>
                <c:pt idx="431">
                  <c:v>0</c:v>
                </c:pt>
                <c:pt idx="432">
                  <c:v>0</c:v>
                </c:pt>
                <c:pt idx="433">
                  <c:v>1.75</c:v>
                </c:pt>
                <c:pt idx="434">
                  <c:v>0</c:v>
                </c:pt>
                <c:pt idx="435">
                  <c:v>0</c:v>
                </c:pt>
                <c:pt idx="436">
                  <c:v>0</c:v>
                </c:pt>
                <c:pt idx="437">
                  <c:v>0</c:v>
                </c:pt>
                <c:pt idx="438">
                  <c:v>1.74</c:v>
                </c:pt>
                <c:pt idx="439">
                  <c:v>0</c:v>
                </c:pt>
                <c:pt idx="440">
                  <c:v>0</c:v>
                </c:pt>
                <c:pt idx="441">
                  <c:v>1.76</c:v>
                </c:pt>
                <c:pt idx="442">
                  <c:v>0</c:v>
                </c:pt>
                <c:pt idx="443">
                  <c:v>0</c:v>
                </c:pt>
                <c:pt idx="444">
                  <c:v>0</c:v>
                </c:pt>
                <c:pt idx="445">
                  <c:v>0</c:v>
                </c:pt>
                <c:pt idx="446">
                  <c:v>1.85</c:v>
                </c:pt>
                <c:pt idx="447">
                  <c:v>0</c:v>
                </c:pt>
                <c:pt idx="448">
                  <c:v>1.92</c:v>
                </c:pt>
                <c:pt idx="449">
                  <c:v>0</c:v>
                </c:pt>
                <c:pt idx="450">
                  <c:v>0</c:v>
                </c:pt>
                <c:pt idx="451">
                  <c:v>0</c:v>
                </c:pt>
                <c:pt idx="452">
                  <c:v>0</c:v>
                </c:pt>
                <c:pt idx="453">
                  <c:v>1.98</c:v>
                </c:pt>
                <c:pt idx="454">
                  <c:v>0</c:v>
                </c:pt>
                <c:pt idx="455">
                  <c:v>0</c:v>
                </c:pt>
                <c:pt idx="456">
                  <c:v>1.74</c:v>
                </c:pt>
                <c:pt idx="457">
                  <c:v>1.91</c:v>
                </c:pt>
                <c:pt idx="458">
                  <c:v>0</c:v>
                </c:pt>
                <c:pt idx="459">
                  <c:v>0</c:v>
                </c:pt>
                <c:pt idx="460">
                  <c:v>0</c:v>
                </c:pt>
                <c:pt idx="461">
                  <c:v>1.74</c:v>
                </c:pt>
                <c:pt idx="462">
                  <c:v>0</c:v>
                </c:pt>
                <c:pt idx="463">
                  <c:v>1.79</c:v>
                </c:pt>
                <c:pt idx="464">
                  <c:v>0</c:v>
                </c:pt>
                <c:pt idx="465">
                  <c:v>0</c:v>
                </c:pt>
                <c:pt idx="466">
                  <c:v>0</c:v>
                </c:pt>
                <c:pt idx="467">
                  <c:v>1.77</c:v>
                </c:pt>
                <c:pt idx="468">
                  <c:v>0</c:v>
                </c:pt>
                <c:pt idx="469">
                  <c:v>0</c:v>
                </c:pt>
                <c:pt idx="470">
                  <c:v>1.72</c:v>
                </c:pt>
                <c:pt idx="471">
                  <c:v>1.85</c:v>
                </c:pt>
                <c:pt idx="472">
                  <c:v>0</c:v>
                </c:pt>
                <c:pt idx="473">
                  <c:v>1.86</c:v>
                </c:pt>
                <c:pt idx="474">
                  <c:v>1.8</c:v>
                </c:pt>
                <c:pt idx="475">
                  <c:v>0</c:v>
                </c:pt>
                <c:pt idx="476">
                  <c:v>0</c:v>
                </c:pt>
                <c:pt idx="477">
                  <c:v>0</c:v>
                </c:pt>
                <c:pt idx="478">
                  <c:v>0</c:v>
                </c:pt>
                <c:pt idx="479">
                  <c:v>1.72</c:v>
                </c:pt>
                <c:pt idx="480">
                  <c:v>1.79</c:v>
                </c:pt>
                <c:pt idx="481">
                  <c:v>0</c:v>
                </c:pt>
                <c:pt idx="482">
                  <c:v>0</c:v>
                </c:pt>
                <c:pt idx="483">
                  <c:v>0</c:v>
                </c:pt>
                <c:pt idx="484">
                  <c:v>0</c:v>
                </c:pt>
                <c:pt idx="485">
                  <c:v>0</c:v>
                </c:pt>
                <c:pt idx="486">
                  <c:v>0</c:v>
                </c:pt>
                <c:pt idx="487">
                  <c:v>0</c:v>
                </c:pt>
                <c:pt idx="488">
                  <c:v>0</c:v>
                </c:pt>
                <c:pt idx="489">
                  <c:v>0</c:v>
                </c:pt>
                <c:pt idx="490">
                  <c:v>1.77</c:v>
                </c:pt>
                <c:pt idx="491">
                  <c:v>0</c:v>
                </c:pt>
                <c:pt idx="492">
                  <c:v>1.74</c:v>
                </c:pt>
                <c:pt idx="493">
                  <c:v>0</c:v>
                </c:pt>
                <c:pt idx="494">
                  <c:v>1.63</c:v>
                </c:pt>
                <c:pt idx="495">
                  <c:v>1.6</c:v>
                </c:pt>
                <c:pt idx="496">
                  <c:v>0</c:v>
                </c:pt>
                <c:pt idx="497">
                  <c:v>1.68</c:v>
                </c:pt>
                <c:pt idx="498">
                  <c:v>1.6</c:v>
                </c:pt>
                <c:pt idx="499">
                  <c:v>1.62</c:v>
                </c:pt>
                <c:pt idx="500">
                  <c:v>1.63</c:v>
                </c:pt>
                <c:pt idx="501">
                  <c:v>1.98</c:v>
                </c:pt>
                <c:pt idx="502">
                  <c:v>1.64</c:v>
                </c:pt>
                <c:pt idx="503">
                  <c:v>1.65</c:v>
                </c:pt>
                <c:pt idx="504">
                  <c:v>1.87</c:v>
                </c:pt>
                <c:pt idx="505">
                  <c:v>1.66</c:v>
                </c:pt>
                <c:pt idx="506">
                  <c:v>0</c:v>
                </c:pt>
                <c:pt idx="507">
                  <c:v>1.62</c:v>
                </c:pt>
                <c:pt idx="508">
                  <c:v>0</c:v>
                </c:pt>
                <c:pt idx="509">
                  <c:v>1.69</c:v>
                </c:pt>
                <c:pt idx="510">
                  <c:v>0</c:v>
                </c:pt>
                <c:pt idx="511">
                  <c:v>0</c:v>
                </c:pt>
                <c:pt idx="512">
                  <c:v>0</c:v>
                </c:pt>
                <c:pt idx="513">
                  <c:v>1.64</c:v>
                </c:pt>
                <c:pt idx="514">
                  <c:v>1.88</c:v>
                </c:pt>
                <c:pt idx="515">
                  <c:v>0</c:v>
                </c:pt>
                <c:pt idx="516">
                  <c:v>1.62</c:v>
                </c:pt>
                <c:pt idx="517">
                  <c:v>1.69</c:v>
                </c:pt>
                <c:pt idx="518">
                  <c:v>1.71</c:v>
                </c:pt>
                <c:pt idx="519">
                  <c:v>0</c:v>
                </c:pt>
                <c:pt idx="520">
                  <c:v>0</c:v>
                </c:pt>
                <c:pt idx="521">
                  <c:v>1.79</c:v>
                </c:pt>
                <c:pt idx="522">
                  <c:v>1.68</c:v>
                </c:pt>
                <c:pt idx="523">
                  <c:v>0</c:v>
                </c:pt>
                <c:pt idx="524">
                  <c:v>0</c:v>
                </c:pt>
                <c:pt idx="525">
                  <c:v>0</c:v>
                </c:pt>
                <c:pt idx="526">
                  <c:v>0</c:v>
                </c:pt>
                <c:pt idx="527">
                  <c:v>0</c:v>
                </c:pt>
                <c:pt idx="528">
                  <c:v>1.97</c:v>
                </c:pt>
                <c:pt idx="529">
                  <c:v>1.84</c:v>
                </c:pt>
                <c:pt idx="530">
                  <c:v>1.74</c:v>
                </c:pt>
                <c:pt idx="531">
                  <c:v>1.6</c:v>
                </c:pt>
                <c:pt idx="532">
                  <c:v>0</c:v>
                </c:pt>
                <c:pt idx="533">
                  <c:v>0</c:v>
                </c:pt>
                <c:pt idx="534">
                  <c:v>0</c:v>
                </c:pt>
                <c:pt idx="535">
                  <c:v>1.81</c:v>
                </c:pt>
                <c:pt idx="536">
                  <c:v>1.8</c:v>
                </c:pt>
                <c:pt idx="537">
                  <c:v>1.82</c:v>
                </c:pt>
                <c:pt idx="538">
                  <c:v>0</c:v>
                </c:pt>
                <c:pt idx="539">
                  <c:v>0</c:v>
                </c:pt>
                <c:pt idx="540">
                  <c:v>1.61</c:v>
                </c:pt>
                <c:pt idx="541">
                  <c:v>0</c:v>
                </c:pt>
                <c:pt idx="542">
                  <c:v>1.64</c:v>
                </c:pt>
                <c:pt idx="543">
                  <c:v>1.89</c:v>
                </c:pt>
                <c:pt idx="544">
                  <c:v>1.69</c:v>
                </c:pt>
                <c:pt idx="545">
                  <c:v>0</c:v>
                </c:pt>
                <c:pt idx="546">
                  <c:v>1.76</c:v>
                </c:pt>
                <c:pt idx="547">
                  <c:v>1.77</c:v>
                </c:pt>
                <c:pt idx="548">
                  <c:v>1.86</c:v>
                </c:pt>
                <c:pt idx="549">
                  <c:v>1.98</c:v>
                </c:pt>
                <c:pt idx="550">
                  <c:v>0</c:v>
                </c:pt>
                <c:pt idx="551">
                  <c:v>1.78</c:v>
                </c:pt>
                <c:pt idx="552">
                  <c:v>0</c:v>
                </c:pt>
                <c:pt idx="553">
                  <c:v>1.87</c:v>
                </c:pt>
                <c:pt idx="554">
                  <c:v>0</c:v>
                </c:pt>
                <c:pt idx="555">
                  <c:v>1.61</c:v>
                </c:pt>
                <c:pt idx="556">
                  <c:v>0</c:v>
                </c:pt>
                <c:pt idx="557">
                  <c:v>0</c:v>
                </c:pt>
                <c:pt idx="558">
                  <c:v>1.61</c:v>
                </c:pt>
                <c:pt idx="559">
                  <c:v>0</c:v>
                </c:pt>
                <c:pt idx="560">
                  <c:v>1.87</c:v>
                </c:pt>
                <c:pt idx="561">
                  <c:v>0</c:v>
                </c:pt>
                <c:pt idx="562">
                  <c:v>0</c:v>
                </c:pt>
                <c:pt idx="563">
                  <c:v>0</c:v>
                </c:pt>
                <c:pt idx="564">
                  <c:v>1.99</c:v>
                </c:pt>
                <c:pt idx="565">
                  <c:v>0</c:v>
                </c:pt>
                <c:pt idx="566">
                  <c:v>1.85</c:v>
                </c:pt>
                <c:pt idx="567">
                  <c:v>0</c:v>
                </c:pt>
                <c:pt idx="568">
                  <c:v>1.71</c:v>
                </c:pt>
                <c:pt idx="569">
                  <c:v>1.79</c:v>
                </c:pt>
                <c:pt idx="570">
                  <c:v>1.89</c:v>
                </c:pt>
                <c:pt idx="571">
                  <c:v>1.76</c:v>
                </c:pt>
                <c:pt idx="572">
                  <c:v>1.71</c:v>
                </c:pt>
                <c:pt idx="573">
                  <c:v>1.82</c:v>
                </c:pt>
                <c:pt idx="574">
                  <c:v>0</c:v>
                </c:pt>
                <c:pt idx="575">
                  <c:v>1.77</c:v>
                </c:pt>
                <c:pt idx="576">
                  <c:v>0</c:v>
                </c:pt>
                <c:pt idx="577">
                  <c:v>1.8</c:v>
                </c:pt>
                <c:pt idx="578">
                  <c:v>1.86</c:v>
                </c:pt>
                <c:pt idx="579">
                  <c:v>0</c:v>
                </c:pt>
                <c:pt idx="580">
                  <c:v>0</c:v>
                </c:pt>
                <c:pt idx="581">
                  <c:v>0</c:v>
                </c:pt>
                <c:pt idx="582">
                  <c:v>0</c:v>
                </c:pt>
                <c:pt idx="583">
                  <c:v>1.85</c:v>
                </c:pt>
                <c:pt idx="584">
                  <c:v>1.95</c:v>
                </c:pt>
                <c:pt idx="585">
                  <c:v>1.68</c:v>
                </c:pt>
                <c:pt idx="586">
                  <c:v>1.95</c:v>
                </c:pt>
                <c:pt idx="587">
                  <c:v>1.64</c:v>
                </c:pt>
                <c:pt idx="588">
                  <c:v>0</c:v>
                </c:pt>
                <c:pt idx="589">
                  <c:v>0</c:v>
                </c:pt>
                <c:pt idx="590">
                  <c:v>0</c:v>
                </c:pt>
                <c:pt idx="591">
                  <c:v>0</c:v>
                </c:pt>
                <c:pt idx="592">
                  <c:v>1.75</c:v>
                </c:pt>
                <c:pt idx="593">
                  <c:v>0</c:v>
                </c:pt>
                <c:pt idx="594">
                  <c:v>0</c:v>
                </c:pt>
                <c:pt idx="595">
                  <c:v>1.84</c:v>
                </c:pt>
                <c:pt idx="596">
                  <c:v>1.99</c:v>
                </c:pt>
                <c:pt idx="597">
                  <c:v>0</c:v>
                </c:pt>
                <c:pt idx="598">
                  <c:v>1.94</c:v>
                </c:pt>
                <c:pt idx="599">
                  <c:v>1.86</c:v>
                </c:pt>
                <c:pt idx="600">
                  <c:v>1.62</c:v>
                </c:pt>
                <c:pt idx="601">
                  <c:v>0</c:v>
                </c:pt>
                <c:pt idx="602">
                  <c:v>0</c:v>
                </c:pt>
                <c:pt idx="603">
                  <c:v>1.72</c:v>
                </c:pt>
                <c:pt idx="604">
                  <c:v>1.89</c:v>
                </c:pt>
                <c:pt idx="605">
                  <c:v>0</c:v>
                </c:pt>
                <c:pt idx="606">
                  <c:v>0</c:v>
                </c:pt>
                <c:pt idx="607">
                  <c:v>0</c:v>
                </c:pt>
                <c:pt idx="608">
                  <c:v>1.87</c:v>
                </c:pt>
                <c:pt idx="609">
                  <c:v>0</c:v>
                </c:pt>
                <c:pt idx="610">
                  <c:v>0</c:v>
                </c:pt>
                <c:pt idx="611">
                  <c:v>1.69</c:v>
                </c:pt>
                <c:pt idx="612">
                  <c:v>0</c:v>
                </c:pt>
                <c:pt idx="613">
                  <c:v>0</c:v>
                </c:pt>
                <c:pt idx="614">
                  <c:v>1.84</c:v>
                </c:pt>
                <c:pt idx="615">
                  <c:v>1.61</c:v>
                </c:pt>
                <c:pt idx="616">
                  <c:v>1.74</c:v>
                </c:pt>
                <c:pt idx="617">
                  <c:v>1.88</c:v>
                </c:pt>
                <c:pt idx="618">
                  <c:v>0</c:v>
                </c:pt>
                <c:pt idx="619">
                  <c:v>0</c:v>
                </c:pt>
                <c:pt idx="620">
                  <c:v>1.92</c:v>
                </c:pt>
                <c:pt idx="621">
                  <c:v>1.74</c:v>
                </c:pt>
                <c:pt idx="622">
                  <c:v>1.77</c:v>
                </c:pt>
                <c:pt idx="623">
                  <c:v>0</c:v>
                </c:pt>
                <c:pt idx="624">
                  <c:v>0</c:v>
                </c:pt>
                <c:pt idx="625">
                  <c:v>1.88</c:v>
                </c:pt>
                <c:pt idx="626">
                  <c:v>0</c:v>
                </c:pt>
                <c:pt idx="627">
                  <c:v>1.95</c:v>
                </c:pt>
                <c:pt idx="628">
                  <c:v>0</c:v>
                </c:pt>
                <c:pt idx="629">
                  <c:v>0</c:v>
                </c:pt>
                <c:pt idx="630">
                  <c:v>0</c:v>
                </c:pt>
                <c:pt idx="631">
                  <c:v>0</c:v>
                </c:pt>
                <c:pt idx="632">
                  <c:v>0</c:v>
                </c:pt>
                <c:pt idx="633">
                  <c:v>1.86</c:v>
                </c:pt>
                <c:pt idx="634">
                  <c:v>0</c:v>
                </c:pt>
                <c:pt idx="635">
                  <c:v>0</c:v>
                </c:pt>
                <c:pt idx="636">
                  <c:v>0</c:v>
                </c:pt>
                <c:pt idx="637">
                  <c:v>1.61</c:v>
                </c:pt>
                <c:pt idx="638">
                  <c:v>0</c:v>
                </c:pt>
                <c:pt idx="639">
                  <c:v>1.95</c:v>
                </c:pt>
                <c:pt idx="640">
                  <c:v>0</c:v>
                </c:pt>
                <c:pt idx="641">
                  <c:v>1.88</c:v>
                </c:pt>
                <c:pt idx="642">
                  <c:v>0</c:v>
                </c:pt>
                <c:pt idx="643">
                  <c:v>1.82</c:v>
                </c:pt>
                <c:pt idx="644">
                  <c:v>1.93</c:v>
                </c:pt>
                <c:pt idx="645">
                  <c:v>0</c:v>
                </c:pt>
                <c:pt idx="646">
                  <c:v>0</c:v>
                </c:pt>
                <c:pt idx="647">
                  <c:v>0</c:v>
                </c:pt>
                <c:pt idx="648">
                  <c:v>0</c:v>
                </c:pt>
                <c:pt idx="649">
                  <c:v>1.82</c:v>
                </c:pt>
                <c:pt idx="650">
                  <c:v>0</c:v>
                </c:pt>
                <c:pt idx="651">
                  <c:v>1.83</c:v>
                </c:pt>
                <c:pt idx="652">
                  <c:v>0</c:v>
                </c:pt>
                <c:pt idx="653">
                  <c:v>0</c:v>
                </c:pt>
                <c:pt idx="654">
                  <c:v>0</c:v>
                </c:pt>
                <c:pt idx="655">
                  <c:v>0</c:v>
                </c:pt>
                <c:pt idx="656">
                  <c:v>0</c:v>
                </c:pt>
                <c:pt idx="657">
                  <c:v>1.78</c:v>
                </c:pt>
                <c:pt idx="658">
                  <c:v>0</c:v>
                </c:pt>
                <c:pt idx="659">
                  <c:v>0</c:v>
                </c:pt>
                <c:pt idx="660">
                  <c:v>1.68</c:v>
                </c:pt>
                <c:pt idx="661">
                  <c:v>1.81</c:v>
                </c:pt>
                <c:pt idx="662">
                  <c:v>1.74</c:v>
                </c:pt>
                <c:pt idx="663">
                  <c:v>0</c:v>
                </c:pt>
                <c:pt idx="664">
                  <c:v>0</c:v>
                </c:pt>
                <c:pt idx="665">
                  <c:v>0</c:v>
                </c:pt>
                <c:pt idx="666">
                  <c:v>0</c:v>
                </c:pt>
                <c:pt idx="667">
                  <c:v>0</c:v>
                </c:pt>
                <c:pt idx="668">
                  <c:v>1.82</c:v>
                </c:pt>
                <c:pt idx="669">
                  <c:v>0</c:v>
                </c:pt>
                <c:pt idx="670">
                  <c:v>1.93</c:v>
                </c:pt>
                <c:pt idx="671">
                  <c:v>1.95</c:v>
                </c:pt>
                <c:pt idx="672">
                  <c:v>0</c:v>
                </c:pt>
                <c:pt idx="673">
                  <c:v>1.68</c:v>
                </c:pt>
                <c:pt idx="674">
                  <c:v>0</c:v>
                </c:pt>
                <c:pt idx="675">
                  <c:v>1.8</c:v>
                </c:pt>
                <c:pt idx="676">
                  <c:v>0</c:v>
                </c:pt>
                <c:pt idx="677">
                  <c:v>0</c:v>
                </c:pt>
                <c:pt idx="678">
                  <c:v>0</c:v>
                </c:pt>
                <c:pt idx="679">
                  <c:v>0</c:v>
                </c:pt>
                <c:pt idx="680">
                  <c:v>0</c:v>
                </c:pt>
                <c:pt idx="681">
                  <c:v>1.76</c:v>
                </c:pt>
                <c:pt idx="682">
                  <c:v>0</c:v>
                </c:pt>
                <c:pt idx="683">
                  <c:v>1.81</c:v>
                </c:pt>
                <c:pt idx="684">
                  <c:v>1.98</c:v>
                </c:pt>
                <c:pt idx="685">
                  <c:v>0</c:v>
                </c:pt>
                <c:pt idx="686">
                  <c:v>0</c:v>
                </c:pt>
                <c:pt idx="687">
                  <c:v>0</c:v>
                </c:pt>
                <c:pt idx="688">
                  <c:v>0</c:v>
                </c:pt>
                <c:pt idx="689">
                  <c:v>0</c:v>
                </c:pt>
                <c:pt idx="690">
                  <c:v>1.77</c:v>
                </c:pt>
                <c:pt idx="691">
                  <c:v>0</c:v>
                </c:pt>
                <c:pt idx="692">
                  <c:v>1.64</c:v>
                </c:pt>
                <c:pt idx="693">
                  <c:v>0</c:v>
                </c:pt>
                <c:pt idx="694">
                  <c:v>0</c:v>
                </c:pt>
                <c:pt idx="695">
                  <c:v>0</c:v>
                </c:pt>
                <c:pt idx="696">
                  <c:v>0</c:v>
                </c:pt>
                <c:pt idx="697">
                  <c:v>1.99</c:v>
                </c:pt>
                <c:pt idx="698">
                  <c:v>1.98</c:v>
                </c:pt>
                <c:pt idx="699">
                  <c:v>1.84</c:v>
                </c:pt>
                <c:pt idx="700">
                  <c:v>0</c:v>
                </c:pt>
                <c:pt idx="701">
                  <c:v>0</c:v>
                </c:pt>
                <c:pt idx="702">
                  <c:v>1.77</c:v>
                </c:pt>
                <c:pt idx="703">
                  <c:v>1.85</c:v>
                </c:pt>
                <c:pt idx="704">
                  <c:v>1.67</c:v>
                </c:pt>
                <c:pt idx="705">
                  <c:v>0</c:v>
                </c:pt>
                <c:pt idx="706">
                  <c:v>0</c:v>
                </c:pt>
                <c:pt idx="707">
                  <c:v>1.98</c:v>
                </c:pt>
                <c:pt idx="708">
                  <c:v>1.93</c:v>
                </c:pt>
                <c:pt idx="709">
                  <c:v>0</c:v>
                </c:pt>
                <c:pt idx="710">
                  <c:v>1.8</c:v>
                </c:pt>
                <c:pt idx="711">
                  <c:v>1.65</c:v>
                </c:pt>
                <c:pt idx="712">
                  <c:v>1.62</c:v>
                </c:pt>
                <c:pt idx="713">
                  <c:v>0</c:v>
                </c:pt>
                <c:pt idx="714">
                  <c:v>1.76</c:v>
                </c:pt>
                <c:pt idx="715">
                  <c:v>0</c:v>
                </c:pt>
                <c:pt idx="716">
                  <c:v>1.96</c:v>
                </c:pt>
                <c:pt idx="717">
                  <c:v>1.8</c:v>
                </c:pt>
                <c:pt idx="718">
                  <c:v>1.91</c:v>
                </c:pt>
                <c:pt idx="719">
                  <c:v>0</c:v>
                </c:pt>
                <c:pt idx="720">
                  <c:v>1.65</c:v>
                </c:pt>
                <c:pt idx="721">
                  <c:v>1.63</c:v>
                </c:pt>
                <c:pt idx="722">
                  <c:v>1.76</c:v>
                </c:pt>
                <c:pt idx="723">
                  <c:v>1.72</c:v>
                </c:pt>
                <c:pt idx="724">
                  <c:v>1.77</c:v>
                </c:pt>
                <c:pt idx="725">
                  <c:v>1.91</c:v>
                </c:pt>
                <c:pt idx="726">
                  <c:v>0</c:v>
                </c:pt>
                <c:pt idx="727">
                  <c:v>0</c:v>
                </c:pt>
                <c:pt idx="728">
                  <c:v>1.99</c:v>
                </c:pt>
                <c:pt idx="729">
                  <c:v>1.76</c:v>
                </c:pt>
                <c:pt idx="730">
                  <c:v>1.86</c:v>
                </c:pt>
                <c:pt idx="731">
                  <c:v>1.85</c:v>
                </c:pt>
                <c:pt idx="732">
                  <c:v>1.85</c:v>
                </c:pt>
                <c:pt idx="733">
                  <c:v>0</c:v>
                </c:pt>
                <c:pt idx="734">
                  <c:v>1.95</c:v>
                </c:pt>
                <c:pt idx="735">
                  <c:v>1.91</c:v>
                </c:pt>
                <c:pt idx="736">
                  <c:v>1.72</c:v>
                </c:pt>
                <c:pt idx="737">
                  <c:v>0</c:v>
                </c:pt>
                <c:pt idx="738">
                  <c:v>1.6</c:v>
                </c:pt>
                <c:pt idx="739">
                  <c:v>0</c:v>
                </c:pt>
                <c:pt idx="740">
                  <c:v>1.66</c:v>
                </c:pt>
                <c:pt idx="741">
                  <c:v>1.92</c:v>
                </c:pt>
                <c:pt idx="742">
                  <c:v>1.84</c:v>
                </c:pt>
                <c:pt idx="743">
                  <c:v>0</c:v>
                </c:pt>
                <c:pt idx="744">
                  <c:v>0</c:v>
                </c:pt>
                <c:pt idx="745">
                  <c:v>1.96</c:v>
                </c:pt>
                <c:pt idx="746">
                  <c:v>1.79</c:v>
                </c:pt>
                <c:pt idx="747">
                  <c:v>0</c:v>
                </c:pt>
                <c:pt idx="748">
                  <c:v>0</c:v>
                </c:pt>
                <c:pt idx="749">
                  <c:v>0</c:v>
                </c:pt>
                <c:pt idx="750">
                  <c:v>0</c:v>
                </c:pt>
                <c:pt idx="751">
                  <c:v>1.74</c:v>
                </c:pt>
                <c:pt idx="752">
                  <c:v>1.7</c:v>
                </c:pt>
                <c:pt idx="753">
                  <c:v>1.77</c:v>
                </c:pt>
                <c:pt idx="754">
                  <c:v>0</c:v>
                </c:pt>
                <c:pt idx="755">
                  <c:v>0</c:v>
                </c:pt>
                <c:pt idx="756">
                  <c:v>1.67</c:v>
                </c:pt>
                <c:pt idx="757">
                  <c:v>1.86</c:v>
                </c:pt>
                <c:pt idx="758">
                  <c:v>1.86</c:v>
                </c:pt>
                <c:pt idx="759">
                  <c:v>0</c:v>
                </c:pt>
                <c:pt idx="760">
                  <c:v>1.71</c:v>
                </c:pt>
                <c:pt idx="761">
                  <c:v>1.69</c:v>
                </c:pt>
                <c:pt idx="762">
                  <c:v>1.98</c:v>
                </c:pt>
                <c:pt idx="763">
                  <c:v>1.74</c:v>
                </c:pt>
                <c:pt idx="764">
                  <c:v>1.94</c:v>
                </c:pt>
                <c:pt idx="765">
                  <c:v>0</c:v>
                </c:pt>
                <c:pt idx="766">
                  <c:v>1.61</c:v>
                </c:pt>
                <c:pt idx="767">
                  <c:v>0</c:v>
                </c:pt>
                <c:pt idx="768">
                  <c:v>1.82</c:v>
                </c:pt>
                <c:pt idx="769">
                  <c:v>0</c:v>
                </c:pt>
                <c:pt idx="770">
                  <c:v>1.97</c:v>
                </c:pt>
                <c:pt idx="771">
                  <c:v>1.92</c:v>
                </c:pt>
                <c:pt idx="772">
                  <c:v>1.94</c:v>
                </c:pt>
                <c:pt idx="773">
                  <c:v>1.81</c:v>
                </c:pt>
                <c:pt idx="774">
                  <c:v>0</c:v>
                </c:pt>
                <c:pt idx="775">
                  <c:v>0</c:v>
                </c:pt>
                <c:pt idx="776">
                  <c:v>1.75</c:v>
                </c:pt>
                <c:pt idx="777">
                  <c:v>1.78</c:v>
                </c:pt>
                <c:pt idx="778">
                  <c:v>0</c:v>
                </c:pt>
                <c:pt idx="779">
                  <c:v>1.8</c:v>
                </c:pt>
                <c:pt idx="780">
                  <c:v>1.96</c:v>
                </c:pt>
                <c:pt idx="781">
                  <c:v>0</c:v>
                </c:pt>
                <c:pt idx="782">
                  <c:v>1.83</c:v>
                </c:pt>
                <c:pt idx="783">
                  <c:v>1.88</c:v>
                </c:pt>
                <c:pt idx="784">
                  <c:v>1.87</c:v>
                </c:pt>
                <c:pt idx="785">
                  <c:v>0</c:v>
                </c:pt>
                <c:pt idx="786">
                  <c:v>1.86</c:v>
                </c:pt>
                <c:pt idx="787">
                  <c:v>2</c:v>
                </c:pt>
                <c:pt idx="788">
                  <c:v>0</c:v>
                </c:pt>
                <c:pt idx="789">
                  <c:v>0</c:v>
                </c:pt>
                <c:pt idx="790">
                  <c:v>1.65</c:v>
                </c:pt>
                <c:pt idx="791">
                  <c:v>1.71</c:v>
                </c:pt>
                <c:pt idx="792">
                  <c:v>1.76</c:v>
                </c:pt>
                <c:pt idx="793">
                  <c:v>1.89</c:v>
                </c:pt>
                <c:pt idx="794">
                  <c:v>0</c:v>
                </c:pt>
                <c:pt idx="795">
                  <c:v>1.95</c:v>
                </c:pt>
                <c:pt idx="796">
                  <c:v>1.66</c:v>
                </c:pt>
                <c:pt idx="797">
                  <c:v>0</c:v>
                </c:pt>
                <c:pt idx="798">
                  <c:v>1.91</c:v>
                </c:pt>
                <c:pt idx="799">
                  <c:v>0</c:v>
                </c:pt>
                <c:pt idx="800">
                  <c:v>0</c:v>
                </c:pt>
                <c:pt idx="801">
                  <c:v>1.93</c:v>
                </c:pt>
                <c:pt idx="802">
                  <c:v>0</c:v>
                </c:pt>
                <c:pt idx="803">
                  <c:v>0</c:v>
                </c:pt>
                <c:pt idx="804">
                  <c:v>1.63</c:v>
                </c:pt>
                <c:pt idx="805">
                  <c:v>1.73</c:v>
                </c:pt>
                <c:pt idx="806">
                  <c:v>1.61</c:v>
                </c:pt>
                <c:pt idx="807">
                  <c:v>1.61</c:v>
                </c:pt>
                <c:pt idx="808">
                  <c:v>0</c:v>
                </c:pt>
                <c:pt idx="809">
                  <c:v>0</c:v>
                </c:pt>
                <c:pt idx="810">
                  <c:v>1.76</c:v>
                </c:pt>
                <c:pt idx="811">
                  <c:v>1.67</c:v>
                </c:pt>
                <c:pt idx="812">
                  <c:v>1.63</c:v>
                </c:pt>
                <c:pt idx="813">
                  <c:v>0</c:v>
                </c:pt>
                <c:pt idx="814">
                  <c:v>1.62</c:v>
                </c:pt>
                <c:pt idx="815">
                  <c:v>1.6</c:v>
                </c:pt>
                <c:pt idx="816">
                  <c:v>1.63</c:v>
                </c:pt>
                <c:pt idx="817">
                  <c:v>0</c:v>
                </c:pt>
                <c:pt idx="818">
                  <c:v>1.7</c:v>
                </c:pt>
                <c:pt idx="819">
                  <c:v>1.81</c:v>
                </c:pt>
                <c:pt idx="820">
                  <c:v>0</c:v>
                </c:pt>
                <c:pt idx="821">
                  <c:v>1.9</c:v>
                </c:pt>
                <c:pt idx="822">
                  <c:v>0</c:v>
                </c:pt>
                <c:pt idx="823">
                  <c:v>0</c:v>
                </c:pt>
                <c:pt idx="824">
                  <c:v>1.85</c:v>
                </c:pt>
                <c:pt idx="825">
                  <c:v>0</c:v>
                </c:pt>
                <c:pt idx="826">
                  <c:v>1.73</c:v>
                </c:pt>
                <c:pt idx="827">
                  <c:v>0</c:v>
                </c:pt>
                <c:pt idx="828">
                  <c:v>2</c:v>
                </c:pt>
                <c:pt idx="829">
                  <c:v>1.93</c:v>
                </c:pt>
                <c:pt idx="830">
                  <c:v>1.75</c:v>
                </c:pt>
                <c:pt idx="831">
                  <c:v>1.68</c:v>
                </c:pt>
                <c:pt idx="832">
                  <c:v>1.68</c:v>
                </c:pt>
                <c:pt idx="833">
                  <c:v>1.8</c:v>
                </c:pt>
                <c:pt idx="834">
                  <c:v>1.95</c:v>
                </c:pt>
                <c:pt idx="835">
                  <c:v>1.99</c:v>
                </c:pt>
                <c:pt idx="836">
                  <c:v>0</c:v>
                </c:pt>
                <c:pt idx="837">
                  <c:v>1.79</c:v>
                </c:pt>
                <c:pt idx="838">
                  <c:v>0</c:v>
                </c:pt>
                <c:pt idx="839">
                  <c:v>0</c:v>
                </c:pt>
                <c:pt idx="840">
                  <c:v>1.69</c:v>
                </c:pt>
                <c:pt idx="841">
                  <c:v>1.83</c:v>
                </c:pt>
                <c:pt idx="842">
                  <c:v>0</c:v>
                </c:pt>
                <c:pt idx="843">
                  <c:v>0</c:v>
                </c:pt>
                <c:pt idx="844">
                  <c:v>1.87</c:v>
                </c:pt>
                <c:pt idx="845">
                  <c:v>1.79</c:v>
                </c:pt>
                <c:pt idx="846">
                  <c:v>1.87</c:v>
                </c:pt>
                <c:pt idx="847">
                  <c:v>0</c:v>
                </c:pt>
                <c:pt idx="848">
                  <c:v>1.73</c:v>
                </c:pt>
                <c:pt idx="849">
                  <c:v>0</c:v>
                </c:pt>
                <c:pt idx="850">
                  <c:v>1.66</c:v>
                </c:pt>
                <c:pt idx="851">
                  <c:v>0</c:v>
                </c:pt>
                <c:pt idx="852">
                  <c:v>1.71</c:v>
                </c:pt>
                <c:pt idx="853">
                  <c:v>1.71</c:v>
                </c:pt>
                <c:pt idx="854">
                  <c:v>0</c:v>
                </c:pt>
                <c:pt idx="855">
                  <c:v>1.9</c:v>
                </c:pt>
                <c:pt idx="856">
                  <c:v>0</c:v>
                </c:pt>
                <c:pt idx="857">
                  <c:v>1.68</c:v>
                </c:pt>
                <c:pt idx="858">
                  <c:v>0</c:v>
                </c:pt>
                <c:pt idx="859">
                  <c:v>1.64</c:v>
                </c:pt>
                <c:pt idx="860">
                  <c:v>1.63</c:v>
                </c:pt>
                <c:pt idx="861">
                  <c:v>1.77</c:v>
                </c:pt>
                <c:pt idx="862">
                  <c:v>0</c:v>
                </c:pt>
                <c:pt idx="863">
                  <c:v>0</c:v>
                </c:pt>
                <c:pt idx="864">
                  <c:v>1.78</c:v>
                </c:pt>
                <c:pt idx="865">
                  <c:v>0</c:v>
                </c:pt>
                <c:pt idx="866">
                  <c:v>1.83</c:v>
                </c:pt>
                <c:pt idx="867">
                  <c:v>0</c:v>
                </c:pt>
                <c:pt idx="868">
                  <c:v>1.72</c:v>
                </c:pt>
                <c:pt idx="869">
                  <c:v>1.95</c:v>
                </c:pt>
                <c:pt idx="870">
                  <c:v>1.62</c:v>
                </c:pt>
                <c:pt idx="871">
                  <c:v>1.77</c:v>
                </c:pt>
                <c:pt idx="872">
                  <c:v>1.66</c:v>
                </c:pt>
                <c:pt idx="873">
                  <c:v>1.99</c:v>
                </c:pt>
                <c:pt idx="874">
                  <c:v>1.72</c:v>
                </c:pt>
                <c:pt idx="875">
                  <c:v>0</c:v>
                </c:pt>
                <c:pt idx="876">
                  <c:v>1.71</c:v>
                </c:pt>
                <c:pt idx="877">
                  <c:v>1.77</c:v>
                </c:pt>
                <c:pt idx="878">
                  <c:v>1.72</c:v>
                </c:pt>
                <c:pt idx="879">
                  <c:v>1.73</c:v>
                </c:pt>
                <c:pt idx="880">
                  <c:v>0</c:v>
                </c:pt>
                <c:pt idx="881">
                  <c:v>1.76</c:v>
                </c:pt>
                <c:pt idx="882">
                  <c:v>1.66</c:v>
                </c:pt>
                <c:pt idx="883">
                  <c:v>1.72</c:v>
                </c:pt>
                <c:pt idx="884">
                  <c:v>0</c:v>
                </c:pt>
                <c:pt idx="885">
                  <c:v>1.72</c:v>
                </c:pt>
                <c:pt idx="886">
                  <c:v>0</c:v>
                </c:pt>
                <c:pt idx="887">
                  <c:v>0</c:v>
                </c:pt>
                <c:pt idx="888">
                  <c:v>0</c:v>
                </c:pt>
                <c:pt idx="889">
                  <c:v>1.91</c:v>
                </c:pt>
                <c:pt idx="890">
                  <c:v>1.91</c:v>
                </c:pt>
                <c:pt idx="891">
                  <c:v>1.62</c:v>
                </c:pt>
                <c:pt idx="892">
                  <c:v>1.93</c:v>
                </c:pt>
                <c:pt idx="893">
                  <c:v>0</c:v>
                </c:pt>
                <c:pt idx="894">
                  <c:v>1.99</c:v>
                </c:pt>
                <c:pt idx="895">
                  <c:v>2</c:v>
                </c:pt>
                <c:pt idx="896">
                  <c:v>1.86</c:v>
                </c:pt>
                <c:pt idx="897">
                  <c:v>1.7</c:v>
                </c:pt>
                <c:pt idx="898">
                  <c:v>1.94</c:v>
                </c:pt>
                <c:pt idx="899">
                  <c:v>1.6</c:v>
                </c:pt>
                <c:pt idx="900">
                  <c:v>1.63</c:v>
                </c:pt>
                <c:pt idx="901">
                  <c:v>0</c:v>
                </c:pt>
                <c:pt idx="902">
                  <c:v>1.88</c:v>
                </c:pt>
                <c:pt idx="903">
                  <c:v>0</c:v>
                </c:pt>
                <c:pt idx="904">
                  <c:v>2</c:v>
                </c:pt>
                <c:pt idx="905">
                  <c:v>1.74</c:v>
                </c:pt>
                <c:pt idx="906">
                  <c:v>1.74</c:v>
                </c:pt>
                <c:pt idx="907">
                  <c:v>1.83</c:v>
                </c:pt>
                <c:pt idx="908">
                  <c:v>1.87</c:v>
                </c:pt>
                <c:pt idx="909">
                  <c:v>1.84</c:v>
                </c:pt>
                <c:pt idx="910">
                  <c:v>0</c:v>
                </c:pt>
                <c:pt idx="911">
                  <c:v>1.77</c:v>
                </c:pt>
                <c:pt idx="912">
                  <c:v>1.73</c:v>
                </c:pt>
                <c:pt idx="913">
                  <c:v>1.72</c:v>
                </c:pt>
                <c:pt idx="914">
                  <c:v>1.84</c:v>
                </c:pt>
                <c:pt idx="915">
                  <c:v>1.66</c:v>
                </c:pt>
                <c:pt idx="916">
                  <c:v>1.92</c:v>
                </c:pt>
                <c:pt idx="917">
                  <c:v>1.82</c:v>
                </c:pt>
                <c:pt idx="918">
                  <c:v>1.63</c:v>
                </c:pt>
                <c:pt idx="919">
                  <c:v>1.94</c:v>
                </c:pt>
                <c:pt idx="920">
                  <c:v>1.92</c:v>
                </c:pt>
                <c:pt idx="921">
                  <c:v>1.71</c:v>
                </c:pt>
                <c:pt idx="922">
                  <c:v>1.8</c:v>
                </c:pt>
                <c:pt idx="923">
                  <c:v>0</c:v>
                </c:pt>
                <c:pt idx="924">
                  <c:v>1.68</c:v>
                </c:pt>
                <c:pt idx="925">
                  <c:v>1.89</c:v>
                </c:pt>
                <c:pt idx="926">
                  <c:v>1.61</c:v>
                </c:pt>
                <c:pt idx="927">
                  <c:v>1.88</c:v>
                </c:pt>
                <c:pt idx="928">
                  <c:v>1.99</c:v>
                </c:pt>
                <c:pt idx="929">
                  <c:v>1.82</c:v>
                </c:pt>
                <c:pt idx="930">
                  <c:v>1.63</c:v>
                </c:pt>
                <c:pt idx="931">
                  <c:v>1.65</c:v>
                </c:pt>
                <c:pt idx="932">
                  <c:v>1.97</c:v>
                </c:pt>
                <c:pt idx="933">
                  <c:v>1.75</c:v>
                </c:pt>
                <c:pt idx="934">
                  <c:v>1.83</c:v>
                </c:pt>
                <c:pt idx="935">
                  <c:v>0</c:v>
                </c:pt>
                <c:pt idx="936">
                  <c:v>1.86</c:v>
                </c:pt>
                <c:pt idx="937">
                  <c:v>1.77</c:v>
                </c:pt>
                <c:pt idx="938">
                  <c:v>1.63</c:v>
                </c:pt>
                <c:pt idx="939">
                  <c:v>0</c:v>
                </c:pt>
                <c:pt idx="940">
                  <c:v>0</c:v>
                </c:pt>
                <c:pt idx="941">
                  <c:v>1.78</c:v>
                </c:pt>
                <c:pt idx="942">
                  <c:v>1.91</c:v>
                </c:pt>
                <c:pt idx="943">
                  <c:v>1.69</c:v>
                </c:pt>
                <c:pt idx="944">
                  <c:v>1.85</c:v>
                </c:pt>
                <c:pt idx="945">
                  <c:v>1.64</c:v>
                </c:pt>
                <c:pt idx="946">
                  <c:v>0</c:v>
                </c:pt>
                <c:pt idx="947">
                  <c:v>0</c:v>
                </c:pt>
                <c:pt idx="948">
                  <c:v>1.92</c:v>
                </c:pt>
                <c:pt idx="949">
                  <c:v>1.85</c:v>
                </c:pt>
                <c:pt idx="950">
                  <c:v>1.92</c:v>
                </c:pt>
                <c:pt idx="951">
                  <c:v>1.87</c:v>
                </c:pt>
                <c:pt idx="952">
                  <c:v>0</c:v>
                </c:pt>
                <c:pt idx="953">
                  <c:v>1.62</c:v>
                </c:pt>
                <c:pt idx="954">
                  <c:v>1.76</c:v>
                </c:pt>
                <c:pt idx="955">
                  <c:v>1.87</c:v>
                </c:pt>
                <c:pt idx="956">
                  <c:v>1.66</c:v>
                </c:pt>
                <c:pt idx="957">
                  <c:v>1.77</c:v>
                </c:pt>
                <c:pt idx="958">
                  <c:v>0</c:v>
                </c:pt>
                <c:pt idx="959">
                  <c:v>0</c:v>
                </c:pt>
                <c:pt idx="960">
                  <c:v>1.71</c:v>
                </c:pt>
                <c:pt idx="961">
                  <c:v>0</c:v>
                </c:pt>
                <c:pt idx="962">
                  <c:v>1.72</c:v>
                </c:pt>
                <c:pt idx="963">
                  <c:v>1.95</c:v>
                </c:pt>
                <c:pt idx="964">
                  <c:v>1.69</c:v>
                </c:pt>
                <c:pt idx="965">
                  <c:v>1.69</c:v>
                </c:pt>
                <c:pt idx="966">
                  <c:v>1.79</c:v>
                </c:pt>
                <c:pt idx="967">
                  <c:v>1.86</c:v>
                </c:pt>
                <c:pt idx="968">
                  <c:v>1.65</c:v>
                </c:pt>
                <c:pt idx="969">
                  <c:v>1.68</c:v>
                </c:pt>
                <c:pt idx="970">
                  <c:v>1.76</c:v>
                </c:pt>
                <c:pt idx="971">
                  <c:v>1.81</c:v>
                </c:pt>
                <c:pt idx="972">
                  <c:v>1.72</c:v>
                </c:pt>
              </c:numCache>
            </c:numRef>
          </c:yVal>
          <c:smooth val="0"/>
          <c:extLst>
            <c:ext xmlns:c16="http://schemas.microsoft.com/office/drawing/2014/chart" uri="{C3380CC4-5D6E-409C-BE32-E72D297353CC}">
              <c16:uniqueId val="{00000001-D481-475E-B30B-030CDF8509BE}"/>
            </c:ext>
          </c:extLst>
        </c:ser>
        <c:dLbls>
          <c:showLegendKey val="0"/>
          <c:showVal val="0"/>
          <c:showCatName val="0"/>
          <c:showSerName val="0"/>
          <c:showPercent val="0"/>
          <c:showBubbleSize val="0"/>
        </c:dLbls>
        <c:axId val="25417215"/>
        <c:axId val="25415295"/>
      </c:scatterChart>
      <c:valAx>
        <c:axId val="25417215"/>
        <c:scaling>
          <c:orientation val="minMax"/>
          <c:min val="2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r>
                  <a:rPr lang="en-MY"/>
                  <a:t>Weight (KG)</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crossAx val="25415295"/>
        <c:crosses val="autoZero"/>
        <c:crossBetween val="midCat"/>
        <c:majorUnit val="10"/>
      </c:valAx>
      <c:valAx>
        <c:axId val="25415295"/>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595959"/>
                    </a:solidFill>
                    <a:latin typeface="+mn-lt"/>
                    <a:ea typeface="+mn-ea"/>
                    <a:cs typeface="+mn-cs"/>
                  </a:defRPr>
                </a:pPr>
                <a:r>
                  <a:rPr lang="en-MY"/>
                  <a:t>Height (M)</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crossAx val="25417215"/>
        <c:crosses val="autoZero"/>
        <c:crossBetween val="midCat"/>
        <c:majorUnit val="0.5"/>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rgbClr val="595959"/>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Tracking.xlsx]Pivot!PivotTable6</c:name>
    <c:fmtId val="30"/>
  </c:pivotSource>
  <c:chart>
    <c:title>
      <c:tx>
        <c:rich>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r>
              <a:rPr lang="en-US" sz="1000"/>
              <a:t>Workout Type Distribution</a:t>
            </a:r>
          </a:p>
        </c:rich>
      </c:tx>
      <c:overlay val="0"/>
      <c:spPr>
        <a:noFill/>
        <a:ln>
          <a:noFill/>
        </a:ln>
        <a:effectLst/>
      </c:spPr>
      <c:txPr>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Pivot!$B$7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Pivot!$A$8:$A$11</c:f>
              <c:strCache>
                <c:ptCount val="4"/>
                <c:pt idx="0">
                  <c:v>HIIT</c:v>
                </c:pt>
                <c:pt idx="1">
                  <c:v>Yoga</c:v>
                </c:pt>
                <c:pt idx="2">
                  <c:v>Cardio</c:v>
                </c:pt>
                <c:pt idx="3">
                  <c:v>Strength</c:v>
                </c:pt>
              </c:strCache>
            </c:strRef>
          </c:cat>
          <c:val>
            <c:numRef>
              <c:f>Pivot!$B$8:$B$11</c:f>
              <c:numCache>
                <c:formatCode>General</c:formatCode>
                <c:ptCount val="4"/>
                <c:pt idx="0">
                  <c:v>221</c:v>
                </c:pt>
                <c:pt idx="1">
                  <c:v>239</c:v>
                </c:pt>
                <c:pt idx="2">
                  <c:v>255</c:v>
                </c:pt>
                <c:pt idx="3">
                  <c:v>258</c:v>
                </c:pt>
              </c:numCache>
            </c:numRef>
          </c:val>
          <c:extLst>
            <c:ext xmlns:c16="http://schemas.microsoft.com/office/drawing/2014/chart" uri="{C3380CC4-5D6E-409C-BE32-E72D297353CC}">
              <c16:uniqueId val="{00000000-7F9D-4516-98B6-CFD1BD6F9C68}"/>
            </c:ext>
          </c:extLst>
        </c:ser>
        <c:dLbls>
          <c:dLblPos val="outEnd"/>
          <c:showLegendKey val="0"/>
          <c:showVal val="1"/>
          <c:showCatName val="0"/>
          <c:showSerName val="0"/>
          <c:showPercent val="0"/>
          <c:showBubbleSize val="0"/>
        </c:dLbls>
        <c:gapWidth val="219"/>
        <c:axId val="437066655"/>
        <c:axId val="437068095"/>
      </c:barChart>
      <c:catAx>
        <c:axId val="4370666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crossAx val="437068095"/>
        <c:crosses val="autoZero"/>
        <c:auto val="1"/>
        <c:lblAlgn val="ctr"/>
        <c:lblOffset val="100"/>
        <c:noMultiLvlLbl val="0"/>
      </c:catAx>
      <c:valAx>
        <c:axId val="437068095"/>
        <c:scaling>
          <c:orientation val="minMax"/>
        </c:scaling>
        <c:delete val="1"/>
        <c:axPos val="b"/>
        <c:numFmt formatCode="General" sourceLinked="1"/>
        <c:majorTickMark val="none"/>
        <c:minorTickMark val="none"/>
        <c:tickLblPos val="nextTo"/>
        <c:crossAx val="4370666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rgbClr val="595959"/>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Tracking.xlsx]Pivot!PivotTable8</c:name>
    <c:fmtId val="40"/>
  </c:pivotSource>
  <c:chart>
    <c:title>
      <c:tx>
        <c:rich>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r>
              <a:rPr lang="en-MY" sz="1000"/>
              <a:t>By Gender: Workout Type Distribution</a:t>
            </a:r>
          </a:p>
        </c:rich>
      </c:tx>
      <c:overlay val="0"/>
      <c:spPr>
        <a:noFill/>
        <a:ln>
          <a:noFill/>
        </a:ln>
        <a:effectLst/>
      </c:spPr>
      <c:txPr>
        <a:bodyPr rot="0" spcFirstLastPara="1" vertOverflow="ellipsis" vert="horz" wrap="square" anchor="ctr" anchorCtr="1"/>
        <a:lstStyle/>
        <a:p>
          <a:pPr>
            <a:defRPr sz="1000" b="0" i="0" u="none" strike="noStrike" kern="1200" spc="0" baseline="0">
              <a:solidFill>
                <a:srgbClr val="595959"/>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Pivot!$I$12:$I$13</c:f>
              <c:strCache>
                <c:ptCount val="1"/>
                <c:pt idx="0">
                  <c:v>Male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Pivot!$H$14:$H$17</c:f>
              <c:strCache>
                <c:ptCount val="4"/>
                <c:pt idx="0">
                  <c:v>HIIT</c:v>
                </c:pt>
                <c:pt idx="1">
                  <c:v>Yoga</c:v>
                </c:pt>
                <c:pt idx="2">
                  <c:v>Cardio</c:v>
                </c:pt>
                <c:pt idx="3">
                  <c:v>Strength</c:v>
                </c:pt>
              </c:strCache>
            </c:strRef>
          </c:cat>
          <c:val>
            <c:numRef>
              <c:f>Pivot!$I$14:$I$17</c:f>
              <c:numCache>
                <c:formatCode>General</c:formatCode>
                <c:ptCount val="4"/>
                <c:pt idx="0">
                  <c:v>114</c:v>
                </c:pt>
                <c:pt idx="1">
                  <c:v>133</c:v>
                </c:pt>
                <c:pt idx="2">
                  <c:v>129</c:v>
                </c:pt>
                <c:pt idx="3">
                  <c:v>135</c:v>
                </c:pt>
              </c:numCache>
            </c:numRef>
          </c:val>
          <c:extLst>
            <c:ext xmlns:c16="http://schemas.microsoft.com/office/drawing/2014/chart" uri="{C3380CC4-5D6E-409C-BE32-E72D297353CC}">
              <c16:uniqueId val="{00000000-AD9C-43FD-9E37-877AB5EC1AE3}"/>
            </c:ext>
          </c:extLst>
        </c:ser>
        <c:ser>
          <c:idx val="1"/>
          <c:order val="1"/>
          <c:tx>
            <c:strRef>
              <c:f>Pivot!$J$12:$J$13</c:f>
              <c:strCache>
                <c:ptCount val="1"/>
                <c:pt idx="0">
                  <c:v>Female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Pivot!$H$14:$H$17</c:f>
              <c:strCache>
                <c:ptCount val="4"/>
                <c:pt idx="0">
                  <c:v>HIIT</c:v>
                </c:pt>
                <c:pt idx="1">
                  <c:v>Yoga</c:v>
                </c:pt>
                <c:pt idx="2">
                  <c:v>Cardio</c:v>
                </c:pt>
                <c:pt idx="3">
                  <c:v>Strength</c:v>
                </c:pt>
              </c:strCache>
            </c:strRef>
          </c:cat>
          <c:val>
            <c:numRef>
              <c:f>Pivot!$J$14:$J$17</c:f>
              <c:numCache>
                <c:formatCode>General</c:formatCode>
                <c:ptCount val="4"/>
                <c:pt idx="0">
                  <c:v>107</c:v>
                </c:pt>
                <c:pt idx="1">
                  <c:v>106</c:v>
                </c:pt>
                <c:pt idx="2">
                  <c:v>126</c:v>
                </c:pt>
                <c:pt idx="3">
                  <c:v>123</c:v>
                </c:pt>
              </c:numCache>
            </c:numRef>
          </c:val>
          <c:extLst>
            <c:ext xmlns:c16="http://schemas.microsoft.com/office/drawing/2014/chart" uri="{C3380CC4-5D6E-409C-BE32-E72D297353CC}">
              <c16:uniqueId val="{00000001-AD9C-43FD-9E37-877AB5EC1AE3}"/>
            </c:ext>
          </c:extLst>
        </c:ser>
        <c:dLbls>
          <c:dLblPos val="ctr"/>
          <c:showLegendKey val="0"/>
          <c:showVal val="1"/>
          <c:showCatName val="0"/>
          <c:showSerName val="0"/>
          <c:showPercent val="0"/>
          <c:showBubbleSize val="0"/>
        </c:dLbls>
        <c:gapWidth val="150"/>
        <c:overlap val="100"/>
        <c:axId val="1119512479"/>
        <c:axId val="1119521119"/>
      </c:barChart>
      <c:catAx>
        <c:axId val="1119512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crossAx val="1119521119"/>
        <c:crosses val="autoZero"/>
        <c:auto val="1"/>
        <c:lblAlgn val="ctr"/>
        <c:lblOffset val="100"/>
        <c:noMultiLvlLbl val="0"/>
      </c:catAx>
      <c:valAx>
        <c:axId val="1119521119"/>
        <c:scaling>
          <c:orientation val="minMax"/>
        </c:scaling>
        <c:delete val="1"/>
        <c:axPos val="l"/>
        <c:numFmt formatCode="General" sourceLinked="1"/>
        <c:majorTickMark val="none"/>
        <c:minorTickMark val="none"/>
        <c:tickLblPos val="nextTo"/>
        <c:crossAx val="1119512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rgbClr val="595959"/>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rgbClr val="595959"/>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Gender: Weight &amp; BMI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'Sub-Dataset'!$J$2</c:f>
              <c:strCache>
                <c:ptCount val="1"/>
                <c:pt idx="0">
                  <c:v>Female</c:v>
                </c:pt>
              </c:strCache>
            </c:strRef>
          </c:tx>
          <c:spPr>
            <a:ln w="19050" cap="rnd">
              <a:noFill/>
              <a:round/>
            </a:ln>
            <a:effectLst/>
          </c:spPr>
          <c:marker>
            <c:symbol val="circle"/>
            <c:size val="3"/>
            <c:spPr>
              <a:solidFill>
                <a:schemeClr val="accent1"/>
              </a:solidFill>
              <a:ln w="9525">
                <a:noFill/>
              </a:ln>
              <a:effectLst/>
            </c:spPr>
          </c:marker>
          <c:xVal>
            <c:numRef>
              <c:f>'Sub-Dataset'!$I$3:$I$975</c:f>
              <c:numCache>
                <c:formatCode>General</c:formatCode>
                <c:ptCount val="973"/>
                <c:pt idx="0">
                  <c:v>68.099999999999994</c:v>
                </c:pt>
                <c:pt idx="1">
                  <c:v>94.5</c:v>
                </c:pt>
                <c:pt idx="2">
                  <c:v>60.5</c:v>
                </c:pt>
                <c:pt idx="3">
                  <c:v>88.1</c:v>
                </c:pt>
                <c:pt idx="4">
                  <c:v>73</c:v>
                </c:pt>
                <c:pt idx="5">
                  <c:v>50.3</c:v>
                </c:pt>
                <c:pt idx="6">
                  <c:v>58.2</c:v>
                </c:pt>
                <c:pt idx="7">
                  <c:v>61.1</c:v>
                </c:pt>
                <c:pt idx="8">
                  <c:v>70.099999999999994</c:v>
                </c:pt>
                <c:pt idx="9">
                  <c:v>61.7</c:v>
                </c:pt>
                <c:pt idx="10">
                  <c:v>72.900000000000006</c:v>
                </c:pt>
                <c:pt idx="11">
                  <c:v>72.099999999999994</c:v>
                </c:pt>
                <c:pt idx="12">
                  <c:v>54.8</c:v>
                </c:pt>
                <c:pt idx="13">
                  <c:v>58.6</c:v>
                </c:pt>
                <c:pt idx="14">
                  <c:v>82.7</c:v>
                </c:pt>
                <c:pt idx="15">
                  <c:v>59</c:v>
                </c:pt>
                <c:pt idx="16">
                  <c:v>60.1</c:v>
                </c:pt>
                <c:pt idx="17">
                  <c:v>62.9</c:v>
                </c:pt>
                <c:pt idx="18">
                  <c:v>73.900000000000006</c:v>
                </c:pt>
                <c:pt idx="19">
                  <c:v>67.099999999999994</c:v>
                </c:pt>
                <c:pt idx="20">
                  <c:v>80.900000000000006</c:v>
                </c:pt>
                <c:pt idx="21">
                  <c:v>54</c:v>
                </c:pt>
                <c:pt idx="22">
                  <c:v>87.9</c:v>
                </c:pt>
                <c:pt idx="23">
                  <c:v>64.8</c:v>
                </c:pt>
                <c:pt idx="24">
                  <c:v>83.6</c:v>
                </c:pt>
                <c:pt idx="25">
                  <c:v>57.4</c:v>
                </c:pt>
                <c:pt idx="26">
                  <c:v>71.599999999999994</c:v>
                </c:pt>
                <c:pt idx="27">
                  <c:v>83.8</c:v>
                </c:pt>
                <c:pt idx="28">
                  <c:v>55.9</c:v>
                </c:pt>
                <c:pt idx="29">
                  <c:v>65.3</c:v>
                </c:pt>
                <c:pt idx="30">
                  <c:v>87.1</c:v>
                </c:pt>
                <c:pt idx="31">
                  <c:v>57.3</c:v>
                </c:pt>
                <c:pt idx="32">
                  <c:v>58.9</c:v>
                </c:pt>
                <c:pt idx="33">
                  <c:v>60.9</c:v>
                </c:pt>
                <c:pt idx="34">
                  <c:v>55.7</c:v>
                </c:pt>
                <c:pt idx="35">
                  <c:v>54.6</c:v>
                </c:pt>
                <c:pt idx="36">
                  <c:v>58.8</c:v>
                </c:pt>
                <c:pt idx="37">
                  <c:v>45.9</c:v>
                </c:pt>
                <c:pt idx="38">
                  <c:v>60</c:v>
                </c:pt>
                <c:pt idx="39">
                  <c:v>63.1</c:v>
                </c:pt>
                <c:pt idx="40">
                  <c:v>61.3</c:v>
                </c:pt>
                <c:pt idx="41">
                  <c:v>55.1</c:v>
                </c:pt>
                <c:pt idx="42">
                  <c:v>59</c:v>
                </c:pt>
                <c:pt idx="43">
                  <c:v>76.7</c:v>
                </c:pt>
                <c:pt idx="44">
                  <c:v>75.8</c:v>
                </c:pt>
                <c:pt idx="45">
                  <c:v>48.3</c:v>
                </c:pt>
                <c:pt idx="46">
                  <c:v>73.2</c:v>
                </c:pt>
                <c:pt idx="47">
                  <c:v>49.2</c:v>
                </c:pt>
                <c:pt idx="48">
                  <c:v>76.5</c:v>
                </c:pt>
                <c:pt idx="49">
                  <c:v>63.3</c:v>
                </c:pt>
                <c:pt idx="50">
                  <c:v>68.2</c:v>
                </c:pt>
                <c:pt idx="51">
                  <c:v>91.4</c:v>
                </c:pt>
                <c:pt idx="52">
                  <c:v>68.7</c:v>
                </c:pt>
                <c:pt idx="53">
                  <c:v>66.3</c:v>
                </c:pt>
                <c:pt idx="54">
                  <c:v>62</c:v>
                </c:pt>
                <c:pt idx="55">
                  <c:v>51.1</c:v>
                </c:pt>
                <c:pt idx="56">
                  <c:v>81.8</c:v>
                </c:pt>
                <c:pt idx="57">
                  <c:v>50.7</c:v>
                </c:pt>
                <c:pt idx="58">
                  <c:v>58</c:v>
                </c:pt>
                <c:pt idx="59">
                  <c:v>61.5</c:v>
                </c:pt>
                <c:pt idx="60">
                  <c:v>69.5</c:v>
                </c:pt>
                <c:pt idx="61">
                  <c:v>84</c:v>
                </c:pt>
                <c:pt idx="62">
                  <c:v>80.900000000000006</c:v>
                </c:pt>
                <c:pt idx="63">
                  <c:v>64.099999999999994</c:v>
                </c:pt>
                <c:pt idx="64">
                  <c:v>67</c:v>
                </c:pt>
                <c:pt idx="65">
                  <c:v>68</c:v>
                </c:pt>
                <c:pt idx="66">
                  <c:v>88.1</c:v>
                </c:pt>
                <c:pt idx="67">
                  <c:v>76.5</c:v>
                </c:pt>
                <c:pt idx="68">
                  <c:v>52</c:v>
                </c:pt>
                <c:pt idx="69">
                  <c:v>54.2</c:v>
                </c:pt>
                <c:pt idx="70">
                  <c:v>81.599999999999994</c:v>
                </c:pt>
                <c:pt idx="71">
                  <c:v>68.7</c:v>
                </c:pt>
                <c:pt idx="72">
                  <c:v>55.6</c:v>
                </c:pt>
                <c:pt idx="73">
                  <c:v>59.2</c:v>
                </c:pt>
                <c:pt idx="74">
                  <c:v>60</c:v>
                </c:pt>
                <c:pt idx="75">
                  <c:v>59</c:v>
                </c:pt>
                <c:pt idx="76">
                  <c:v>58.1</c:v>
                </c:pt>
                <c:pt idx="77">
                  <c:v>76.900000000000006</c:v>
                </c:pt>
                <c:pt idx="78">
                  <c:v>62.4</c:v>
                </c:pt>
                <c:pt idx="79">
                  <c:v>54.9</c:v>
                </c:pt>
                <c:pt idx="80">
                  <c:v>76.400000000000006</c:v>
                </c:pt>
                <c:pt idx="81">
                  <c:v>86.2</c:v>
                </c:pt>
                <c:pt idx="82">
                  <c:v>59.4</c:v>
                </c:pt>
                <c:pt idx="83">
                  <c:v>85.3</c:v>
                </c:pt>
                <c:pt idx="84">
                  <c:v>68</c:v>
                </c:pt>
                <c:pt idx="85">
                  <c:v>61</c:v>
                </c:pt>
                <c:pt idx="86">
                  <c:v>72.599999999999994</c:v>
                </c:pt>
                <c:pt idx="87">
                  <c:v>76.3</c:v>
                </c:pt>
                <c:pt idx="88">
                  <c:v>83.2</c:v>
                </c:pt>
                <c:pt idx="89">
                  <c:v>57.5</c:v>
                </c:pt>
                <c:pt idx="90">
                  <c:v>88.6</c:v>
                </c:pt>
                <c:pt idx="91">
                  <c:v>49.7</c:v>
                </c:pt>
                <c:pt idx="92">
                  <c:v>56.4</c:v>
                </c:pt>
                <c:pt idx="93">
                  <c:v>70.599999999999994</c:v>
                </c:pt>
                <c:pt idx="94">
                  <c:v>63.2</c:v>
                </c:pt>
                <c:pt idx="95">
                  <c:v>62.6</c:v>
                </c:pt>
                <c:pt idx="96">
                  <c:v>82.3</c:v>
                </c:pt>
                <c:pt idx="97">
                  <c:v>64.3</c:v>
                </c:pt>
                <c:pt idx="98">
                  <c:v>88</c:v>
                </c:pt>
                <c:pt idx="99">
                  <c:v>64.400000000000006</c:v>
                </c:pt>
                <c:pt idx="100">
                  <c:v>54.2</c:v>
                </c:pt>
                <c:pt idx="101">
                  <c:v>64.5</c:v>
                </c:pt>
                <c:pt idx="102">
                  <c:v>50.7</c:v>
                </c:pt>
                <c:pt idx="103">
                  <c:v>68.7</c:v>
                </c:pt>
                <c:pt idx="104">
                  <c:v>50.3</c:v>
                </c:pt>
                <c:pt idx="105">
                  <c:v>52.1</c:v>
                </c:pt>
                <c:pt idx="106">
                  <c:v>81.400000000000006</c:v>
                </c:pt>
                <c:pt idx="107">
                  <c:v>50.9</c:v>
                </c:pt>
                <c:pt idx="108">
                  <c:v>58.3</c:v>
                </c:pt>
                <c:pt idx="109">
                  <c:v>59.3</c:v>
                </c:pt>
                <c:pt idx="110">
                  <c:v>75.7</c:v>
                </c:pt>
                <c:pt idx="111">
                  <c:v>56.3</c:v>
                </c:pt>
                <c:pt idx="112">
                  <c:v>55.7</c:v>
                </c:pt>
                <c:pt idx="113">
                  <c:v>62.7</c:v>
                </c:pt>
                <c:pt idx="114">
                  <c:v>64.5</c:v>
                </c:pt>
                <c:pt idx="115">
                  <c:v>81.400000000000006</c:v>
                </c:pt>
                <c:pt idx="116">
                  <c:v>54.7</c:v>
                </c:pt>
                <c:pt idx="117">
                  <c:v>92.3</c:v>
                </c:pt>
                <c:pt idx="118">
                  <c:v>73.900000000000006</c:v>
                </c:pt>
                <c:pt idx="119">
                  <c:v>65.2</c:v>
                </c:pt>
                <c:pt idx="120">
                  <c:v>64.3</c:v>
                </c:pt>
                <c:pt idx="121">
                  <c:v>64.5</c:v>
                </c:pt>
                <c:pt idx="122">
                  <c:v>72</c:v>
                </c:pt>
                <c:pt idx="123">
                  <c:v>77.900000000000006</c:v>
                </c:pt>
                <c:pt idx="124">
                  <c:v>57.7</c:v>
                </c:pt>
                <c:pt idx="125">
                  <c:v>74.2</c:v>
                </c:pt>
                <c:pt idx="126">
                  <c:v>50.3</c:v>
                </c:pt>
                <c:pt idx="127">
                  <c:v>66.5</c:v>
                </c:pt>
                <c:pt idx="128">
                  <c:v>57.7</c:v>
                </c:pt>
                <c:pt idx="129">
                  <c:v>47.4</c:v>
                </c:pt>
                <c:pt idx="130">
                  <c:v>57.2</c:v>
                </c:pt>
                <c:pt idx="131">
                  <c:v>60.5</c:v>
                </c:pt>
                <c:pt idx="132">
                  <c:v>56</c:v>
                </c:pt>
                <c:pt idx="133">
                  <c:v>49.3</c:v>
                </c:pt>
                <c:pt idx="134">
                  <c:v>61.9</c:v>
                </c:pt>
                <c:pt idx="135">
                  <c:v>66.5</c:v>
                </c:pt>
                <c:pt idx="136">
                  <c:v>75.5</c:v>
                </c:pt>
                <c:pt idx="137">
                  <c:v>74.8</c:v>
                </c:pt>
                <c:pt idx="138">
                  <c:v>77.400000000000006</c:v>
                </c:pt>
                <c:pt idx="139">
                  <c:v>59</c:v>
                </c:pt>
                <c:pt idx="140">
                  <c:v>64.5</c:v>
                </c:pt>
                <c:pt idx="141">
                  <c:v>81.7</c:v>
                </c:pt>
                <c:pt idx="142">
                  <c:v>60</c:v>
                </c:pt>
                <c:pt idx="143">
                  <c:v>75.400000000000006</c:v>
                </c:pt>
                <c:pt idx="144">
                  <c:v>65.2</c:v>
                </c:pt>
                <c:pt idx="145">
                  <c:v>60.1</c:v>
                </c:pt>
                <c:pt idx="146">
                  <c:v>66.8</c:v>
                </c:pt>
                <c:pt idx="147">
                  <c:v>52.3</c:v>
                </c:pt>
                <c:pt idx="148">
                  <c:v>56.7</c:v>
                </c:pt>
                <c:pt idx="149">
                  <c:v>70.3</c:v>
                </c:pt>
                <c:pt idx="150">
                  <c:v>56</c:v>
                </c:pt>
                <c:pt idx="151">
                  <c:v>64.3</c:v>
                </c:pt>
                <c:pt idx="152">
                  <c:v>49.3</c:v>
                </c:pt>
                <c:pt idx="153">
                  <c:v>63</c:v>
                </c:pt>
                <c:pt idx="154">
                  <c:v>60.9</c:v>
                </c:pt>
                <c:pt idx="155">
                  <c:v>85.7</c:v>
                </c:pt>
                <c:pt idx="156">
                  <c:v>57.7</c:v>
                </c:pt>
                <c:pt idx="157">
                  <c:v>59.1</c:v>
                </c:pt>
                <c:pt idx="158">
                  <c:v>66.900000000000006</c:v>
                </c:pt>
                <c:pt idx="159">
                  <c:v>62.4</c:v>
                </c:pt>
                <c:pt idx="160">
                  <c:v>75.599999999999994</c:v>
                </c:pt>
                <c:pt idx="161">
                  <c:v>63.8</c:v>
                </c:pt>
                <c:pt idx="162">
                  <c:v>67.3</c:v>
                </c:pt>
                <c:pt idx="163">
                  <c:v>59.1</c:v>
                </c:pt>
                <c:pt idx="164">
                  <c:v>53.3</c:v>
                </c:pt>
                <c:pt idx="165">
                  <c:v>62.6</c:v>
                </c:pt>
                <c:pt idx="166">
                  <c:v>57.7</c:v>
                </c:pt>
                <c:pt idx="167">
                  <c:v>66.599999999999994</c:v>
                </c:pt>
                <c:pt idx="168">
                  <c:v>55</c:v>
                </c:pt>
                <c:pt idx="169">
                  <c:v>78</c:v>
                </c:pt>
                <c:pt idx="170">
                  <c:v>58.9</c:v>
                </c:pt>
                <c:pt idx="171">
                  <c:v>61.4</c:v>
                </c:pt>
                <c:pt idx="172">
                  <c:v>105</c:v>
                </c:pt>
                <c:pt idx="173">
                  <c:v>81.599999999999994</c:v>
                </c:pt>
                <c:pt idx="174">
                  <c:v>59.4</c:v>
                </c:pt>
                <c:pt idx="175">
                  <c:v>82.4</c:v>
                </c:pt>
                <c:pt idx="176">
                  <c:v>87.8</c:v>
                </c:pt>
                <c:pt idx="177">
                  <c:v>65.2</c:v>
                </c:pt>
                <c:pt idx="178">
                  <c:v>71.900000000000006</c:v>
                </c:pt>
                <c:pt idx="179">
                  <c:v>78.599999999999994</c:v>
                </c:pt>
                <c:pt idx="180">
                  <c:v>78.3</c:v>
                </c:pt>
                <c:pt idx="181">
                  <c:v>73.7</c:v>
                </c:pt>
                <c:pt idx="182">
                  <c:v>110.5</c:v>
                </c:pt>
                <c:pt idx="183">
                  <c:v>112.4</c:v>
                </c:pt>
                <c:pt idx="184">
                  <c:v>74.7</c:v>
                </c:pt>
                <c:pt idx="185">
                  <c:v>75.7</c:v>
                </c:pt>
                <c:pt idx="186">
                  <c:v>71.2</c:v>
                </c:pt>
                <c:pt idx="187">
                  <c:v>63.6</c:v>
                </c:pt>
                <c:pt idx="188">
                  <c:v>71.2</c:v>
                </c:pt>
                <c:pt idx="189">
                  <c:v>68.599999999999994</c:v>
                </c:pt>
                <c:pt idx="190">
                  <c:v>107</c:v>
                </c:pt>
                <c:pt idx="191">
                  <c:v>92</c:v>
                </c:pt>
                <c:pt idx="192">
                  <c:v>64.900000000000006</c:v>
                </c:pt>
                <c:pt idx="193">
                  <c:v>67.400000000000006</c:v>
                </c:pt>
                <c:pt idx="194">
                  <c:v>78.8</c:v>
                </c:pt>
                <c:pt idx="195">
                  <c:v>94.7</c:v>
                </c:pt>
                <c:pt idx="196">
                  <c:v>66.2</c:v>
                </c:pt>
                <c:pt idx="197">
                  <c:v>102.5</c:v>
                </c:pt>
                <c:pt idx="198">
                  <c:v>60.6</c:v>
                </c:pt>
                <c:pt idx="199">
                  <c:v>98.4</c:v>
                </c:pt>
                <c:pt idx="200">
                  <c:v>76.3</c:v>
                </c:pt>
                <c:pt idx="201">
                  <c:v>67.8</c:v>
                </c:pt>
                <c:pt idx="202">
                  <c:v>70.400000000000006</c:v>
                </c:pt>
                <c:pt idx="203">
                  <c:v>78.7</c:v>
                </c:pt>
                <c:pt idx="204">
                  <c:v>66.900000000000006</c:v>
                </c:pt>
                <c:pt idx="205">
                  <c:v>97.3</c:v>
                </c:pt>
                <c:pt idx="206">
                  <c:v>74.3</c:v>
                </c:pt>
                <c:pt idx="207">
                  <c:v>78.5</c:v>
                </c:pt>
                <c:pt idx="208">
                  <c:v>95.6</c:v>
                </c:pt>
                <c:pt idx="209">
                  <c:v>70.099999999999994</c:v>
                </c:pt>
                <c:pt idx="210">
                  <c:v>101.2</c:v>
                </c:pt>
                <c:pt idx="211">
                  <c:v>71</c:v>
                </c:pt>
                <c:pt idx="212">
                  <c:v>114.5</c:v>
                </c:pt>
                <c:pt idx="213">
                  <c:v>72.900000000000006</c:v>
                </c:pt>
                <c:pt idx="214">
                  <c:v>69.2</c:v>
                </c:pt>
                <c:pt idx="215">
                  <c:v>114.8</c:v>
                </c:pt>
                <c:pt idx="216">
                  <c:v>94.1</c:v>
                </c:pt>
                <c:pt idx="217">
                  <c:v>92.4</c:v>
                </c:pt>
                <c:pt idx="218">
                  <c:v>108.5</c:v>
                </c:pt>
                <c:pt idx="219">
                  <c:v>126.8</c:v>
                </c:pt>
                <c:pt idx="220">
                  <c:v>90</c:v>
                </c:pt>
                <c:pt idx="221">
                  <c:v>74.2</c:v>
                </c:pt>
                <c:pt idx="222">
                  <c:v>125.9</c:v>
                </c:pt>
                <c:pt idx="223">
                  <c:v>123.7</c:v>
                </c:pt>
                <c:pt idx="224">
                  <c:v>110.5</c:v>
                </c:pt>
                <c:pt idx="225">
                  <c:v>124.3</c:v>
                </c:pt>
                <c:pt idx="226">
                  <c:v>121.1</c:v>
                </c:pt>
                <c:pt idx="227">
                  <c:v>98.6</c:v>
                </c:pt>
                <c:pt idx="228">
                  <c:v>110</c:v>
                </c:pt>
                <c:pt idx="229">
                  <c:v>114.2</c:v>
                </c:pt>
                <c:pt idx="230">
                  <c:v>90.3</c:v>
                </c:pt>
                <c:pt idx="231">
                  <c:v>78.7</c:v>
                </c:pt>
                <c:pt idx="232">
                  <c:v>106.4</c:v>
                </c:pt>
                <c:pt idx="233">
                  <c:v>113.4</c:v>
                </c:pt>
                <c:pt idx="234">
                  <c:v>120.6</c:v>
                </c:pt>
                <c:pt idx="235">
                  <c:v>114.9</c:v>
                </c:pt>
                <c:pt idx="236">
                  <c:v>124.8</c:v>
                </c:pt>
                <c:pt idx="237">
                  <c:v>128.4</c:v>
                </c:pt>
                <c:pt idx="238">
                  <c:v>77.7</c:v>
                </c:pt>
                <c:pt idx="239">
                  <c:v>121.3</c:v>
                </c:pt>
                <c:pt idx="240">
                  <c:v>127.9</c:v>
                </c:pt>
                <c:pt idx="241">
                  <c:v>125.5</c:v>
                </c:pt>
                <c:pt idx="242">
                  <c:v>120.3</c:v>
                </c:pt>
                <c:pt idx="243">
                  <c:v>71.2</c:v>
                </c:pt>
                <c:pt idx="244">
                  <c:v>107.4</c:v>
                </c:pt>
                <c:pt idx="245">
                  <c:v>69.7</c:v>
                </c:pt>
                <c:pt idx="246">
                  <c:v>120.8</c:v>
                </c:pt>
                <c:pt idx="247">
                  <c:v>96.9</c:v>
                </c:pt>
                <c:pt idx="248">
                  <c:v>103.9</c:v>
                </c:pt>
                <c:pt idx="249">
                  <c:v>61.7</c:v>
                </c:pt>
                <c:pt idx="250">
                  <c:v>113.4</c:v>
                </c:pt>
                <c:pt idx="251">
                  <c:v>114.9</c:v>
                </c:pt>
                <c:pt idx="252">
                  <c:v>65.8</c:v>
                </c:pt>
                <c:pt idx="253">
                  <c:v>99.9</c:v>
                </c:pt>
                <c:pt idx="254">
                  <c:v>93.4</c:v>
                </c:pt>
                <c:pt idx="255">
                  <c:v>101.7</c:v>
                </c:pt>
                <c:pt idx="256">
                  <c:v>87.4</c:v>
                </c:pt>
                <c:pt idx="257">
                  <c:v>66.3</c:v>
                </c:pt>
                <c:pt idx="258">
                  <c:v>89.4</c:v>
                </c:pt>
                <c:pt idx="259">
                  <c:v>78.099999999999994</c:v>
                </c:pt>
                <c:pt idx="260">
                  <c:v>125.5</c:v>
                </c:pt>
                <c:pt idx="261">
                  <c:v>104.8</c:v>
                </c:pt>
                <c:pt idx="262">
                  <c:v>125.3</c:v>
                </c:pt>
                <c:pt idx="263">
                  <c:v>105.1</c:v>
                </c:pt>
                <c:pt idx="264">
                  <c:v>65.5</c:v>
                </c:pt>
                <c:pt idx="265">
                  <c:v>69.5</c:v>
                </c:pt>
                <c:pt idx="266">
                  <c:v>78.099999999999994</c:v>
                </c:pt>
                <c:pt idx="267">
                  <c:v>118</c:v>
                </c:pt>
                <c:pt idx="268">
                  <c:v>84.6</c:v>
                </c:pt>
                <c:pt idx="269">
                  <c:v>68.400000000000006</c:v>
                </c:pt>
                <c:pt idx="270">
                  <c:v>70.7</c:v>
                </c:pt>
                <c:pt idx="271">
                  <c:v>95.8</c:v>
                </c:pt>
                <c:pt idx="272">
                  <c:v>109.8</c:v>
                </c:pt>
                <c:pt idx="273">
                  <c:v>79.900000000000006</c:v>
                </c:pt>
                <c:pt idx="274">
                  <c:v>102.3</c:v>
                </c:pt>
                <c:pt idx="275">
                  <c:v>74.599999999999994</c:v>
                </c:pt>
                <c:pt idx="276">
                  <c:v>73</c:v>
                </c:pt>
                <c:pt idx="277">
                  <c:v>115.3</c:v>
                </c:pt>
                <c:pt idx="278">
                  <c:v>73.599999999999994</c:v>
                </c:pt>
                <c:pt idx="279">
                  <c:v>121.9</c:v>
                </c:pt>
                <c:pt idx="280">
                  <c:v>101.4</c:v>
                </c:pt>
                <c:pt idx="281">
                  <c:v>95.7</c:v>
                </c:pt>
                <c:pt idx="282">
                  <c:v>84.7</c:v>
                </c:pt>
                <c:pt idx="283">
                  <c:v>53.2</c:v>
                </c:pt>
                <c:pt idx="284">
                  <c:v>102.6</c:v>
                </c:pt>
                <c:pt idx="285">
                  <c:v>76.599999999999994</c:v>
                </c:pt>
                <c:pt idx="286">
                  <c:v>42.5</c:v>
                </c:pt>
                <c:pt idx="287">
                  <c:v>78.7</c:v>
                </c:pt>
                <c:pt idx="288">
                  <c:v>102.3</c:v>
                </c:pt>
                <c:pt idx="289">
                  <c:v>44.3</c:v>
                </c:pt>
                <c:pt idx="290">
                  <c:v>98.2</c:v>
                </c:pt>
                <c:pt idx="291">
                  <c:v>117.2</c:v>
                </c:pt>
                <c:pt idx="292">
                  <c:v>127.1</c:v>
                </c:pt>
                <c:pt idx="293">
                  <c:v>95.4</c:v>
                </c:pt>
                <c:pt idx="294">
                  <c:v>102.6</c:v>
                </c:pt>
                <c:pt idx="295">
                  <c:v>70</c:v>
                </c:pt>
                <c:pt idx="296">
                  <c:v>76.400000000000006</c:v>
                </c:pt>
                <c:pt idx="297">
                  <c:v>40.5</c:v>
                </c:pt>
                <c:pt idx="298">
                  <c:v>76.3</c:v>
                </c:pt>
                <c:pt idx="299">
                  <c:v>55.5</c:v>
                </c:pt>
                <c:pt idx="300">
                  <c:v>52.3</c:v>
                </c:pt>
                <c:pt idx="301">
                  <c:v>41.2</c:v>
                </c:pt>
                <c:pt idx="302">
                  <c:v>69.599999999999994</c:v>
                </c:pt>
                <c:pt idx="303">
                  <c:v>78.5</c:v>
                </c:pt>
                <c:pt idx="304">
                  <c:v>110.8</c:v>
                </c:pt>
                <c:pt idx="305">
                  <c:v>75.900000000000006</c:v>
                </c:pt>
                <c:pt idx="306">
                  <c:v>125.9</c:v>
                </c:pt>
                <c:pt idx="307">
                  <c:v>86.6</c:v>
                </c:pt>
                <c:pt idx="308">
                  <c:v>62.9</c:v>
                </c:pt>
                <c:pt idx="309">
                  <c:v>43.1</c:v>
                </c:pt>
                <c:pt idx="310">
                  <c:v>51.5</c:v>
                </c:pt>
                <c:pt idx="311">
                  <c:v>42</c:v>
                </c:pt>
                <c:pt idx="312">
                  <c:v>56.2</c:v>
                </c:pt>
                <c:pt idx="313">
                  <c:v>49</c:v>
                </c:pt>
                <c:pt idx="314">
                  <c:v>112.4</c:v>
                </c:pt>
                <c:pt idx="315">
                  <c:v>72.599999999999994</c:v>
                </c:pt>
                <c:pt idx="316">
                  <c:v>66</c:v>
                </c:pt>
                <c:pt idx="317">
                  <c:v>44.5</c:v>
                </c:pt>
                <c:pt idx="318">
                  <c:v>46.5</c:v>
                </c:pt>
                <c:pt idx="319">
                  <c:v>107.2</c:v>
                </c:pt>
                <c:pt idx="320">
                  <c:v>86.9</c:v>
                </c:pt>
                <c:pt idx="321">
                  <c:v>67</c:v>
                </c:pt>
                <c:pt idx="322">
                  <c:v>65.5</c:v>
                </c:pt>
                <c:pt idx="323">
                  <c:v>48.7</c:v>
                </c:pt>
                <c:pt idx="324">
                  <c:v>42</c:v>
                </c:pt>
                <c:pt idx="325">
                  <c:v>67.099999999999994</c:v>
                </c:pt>
                <c:pt idx="326">
                  <c:v>106.5</c:v>
                </c:pt>
                <c:pt idx="327">
                  <c:v>127.7</c:v>
                </c:pt>
                <c:pt idx="328">
                  <c:v>77.599999999999994</c:v>
                </c:pt>
                <c:pt idx="329">
                  <c:v>61.3</c:v>
                </c:pt>
                <c:pt idx="330">
                  <c:v>89.1</c:v>
                </c:pt>
                <c:pt idx="331">
                  <c:v>46.1</c:v>
                </c:pt>
                <c:pt idx="332">
                  <c:v>45.1</c:v>
                </c:pt>
                <c:pt idx="333">
                  <c:v>64.099999999999994</c:v>
                </c:pt>
                <c:pt idx="334">
                  <c:v>53</c:v>
                </c:pt>
                <c:pt idx="335">
                  <c:v>70</c:v>
                </c:pt>
                <c:pt idx="336">
                  <c:v>50.6</c:v>
                </c:pt>
                <c:pt idx="337">
                  <c:v>58.4</c:v>
                </c:pt>
                <c:pt idx="338">
                  <c:v>56.2</c:v>
                </c:pt>
                <c:pt idx="339">
                  <c:v>123.3</c:v>
                </c:pt>
                <c:pt idx="340">
                  <c:v>42.7</c:v>
                </c:pt>
                <c:pt idx="341">
                  <c:v>42.7</c:v>
                </c:pt>
                <c:pt idx="342">
                  <c:v>54.6</c:v>
                </c:pt>
                <c:pt idx="343">
                  <c:v>91.8</c:v>
                </c:pt>
                <c:pt idx="344">
                  <c:v>115.3</c:v>
                </c:pt>
                <c:pt idx="345">
                  <c:v>50.3</c:v>
                </c:pt>
                <c:pt idx="346">
                  <c:v>74.900000000000006</c:v>
                </c:pt>
                <c:pt idx="347">
                  <c:v>112.5</c:v>
                </c:pt>
                <c:pt idx="348">
                  <c:v>71</c:v>
                </c:pt>
                <c:pt idx="349">
                  <c:v>78.400000000000006</c:v>
                </c:pt>
                <c:pt idx="350">
                  <c:v>42.2</c:v>
                </c:pt>
                <c:pt idx="351">
                  <c:v>122.3</c:v>
                </c:pt>
                <c:pt idx="352">
                  <c:v>89.4</c:v>
                </c:pt>
                <c:pt idx="353">
                  <c:v>51</c:v>
                </c:pt>
                <c:pt idx="354">
                  <c:v>63.1</c:v>
                </c:pt>
                <c:pt idx="355">
                  <c:v>71.2</c:v>
                </c:pt>
                <c:pt idx="356">
                  <c:v>63.7</c:v>
                </c:pt>
                <c:pt idx="357">
                  <c:v>128.4</c:v>
                </c:pt>
                <c:pt idx="358">
                  <c:v>78</c:v>
                </c:pt>
                <c:pt idx="359">
                  <c:v>90.8</c:v>
                </c:pt>
                <c:pt idx="360">
                  <c:v>123.3</c:v>
                </c:pt>
                <c:pt idx="361">
                  <c:v>42.7</c:v>
                </c:pt>
                <c:pt idx="362">
                  <c:v>93.6</c:v>
                </c:pt>
                <c:pt idx="363">
                  <c:v>108.8</c:v>
                </c:pt>
                <c:pt idx="364">
                  <c:v>60.9</c:v>
                </c:pt>
                <c:pt idx="365">
                  <c:v>71.5</c:v>
                </c:pt>
                <c:pt idx="366">
                  <c:v>56.9</c:v>
                </c:pt>
                <c:pt idx="367">
                  <c:v>74.8</c:v>
                </c:pt>
                <c:pt idx="368">
                  <c:v>76.3</c:v>
                </c:pt>
                <c:pt idx="369">
                  <c:v>67.7</c:v>
                </c:pt>
                <c:pt idx="370">
                  <c:v>55.3</c:v>
                </c:pt>
                <c:pt idx="371">
                  <c:v>129.9</c:v>
                </c:pt>
                <c:pt idx="372">
                  <c:v>118.4</c:v>
                </c:pt>
                <c:pt idx="373">
                  <c:v>78.900000000000006</c:v>
                </c:pt>
                <c:pt idx="374">
                  <c:v>75.599999999999994</c:v>
                </c:pt>
                <c:pt idx="375">
                  <c:v>77.3</c:v>
                </c:pt>
                <c:pt idx="376">
                  <c:v>70.2</c:v>
                </c:pt>
                <c:pt idx="377">
                  <c:v>47.2</c:v>
                </c:pt>
                <c:pt idx="378">
                  <c:v>47.7</c:v>
                </c:pt>
                <c:pt idx="379">
                  <c:v>94</c:v>
                </c:pt>
                <c:pt idx="380">
                  <c:v>47.9</c:v>
                </c:pt>
                <c:pt idx="381">
                  <c:v>51.5</c:v>
                </c:pt>
                <c:pt idx="382">
                  <c:v>127.1</c:v>
                </c:pt>
                <c:pt idx="383">
                  <c:v>129.19999999999999</c:v>
                </c:pt>
                <c:pt idx="384">
                  <c:v>70.599999999999994</c:v>
                </c:pt>
                <c:pt idx="385">
                  <c:v>42.8</c:v>
                </c:pt>
                <c:pt idx="386">
                  <c:v>62.9</c:v>
                </c:pt>
                <c:pt idx="387">
                  <c:v>70.7</c:v>
                </c:pt>
                <c:pt idx="388">
                  <c:v>52</c:v>
                </c:pt>
                <c:pt idx="389">
                  <c:v>75.599999999999994</c:v>
                </c:pt>
                <c:pt idx="390">
                  <c:v>96.1</c:v>
                </c:pt>
                <c:pt idx="391">
                  <c:v>40</c:v>
                </c:pt>
                <c:pt idx="392">
                  <c:v>47.1</c:v>
                </c:pt>
                <c:pt idx="393">
                  <c:v>103.5</c:v>
                </c:pt>
                <c:pt idx="394">
                  <c:v>109.7</c:v>
                </c:pt>
                <c:pt idx="395">
                  <c:v>109.6</c:v>
                </c:pt>
                <c:pt idx="396">
                  <c:v>68.900000000000006</c:v>
                </c:pt>
                <c:pt idx="397">
                  <c:v>90.2</c:v>
                </c:pt>
                <c:pt idx="398">
                  <c:v>54.9</c:v>
                </c:pt>
                <c:pt idx="399">
                  <c:v>46.5</c:v>
                </c:pt>
                <c:pt idx="400">
                  <c:v>59.1</c:v>
                </c:pt>
                <c:pt idx="401">
                  <c:v>40.299999999999997</c:v>
                </c:pt>
                <c:pt idx="402">
                  <c:v>63.4</c:v>
                </c:pt>
                <c:pt idx="403">
                  <c:v>59.7</c:v>
                </c:pt>
                <c:pt idx="404">
                  <c:v>49.1</c:v>
                </c:pt>
                <c:pt idx="405">
                  <c:v>44.2</c:v>
                </c:pt>
                <c:pt idx="406">
                  <c:v>58.3</c:v>
                </c:pt>
                <c:pt idx="407">
                  <c:v>63.9</c:v>
                </c:pt>
                <c:pt idx="408">
                  <c:v>59.3</c:v>
                </c:pt>
                <c:pt idx="409">
                  <c:v>55.1</c:v>
                </c:pt>
                <c:pt idx="410">
                  <c:v>64.099999999999994</c:v>
                </c:pt>
                <c:pt idx="411">
                  <c:v>46.8</c:v>
                </c:pt>
                <c:pt idx="412">
                  <c:v>41.1</c:v>
                </c:pt>
                <c:pt idx="413">
                  <c:v>51</c:v>
                </c:pt>
                <c:pt idx="414">
                  <c:v>57.7</c:v>
                </c:pt>
                <c:pt idx="415">
                  <c:v>53.5</c:v>
                </c:pt>
                <c:pt idx="416">
                  <c:v>59.4</c:v>
                </c:pt>
                <c:pt idx="417">
                  <c:v>61.6</c:v>
                </c:pt>
                <c:pt idx="418">
                  <c:v>64</c:v>
                </c:pt>
                <c:pt idx="419">
                  <c:v>51.9</c:v>
                </c:pt>
                <c:pt idx="420">
                  <c:v>58.3</c:v>
                </c:pt>
                <c:pt idx="421">
                  <c:v>61.9</c:v>
                </c:pt>
                <c:pt idx="422">
                  <c:v>64.2</c:v>
                </c:pt>
                <c:pt idx="423">
                  <c:v>62.6</c:v>
                </c:pt>
                <c:pt idx="424">
                  <c:v>64.5</c:v>
                </c:pt>
                <c:pt idx="425">
                  <c:v>62.5</c:v>
                </c:pt>
                <c:pt idx="426">
                  <c:v>64.3</c:v>
                </c:pt>
                <c:pt idx="427">
                  <c:v>46.2</c:v>
                </c:pt>
                <c:pt idx="428">
                  <c:v>44.1</c:v>
                </c:pt>
                <c:pt idx="429">
                  <c:v>64.400000000000006</c:v>
                </c:pt>
                <c:pt idx="430">
                  <c:v>46.1</c:v>
                </c:pt>
                <c:pt idx="431">
                  <c:v>64.8</c:v>
                </c:pt>
                <c:pt idx="432">
                  <c:v>61.8</c:v>
                </c:pt>
                <c:pt idx="433">
                  <c:v>53.9</c:v>
                </c:pt>
                <c:pt idx="434">
                  <c:v>64.900000000000006</c:v>
                </c:pt>
                <c:pt idx="435">
                  <c:v>64.400000000000006</c:v>
                </c:pt>
                <c:pt idx="436">
                  <c:v>44.6</c:v>
                </c:pt>
                <c:pt idx="437">
                  <c:v>44.8</c:v>
                </c:pt>
                <c:pt idx="438">
                  <c:v>51.8</c:v>
                </c:pt>
                <c:pt idx="439">
                  <c:v>65.400000000000006</c:v>
                </c:pt>
                <c:pt idx="440">
                  <c:v>53.7</c:v>
                </c:pt>
                <c:pt idx="441">
                  <c:v>84.2</c:v>
                </c:pt>
                <c:pt idx="442">
                  <c:v>76.7</c:v>
                </c:pt>
                <c:pt idx="443">
                  <c:v>63.2</c:v>
                </c:pt>
                <c:pt idx="444">
                  <c:v>56.2</c:v>
                </c:pt>
                <c:pt idx="445">
                  <c:v>70.5</c:v>
                </c:pt>
                <c:pt idx="446">
                  <c:v>85.9</c:v>
                </c:pt>
                <c:pt idx="447">
                  <c:v>78</c:v>
                </c:pt>
                <c:pt idx="448">
                  <c:v>55.6</c:v>
                </c:pt>
                <c:pt idx="449">
                  <c:v>58.5</c:v>
                </c:pt>
                <c:pt idx="450">
                  <c:v>70.900000000000006</c:v>
                </c:pt>
                <c:pt idx="451">
                  <c:v>71.2</c:v>
                </c:pt>
                <c:pt idx="452">
                  <c:v>72.400000000000006</c:v>
                </c:pt>
                <c:pt idx="453">
                  <c:v>51.1</c:v>
                </c:pt>
                <c:pt idx="454">
                  <c:v>69.2</c:v>
                </c:pt>
                <c:pt idx="455">
                  <c:v>56.2</c:v>
                </c:pt>
                <c:pt idx="456">
                  <c:v>83.6</c:v>
                </c:pt>
                <c:pt idx="457">
                  <c:v>57.1</c:v>
                </c:pt>
                <c:pt idx="458">
                  <c:v>40</c:v>
                </c:pt>
                <c:pt idx="459">
                  <c:v>68.099999999999994</c:v>
                </c:pt>
                <c:pt idx="460">
                  <c:v>57.4</c:v>
                </c:pt>
                <c:pt idx="461">
                  <c:v>49.1</c:v>
                </c:pt>
                <c:pt idx="462">
                  <c:v>67.7</c:v>
                </c:pt>
                <c:pt idx="463">
                  <c:v>88.4</c:v>
                </c:pt>
                <c:pt idx="464">
                  <c:v>59.4</c:v>
                </c:pt>
                <c:pt idx="465">
                  <c:v>72.099999999999994</c:v>
                </c:pt>
                <c:pt idx="466">
                  <c:v>65.3</c:v>
                </c:pt>
                <c:pt idx="467">
                  <c:v>55.6</c:v>
                </c:pt>
                <c:pt idx="468">
                  <c:v>71.3</c:v>
                </c:pt>
                <c:pt idx="469">
                  <c:v>73.5</c:v>
                </c:pt>
                <c:pt idx="470">
                  <c:v>45.1</c:v>
                </c:pt>
                <c:pt idx="471">
                  <c:v>85.6</c:v>
                </c:pt>
                <c:pt idx="472">
                  <c:v>63.7</c:v>
                </c:pt>
                <c:pt idx="473">
                  <c:v>87</c:v>
                </c:pt>
                <c:pt idx="474">
                  <c:v>85.8</c:v>
                </c:pt>
                <c:pt idx="475">
                  <c:v>71.8</c:v>
                </c:pt>
                <c:pt idx="476">
                  <c:v>72.099999999999994</c:v>
                </c:pt>
                <c:pt idx="477">
                  <c:v>56.3</c:v>
                </c:pt>
                <c:pt idx="478">
                  <c:v>69.599999999999994</c:v>
                </c:pt>
                <c:pt idx="479">
                  <c:v>84.9</c:v>
                </c:pt>
                <c:pt idx="480">
                  <c:v>88.2</c:v>
                </c:pt>
                <c:pt idx="481">
                  <c:v>42.9</c:v>
                </c:pt>
                <c:pt idx="482">
                  <c:v>72.2</c:v>
                </c:pt>
                <c:pt idx="483">
                  <c:v>49.9</c:v>
                </c:pt>
                <c:pt idx="484">
                  <c:v>72.900000000000006</c:v>
                </c:pt>
                <c:pt idx="485">
                  <c:v>68.599999999999994</c:v>
                </c:pt>
                <c:pt idx="486">
                  <c:v>64.900000000000006</c:v>
                </c:pt>
                <c:pt idx="487">
                  <c:v>70.400000000000006</c:v>
                </c:pt>
                <c:pt idx="488">
                  <c:v>77.400000000000006</c:v>
                </c:pt>
                <c:pt idx="489">
                  <c:v>44.1</c:v>
                </c:pt>
                <c:pt idx="490">
                  <c:v>86.3</c:v>
                </c:pt>
                <c:pt idx="491">
                  <c:v>76.7</c:v>
                </c:pt>
                <c:pt idx="492">
                  <c:v>87.1</c:v>
                </c:pt>
                <c:pt idx="493">
                  <c:v>79.7</c:v>
                </c:pt>
                <c:pt idx="494">
                  <c:v>87.5</c:v>
                </c:pt>
                <c:pt idx="495">
                  <c:v>85.9</c:v>
                </c:pt>
                <c:pt idx="496">
                  <c:v>42.1</c:v>
                </c:pt>
                <c:pt idx="497">
                  <c:v>86.2</c:v>
                </c:pt>
                <c:pt idx="498">
                  <c:v>88.4</c:v>
                </c:pt>
                <c:pt idx="499">
                  <c:v>86.7</c:v>
                </c:pt>
                <c:pt idx="500">
                  <c:v>86.7</c:v>
                </c:pt>
                <c:pt idx="501">
                  <c:v>58.2</c:v>
                </c:pt>
                <c:pt idx="502">
                  <c:v>89.3</c:v>
                </c:pt>
                <c:pt idx="503">
                  <c:v>86.1</c:v>
                </c:pt>
                <c:pt idx="504">
                  <c:v>61</c:v>
                </c:pt>
                <c:pt idx="505">
                  <c:v>82.8</c:v>
                </c:pt>
                <c:pt idx="506">
                  <c:v>48</c:v>
                </c:pt>
                <c:pt idx="507">
                  <c:v>88.5</c:v>
                </c:pt>
                <c:pt idx="508">
                  <c:v>72.2</c:v>
                </c:pt>
                <c:pt idx="509">
                  <c:v>87.8</c:v>
                </c:pt>
                <c:pt idx="510">
                  <c:v>79.599999999999994</c:v>
                </c:pt>
                <c:pt idx="511">
                  <c:v>44.1</c:v>
                </c:pt>
                <c:pt idx="512">
                  <c:v>70.3</c:v>
                </c:pt>
                <c:pt idx="513">
                  <c:v>85.3</c:v>
                </c:pt>
                <c:pt idx="514">
                  <c:v>60.2</c:v>
                </c:pt>
                <c:pt idx="515">
                  <c:v>46.6</c:v>
                </c:pt>
                <c:pt idx="516">
                  <c:v>88.2</c:v>
                </c:pt>
                <c:pt idx="517">
                  <c:v>86.9</c:v>
                </c:pt>
                <c:pt idx="518">
                  <c:v>81.400000000000006</c:v>
                </c:pt>
                <c:pt idx="519">
                  <c:v>75.599999999999994</c:v>
                </c:pt>
                <c:pt idx="520">
                  <c:v>68.5</c:v>
                </c:pt>
                <c:pt idx="521">
                  <c:v>82.5</c:v>
                </c:pt>
                <c:pt idx="522">
                  <c:v>89.6</c:v>
                </c:pt>
                <c:pt idx="523">
                  <c:v>48.7</c:v>
                </c:pt>
                <c:pt idx="524">
                  <c:v>49.7</c:v>
                </c:pt>
                <c:pt idx="525">
                  <c:v>70.3</c:v>
                </c:pt>
                <c:pt idx="526">
                  <c:v>62.9</c:v>
                </c:pt>
                <c:pt idx="527">
                  <c:v>46.1</c:v>
                </c:pt>
                <c:pt idx="528">
                  <c:v>68.5</c:v>
                </c:pt>
                <c:pt idx="529">
                  <c:v>52.2</c:v>
                </c:pt>
                <c:pt idx="530">
                  <c:v>85.6</c:v>
                </c:pt>
                <c:pt idx="531">
                  <c:v>88.4</c:v>
                </c:pt>
                <c:pt idx="532">
                  <c:v>43.4</c:v>
                </c:pt>
                <c:pt idx="533">
                  <c:v>69.3</c:v>
                </c:pt>
                <c:pt idx="534">
                  <c:v>56.3</c:v>
                </c:pt>
                <c:pt idx="535">
                  <c:v>85.2</c:v>
                </c:pt>
                <c:pt idx="536">
                  <c:v>85.5</c:v>
                </c:pt>
                <c:pt idx="537">
                  <c:v>83.9</c:v>
                </c:pt>
                <c:pt idx="538">
                  <c:v>43.8</c:v>
                </c:pt>
                <c:pt idx="539">
                  <c:v>65.900000000000006</c:v>
                </c:pt>
                <c:pt idx="540">
                  <c:v>82.3</c:v>
                </c:pt>
                <c:pt idx="541">
                  <c:v>46.9</c:v>
                </c:pt>
                <c:pt idx="542">
                  <c:v>88</c:v>
                </c:pt>
                <c:pt idx="543">
                  <c:v>45.9</c:v>
                </c:pt>
                <c:pt idx="544">
                  <c:v>85.6</c:v>
                </c:pt>
                <c:pt idx="545">
                  <c:v>67.5</c:v>
                </c:pt>
                <c:pt idx="546">
                  <c:v>80.8</c:v>
                </c:pt>
                <c:pt idx="547">
                  <c:v>80.5</c:v>
                </c:pt>
                <c:pt idx="548">
                  <c:v>47.8</c:v>
                </c:pt>
                <c:pt idx="549">
                  <c:v>70.2</c:v>
                </c:pt>
                <c:pt idx="550">
                  <c:v>50.4</c:v>
                </c:pt>
                <c:pt idx="551">
                  <c:v>81</c:v>
                </c:pt>
                <c:pt idx="552">
                  <c:v>70.099999999999994</c:v>
                </c:pt>
                <c:pt idx="553">
                  <c:v>87.9</c:v>
                </c:pt>
                <c:pt idx="554">
                  <c:v>64</c:v>
                </c:pt>
                <c:pt idx="555">
                  <c:v>81.5</c:v>
                </c:pt>
                <c:pt idx="556">
                  <c:v>72.7</c:v>
                </c:pt>
                <c:pt idx="557">
                  <c:v>74.3</c:v>
                </c:pt>
                <c:pt idx="558">
                  <c:v>80.7</c:v>
                </c:pt>
                <c:pt idx="559">
                  <c:v>40.5</c:v>
                </c:pt>
                <c:pt idx="560">
                  <c:v>89.3</c:v>
                </c:pt>
                <c:pt idx="561">
                  <c:v>71.3</c:v>
                </c:pt>
                <c:pt idx="562">
                  <c:v>65.7</c:v>
                </c:pt>
                <c:pt idx="563">
                  <c:v>79.400000000000006</c:v>
                </c:pt>
                <c:pt idx="564">
                  <c:v>55.7</c:v>
                </c:pt>
                <c:pt idx="565">
                  <c:v>79.2</c:v>
                </c:pt>
                <c:pt idx="566">
                  <c:v>88.5</c:v>
                </c:pt>
                <c:pt idx="567">
                  <c:v>45.2</c:v>
                </c:pt>
                <c:pt idx="568">
                  <c:v>88</c:v>
                </c:pt>
                <c:pt idx="569">
                  <c:v>82.5</c:v>
                </c:pt>
                <c:pt idx="570">
                  <c:v>57.2</c:v>
                </c:pt>
                <c:pt idx="571">
                  <c:v>80.3</c:v>
                </c:pt>
                <c:pt idx="572">
                  <c:v>88.3</c:v>
                </c:pt>
                <c:pt idx="573">
                  <c:v>85.5</c:v>
                </c:pt>
                <c:pt idx="574">
                  <c:v>66.8</c:v>
                </c:pt>
                <c:pt idx="575">
                  <c:v>71.900000000000006</c:v>
                </c:pt>
                <c:pt idx="576">
                  <c:v>64.3</c:v>
                </c:pt>
                <c:pt idx="577">
                  <c:v>65.2</c:v>
                </c:pt>
                <c:pt idx="578">
                  <c:v>84.9</c:v>
                </c:pt>
                <c:pt idx="579">
                  <c:v>48.8</c:v>
                </c:pt>
                <c:pt idx="580">
                  <c:v>66.099999999999994</c:v>
                </c:pt>
                <c:pt idx="581">
                  <c:v>59.5</c:v>
                </c:pt>
                <c:pt idx="582">
                  <c:v>55.4</c:v>
                </c:pt>
                <c:pt idx="583">
                  <c:v>82.7</c:v>
                </c:pt>
                <c:pt idx="584">
                  <c:v>86.1</c:v>
                </c:pt>
                <c:pt idx="585">
                  <c:v>69.3</c:v>
                </c:pt>
                <c:pt idx="586">
                  <c:v>94.1</c:v>
                </c:pt>
                <c:pt idx="587">
                  <c:v>62</c:v>
                </c:pt>
                <c:pt idx="588">
                  <c:v>58</c:v>
                </c:pt>
                <c:pt idx="589">
                  <c:v>48.4</c:v>
                </c:pt>
                <c:pt idx="590">
                  <c:v>72.900000000000006</c:v>
                </c:pt>
                <c:pt idx="591">
                  <c:v>60.3</c:v>
                </c:pt>
                <c:pt idx="592">
                  <c:v>74.599999999999994</c:v>
                </c:pt>
                <c:pt idx="593">
                  <c:v>50.4</c:v>
                </c:pt>
                <c:pt idx="594">
                  <c:v>65.2</c:v>
                </c:pt>
                <c:pt idx="595">
                  <c:v>82.1</c:v>
                </c:pt>
                <c:pt idx="596">
                  <c:v>89.3</c:v>
                </c:pt>
                <c:pt idx="597">
                  <c:v>59.1</c:v>
                </c:pt>
                <c:pt idx="598">
                  <c:v>72.3</c:v>
                </c:pt>
                <c:pt idx="599">
                  <c:v>84.8</c:v>
                </c:pt>
                <c:pt idx="600">
                  <c:v>63.8</c:v>
                </c:pt>
                <c:pt idx="601">
                  <c:v>55.4</c:v>
                </c:pt>
                <c:pt idx="602">
                  <c:v>57.5</c:v>
                </c:pt>
                <c:pt idx="603">
                  <c:v>70.900000000000006</c:v>
                </c:pt>
                <c:pt idx="604">
                  <c:v>70.2</c:v>
                </c:pt>
                <c:pt idx="605">
                  <c:v>66.900000000000006</c:v>
                </c:pt>
                <c:pt idx="606">
                  <c:v>51.4</c:v>
                </c:pt>
                <c:pt idx="607">
                  <c:v>56.9</c:v>
                </c:pt>
                <c:pt idx="608">
                  <c:v>82.5</c:v>
                </c:pt>
                <c:pt idx="609">
                  <c:v>58.1</c:v>
                </c:pt>
                <c:pt idx="610">
                  <c:v>68</c:v>
                </c:pt>
                <c:pt idx="611">
                  <c:v>66.099999999999994</c:v>
                </c:pt>
                <c:pt idx="612">
                  <c:v>69.3</c:v>
                </c:pt>
                <c:pt idx="613">
                  <c:v>69.7</c:v>
                </c:pt>
                <c:pt idx="614">
                  <c:v>82.3</c:v>
                </c:pt>
                <c:pt idx="615">
                  <c:v>52.1</c:v>
                </c:pt>
                <c:pt idx="616">
                  <c:v>65.5</c:v>
                </c:pt>
                <c:pt idx="617">
                  <c:v>85.4</c:v>
                </c:pt>
                <c:pt idx="618">
                  <c:v>56.8</c:v>
                </c:pt>
                <c:pt idx="619">
                  <c:v>74.2</c:v>
                </c:pt>
                <c:pt idx="620">
                  <c:v>78</c:v>
                </c:pt>
                <c:pt idx="621">
                  <c:v>63.7</c:v>
                </c:pt>
                <c:pt idx="622">
                  <c:v>63.3</c:v>
                </c:pt>
                <c:pt idx="623">
                  <c:v>73</c:v>
                </c:pt>
                <c:pt idx="624">
                  <c:v>53.7</c:v>
                </c:pt>
                <c:pt idx="625">
                  <c:v>87.5</c:v>
                </c:pt>
                <c:pt idx="626">
                  <c:v>65.400000000000006</c:v>
                </c:pt>
                <c:pt idx="627">
                  <c:v>88.8</c:v>
                </c:pt>
                <c:pt idx="628">
                  <c:v>53.1</c:v>
                </c:pt>
                <c:pt idx="629">
                  <c:v>56.5</c:v>
                </c:pt>
                <c:pt idx="630">
                  <c:v>63</c:v>
                </c:pt>
                <c:pt idx="631">
                  <c:v>52.6</c:v>
                </c:pt>
                <c:pt idx="632">
                  <c:v>58.2</c:v>
                </c:pt>
                <c:pt idx="633">
                  <c:v>76.599999999999994</c:v>
                </c:pt>
                <c:pt idx="634">
                  <c:v>57.2</c:v>
                </c:pt>
                <c:pt idx="635">
                  <c:v>63.9</c:v>
                </c:pt>
                <c:pt idx="636">
                  <c:v>55.3</c:v>
                </c:pt>
                <c:pt idx="637">
                  <c:v>49.3</c:v>
                </c:pt>
                <c:pt idx="638">
                  <c:v>53.6</c:v>
                </c:pt>
                <c:pt idx="639">
                  <c:v>79.2</c:v>
                </c:pt>
                <c:pt idx="640">
                  <c:v>75.8</c:v>
                </c:pt>
                <c:pt idx="641">
                  <c:v>71.7</c:v>
                </c:pt>
                <c:pt idx="642">
                  <c:v>56.7</c:v>
                </c:pt>
                <c:pt idx="643">
                  <c:v>75.099999999999994</c:v>
                </c:pt>
                <c:pt idx="644">
                  <c:v>79.3</c:v>
                </c:pt>
                <c:pt idx="645">
                  <c:v>56.5</c:v>
                </c:pt>
                <c:pt idx="646">
                  <c:v>55.8</c:v>
                </c:pt>
                <c:pt idx="647">
                  <c:v>64.2</c:v>
                </c:pt>
                <c:pt idx="648">
                  <c:v>64.7</c:v>
                </c:pt>
                <c:pt idx="649">
                  <c:v>76.900000000000006</c:v>
                </c:pt>
                <c:pt idx="650">
                  <c:v>73.3</c:v>
                </c:pt>
                <c:pt idx="651">
                  <c:v>73.099999999999994</c:v>
                </c:pt>
                <c:pt idx="652">
                  <c:v>55.7</c:v>
                </c:pt>
                <c:pt idx="653">
                  <c:v>51.8</c:v>
                </c:pt>
                <c:pt idx="654">
                  <c:v>66.5</c:v>
                </c:pt>
                <c:pt idx="655">
                  <c:v>64.2</c:v>
                </c:pt>
                <c:pt idx="656">
                  <c:v>60.4</c:v>
                </c:pt>
                <c:pt idx="657">
                  <c:v>88.5</c:v>
                </c:pt>
                <c:pt idx="658">
                  <c:v>68.3</c:v>
                </c:pt>
                <c:pt idx="659">
                  <c:v>79.7</c:v>
                </c:pt>
                <c:pt idx="660">
                  <c:v>85</c:v>
                </c:pt>
                <c:pt idx="661">
                  <c:v>62.6</c:v>
                </c:pt>
                <c:pt idx="662">
                  <c:v>54.7</c:v>
                </c:pt>
                <c:pt idx="663">
                  <c:v>51</c:v>
                </c:pt>
                <c:pt idx="664">
                  <c:v>68.2</c:v>
                </c:pt>
                <c:pt idx="665">
                  <c:v>64.400000000000006</c:v>
                </c:pt>
                <c:pt idx="666">
                  <c:v>65.400000000000006</c:v>
                </c:pt>
                <c:pt idx="667">
                  <c:v>73</c:v>
                </c:pt>
                <c:pt idx="668">
                  <c:v>86.2</c:v>
                </c:pt>
                <c:pt idx="669">
                  <c:v>60.1</c:v>
                </c:pt>
                <c:pt idx="670">
                  <c:v>87.6</c:v>
                </c:pt>
                <c:pt idx="671">
                  <c:v>85.3</c:v>
                </c:pt>
                <c:pt idx="672">
                  <c:v>52</c:v>
                </c:pt>
                <c:pt idx="673">
                  <c:v>89</c:v>
                </c:pt>
                <c:pt idx="674">
                  <c:v>61.9</c:v>
                </c:pt>
                <c:pt idx="675">
                  <c:v>68.099999999999994</c:v>
                </c:pt>
                <c:pt idx="676">
                  <c:v>41.9</c:v>
                </c:pt>
                <c:pt idx="677">
                  <c:v>71.3</c:v>
                </c:pt>
                <c:pt idx="678">
                  <c:v>75.599999999999994</c:v>
                </c:pt>
                <c:pt idx="679">
                  <c:v>74.599999999999994</c:v>
                </c:pt>
                <c:pt idx="680">
                  <c:v>40.4</c:v>
                </c:pt>
                <c:pt idx="681">
                  <c:v>87.1</c:v>
                </c:pt>
                <c:pt idx="682">
                  <c:v>73.5</c:v>
                </c:pt>
                <c:pt idx="683">
                  <c:v>89.6</c:v>
                </c:pt>
                <c:pt idx="684">
                  <c:v>49.9</c:v>
                </c:pt>
                <c:pt idx="685">
                  <c:v>57.8</c:v>
                </c:pt>
                <c:pt idx="686">
                  <c:v>78.900000000000006</c:v>
                </c:pt>
                <c:pt idx="687">
                  <c:v>55.1</c:v>
                </c:pt>
                <c:pt idx="688">
                  <c:v>72.400000000000006</c:v>
                </c:pt>
                <c:pt idx="689">
                  <c:v>69.7</c:v>
                </c:pt>
                <c:pt idx="690">
                  <c:v>80.599999999999994</c:v>
                </c:pt>
                <c:pt idx="691">
                  <c:v>70.8</c:v>
                </c:pt>
                <c:pt idx="692">
                  <c:v>87.2</c:v>
                </c:pt>
                <c:pt idx="693">
                  <c:v>55.2</c:v>
                </c:pt>
                <c:pt idx="694">
                  <c:v>71.400000000000006</c:v>
                </c:pt>
                <c:pt idx="695">
                  <c:v>58.1</c:v>
                </c:pt>
                <c:pt idx="696">
                  <c:v>55.6</c:v>
                </c:pt>
                <c:pt idx="697">
                  <c:v>81.7</c:v>
                </c:pt>
                <c:pt idx="698">
                  <c:v>80.8</c:v>
                </c:pt>
                <c:pt idx="699">
                  <c:v>62.2</c:v>
                </c:pt>
                <c:pt idx="700">
                  <c:v>58</c:v>
                </c:pt>
                <c:pt idx="701">
                  <c:v>69.099999999999994</c:v>
                </c:pt>
                <c:pt idx="702">
                  <c:v>45.7</c:v>
                </c:pt>
                <c:pt idx="703">
                  <c:v>62</c:v>
                </c:pt>
                <c:pt idx="704">
                  <c:v>85.5</c:v>
                </c:pt>
                <c:pt idx="705">
                  <c:v>52.6</c:v>
                </c:pt>
                <c:pt idx="706">
                  <c:v>53</c:v>
                </c:pt>
                <c:pt idx="707">
                  <c:v>88.5</c:v>
                </c:pt>
                <c:pt idx="708">
                  <c:v>71</c:v>
                </c:pt>
                <c:pt idx="709">
                  <c:v>75.2</c:v>
                </c:pt>
                <c:pt idx="710">
                  <c:v>61.6</c:v>
                </c:pt>
                <c:pt idx="711">
                  <c:v>83.4</c:v>
                </c:pt>
                <c:pt idx="712">
                  <c:v>77.7</c:v>
                </c:pt>
                <c:pt idx="713">
                  <c:v>48.7</c:v>
                </c:pt>
                <c:pt idx="714">
                  <c:v>86.6</c:v>
                </c:pt>
                <c:pt idx="715">
                  <c:v>57.9</c:v>
                </c:pt>
                <c:pt idx="716">
                  <c:v>82.4</c:v>
                </c:pt>
                <c:pt idx="717">
                  <c:v>83.1</c:v>
                </c:pt>
                <c:pt idx="718">
                  <c:v>101</c:v>
                </c:pt>
                <c:pt idx="719">
                  <c:v>44.8</c:v>
                </c:pt>
                <c:pt idx="720">
                  <c:v>69.2</c:v>
                </c:pt>
                <c:pt idx="721">
                  <c:v>63.2</c:v>
                </c:pt>
                <c:pt idx="722">
                  <c:v>87</c:v>
                </c:pt>
                <c:pt idx="723">
                  <c:v>78.8</c:v>
                </c:pt>
                <c:pt idx="724">
                  <c:v>91.5</c:v>
                </c:pt>
                <c:pt idx="725">
                  <c:v>93</c:v>
                </c:pt>
                <c:pt idx="726">
                  <c:v>40.9</c:v>
                </c:pt>
                <c:pt idx="727">
                  <c:v>49</c:v>
                </c:pt>
                <c:pt idx="728">
                  <c:v>113.6</c:v>
                </c:pt>
                <c:pt idx="729">
                  <c:v>75.7</c:v>
                </c:pt>
                <c:pt idx="730">
                  <c:v>95.2</c:v>
                </c:pt>
                <c:pt idx="731">
                  <c:v>102.1</c:v>
                </c:pt>
                <c:pt idx="732">
                  <c:v>95.1</c:v>
                </c:pt>
                <c:pt idx="733">
                  <c:v>66.900000000000006</c:v>
                </c:pt>
                <c:pt idx="734">
                  <c:v>101.5</c:v>
                </c:pt>
                <c:pt idx="735">
                  <c:v>87.3</c:v>
                </c:pt>
                <c:pt idx="736">
                  <c:v>70.3</c:v>
                </c:pt>
                <c:pt idx="737">
                  <c:v>63.7</c:v>
                </c:pt>
                <c:pt idx="738">
                  <c:v>45.5</c:v>
                </c:pt>
                <c:pt idx="739">
                  <c:v>59.7</c:v>
                </c:pt>
                <c:pt idx="740">
                  <c:v>73.7</c:v>
                </c:pt>
                <c:pt idx="741">
                  <c:v>108.6</c:v>
                </c:pt>
                <c:pt idx="742">
                  <c:v>94.6</c:v>
                </c:pt>
                <c:pt idx="743">
                  <c:v>55</c:v>
                </c:pt>
                <c:pt idx="744">
                  <c:v>61.5</c:v>
                </c:pt>
                <c:pt idx="745">
                  <c:v>71.7</c:v>
                </c:pt>
                <c:pt idx="746">
                  <c:v>84.8</c:v>
                </c:pt>
                <c:pt idx="747">
                  <c:v>42.3</c:v>
                </c:pt>
                <c:pt idx="748">
                  <c:v>57.3</c:v>
                </c:pt>
                <c:pt idx="749">
                  <c:v>45.2</c:v>
                </c:pt>
                <c:pt idx="750">
                  <c:v>63.5</c:v>
                </c:pt>
                <c:pt idx="751">
                  <c:v>81.7</c:v>
                </c:pt>
                <c:pt idx="752">
                  <c:v>76.7</c:v>
                </c:pt>
                <c:pt idx="753">
                  <c:v>80</c:v>
                </c:pt>
                <c:pt idx="754">
                  <c:v>72.3</c:v>
                </c:pt>
                <c:pt idx="755">
                  <c:v>62.1</c:v>
                </c:pt>
                <c:pt idx="756">
                  <c:v>45.4</c:v>
                </c:pt>
                <c:pt idx="757">
                  <c:v>82.1</c:v>
                </c:pt>
                <c:pt idx="758">
                  <c:v>81.400000000000006</c:v>
                </c:pt>
                <c:pt idx="759">
                  <c:v>50.7</c:v>
                </c:pt>
                <c:pt idx="760">
                  <c:v>55.2</c:v>
                </c:pt>
                <c:pt idx="761">
                  <c:v>50.6</c:v>
                </c:pt>
                <c:pt idx="762">
                  <c:v>102.8</c:v>
                </c:pt>
                <c:pt idx="763">
                  <c:v>69</c:v>
                </c:pt>
                <c:pt idx="764">
                  <c:v>73.2</c:v>
                </c:pt>
                <c:pt idx="765">
                  <c:v>42.8</c:v>
                </c:pt>
                <c:pt idx="766">
                  <c:v>66.599999999999994</c:v>
                </c:pt>
                <c:pt idx="767">
                  <c:v>62.5</c:v>
                </c:pt>
                <c:pt idx="768">
                  <c:v>51.7</c:v>
                </c:pt>
                <c:pt idx="769">
                  <c:v>60.6</c:v>
                </c:pt>
                <c:pt idx="770">
                  <c:v>76.400000000000006</c:v>
                </c:pt>
                <c:pt idx="771">
                  <c:v>68.3</c:v>
                </c:pt>
                <c:pt idx="772">
                  <c:v>121.7</c:v>
                </c:pt>
                <c:pt idx="773">
                  <c:v>117.7</c:v>
                </c:pt>
                <c:pt idx="774">
                  <c:v>48.2</c:v>
                </c:pt>
                <c:pt idx="775">
                  <c:v>61</c:v>
                </c:pt>
                <c:pt idx="776">
                  <c:v>67.900000000000006</c:v>
                </c:pt>
                <c:pt idx="777">
                  <c:v>120.9</c:v>
                </c:pt>
                <c:pt idx="778">
                  <c:v>47.8</c:v>
                </c:pt>
                <c:pt idx="779">
                  <c:v>108.2</c:v>
                </c:pt>
                <c:pt idx="780">
                  <c:v>78.3</c:v>
                </c:pt>
                <c:pt idx="781">
                  <c:v>48.2</c:v>
                </c:pt>
                <c:pt idx="782">
                  <c:v>113.2</c:v>
                </c:pt>
                <c:pt idx="783">
                  <c:v>61.2</c:v>
                </c:pt>
                <c:pt idx="784">
                  <c:v>48.3</c:v>
                </c:pt>
                <c:pt idx="785">
                  <c:v>42.7</c:v>
                </c:pt>
                <c:pt idx="786">
                  <c:v>71.599999999999994</c:v>
                </c:pt>
                <c:pt idx="787">
                  <c:v>63</c:v>
                </c:pt>
                <c:pt idx="788">
                  <c:v>58.2</c:v>
                </c:pt>
                <c:pt idx="789">
                  <c:v>55.2</c:v>
                </c:pt>
                <c:pt idx="790">
                  <c:v>64.8</c:v>
                </c:pt>
                <c:pt idx="791">
                  <c:v>60.7</c:v>
                </c:pt>
                <c:pt idx="792">
                  <c:v>124.2</c:v>
                </c:pt>
                <c:pt idx="793">
                  <c:v>122.1</c:v>
                </c:pt>
                <c:pt idx="794">
                  <c:v>60.4</c:v>
                </c:pt>
                <c:pt idx="795">
                  <c:v>129.5</c:v>
                </c:pt>
                <c:pt idx="796">
                  <c:v>125.2</c:v>
                </c:pt>
                <c:pt idx="797">
                  <c:v>68.2</c:v>
                </c:pt>
                <c:pt idx="798">
                  <c:v>115.3</c:v>
                </c:pt>
                <c:pt idx="799">
                  <c:v>53.8</c:v>
                </c:pt>
                <c:pt idx="800">
                  <c:v>66.3</c:v>
                </c:pt>
                <c:pt idx="801">
                  <c:v>45.9</c:v>
                </c:pt>
                <c:pt idx="802">
                  <c:v>44.7</c:v>
                </c:pt>
                <c:pt idx="803">
                  <c:v>72.7</c:v>
                </c:pt>
                <c:pt idx="804">
                  <c:v>62.8</c:v>
                </c:pt>
                <c:pt idx="805">
                  <c:v>108.6</c:v>
                </c:pt>
                <c:pt idx="806">
                  <c:v>117</c:v>
                </c:pt>
                <c:pt idx="807">
                  <c:v>81.400000000000006</c:v>
                </c:pt>
                <c:pt idx="808">
                  <c:v>41.6</c:v>
                </c:pt>
                <c:pt idx="809">
                  <c:v>56.6</c:v>
                </c:pt>
                <c:pt idx="810">
                  <c:v>73.400000000000006</c:v>
                </c:pt>
                <c:pt idx="811">
                  <c:v>105.3</c:v>
                </c:pt>
                <c:pt idx="812">
                  <c:v>96.3</c:v>
                </c:pt>
                <c:pt idx="813">
                  <c:v>57.9</c:v>
                </c:pt>
                <c:pt idx="814">
                  <c:v>63.6</c:v>
                </c:pt>
                <c:pt idx="815">
                  <c:v>106.5</c:v>
                </c:pt>
                <c:pt idx="816">
                  <c:v>112.4</c:v>
                </c:pt>
                <c:pt idx="817">
                  <c:v>58</c:v>
                </c:pt>
                <c:pt idx="818">
                  <c:v>51.7</c:v>
                </c:pt>
                <c:pt idx="819">
                  <c:v>106.5</c:v>
                </c:pt>
                <c:pt idx="820">
                  <c:v>43.8</c:v>
                </c:pt>
                <c:pt idx="821">
                  <c:v>111.5</c:v>
                </c:pt>
                <c:pt idx="822">
                  <c:v>50.2</c:v>
                </c:pt>
                <c:pt idx="823">
                  <c:v>59.3</c:v>
                </c:pt>
                <c:pt idx="824">
                  <c:v>52.4</c:v>
                </c:pt>
                <c:pt idx="825">
                  <c:v>61</c:v>
                </c:pt>
                <c:pt idx="826">
                  <c:v>120.5</c:v>
                </c:pt>
                <c:pt idx="827">
                  <c:v>56.4</c:v>
                </c:pt>
                <c:pt idx="828">
                  <c:v>121.6</c:v>
                </c:pt>
                <c:pt idx="829">
                  <c:v>86</c:v>
                </c:pt>
                <c:pt idx="830">
                  <c:v>102.6</c:v>
                </c:pt>
                <c:pt idx="831">
                  <c:v>101</c:v>
                </c:pt>
                <c:pt idx="832">
                  <c:v>67</c:v>
                </c:pt>
                <c:pt idx="833">
                  <c:v>108</c:v>
                </c:pt>
                <c:pt idx="834">
                  <c:v>82.8</c:v>
                </c:pt>
                <c:pt idx="835">
                  <c:v>123.8</c:v>
                </c:pt>
                <c:pt idx="836">
                  <c:v>65.099999999999994</c:v>
                </c:pt>
                <c:pt idx="837">
                  <c:v>46.6</c:v>
                </c:pt>
                <c:pt idx="838">
                  <c:v>40.4</c:v>
                </c:pt>
                <c:pt idx="839">
                  <c:v>69.5</c:v>
                </c:pt>
                <c:pt idx="840">
                  <c:v>110.7</c:v>
                </c:pt>
                <c:pt idx="841">
                  <c:v>102.6</c:v>
                </c:pt>
                <c:pt idx="842">
                  <c:v>63</c:v>
                </c:pt>
                <c:pt idx="843">
                  <c:v>52.9</c:v>
                </c:pt>
                <c:pt idx="844">
                  <c:v>51.1</c:v>
                </c:pt>
                <c:pt idx="845">
                  <c:v>116.8</c:v>
                </c:pt>
                <c:pt idx="846">
                  <c:v>82.2</c:v>
                </c:pt>
                <c:pt idx="847">
                  <c:v>55.1</c:v>
                </c:pt>
                <c:pt idx="848">
                  <c:v>93.7</c:v>
                </c:pt>
                <c:pt idx="849">
                  <c:v>47.8</c:v>
                </c:pt>
                <c:pt idx="850">
                  <c:v>90</c:v>
                </c:pt>
                <c:pt idx="851">
                  <c:v>58.9</c:v>
                </c:pt>
                <c:pt idx="852">
                  <c:v>51.5</c:v>
                </c:pt>
                <c:pt idx="853">
                  <c:v>102.1</c:v>
                </c:pt>
                <c:pt idx="854">
                  <c:v>77.7</c:v>
                </c:pt>
                <c:pt idx="855">
                  <c:v>78.400000000000006</c:v>
                </c:pt>
                <c:pt idx="856">
                  <c:v>63.1</c:v>
                </c:pt>
                <c:pt idx="857">
                  <c:v>117.3</c:v>
                </c:pt>
                <c:pt idx="858">
                  <c:v>60.7</c:v>
                </c:pt>
                <c:pt idx="859">
                  <c:v>118.6</c:v>
                </c:pt>
                <c:pt idx="860">
                  <c:v>88.7</c:v>
                </c:pt>
                <c:pt idx="861">
                  <c:v>45</c:v>
                </c:pt>
                <c:pt idx="862">
                  <c:v>62.3</c:v>
                </c:pt>
                <c:pt idx="863">
                  <c:v>56.9</c:v>
                </c:pt>
                <c:pt idx="864">
                  <c:v>129</c:v>
                </c:pt>
                <c:pt idx="865">
                  <c:v>47.8</c:v>
                </c:pt>
                <c:pt idx="866">
                  <c:v>98</c:v>
                </c:pt>
                <c:pt idx="867">
                  <c:v>47.2</c:v>
                </c:pt>
                <c:pt idx="868">
                  <c:v>58.4</c:v>
                </c:pt>
                <c:pt idx="869">
                  <c:v>82.9</c:v>
                </c:pt>
                <c:pt idx="870">
                  <c:v>78.599999999999994</c:v>
                </c:pt>
                <c:pt idx="871">
                  <c:v>61.9</c:v>
                </c:pt>
                <c:pt idx="872">
                  <c:v>107.9</c:v>
                </c:pt>
                <c:pt idx="873">
                  <c:v>86.6</c:v>
                </c:pt>
                <c:pt idx="874">
                  <c:v>79.2</c:v>
                </c:pt>
                <c:pt idx="875">
                  <c:v>40.6</c:v>
                </c:pt>
                <c:pt idx="876">
                  <c:v>75.599999999999994</c:v>
                </c:pt>
                <c:pt idx="877">
                  <c:v>110.2</c:v>
                </c:pt>
                <c:pt idx="878">
                  <c:v>96.7</c:v>
                </c:pt>
                <c:pt idx="879">
                  <c:v>107.8</c:v>
                </c:pt>
                <c:pt idx="880">
                  <c:v>57.7</c:v>
                </c:pt>
                <c:pt idx="881">
                  <c:v>86.9</c:v>
                </c:pt>
                <c:pt idx="882">
                  <c:v>58.6</c:v>
                </c:pt>
                <c:pt idx="883">
                  <c:v>54.4</c:v>
                </c:pt>
                <c:pt idx="884">
                  <c:v>52.4</c:v>
                </c:pt>
                <c:pt idx="885">
                  <c:v>102.6</c:v>
                </c:pt>
                <c:pt idx="886">
                  <c:v>49.2</c:v>
                </c:pt>
                <c:pt idx="887">
                  <c:v>46.6</c:v>
                </c:pt>
                <c:pt idx="888">
                  <c:v>44.2</c:v>
                </c:pt>
                <c:pt idx="889">
                  <c:v>125.1</c:v>
                </c:pt>
                <c:pt idx="890">
                  <c:v>97.9</c:v>
                </c:pt>
                <c:pt idx="891">
                  <c:v>105.2</c:v>
                </c:pt>
                <c:pt idx="892">
                  <c:v>88.4</c:v>
                </c:pt>
                <c:pt idx="893">
                  <c:v>53.3</c:v>
                </c:pt>
                <c:pt idx="894">
                  <c:v>105.5</c:v>
                </c:pt>
                <c:pt idx="895">
                  <c:v>84.3</c:v>
                </c:pt>
                <c:pt idx="896">
                  <c:v>63.5</c:v>
                </c:pt>
                <c:pt idx="897">
                  <c:v>94.5</c:v>
                </c:pt>
                <c:pt idx="898">
                  <c:v>125.9</c:v>
                </c:pt>
                <c:pt idx="899">
                  <c:v>66.5</c:v>
                </c:pt>
                <c:pt idx="900">
                  <c:v>73.5</c:v>
                </c:pt>
                <c:pt idx="901">
                  <c:v>50.6</c:v>
                </c:pt>
                <c:pt idx="902">
                  <c:v>52.5</c:v>
                </c:pt>
                <c:pt idx="903">
                  <c:v>41.2</c:v>
                </c:pt>
                <c:pt idx="904">
                  <c:v>116.4</c:v>
                </c:pt>
                <c:pt idx="905">
                  <c:v>46.9</c:v>
                </c:pt>
                <c:pt idx="906">
                  <c:v>84</c:v>
                </c:pt>
                <c:pt idx="907">
                  <c:v>126.4</c:v>
                </c:pt>
                <c:pt idx="908">
                  <c:v>83.7</c:v>
                </c:pt>
                <c:pt idx="909">
                  <c:v>101.8</c:v>
                </c:pt>
                <c:pt idx="910">
                  <c:v>73.5</c:v>
                </c:pt>
                <c:pt idx="911">
                  <c:v>89</c:v>
                </c:pt>
                <c:pt idx="912">
                  <c:v>127.6</c:v>
                </c:pt>
                <c:pt idx="913">
                  <c:v>96.7</c:v>
                </c:pt>
                <c:pt idx="914">
                  <c:v>128.19999999999999</c:v>
                </c:pt>
                <c:pt idx="915">
                  <c:v>59.2</c:v>
                </c:pt>
                <c:pt idx="916">
                  <c:v>128.4</c:v>
                </c:pt>
                <c:pt idx="917">
                  <c:v>106.8</c:v>
                </c:pt>
                <c:pt idx="918">
                  <c:v>124.6</c:v>
                </c:pt>
                <c:pt idx="919">
                  <c:v>111</c:v>
                </c:pt>
                <c:pt idx="920">
                  <c:v>76.8</c:v>
                </c:pt>
                <c:pt idx="921">
                  <c:v>66.2</c:v>
                </c:pt>
                <c:pt idx="922">
                  <c:v>83</c:v>
                </c:pt>
                <c:pt idx="923">
                  <c:v>72.8</c:v>
                </c:pt>
                <c:pt idx="924">
                  <c:v>104.3</c:v>
                </c:pt>
                <c:pt idx="925">
                  <c:v>103.5</c:v>
                </c:pt>
                <c:pt idx="926">
                  <c:v>77.7</c:v>
                </c:pt>
                <c:pt idx="927">
                  <c:v>107.7</c:v>
                </c:pt>
                <c:pt idx="928">
                  <c:v>57.8</c:v>
                </c:pt>
                <c:pt idx="929">
                  <c:v>127.5</c:v>
                </c:pt>
                <c:pt idx="930">
                  <c:v>100.9</c:v>
                </c:pt>
                <c:pt idx="931">
                  <c:v>59</c:v>
                </c:pt>
                <c:pt idx="932">
                  <c:v>86.6</c:v>
                </c:pt>
                <c:pt idx="933">
                  <c:v>81.7</c:v>
                </c:pt>
                <c:pt idx="934">
                  <c:v>101.1</c:v>
                </c:pt>
                <c:pt idx="935">
                  <c:v>58.4</c:v>
                </c:pt>
                <c:pt idx="936">
                  <c:v>58.7</c:v>
                </c:pt>
                <c:pt idx="937">
                  <c:v>48.6</c:v>
                </c:pt>
                <c:pt idx="938">
                  <c:v>74</c:v>
                </c:pt>
                <c:pt idx="939">
                  <c:v>56.5</c:v>
                </c:pt>
                <c:pt idx="940">
                  <c:v>61.6</c:v>
                </c:pt>
                <c:pt idx="941">
                  <c:v>109.3</c:v>
                </c:pt>
                <c:pt idx="942">
                  <c:v>109</c:v>
                </c:pt>
                <c:pt idx="943">
                  <c:v>82.2</c:v>
                </c:pt>
                <c:pt idx="944">
                  <c:v>95.9</c:v>
                </c:pt>
                <c:pt idx="945">
                  <c:v>105.7</c:v>
                </c:pt>
                <c:pt idx="946">
                  <c:v>49.3</c:v>
                </c:pt>
                <c:pt idx="947">
                  <c:v>51.9</c:v>
                </c:pt>
                <c:pt idx="948">
                  <c:v>89.8</c:v>
                </c:pt>
                <c:pt idx="949">
                  <c:v>84.8</c:v>
                </c:pt>
                <c:pt idx="950">
                  <c:v>115.4</c:v>
                </c:pt>
                <c:pt idx="951">
                  <c:v>72.599999999999994</c:v>
                </c:pt>
                <c:pt idx="952">
                  <c:v>59.3</c:v>
                </c:pt>
                <c:pt idx="953">
                  <c:v>65.900000000000006</c:v>
                </c:pt>
                <c:pt idx="954">
                  <c:v>86.5</c:v>
                </c:pt>
                <c:pt idx="955">
                  <c:v>70.2</c:v>
                </c:pt>
                <c:pt idx="956">
                  <c:v>93.6</c:v>
                </c:pt>
                <c:pt idx="957">
                  <c:v>86.4</c:v>
                </c:pt>
                <c:pt idx="958">
                  <c:v>67.900000000000006</c:v>
                </c:pt>
                <c:pt idx="959">
                  <c:v>43.8</c:v>
                </c:pt>
                <c:pt idx="960">
                  <c:v>96.7</c:v>
                </c:pt>
                <c:pt idx="961">
                  <c:v>54.6</c:v>
                </c:pt>
                <c:pt idx="962">
                  <c:v>90.2</c:v>
                </c:pt>
                <c:pt idx="963">
                  <c:v>50.3</c:v>
                </c:pt>
                <c:pt idx="964">
                  <c:v>116.5</c:v>
                </c:pt>
                <c:pt idx="965">
                  <c:v>126.4</c:v>
                </c:pt>
                <c:pt idx="966">
                  <c:v>52</c:v>
                </c:pt>
                <c:pt idx="967">
                  <c:v>96.3</c:v>
                </c:pt>
                <c:pt idx="968">
                  <c:v>127.8</c:v>
                </c:pt>
                <c:pt idx="969">
                  <c:v>52.1</c:v>
                </c:pt>
                <c:pt idx="970">
                  <c:v>88.1</c:v>
                </c:pt>
                <c:pt idx="971">
                  <c:v>69.900000000000006</c:v>
                </c:pt>
                <c:pt idx="972">
                  <c:v>118.6</c:v>
                </c:pt>
              </c:numCache>
            </c:numRef>
          </c:xVal>
          <c:yVal>
            <c:numRef>
              <c:f>'Sub-Dataset'!$J$3:$J$975</c:f>
              <c:numCache>
                <c:formatCode>General</c:formatCode>
                <c:ptCount val="973"/>
                <c:pt idx="0">
                  <c:v>24.71</c:v>
                </c:pt>
                <c:pt idx="1">
                  <c:v>0</c:v>
                </c:pt>
                <c:pt idx="2">
                  <c:v>23.93</c:v>
                </c:pt>
                <c:pt idx="3">
                  <c:v>0</c:v>
                </c:pt>
                <c:pt idx="4">
                  <c:v>22.78</c:v>
                </c:pt>
                <c:pt idx="5">
                  <c:v>21.77</c:v>
                </c:pt>
                <c:pt idx="6">
                  <c:v>22.45</c:v>
                </c:pt>
                <c:pt idx="7">
                  <c:v>19.72</c:v>
                </c:pt>
                <c:pt idx="8">
                  <c:v>0</c:v>
                </c:pt>
                <c:pt idx="9">
                  <c:v>24.72</c:v>
                </c:pt>
                <c:pt idx="10">
                  <c:v>23.53</c:v>
                </c:pt>
                <c:pt idx="11">
                  <c:v>0</c:v>
                </c:pt>
                <c:pt idx="12">
                  <c:v>19.420000000000002</c:v>
                </c:pt>
                <c:pt idx="13">
                  <c:v>0</c:v>
                </c:pt>
                <c:pt idx="14">
                  <c:v>0</c:v>
                </c:pt>
                <c:pt idx="15">
                  <c:v>21.41</c:v>
                </c:pt>
                <c:pt idx="16">
                  <c:v>22.08</c:v>
                </c:pt>
                <c:pt idx="17">
                  <c:v>19.63</c:v>
                </c:pt>
                <c:pt idx="18">
                  <c:v>23.59</c:v>
                </c:pt>
                <c:pt idx="19">
                  <c:v>21.91</c:v>
                </c:pt>
                <c:pt idx="20">
                  <c:v>0</c:v>
                </c:pt>
                <c:pt idx="21">
                  <c:v>23.07</c:v>
                </c:pt>
                <c:pt idx="22">
                  <c:v>0</c:v>
                </c:pt>
                <c:pt idx="23">
                  <c:v>0</c:v>
                </c:pt>
                <c:pt idx="24">
                  <c:v>0</c:v>
                </c:pt>
                <c:pt idx="25">
                  <c:v>19.63</c:v>
                </c:pt>
                <c:pt idx="26">
                  <c:v>22.85</c:v>
                </c:pt>
                <c:pt idx="27">
                  <c:v>0</c:v>
                </c:pt>
                <c:pt idx="28">
                  <c:v>19.12</c:v>
                </c:pt>
                <c:pt idx="29">
                  <c:v>22.33</c:v>
                </c:pt>
                <c:pt idx="30">
                  <c:v>0</c:v>
                </c:pt>
                <c:pt idx="31">
                  <c:v>21.3</c:v>
                </c:pt>
                <c:pt idx="32">
                  <c:v>19.010000000000002</c:v>
                </c:pt>
                <c:pt idx="33">
                  <c:v>19.010000000000002</c:v>
                </c:pt>
                <c:pt idx="34">
                  <c:v>0</c:v>
                </c:pt>
                <c:pt idx="35">
                  <c:v>22.15</c:v>
                </c:pt>
                <c:pt idx="36">
                  <c:v>18.77</c:v>
                </c:pt>
                <c:pt idx="37">
                  <c:v>20.399999999999999</c:v>
                </c:pt>
                <c:pt idx="38">
                  <c:v>20.76</c:v>
                </c:pt>
                <c:pt idx="39">
                  <c:v>23.46</c:v>
                </c:pt>
                <c:pt idx="40">
                  <c:v>24.87</c:v>
                </c:pt>
                <c:pt idx="41">
                  <c:v>0</c:v>
                </c:pt>
                <c:pt idx="42">
                  <c:v>18.62</c:v>
                </c:pt>
                <c:pt idx="43">
                  <c:v>23.94</c:v>
                </c:pt>
                <c:pt idx="44">
                  <c:v>23.92</c:v>
                </c:pt>
                <c:pt idx="45">
                  <c:v>20.91</c:v>
                </c:pt>
                <c:pt idx="46">
                  <c:v>0</c:v>
                </c:pt>
                <c:pt idx="47">
                  <c:v>21.87</c:v>
                </c:pt>
                <c:pt idx="48">
                  <c:v>0</c:v>
                </c:pt>
                <c:pt idx="49">
                  <c:v>21.65</c:v>
                </c:pt>
                <c:pt idx="50">
                  <c:v>22.27</c:v>
                </c:pt>
                <c:pt idx="51">
                  <c:v>0</c:v>
                </c:pt>
                <c:pt idx="52">
                  <c:v>22.18</c:v>
                </c:pt>
                <c:pt idx="53">
                  <c:v>0</c:v>
                </c:pt>
                <c:pt idx="54">
                  <c:v>24.52</c:v>
                </c:pt>
                <c:pt idx="55">
                  <c:v>20.47</c:v>
                </c:pt>
                <c:pt idx="56">
                  <c:v>0</c:v>
                </c:pt>
                <c:pt idx="57">
                  <c:v>20.05</c:v>
                </c:pt>
                <c:pt idx="58">
                  <c:v>24.78</c:v>
                </c:pt>
                <c:pt idx="59">
                  <c:v>24.64</c:v>
                </c:pt>
                <c:pt idx="60">
                  <c:v>22.44</c:v>
                </c:pt>
                <c:pt idx="61">
                  <c:v>0</c:v>
                </c:pt>
                <c:pt idx="62">
                  <c:v>0</c:v>
                </c:pt>
                <c:pt idx="63">
                  <c:v>24.13</c:v>
                </c:pt>
                <c:pt idx="64">
                  <c:v>0</c:v>
                </c:pt>
                <c:pt idx="65">
                  <c:v>0</c:v>
                </c:pt>
                <c:pt idx="66">
                  <c:v>0</c:v>
                </c:pt>
                <c:pt idx="67">
                  <c:v>0</c:v>
                </c:pt>
                <c:pt idx="68">
                  <c:v>19.100000000000001</c:v>
                </c:pt>
                <c:pt idx="69">
                  <c:v>19.91</c:v>
                </c:pt>
                <c:pt idx="70">
                  <c:v>0</c:v>
                </c:pt>
                <c:pt idx="71">
                  <c:v>23.22</c:v>
                </c:pt>
                <c:pt idx="72">
                  <c:v>22.56</c:v>
                </c:pt>
                <c:pt idx="73">
                  <c:v>22.28</c:v>
                </c:pt>
                <c:pt idx="74">
                  <c:v>22.86</c:v>
                </c:pt>
                <c:pt idx="75">
                  <c:v>21.16</c:v>
                </c:pt>
                <c:pt idx="76">
                  <c:v>23.87</c:v>
                </c:pt>
                <c:pt idx="77">
                  <c:v>0</c:v>
                </c:pt>
                <c:pt idx="78">
                  <c:v>24.37</c:v>
                </c:pt>
                <c:pt idx="79">
                  <c:v>23.76</c:v>
                </c:pt>
                <c:pt idx="80">
                  <c:v>0</c:v>
                </c:pt>
                <c:pt idx="81">
                  <c:v>0</c:v>
                </c:pt>
                <c:pt idx="82">
                  <c:v>0</c:v>
                </c:pt>
                <c:pt idx="83">
                  <c:v>0</c:v>
                </c:pt>
                <c:pt idx="84">
                  <c:v>0</c:v>
                </c:pt>
                <c:pt idx="85">
                  <c:v>0</c:v>
                </c:pt>
                <c:pt idx="86">
                  <c:v>24.26</c:v>
                </c:pt>
                <c:pt idx="87">
                  <c:v>0</c:v>
                </c:pt>
                <c:pt idx="88">
                  <c:v>0</c:v>
                </c:pt>
                <c:pt idx="89">
                  <c:v>20.62</c:v>
                </c:pt>
                <c:pt idx="90">
                  <c:v>0</c:v>
                </c:pt>
                <c:pt idx="91">
                  <c:v>21.8</c:v>
                </c:pt>
                <c:pt idx="92">
                  <c:v>23.78</c:v>
                </c:pt>
                <c:pt idx="93">
                  <c:v>24.72</c:v>
                </c:pt>
                <c:pt idx="94">
                  <c:v>19.510000000000002</c:v>
                </c:pt>
                <c:pt idx="95">
                  <c:v>23.56</c:v>
                </c:pt>
                <c:pt idx="96">
                  <c:v>0</c:v>
                </c:pt>
                <c:pt idx="97">
                  <c:v>20.29</c:v>
                </c:pt>
                <c:pt idx="98">
                  <c:v>0</c:v>
                </c:pt>
                <c:pt idx="99">
                  <c:v>22.02</c:v>
                </c:pt>
                <c:pt idx="100">
                  <c:v>23.46</c:v>
                </c:pt>
                <c:pt idx="101">
                  <c:v>0</c:v>
                </c:pt>
                <c:pt idx="102">
                  <c:v>21.66</c:v>
                </c:pt>
                <c:pt idx="103">
                  <c:v>0</c:v>
                </c:pt>
                <c:pt idx="104">
                  <c:v>19.41</c:v>
                </c:pt>
                <c:pt idx="105">
                  <c:v>18.68</c:v>
                </c:pt>
                <c:pt idx="106">
                  <c:v>0</c:v>
                </c:pt>
                <c:pt idx="107">
                  <c:v>18.7</c:v>
                </c:pt>
                <c:pt idx="108">
                  <c:v>19.71</c:v>
                </c:pt>
                <c:pt idx="109">
                  <c:v>19.36</c:v>
                </c:pt>
                <c:pt idx="110">
                  <c:v>0</c:v>
                </c:pt>
                <c:pt idx="111">
                  <c:v>21.99</c:v>
                </c:pt>
                <c:pt idx="112">
                  <c:v>0</c:v>
                </c:pt>
                <c:pt idx="113">
                  <c:v>22.48</c:v>
                </c:pt>
                <c:pt idx="114">
                  <c:v>0</c:v>
                </c:pt>
                <c:pt idx="115">
                  <c:v>0</c:v>
                </c:pt>
                <c:pt idx="116">
                  <c:v>23.37</c:v>
                </c:pt>
                <c:pt idx="117">
                  <c:v>0</c:v>
                </c:pt>
                <c:pt idx="118">
                  <c:v>0</c:v>
                </c:pt>
                <c:pt idx="119">
                  <c:v>0</c:v>
                </c:pt>
                <c:pt idx="120">
                  <c:v>24.5</c:v>
                </c:pt>
                <c:pt idx="121">
                  <c:v>22.32</c:v>
                </c:pt>
                <c:pt idx="122">
                  <c:v>0</c:v>
                </c:pt>
                <c:pt idx="123">
                  <c:v>24.87</c:v>
                </c:pt>
                <c:pt idx="124">
                  <c:v>23.11</c:v>
                </c:pt>
                <c:pt idx="125">
                  <c:v>0</c:v>
                </c:pt>
                <c:pt idx="126">
                  <c:v>0</c:v>
                </c:pt>
                <c:pt idx="127">
                  <c:v>22.22</c:v>
                </c:pt>
                <c:pt idx="128">
                  <c:v>23.71</c:v>
                </c:pt>
                <c:pt idx="129">
                  <c:v>18.52</c:v>
                </c:pt>
                <c:pt idx="130">
                  <c:v>18.68</c:v>
                </c:pt>
                <c:pt idx="131">
                  <c:v>19.309999999999999</c:v>
                </c:pt>
                <c:pt idx="132">
                  <c:v>21.87</c:v>
                </c:pt>
                <c:pt idx="133">
                  <c:v>0</c:v>
                </c:pt>
                <c:pt idx="134">
                  <c:v>23.01</c:v>
                </c:pt>
                <c:pt idx="135">
                  <c:v>0</c:v>
                </c:pt>
                <c:pt idx="136">
                  <c:v>0</c:v>
                </c:pt>
                <c:pt idx="137">
                  <c:v>0</c:v>
                </c:pt>
                <c:pt idx="138">
                  <c:v>0</c:v>
                </c:pt>
                <c:pt idx="139">
                  <c:v>22.48</c:v>
                </c:pt>
                <c:pt idx="140">
                  <c:v>20.36</c:v>
                </c:pt>
                <c:pt idx="141">
                  <c:v>0</c:v>
                </c:pt>
                <c:pt idx="142">
                  <c:v>20.28</c:v>
                </c:pt>
                <c:pt idx="143">
                  <c:v>23.8</c:v>
                </c:pt>
                <c:pt idx="144">
                  <c:v>24.84</c:v>
                </c:pt>
                <c:pt idx="145">
                  <c:v>23.77</c:v>
                </c:pt>
                <c:pt idx="146">
                  <c:v>22.06</c:v>
                </c:pt>
                <c:pt idx="147">
                  <c:v>18.98</c:v>
                </c:pt>
                <c:pt idx="148">
                  <c:v>23.6</c:v>
                </c:pt>
                <c:pt idx="149">
                  <c:v>22.44</c:v>
                </c:pt>
                <c:pt idx="150">
                  <c:v>24.89</c:v>
                </c:pt>
                <c:pt idx="151">
                  <c:v>24.2</c:v>
                </c:pt>
                <c:pt idx="152">
                  <c:v>0</c:v>
                </c:pt>
                <c:pt idx="153">
                  <c:v>24.01</c:v>
                </c:pt>
                <c:pt idx="154">
                  <c:v>23.21</c:v>
                </c:pt>
                <c:pt idx="155">
                  <c:v>0</c:v>
                </c:pt>
                <c:pt idx="156">
                  <c:v>0</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0</c:v>
                </c:pt>
                <c:pt idx="169">
                  <c:v>27.64</c:v>
                </c:pt>
                <c:pt idx="170">
                  <c:v>25.83</c:v>
                </c:pt>
                <c:pt idx="171">
                  <c:v>25.89</c:v>
                </c:pt>
                <c:pt idx="172">
                  <c:v>0</c:v>
                </c:pt>
                <c:pt idx="173">
                  <c:v>0</c:v>
                </c:pt>
                <c:pt idx="174">
                  <c:v>26.05</c:v>
                </c:pt>
                <c:pt idx="175">
                  <c:v>0</c:v>
                </c:pt>
                <c:pt idx="176">
                  <c:v>0</c:v>
                </c:pt>
                <c:pt idx="177">
                  <c:v>28.22</c:v>
                </c:pt>
                <c:pt idx="178">
                  <c:v>0</c:v>
                </c:pt>
                <c:pt idx="179">
                  <c:v>26.26</c:v>
                </c:pt>
                <c:pt idx="180">
                  <c:v>28.76</c:v>
                </c:pt>
                <c:pt idx="181">
                  <c:v>0</c:v>
                </c:pt>
                <c:pt idx="182">
                  <c:v>0</c:v>
                </c:pt>
                <c:pt idx="183">
                  <c:v>0</c:v>
                </c:pt>
                <c:pt idx="184">
                  <c:v>29.92</c:v>
                </c:pt>
                <c:pt idx="185">
                  <c:v>28.49</c:v>
                </c:pt>
                <c:pt idx="186">
                  <c:v>26.47</c:v>
                </c:pt>
                <c:pt idx="187">
                  <c:v>26.13</c:v>
                </c:pt>
                <c:pt idx="188">
                  <c:v>25.23</c:v>
                </c:pt>
                <c:pt idx="189">
                  <c:v>25.51</c:v>
                </c:pt>
                <c:pt idx="190">
                  <c:v>0</c:v>
                </c:pt>
                <c:pt idx="191">
                  <c:v>0</c:v>
                </c:pt>
                <c:pt idx="192">
                  <c:v>25.35</c:v>
                </c:pt>
                <c:pt idx="193">
                  <c:v>26.33</c:v>
                </c:pt>
                <c:pt idx="194">
                  <c:v>0</c:v>
                </c:pt>
                <c:pt idx="195">
                  <c:v>0</c:v>
                </c:pt>
                <c:pt idx="196">
                  <c:v>26.52</c:v>
                </c:pt>
                <c:pt idx="197">
                  <c:v>0</c:v>
                </c:pt>
                <c:pt idx="198">
                  <c:v>25.22</c:v>
                </c:pt>
                <c:pt idx="199">
                  <c:v>0</c:v>
                </c:pt>
                <c:pt idx="200">
                  <c:v>28.03</c:v>
                </c:pt>
                <c:pt idx="201">
                  <c:v>26.16</c:v>
                </c:pt>
                <c:pt idx="202">
                  <c:v>28.93</c:v>
                </c:pt>
                <c:pt idx="203">
                  <c:v>29.62</c:v>
                </c:pt>
                <c:pt idx="204">
                  <c:v>27.14</c:v>
                </c:pt>
                <c:pt idx="205">
                  <c:v>0</c:v>
                </c:pt>
                <c:pt idx="206">
                  <c:v>0</c:v>
                </c:pt>
                <c:pt idx="207">
                  <c:v>27.16</c:v>
                </c:pt>
                <c:pt idx="208">
                  <c:v>0</c:v>
                </c:pt>
                <c:pt idx="209">
                  <c:v>25.44</c:v>
                </c:pt>
                <c:pt idx="210">
                  <c:v>0</c:v>
                </c:pt>
                <c:pt idx="211">
                  <c:v>0</c:v>
                </c:pt>
                <c:pt idx="212">
                  <c:v>0</c:v>
                </c:pt>
                <c:pt idx="213">
                  <c:v>26.14</c:v>
                </c:pt>
                <c:pt idx="214">
                  <c:v>27.03</c:v>
                </c:pt>
                <c:pt idx="215">
                  <c:v>0</c:v>
                </c:pt>
                <c:pt idx="216">
                  <c:v>0</c:v>
                </c:pt>
                <c:pt idx="217">
                  <c:v>0</c:v>
                </c:pt>
                <c:pt idx="218">
                  <c:v>0</c:v>
                </c:pt>
                <c:pt idx="219">
                  <c:v>0</c:v>
                </c:pt>
                <c:pt idx="220">
                  <c:v>0</c:v>
                </c:pt>
                <c:pt idx="221">
                  <c:v>30.1</c:v>
                </c:pt>
                <c:pt idx="222">
                  <c:v>0</c:v>
                </c:pt>
                <c:pt idx="223">
                  <c:v>0</c:v>
                </c:pt>
                <c:pt idx="224">
                  <c:v>0</c:v>
                </c:pt>
                <c:pt idx="225">
                  <c:v>0</c:v>
                </c:pt>
                <c:pt idx="226">
                  <c:v>0</c:v>
                </c:pt>
                <c:pt idx="227">
                  <c:v>0</c:v>
                </c:pt>
                <c:pt idx="228">
                  <c:v>0</c:v>
                </c:pt>
                <c:pt idx="229">
                  <c:v>0</c:v>
                </c:pt>
                <c:pt idx="230">
                  <c:v>0</c:v>
                </c:pt>
                <c:pt idx="231">
                  <c:v>34.06</c:v>
                </c:pt>
                <c:pt idx="232">
                  <c:v>0</c:v>
                </c:pt>
                <c:pt idx="233">
                  <c:v>0</c:v>
                </c:pt>
                <c:pt idx="234">
                  <c:v>0</c:v>
                </c:pt>
                <c:pt idx="235">
                  <c:v>0</c:v>
                </c:pt>
                <c:pt idx="236">
                  <c:v>0</c:v>
                </c:pt>
                <c:pt idx="237">
                  <c:v>0</c:v>
                </c:pt>
                <c:pt idx="238">
                  <c:v>32.340000000000003</c:v>
                </c:pt>
                <c:pt idx="239">
                  <c:v>0</c:v>
                </c:pt>
                <c:pt idx="240">
                  <c:v>0</c:v>
                </c:pt>
                <c:pt idx="241">
                  <c:v>0</c:v>
                </c:pt>
                <c:pt idx="242">
                  <c:v>0</c:v>
                </c:pt>
                <c:pt idx="243">
                  <c:v>31.64</c:v>
                </c:pt>
                <c:pt idx="244">
                  <c:v>0</c:v>
                </c:pt>
                <c:pt idx="245">
                  <c:v>30.57</c:v>
                </c:pt>
                <c:pt idx="246">
                  <c:v>0</c:v>
                </c:pt>
                <c:pt idx="247">
                  <c:v>0</c:v>
                </c:pt>
                <c:pt idx="248">
                  <c:v>0</c:v>
                </c:pt>
                <c:pt idx="249">
                  <c:v>25.68</c:v>
                </c:pt>
                <c:pt idx="250">
                  <c:v>0</c:v>
                </c:pt>
                <c:pt idx="251">
                  <c:v>0</c:v>
                </c:pt>
                <c:pt idx="252">
                  <c:v>25.07</c:v>
                </c:pt>
                <c:pt idx="253">
                  <c:v>0</c:v>
                </c:pt>
                <c:pt idx="254">
                  <c:v>0</c:v>
                </c:pt>
                <c:pt idx="255">
                  <c:v>0</c:v>
                </c:pt>
                <c:pt idx="256">
                  <c:v>0</c:v>
                </c:pt>
                <c:pt idx="257">
                  <c:v>26.9</c:v>
                </c:pt>
                <c:pt idx="258">
                  <c:v>0</c:v>
                </c:pt>
                <c:pt idx="259">
                  <c:v>34.25</c:v>
                </c:pt>
                <c:pt idx="260">
                  <c:v>0</c:v>
                </c:pt>
                <c:pt idx="261">
                  <c:v>0</c:v>
                </c:pt>
                <c:pt idx="262">
                  <c:v>0</c:v>
                </c:pt>
                <c:pt idx="263">
                  <c:v>0</c:v>
                </c:pt>
                <c:pt idx="264">
                  <c:v>26.57</c:v>
                </c:pt>
                <c:pt idx="265">
                  <c:v>30.89</c:v>
                </c:pt>
                <c:pt idx="266">
                  <c:v>30.51</c:v>
                </c:pt>
                <c:pt idx="267">
                  <c:v>0</c:v>
                </c:pt>
                <c:pt idx="268">
                  <c:v>0</c:v>
                </c:pt>
                <c:pt idx="269">
                  <c:v>30.4</c:v>
                </c:pt>
                <c:pt idx="270">
                  <c:v>25.05</c:v>
                </c:pt>
                <c:pt idx="271">
                  <c:v>0</c:v>
                </c:pt>
                <c:pt idx="272">
                  <c:v>0</c:v>
                </c:pt>
                <c:pt idx="273">
                  <c:v>35.04</c:v>
                </c:pt>
                <c:pt idx="274">
                  <c:v>0</c:v>
                </c:pt>
                <c:pt idx="275">
                  <c:v>31.05</c:v>
                </c:pt>
                <c:pt idx="276">
                  <c:v>28.88</c:v>
                </c:pt>
                <c:pt idx="277">
                  <c:v>0</c:v>
                </c:pt>
                <c:pt idx="278">
                  <c:v>30.63</c:v>
                </c:pt>
                <c:pt idx="279">
                  <c:v>0</c:v>
                </c:pt>
                <c:pt idx="280">
                  <c:v>0</c:v>
                </c:pt>
                <c:pt idx="281">
                  <c:v>0</c:v>
                </c:pt>
                <c:pt idx="282">
                  <c:v>0</c:v>
                </c:pt>
                <c:pt idx="283">
                  <c:v>0</c:v>
                </c:pt>
                <c:pt idx="284">
                  <c:v>0</c:v>
                </c:pt>
                <c:pt idx="285">
                  <c:v>30.68</c:v>
                </c:pt>
                <c:pt idx="286">
                  <c:v>13.88</c:v>
                </c:pt>
                <c:pt idx="287">
                  <c:v>0</c:v>
                </c:pt>
                <c:pt idx="288">
                  <c:v>0</c:v>
                </c:pt>
                <c:pt idx="289">
                  <c:v>17.3</c:v>
                </c:pt>
                <c:pt idx="290">
                  <c:v>0</c:v>
                </c:pt>
                <c:pt idx="291">
                  <c:v>0</c:v>
                </c:pt>
                <c:pt idx="292">
                  <c:v>0</c:v>
                </c:pt>
                <c:pt idx="293">
                  <c:v>0</c:v>
                </c:pt>
                <c:pt idx="294">
                  <c:v>0</c:v>
                </c:pt>
                <c:pt idx="295">
                  <c:v>0</c:v>
                </c:pt>
                <c:pt idx="296">
                  <c:v>0</c:v>
                </c:pt>
                <c:pt idx="297">
                  <c:v>15.24</c:v>
                </c:pt>
                <c:pt idx="298">
                  <c:v>0</c:v>
                </c:pt>
                <c:pt idx="299">
                  <c:v>0</c:v>
                </c:pt>
                <c:pt idx="300">
                  <c:v>17.27</c:v>
                </c:pt>
                <c:pt idx="301">
                  <c:v>15.7</c:v>
                </c:pt>
                <c:pt idx="302">
                  <c:v>0</c:v>
                </c:pt>
                <c:pt idx="303">
                  <c:v>28.49</c:v>
                </c:pt>
                <c:pt idx="304">
                  <c:v>0</c:v>
                </c:pt>
                <c:pt idx="305">
                  <c:v>25.36</c:v>
                </c:pt>
                <c:pt idx="306">
                  <c:v>0</c:v>
                </c:pt>
                <c:pt idx="307">
                  <c:v>0</c:v>
                </c:pt>
                <c:pt idx="308">
                  <c:v>0</c:v>
                </c:pt>
                <c:pt idx="309">
                  <c:v>16.420000000000002</c:v>
                </c:pt>
                <c:pt idx="310">
                  <c:v>0</c:v>
                </c:pt>
                <c:pt idx="311">
                  <c:v>18.18</c:v>
                </c:pt>
                <c:pt idx="312">
                  <c:v>17.940000000000001</c:v>
                </c:pt>
                <c:pt idx="313">
                  <c:v>17.16</c:v>
                </c:pt>
                <c:pt idx="314">
                  <c:v>0</c:v>
                </c:pt>
                <c:pt idx="315">
                  <c:v>25.72</c:v>
                </c:pt>
                <c:pt idx="316">
                  <c:v>0</c:v>
                </c:pt>
                <c:pt idx="317">
                  <c:v>16.350000000000001</c:v>
                </c:pt>
                <c:pt idx="318">
                  <c:v>0</c:v>
                </c:pt>
                <c:pt idx="319">
                  <c:v>0</c:v>
                </c:pt>
                <c:pt idx="320">
                  <c:v>0</c:v>
                </c:pt>
                <c:pt idx="321">
                  <c:v>0</c:v>
                </c:pt>
                <c:pt idx="322">
                  <c:v>28.35</c:v>
                </c:pt>
                <c:pt idx="323">
                  <c:v>0</c:v>
                </c:pt>
                <c:pt idx="324">
                  <c:v>13.71</c:v>
                </c:pt>
                <c:pt idx="325">
                  <c:v>25.89</c:v>
                </c:pt>
                <c:pt idx="326">
                  <c:v>0</c:v>
                </c:pt>
                <c:pt idx="327">
                  <c:v>0</c:v>
                </c:pt>
                <c:pt idx="328">
                  <c:v>25.05</c:v>
                </c:pt>
                <c:pt idx="329">
                  <c:v>0</c:v>
                </c:pt>
                <c:pt idx="330">
                  <c:v>0</c:v>
                </c:pt>
                <c:pt idx="331">
                  <c:v>14.88</c:v>
                </c:pt>
                <c:pt idx="332">
                  <c:v>15.07</c:v>
                </c:pt>
                <c:pt idx="333">
                  <c:v>0</c:v>
                </c:pt>
                <c:pt idx="334">
                  <c:v>18.13</c:v>
                </c:pt>
                <c:pt idx="335">
                  <c:v>29.14</c:v>
                </c:pt>
                <c:pt idx="336">
                  <c:v>17.93</c:v>
                </c:pt>
                <c:pt idx="337">
                  <c:v>18.23</c:v>
                </c:pt>
                <c:pt idx="338">
                  <c:v>0</c:v>
                </c:pt>
                <c:pt idx="339">
                  <c:v>0</c:v>
                </c:pt>
                <c:pt idx="340">
                  <c:v>14.1</c:v>
                </c:pt>
                <c:pt idx="341">
                  <c:v>15.5</c:v>
                </c:pt>
                <c:pt idx="342">
                  <c:v>0</c:v>
                </c:pt>
                <c:pt idx="343">
                  <c:v>0</c:v>
                </c:pt>
                <c:pt idx="344">
                  <c:v>0</c:v>
                </c:pt>
                <c:pt idx="345">
                  <c:v>0</c:v>
                </c:pt>
                <c:pt idx="346">
                  <c:v>32</c:v>
                </c:pt>
                <c:pt idx="347">
                  <c:v>0</c:v>
                </c:pt>
                <c:pt idx="348">
                  <c:v>25.16</c:v>
                </c:pt>
                <c:pt idx="349">
                  <c:v>29.87</c:v>
                </c:pt>
                <c:pt idx="350">
                  <c:v>15.5</c:v>
                </c:pt>
                <c:pt idx="351">
                  <c:v>0</c:v>
                </c:pt>
                <c:pt idx="352">
                  <c:v>0</c:v>
                </c:pt>
                <c:pt idx="353">
                  <c:v>0</c:v>
                </c:pt>
                <c:pt idx="354">
                  <c:v>26.61</c:v>
                </c:pt>
                <c:pt idx="355">
                  <c:v>0</c:v>
                </c:pt>
                <c:pt idx="356">
                  <c:v>0</c:v>
                </c:pt>
                <c:pt idx="357">
                  <c:v>0</c:v>
                </c:pt>
                <c:pt idx="358">
                  <c:v>27.97</c:v>
                </c:pt>
                <c:pt idx="359">
                  <c:v>0</c:v>
                </c:pt>
                <c:pt idx="360">
                  <c:v>0</c:v>
                </c:pt>
                <c:pt idx="361">
                  <c:v>13.78</c:v>
                </c:pt>
                <c:pt idx="362">
                  <c:v>0</c:v>
                </c:pt>
                <c:pt idx="363">
                  <c:v>0</c:v>
                </c:pt>
                <c:pt idx="364">
                  <c:v>26.36</c:v>
                </c:pt>
                <c:pt idx="365">
                  <c:v>26.58</c:v>
                </c:pt>
                <c:pt idx="366">
                  <c:v>0</c:v>
                </c:pt>
                <c:pt idx="367">
                  <c:v>26.19</c:v>
                </c:pt>
                <c:pt idx="368">
                  <c:v>25.49</c:v>
                </c:pt>
                <c:pt idx="369">
                  <c:v>27.12</c:v>
                </c:pt>
                <c:pt idx="370">
                  <c:v>17.850000000000001</c:v>
                </c:pt>
                <c:pt idx="371">
                  <c:v>0</c:v>
                </c:pt>
                <c:pt idx="372">
                  <c:v>0</c:v>
                </c:pt>
                <c:pt idx="373">
                  <c:v>26.36</c:v>
                </c:pt>
                <c:pt idx="374">
                  <c:v>29.17</c:v>
                </c:pt>
                <c:pt idx="375">
                  <c:v>30.96</c:v>
                </c:pt>
                <c:pt idx="376">
                  <c:v>25.17</c:v>
                </c:pt>
                <c:pt idx="377">
                  <c:v>16.14</c:v>
                </c:pt>
                <c:pt idx="378">
                  <c:v>0</c:v>
                </c:pt>
                <c:pt idx="379">
                  <c:v>0</c:v>
                </c:pt>
                <c:pt idx="380">
                  <c:v>16.190000000000001</c:v>
                </c:pt>
                <c:pt idx="381">
                  <c:v>17.010000000000002</c:v>
                </c:pt>
                <c:pt idx="382">
                  <c:v>0</c:v>
                </c:pt>
                <c:pt idx="383">
                  <c:v>0</c:v>
                </c:pt>
                <c:pt idx="384">
                  <c:v>28.28</c:v>
                </c:pt>
                <c:pt idx="385">
                  <c:v>17.59</c:v>
                </c:pt>
                <c:pt idx="386">
                  <c:v>0</c:v>
                </c:pt>
                <c:pt idx="387">
                  <c:v>28.68</c:v>
                </c:pt>
                <c:pt idx="388">
                  <c:v>0</c:v>
                </c:pt>
                <c:pt idx="389">
                  <c:v>27.11</c:v>
                </c:pt>
                <c:pt idx="390">
                  <c:v>0</c:v>
                </c:pt>
                <c:pt idx="391">
                  <c:v>12.91</c:v>
                </c:pt>
                <c:pt idx="392">
                  <c:v>0</c:v>
                </c:pt>
                <c:pt idx="393">
                  <c:v>0</c:v>
                </c:pt>
                <c:pt idx="394">
                  <c:v>0</c:v>
                </c:pt>
                <c:pt idx="395">
                  <c:v>0</c:v>
                </c:pt>
                <c:pt idx="396">
                  <c:v>0</c:v>
                </c:pt>
                <c:pt idx="397">
                  <c:v>0</c:v>
                </c:pt>
                <c:pt idx="398">
                  <c:v>17.329999999999998</c:v>
                </c:pt>
                <c:pt idx="399">
                  <c:v>16.48</c:v>
                </c:pt>
                <c:pt idx="400">
                  <c:v>25.58</c:v>
                </c:pt>
                <c:pt idx="401">
                  <c:v>16.559999999999999</c:v>
                </c:pt>
                <c:pt idx="402">
                  <c:v>25.08</c:v>
                </c:pt>
                <c:pt idx="403">
                  <c:v>0</c:v>
                </c:pt>
                <c:pt idx="404">
                  <c:v>17.399999999999999</c:v>
                </c:pt>
                <c:pt idx="405">
                  <c:v>17.05</c:v>
                </c:pt>
                <c:pt idx="406">
                  <c:v>0</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0</c:v>
                </c:pt>
                <c:pt idx="420">
                  <c:v>0</c:v>
                </c:pt>
                <c:pt idx="421">
                  <c:v>26.1</c:v>
                </c:pt>
                <c:pt idx="422">
                  <c:v>25.39</c:v>
                </c:pt>
                <c:pt idx="423">
                  <c:v>26.74</c:v>
                </c:pt>
                <c:pt idx="424">
                  <c:v>27.55</c:v>
                </c:pt>
                <c:pt idx="425">
                  <c:v>26.35</c:v>
                </c:pt>
                <c:pt idx="426">
                  <c:v>27.11</c:v>
                </c:pt>
                <c:pt idx="427">
                  <c:v>0</c:v>
                </c:pt>
                <c:pt idx="428">
                  <c:v>16.8</c:v>
                </c:pt>
                <c:pt idx="429">
                  <c:v>26.81</c:v>
                </c:pt>
                <c:pt idx="430">
                  <c:v>0</c:v>
                </c:pt>
                <c:pt idx="431">
                  <c:v>27.68</c:v>
                </c:pt>
                <c:pt idx="432">
                  <c:v>26.75</c:v>
                </c:pt>
                <c:pt idx="433">
                  <c:v>0</c:v>
                </c:pt>
                <c:pt idx="434">
                  <c:v>28.46</c:v>
                </c:pt>
                <c:pt idx="435">
                  <c:v>26.46</c:v>
                </c:pt>
                <c:pt idx="436">
                  <c:v>16.989999999999998</c:v>
                </c:pt>
                <c:pt idx="437">
                  <c:v>16.86</c:v>
                </c:pt>
                <c:pt idx="438">
                  <c:v>0</c:v>
                </c:pt>
                <c:pt idx="439">
                  <c:v>28.31</c:v>
                </c:pt>
                <c:pt idx="440">
                  <c:v>18.149999999999999</c:v>
                </c:pt>
                <c:pt idx="441">
                  <c:v>0</c:v>
                </c:pt>
                <c:pt idx="442">
                  <c:v>28.87</c:v>
                </c:pt>
                <c:pt idx="443">
                  <c:v>26.65</c:v>
                </c:pt>
                <c:pt idx="444">
                  <c:v>17.54</c:v>
                </c:pt>
                <c:pt idx="445">
                  <c:v>26.86</c:v>
                </c:pt>
                <c:pt idx="446">
                  <c:v>0</c:v>
                </c:pt>
                <c:pt idx="447">
                  <c:v>26.67</c:v>
                </c:pt>
                <c:pt idx="448">
                  <c:v>0</c:v>
                </c:pt>
                <c:pt idx="449">
                  <c:v>18.260000000000002</c:v>
                </c:pt>
                <c:pt idx="450">
                  <c:v>25.73</c:v>
                </c:pt>
                <c:pt idx="451">
                  <c:v>26.47</c:v>
                </c:pt>
                <c:pt idx="452">
                  <c:v>25.35</c:v>
                </c:pt>
                <c:pt idx="453">
                  <c:v>0</c:v>
                </c:pt>
                <c:pt idx="454">
                  <c:v>29.56</c:v>
                </c:pt>
                <c:pt idx="455">
                  <c:v>17.940000000000001</c:v>
                </c:pt>
                <c:pt idx="456">
                  <c:v>0</c:v>
                </c:pt>
                <c:pt idx="457">
                  <c:v>0</c:v>
                </c:pt>
                <c:pt idx="458">
                  <c:v>14.69</c:v>
                </c:pt>
                <c:pt idx="459">
                  <c:v>28.35</c:v>
                </c:pt>
                <c:pt idx="460">
                  <c:v>18.32</c:v>
                </c:pt>
                <c:pt idx="461">
                  <c:v>0</c:v>
                </c:pt>
                <c:pt idx="462">
                  <c:v>27.82</c:v>
                </c:pt>
                <c:pt idx="463">
                  <c:v>0</c:v>
                </c:pt>
                <c:pt idx="464">
                  <c:v>26.4</c:v>
                </c:pt>
                <c:pt idx="465">
                  <c:v>26.16</c:v>
                </c:pt>
                <c:pt idx="466">
                  <c:v>27.18</c:v>
                </c:pt>
                <c:pt idx="467">
                  <c:v>0</c:v>
                </c:pt>
                <c:pt idx="468">
                  <c:v>25.57</c:v>
                </c:pt>
                <c:pt idx="469">
                  <c:v>25.73</c:v>
                </c:pt>
                <c:pt idx="470">
                  <c:v>0</c:v>
                </c:pt>
                <c:pt idx="471">
                  <c:v>0</c:v>
                </c:pt>
                <c:pt idx="472">
                  <c:v>27.57</c:v>
                </c:pt>
                <c:pt idx="473">
                  <c:v>0</c:v>
                </c:pt>
                <c:pt idx="474">
                  <c:v>0</c:v>
                </c:pt>
                <c:pt idx="475">
                  <c:v>29.89</c:v>
                </c:pt>
                <c:pt idx="476">
                  <c:v>27.47</c:v>
                </c:pt>
                <c:pt idx="477">
                  <c:v>17.57</c:v>
                </c:pt>
                <c:pt idx="478">
                  <c:v>27.88</c:v>
                </c:pt>
                <c:pt idx="479">
                  <c:v>0</c:v>
                </c:pt>
                <c:pt idx="480">
                  <c:v>0</c:v>
                </c:pt>
                <c:pt idx="481">
                  <c:v>15.02</c:v>
                </c:pt>
                <c:pt idx="482">
                  <c:v>28.2</c:v>
                </c:pt>
                <c:pt idx="483">
                  <c:v>17.47</c:v>
                </c:pt>
                <c:pt idx="484">
                  <c:v>27.78</c:v>
                </c:pt>
                <c:pt idx="485">
                  <c:v>29.69</c:v>
                </c:pt>
                <c:pt idx="486">
                  <c:v>26.33</c:v>
                </c:pt>
                <c:pt idx="487">
                  <c:v>29.3</c:v>
                </c:pt>
                <c:pt idx="488">
                  <c:v>26.47</c:v>
                </c:pt>
                <c:pt idx="489">
                  <c:v>16.2</c:v>
                </c:pt>
                <c:pt idx="490">
                  <c:v>0</c:v>
                </c:pt>
                <c:pt idx="491">
                  <c:v>29.23</c:v>
                </c:pt>
                <c:pt idx="492">
                  <c:v>0</c:v>
                </c:pt>
                <c:pt idx="493">
                  <c:v>33.61</c:v>
                </c:pt>
                <c:pt idx="494">
                  <c:v>0</c:v>
                </c:pt>
                <c:pt idx="495">
                  <c:v>0</c:v>
                </c:pt>
                <c:pt idx="496">
                  <c:v>15.46</c:v>
                </c:pt>
                <c:pt idx="497">
                  <c:v>0</c:v>
                </c:pt>
                <c:pt idx="498">
                  <c:v>0</c:v>
                </c:pt>
                <c:pt idx="499">
                  <c:v>0</c:v>
                </c:pt>
                <c:pt idx="500">
                  <c:v>0</c:v>
                </c:pt>
                <c:pt idx="501">
                  <c:v>0</c:v>
                </c:pt>
                <c:pt idx="502">
                  <c:v>0</c:v>
                </c:pt>
                <c:pt idx="503">
                  <c:v>0</c:v>
                </c:pt>
                <c:pt idx="504">
                  <c:v>0</c:v>
                </c:pt>
                <c:pt idx="505">
                  <c:v>0</c:v>
                </c:pt>
                <c:pt idx="506">
                  <c:v>15.5</c:v>
                </c:pt>
                <c:pt idx="507">
                  <c:v>0</c:v>
                </c:pt>
                <c:pt idx="508">
                  <c:v>30.44</c:v>
                </c:pt>
                <c:pt idx="509">
                  <c:v>0</c:v>
                </c:pt>
                <c:pt idx="510">
                  <c:v>31.49</c:v>
                </c:pt>
                <c:pt idx="511">
                  <c:v>16.8</c:v>
                </c:pt>
                <c:pt idx="512">
                  <c:v>30.43</c:v>
                </c:pt>
                <c:pt idx="513">
                  <c:v>0</c:v>
                </c:pt>
                <c:pt idx="514">
                  <c:v>0</c:v>
                </c:pt>
                <c:pt idx="515">
                  <c:v>14.87</c:v>
                </c:pt>
                <c:pt idx="516">
                  <c:v>0</c:v>
                </c:pt>
                <c:pt idx="517">
                  <c:v>0</c:v>
                </c:pt>
                <c:pt idx="518">
                  <c:v>0</c:v>
                </c:pt>
                <c:pt idx="519">
                  <c:v>29.53</c:v>
                </c:pt>
                <c:pt idx="520">
                  <c:v>28.15</c:v>
                </c:pt>
                <c:pt idx="521">
                  <c:v>0</c:v>
                </c:pt>
                <c:pt idx="522">
                  <c:v>0</c:v>
                </c:pt>
                <c:pt idx="523">
                  <c:v>17.25</c:v>
                </c:pt>
                <c:pt idx="524">
                  <c:v>17.82</c:v>
                </c:pt>
                <c:pt idx="525">
                  <c:v>29.26</c:v>
                </c:pt>
                <c:pt idx="526">
                  <c:v>25.2</c:v>
                </c:pt>
                <c:pt idx="527">
                  <c:v>16.53</c:v>
                </c:pt>
                <c:pt idx="528">
                  <c:v>0</c:v>
                </c:pt>
                <c:pt idx="529">
                  <c:v>0</c:v>
                </c:pt>
                <c:pt idx="530">
                  <c:v>0</c:v>
                </c:pt>
                <c:pt idx="531">
                  <c:v>0</c:v>
                </c:pt>
                <c:pt idx="532">
                  <c:v>16.54</c:v>
                </c:pt>
                <c:pt idx="533">
                  <c:v>26.41</c:v>
                </c:pt>
                <c:pt idx="534">
                  <c:v>25.02</c:v>
                </c:pt>
                <c:pt idx="535">
                  <c:v>0</c:v>
                </c:pt>
                <c:pt idx="536">
                  <c:v>0</c:v>
                </c:pt>
                <c:pt idx="537">
                  <c:v>0</c:v>
                </c:pt>
                <c:pt idx="538">
                  <c:v>16.09</c:v>
                </c:pt>
                <c:pt idx="539">
                  <c:v>28.52</c:v>
                </c:pt>
                <c:pt idx="540">
                  <c:v>0</c:v>
                </c:pt>
                <c:pt idx="541">
                  <c:v>18.09</c:v>
                </c:pt>
                <c:pt idx="542">
                  <c:v>0</c:v>
                </c:pt>
                <c:pt idx="543">
                  <c:v>0</c:v>
                </c:pt>
                <c:pt idx="544">
                  <c:v>0</c:v>
                </c:pt>
                <c:pt idx="545">
                  <c:v>28.46</c:v>
                </c:pt>
                <c:pt idx="546">
                  <c:v>0</c:v>
                </c:pt>
                <c:pt idx="547">
                  <c:v>0</c:v>
                </c:pt>
                <c:pt idx="548">
                  <c:v>0</c:v>
                </c:pt>
                <c:pt idx="549">
                  <c:v>0</c:v>
                </c:pt>
                <c:pt idx="550">
                  <c:v>15.73</c:v>
                </c:pt>
                <c:pt idx="551">
                  <c:v>0</c:v>
                </c:pt>
                <c:pt idx="552">
                  <c:v>30.34</c:v>
                </c:pt>
                <c:pt idx="553">
                  <c:v>0</c:v>
                </c:pt>
                <c:pt idx="554">
                  <c:v>27.34</c:v>
                </c:pt>
                <c:pt idx="555">
                  <c:v>0</c:v>
                </c:pt>
                <c:pt idx="556">
                  <c:v>30.26</c:v>
                </c:pt>
                <c:pt idx="557">
                  <c:v>25.41</c:v>
                </c:pt>
                <c:pt idx="558">
                  <c:v>0</c:v>
                </c:pt>
                <c:pt idx="559">
                  <c:v>13.38</c:v>
                </c:pt>
                <c:pt idx="560">
                  <c:v>0</c:v>
                </c:pt>
                <c:pt idx="561">
                  <c:v>28.56</c:v>
                </c:pt>
                <c:pt idx="562">
                  <c:v>26.32</c:v>
                </c:pt>
                <c:pt idx="563">
                  <c:v>31.41</c:v>
                </c:pt>
                <c:pt idx="564">
                  <c:v>0</c:v>
                </c:pt>
                <c:pt idx="565">
                  <c:v>30.18</c:v>
                </c:pt>
                <c:pt idx="566">
                  <c:v>0</c:v>
                </c:pt>
                <c:pt idx="567">
                  <c:v>16.010000000000002</c:v>
                </c:pt>
                <c:pt idx="568">
                  <c:v>0</c:v>
                </c:pt>
                <c:pt idx="569">
                  <c:v>0</c:v>
                </c:pt>
                <c:pt idx="570">
                  <c:v>0</c:v>
                </c:pt>
                <c:pt idx="571">
                  <c:v>0</c:v>
                </c:pt>
                <c:pt idx="572">
                  <c:v>0</c:v>
                </c:pt>
                <c:pt idx="573">
                  <c:v>0</c:v>
                </c:pt>
                <c:pt idx="574">
                  <c:v>21.81</c:v>
                </c:pt>
                <c:pt idx="575">
                  <c:v>0</c:v>
                </c:pt>
                <c:pt idx="576">
                  <c:v>22.51</c:v>
                </c:pt>
                <c:pt idx="577">
                  <c:v>0</c:v>
                </c:pt>
                <c:pt idx="578">
                  <c:v>0</c:v>
                </c:pt>
                <c:pt idx="579">
                  <c:v>21.4</c:v>
                </c:pt>
                <c:pt idx="580">
                  <c:v>21.58</c:v>
                </c:pt>
                <c:pt idx="581">
                  <c:v>19.649999999999999</c:v>
                </c:pt>
                <c:pt idx="582">
                  <c:v>21.64</c:v>
                </c:pt>
                <c:pt idx="583">
                  <c:v>0</c:v>
                </c:pt>
                <c:pt idx="584">
                  <c:v>0</c:v>
                </c:pt>
                <c:pt idx="585">
                  <c:v>0</c:v>
                </c:pt>
                <c:pt idx="586">
                  <c:v>0</c:v>
                </c:pt>
                <c:pt idx="587">
                  <c:v>0</c:v>
                </c:pt>
                <c:pt idx="588">
                  <c:v>24.78</c:v>
                </c:pt>
                <c:pt idx="589">
                  <c:v>18.670000000000002</c:v>
                </c:pt>
                <c:pt idx="590">
                  <c:v>23.53</c:v>
                </c:pt>
                <c:pt idx="591">
                  <c:v>21.36</c:v>
                </c:pt>
                <c:pt idx="592">
                  <c:v>0</c:v>
                </c:pt>
                <c:pt idx="593">
                  <c:v>19.690000000000001</c:v>
                </c:pt>
                <c:pt idx="594">
                  <c:v>24.54</c:v>
                </c:pt>
                <c:pt idx="595">
                  <c:v>0</c:v>
                </c:pt>
                <c:pt idx="596">
                  <c:v>0</c:v>
                </c:pt>
                <c:pt idx="597">
                  <c:v>19.98</c:v>
                </c:pt>
                <c:pt idx="598">
                  <c:v>0</c:v>
                </c:pt>
                <c:pt idx="599">
                  <c:v>0</c:v>
                </c:pt>
                <c:pt idx="600">
                  <c:v>0</c:v>
                </c:pt>
                <c:pt idx="601">
                  <c:v>23.06</c:v>
                </c:pt>
                <c:pt idx="602">
                  <c:v>20.62</c:v>
                </c:pt>
                <c:pt idx="603">
                  <c:v>0</c:v>
                </c:pt>
                <c:pt idx="604">
                  <c:v>0</c:v>
                </c:pt>
                <c:pt idx="605">
                  <c:v>22.1</c:v>
                </c:pt>
                <c:pt idx="606">
                  <c:v>19.350000000000001</c:v>
                </c:pt>
                <c:pt idx="607">
                  <c:v>22.23</c:v>
                </c:pt>
                <c:pt idx="608">
                  <c:v>0</c:v>
                </c:pt>
                <c:pt idx="609">
                  <c:v>23.27</c:v>
                </c:pt>
                <c:pt idx="610">
                  <c:v>23.53</c:v>
                </c:pt>
                <c:pt idx="611">
                  <c:v>0</c:v>
                </c:pt>
                <c:pt idx="612">
                  <c:v>24.55</c:v>
                </c:pt>
                <c:pt idx="613">
                  <c:v>23.56</c:v>
                </c:pt>
                <c:pt idx="614">
                  <c:v>0</c:v>
                </c:pt>
                <c:pt idx="615">
                  <c:v>0</c:v>
                </c:pt>
                <c:pt idx="616">
                  <c:v>0</c:v>
                </c:pt>
                <c:pt idx="617">
                  <c:v>0</c:v>
                </c:pt>
                <c:pt idx="618">
                  <c:v>24.91</c:v>
                </c:pt>
                <c:pt idx="619">
                  <c:v>23.95</c:v>
                </c:pt>
                <c:pt idx="620">
                  <c:v>0</c:v>
                </c:pt>
                <c:pt idx="621">
                  <c:v>0</c:v>
                </c:pt>
                <c:pt idx="622">
                  <c:v>0</c:v>
                </c:pt>
                <c:pt idx="623">
                  <c:v>23.84</c:v>
                </c:pt>
                <c:pt idx="624">
                  <c:v>19.489999999999998</c:v>
                </c:pt>
                <c:pt idx="625">
                  <c:v>0</c:v>
                </c:pt>
                <c:pt idx="626">
                  <c:v>23.17</c:v>
                </c:pt>
                <c:pt idx="627">
                  <c:v>0</c:v>
                </c:pt>
                <c:pt idx="628">
                  <c:v>21</c:v>
                </c:pt>
                <c:pt idx="629">
                  <c:v>22.07</c:v>
                </c:pt>
                <c:pt idx="630">
                  <c:v>21.8</c:v>
                </c:pt>
                <c:pt idx="631">
                  <c:v>19.09</c:v>
                </c:pt>
                <c:pt idx="632">
                  <c:v>19.45</c:v>
                </c:pt>
                <c:pt idx="633">
                  <c:v>0</c:v>
                </c:pt>
                <c:pt idx="634">
                  <c:v>23.81</c:v>
                </c:pt>
                <c:pt idx="635">
                  <c:v>19.72</c:v>
                </c:pt>
                <c:pt idx="636">
                  <c:v>22.72</c:v>
                </c:pt>
                <c:pt idx="637">
                  <c:v>0</c:v>
                </c:pt>
                <c:pt idx="638">
                  <c:v>23.2</c:v>
                </c:pt>
                <c:pt idx="639">
                  <c:v>0</c:v>
                </c:pt>
                <c:pt idx="640">
                  <c:v>24.19</c:v>
                </c:pt>
                <c:pt idx="641">
                  <c:v>0</c:v>
                </c:pt>
                <c:pt idx="642">
                  <c:v>24.22</c:v>
                </c:pt>
                <c:pt idx="643">
                  <c:v>0</c:v>
                </c:pt>
                <c:pt idx="644">
                  <c:v>0</c:v>
                </c:pt>
                <c:pt idx="645">
                  <c:v>19.55</c:v>
                </c:pt>
                <c:pt idx="646">
                  <c:v>23.23</c:v>
                </c:pt>
                <c:pt idx="647">
                  <c:v>22.48</c:v>
                </c:pt>
                <c:pt idx="648">
                  <c:v>23.48</c:v>
                </c:pt>
                <c:pt idx="649">
                  <c:v>0</c:v>
                </c:pt>
                <c:pt idx="650">
                  <c:v>24.21</c:v>
                </c:pt>
                <c:pt idx="651">
                  <c:v>0</c:v>
                </c:pt>
                <c:pt idx="652">
                  <c:v>23.79</c:v>
                </c:pt>
                <c:pt idx="653">
                  <c:v>23.02</c:v>
                </c:pt>
                <c:pt idx="654">
                  <c:v>23.28</c:v>
                </c:pt>
                <c:pt idx="655">
                  <c:v>22.48</c:v>
                </c:pt>
                <c:pt idx="656">
                  <c:v>19.5</c:v>
                </c:pt>
                <c:pt idx="657">
                  <c:v>0</c:v>
                </c:pt>
                <c:pt idx="658">
                  <c:v>29.56</c:v>
                </c:pt>
                <c:pt idx="659">
                  <c:v>28.92</c:v>
                </c:pt>
                <c:pt idx="660">
                  <c:v>0</c:v>
                </c:pt>
                <c:pt idx="661">
                  <c:v>0</c:v>
                </c:pt>
                <c:pt idx="662">
                  <c:v>0</c:v>
                </c:pt>
                <c:pt idx="663">
                  <c:v>19.43</c:v>
                </c:pt>
                <c:pt idx="664">
                  <c:v>25.67</c:v>
                </c:pt>
                <c:pt idx="665">
                  <c:v>22.28</c:v>
                </c:pt>
                <c:pt idx="666">
                  <c:v>20.88</c:v>
                </c:pt>
                <c:pt idx="667">
                  <c:v>28.88</c:v>
                </c:pt>
                <c:pt idx="668">
                  <c:v>0</c:v>
                </c:pt>
                <c:pt idx="669">
                  <c:v>18.760000000000002</c:v>
                </c:pt>
                <c:pt idx="670">
                  <c:v>0</c:v>
                </c:pt>
                <c:pt idx="671">
                  <c:v>0</c:v>
                </c:pt>
                <c:pt idx="672">
                  <c:v>20.059999999999999</c:v>
                </c:pt>
                <c:pt idx="673">
                  <c:v>0</c:v>
                </c:pt>
                <c:pt idx="674">
                  <c:v>26.79</c:v>
                </c:pt>
                <c:pt idx="675">
                  <c:v>0</c:v>
                </c:pt>
                <c:pt idx="676">
                  <c:v>16.78</c:v>
                </c:pt>
                <c:pt idx="677">
                  <c:v>24.96</c:v>
                </c:pt>
                <c:pt idx="678">
                  <c:v>25.55</c:v>
                </c:pt>
                <c:pt idx="679">
                  <c:v>26.43</c:v>
                </c:pt>
                <c:pt idx="680">
                  <c:v>15.02</c:v>
                </c:pt>
                <c:pt idx="681">
                  <c:v>0</c:v>
                </c:pt>
                <c:pt idx="682">
                  <c:v>30.59</c:v>
                </c:pt>
                <c:pt idx="683">
                  <c:v>0</c:v>
                </c:pt>
                <c:pt idx="684">
                  <c:v>0</c:v>
                </c:pt>
                <c:pt idx="685">
                  <c:v>23.75</c:v>
                </c:pt>
                <c:pt idx="686">
                  <c:v>29.34</c:v>
                </c:pt>
                <c:pt idx="687">
                  <c:v>21.26</c:v>
                </c:pt>
                <c:pt idx="688">
                  <c:v>23.64</c:v>
                </c:pt>
                <c:pt idx="689">
                  <c:v>22.76</c:v>
                </c:pt>
                <c:pt idx="690">
                  <c:v>0</c:v>
                </c:pt>
                <c:pt idx="691">
                  <c:v>26.98</c:v>
                </c:pt>
                <c:pt idx="692">
                  <c:v>0</c:v>
                </c:pt>
                <c:pt idx="693">
                  <c:v>22.98</c:v>
                </c:pt>
                <c:pt idx="694">
                  <c:v>24.13</c:v>
                </c:pt>
                <c:pt idx="695">
                  <c:v>22.41</c:v>
                </c:pt>
                <c:pt idx="696">
                  <c:v>21.45</c:v>
                </c:pt>
                <c:pt idx="697">
                  <c:v>0</c:v>
                </c:pt>
                <c:pt idx="698">
                  <c:v>0</c:v>
                </c:pt>
                <c:pt idx="699">
                  <c:v>0</c:v>
                </c:pt>
                <c:pt idx="700">
                  <c:v>18.100000000000001</c:v>
                </c:pt>
                <c:pt idx="701">
                  <c:v>26.99</c:v>
                </c:pt>
                <c:pt idx="702">
                  <c:v>0</c:v>
                </c:pt>
                <c:pt idx="703">
                  <c:v>0</c:v>
                </c:pt>
                <c:pt idx="704">
                  <c:v>0</c:v>
                </c:pt>
                <c:pt idx="705">
                  <c:v>21.34</c:v>
                </c:pt>
                <c:pt idx="706">
                  <c:v>21.23</c:v>
                </c:pt>
                <c:pt idx="707">
                  <c:v>0</c:v>
                </c:pt>
                <c:pt idx="708">
                  <c:v>0</c:v>
                </c:pt>
                <c:pt idx="709">
                  <c:v>26.96</c:v>
                </c:pt>
                <c:pt idx="710">
                  <c:v>0</c:v>
                </c:pt>
                <c:pt idx="711">
                  <c:v>0</c:v>
                </c:pt>
                <c:pt idx="712">
                  <c:v>0</c:v>
                </c:pt>
                <c:pt idx="713">
                  <c:v>15.72</c:v>
                </c:pt>
                <c:pt idx="714">
                  <c:v>0</c:v>
                </c:pt>
                <c:pt idx="715">
                  <c:v>23.79</c:v>
                </c:pt>
                <c:pt idx="716">
                  <c:v>0</c:v>
                </c:pt>
                <c:pt idx="717">
                  <c:v>0</c:v>
                </c:pt>
                <c:pt idx="718">
                  <c:v>0</c:v>
                </c:pt>
                <c:pt idx="719">
                  <c:v>15.14</c:v>
                </c:pt>
                <c:pt idx="720">
                  <c:v>0</c:v>
                </c:pt>
                <c:pt idx="721">
                  <c:v>0</c:v>
                </c:pt>
                <c:pt idx="722">
                  <c:v>0</c:v>
                </c:pt>
                <c:pt idx="723">
                  <c:v>0</c:v>
                </c:pt>
                <c:pt idx="724">
                  <c:v>0</c:v>
                </c:pt>
                <c:pt idx="725">
                  <c:v>0</c:v>
                </c:pt>
                <c:pt idx="726">
                  <c:v>13.36</c:v>
                </c:pt>
                <c:pt idx="727">
                  <c:v>19.88</c:v>
                </c:pt>
                <c:pt idx="728">
                  <c:v>0</c:v>
                </c:pt>
                <c:pt idx="729">
                  <c:v>0</c:v>
                </c:pt>
                <c:pt idx="730">
                  <c:v>0</c:v>
                </c:pt>
                <c:pt idx="731">
                  <c:v>0</c:v>
                </c:pt>
                <c:pt idx="732">
                  <c:v>0</c:v>
                </c:pt>
                <c:pt idx="733">
                  <c:v>21.84</c:v>
                </c:pt>
                <c:pt idx="734">
                  <c:v>0</c:v>
                </c:pt>
                <c:pt idx="735">
                  <c:v>0</c:v>
                </c:pt>
                <c:pt idx="736">
                  <c:v>0</c:v>
                </c:pt>
                <c:pt idx="737">
                  <c:v>21.78</c:v>
                </c:pt>
                <c:pt idx="738">
                  <c:v>0</c:v>
                </c:pt>
                <c:pt idx="739">
                  <c:v>20.420000000000002</c:v>
                </c:pt>
                <c:pt idx="740">
                  <c:v>0</c:v>
                </c:pt>
                <c:pt idx="741">
                  <c:v>0</c:v>
                </c:pt>
                <c:pt idx="742">
                  <c:v>0</c:v>
                </c:pt>
                <c:pt idx="743">
                  <c:v>22.89</c:v>
                </c:pt>
                <c:pt idx="744">
                  <c:v>21.53</c:v>
                </c:pt>
                <c:pt idx="745">
                  <c:v>0</c:v>
                </c:pt>
                <c:pt idx="746">
                  <c:v>0</c:v>
                </c:pt>
                <c:pt idx="747">
                  <c:v>16.52</c:v>
                </c:pt>
                <c:pt idx="748">
                  <c:v>17.88</c:v>
                </c:pt>
                <c:pt idx="749">
                  <c:v>14.93</c:v>
                </c:pt>
                <c:pt idx="750">
                  <c:v>24.5</c:v>
                </c:pt>
                <c:pt idx="751">
                  <c:v>0</c:v>
                </c:pt>
                <c:pt idx="752">
                  <c:v>0</c:v>
                </c:pt>
                <c:pt idx="753">
                  <c:v>0</c:v>
                </c:pt>
                <c:pt idx="754">
                  <c:v>22.82</c:v>
                </c:pt>
                <c:pt idx="755">
                  <c:v>22.54</c:v>
                </c:pt>
                <c:pt idx="756">
                  <c:v>0</c:v>
                </c:pt>
                <c:pt idx="757">
                  <c:v>0</c:v>
                </c:pt>
                <c:pt idx="758">
                  <c:v>0</c:v>
                </c:pt>
                <c:pt idx="759">
                  <c:v>16.559999999999999</c:v>
                </c:pt>
                <c:pt idx="760">
                  <c:v>0</c:v>
                </c:pt>
                <c:pt idx="761">
                  <c:v>0</c:v>
                </c:pt>
                <c:pt idx="762">
                  <c:v>0</c:v>
                </c:pt>
                <c:pt idx="763">
                  <c:v>0</c:v>
                </c:pt>
                <c:pt idx="764">
                  <c:v>0</c:v>
                </c:pt>
                <c:pt idx="765">
                  <c:v>13.51</c:v>
                </c:pt>
                <c:pt idx="766">
                  <c:v>0</c:v>
                </c:pt>
                <c:pt idx="767">
                  <c:v>23.81</c:v>
                </c:pt>
                <c:pt idx="768">
                  <c:v>0</c:v>
                </c:pt>
                <c:pt idx="769">
                  <c:v>22.26</c:v>
                </c:pt>
                <c:pt idx="770">
                  <c:v>0</c:v>
                </c:pt>
                <c:pt idx="771">
                  <c:v>0</c:v>
                </c:pt>
                <c:pt idx="772">
                  <c:v>0</c:v>
                </c:pt>
                <c:pt idx="773">
                  <c:v>0</c:v>
                </c:pt>
                <c:pt idx="774">
                  <c:v>17.920000000000002</c:v>
                </c:pt>
                <c:pt idx="775">
                  <c:v>19.690000000000001</c:v>
                </c:pt>
                <c:pt idx="776">
                  <c:v>0</c:v>
                </c:pt>
                <c:pt idx="777">
                  <c:v>0</c:v>
                </c:pt>
                <c:pt idx="778">
                  <c:v>15.43</c:v>
                </c:pt>
                <c:pt idx="779">
                  <c:v>0</c:v>
                </c:pt>
                <c:pt idx="780">
                  <c:v>0</c:v>
                </c:pt>
                <c:pt idx="781">
                  <c:v>17.7</c:v>
                </c:pt>
                <c:pt idx="782">
                  <c:v>0</c:v>
                </c:pt>
                <c:pt idx="783">
                  <c:v>0</c:v>
                </c:pt>
                <c:pt idx="784">
                  <c:v>0</c:v>
                </c:pt>
                <c:pt idx="785">
                  <c:v>18.239999999999998</c:v>
                </c:pt>
                <c:pt idx="786">
                  <c:v>0</c:v>
                </c:pt>
                <c:pt idx="787">
                  <c:v>0</c:v>
                </c:pt>
                <c:pt idx="788">
                  <c:v>20.14</c:v>
                </c:pt>
                <c:pt idx="789">
                  <c:v>18.440000000000001</c:v>
                </c:pt>
                <c:pt idx="790">
                  <c:v>0</c:v>
                </c:pt>
                <c:pt idx="791">
                  <c:v>0</c:v>
                </c:pt>
                <c:pt idx="792">
                  <c:v>0</c:v>
                </c:pt>
                <c:pt idx="793">
                  <c:v>0</c:v>
                </c:pt>
                <c:pt idx="794">
                  <c:v>22.19</c:v>
                </c:pt>
                <c:pt idx="795">
                  <c:v>0</c:v>
                </c:pt>
                <c:pt idx="796">
                  <c:v>0</c:v>
                </c:pt>
                <c:pt idx="797">
                  <c:v>23.88</c:v>
                </c:pt>
                <c:pt idx="798">
                  <c:v>0</c:v>
                </c:pt>
                <c:pt idx="799">
                  <c:v>18.190000000000001</c:v>
                </c:pt>
                <c:pt idx="800">
                  <c:v>21.16</c:v>
                </c:pt>
                <c:pt idx="801">
                  <c:v>0</c:v>
                </c:pt>
                <c:pt idx="802">
                  <c:v>13.95</c:v>
                </c:pt>
                <c:pt idx="803">
                  <c:v>22.44</c:v>
                </c:pt>
                <c:pt idx="804">
                  <c:v>0</c:v>
                </c:pt>
                <c:pt idx="805">
                  <c:v>0</c:v>
                </c:pt>
                <c:pt idx="806">
                  <c:v>0</c:v>
                </c:pt>
                <c:pt idx="807">
                  <c:v>0</c:v>
                </c:pt>
                <c:pt idx="808">
                  <c:v>16.66</c:v>
                </c:pt>
                <c:pt idx="809">
                  <c:v>22.96</c:v>
                </c:pt>
                <c:pt idx="810">
                  <c:v>0</c:v>
                </c:pt>
                <c:pt idx="811">
                  <c:v>0</c:v>
                </c:pt>
                <c:pt idx="812">
                  <c:v>0</c:v>
                </c:pt>
                <c:pt idx="813">
                  <c:v>23.79</c:v>
                </c:pt>
                <c:pt idx="814">
                  <c:v>0</c:v>
                </c:pt>
                <c:pt idx="815">
                  <c:v>0</c:v>
                </c:pt>
                <c:pt idx="816">
                  <c:v>0</c:v>
                </c:pt>
                <c:pt idx="817">
                  <c:v>20.55</c:v>
                </c:pt>
                <c:pt idx="818">
                  <c:v>0</c:v>
                </c:pt>
                <c:pt idx="819">
                  <c:v>0</c:v>
                </c:pt>
                <c:pt idx="820">
                  <c:v>13.98</c:v>
                </c:pt>
                <c:pt idx="821">
                  <c:v>0</c:v>
                </c:pt>
                <c:pt idx="822">
                  <c:v>19.37</c:v>
                </c:pt>
                <c:pt idx="823">
                  <c:v>24.37</c:v>
                </c:pt>
                <c:pt idx="824">
                  <c:v>0</c:v>
                </c:pt>
                <c:pt idx="825">
                  <c:v>20.86</c:v>
                </c:pt>
                <c:pt idx="826">
                  <c:v>0</c:v>
                </c:pt>
                <c:pt idx="827">
                  <c:v>22.31</c:v>
                </c:pt>
                <c:pt idx="828">
                  <c:v>0</c:v>
                </c:pt>
                <c:pt idx="829">
                  <c:v>0</c:v>
                </c:pt>
                <c:pt idx="830">
                  <c:v>0</c:v>
                </c:pt>
                <c:pt idx="831">
                  <c:v>0</c:v>
                </c:pt>
                <c:pt idx="832">
                  <c:v>0</c:v>
                </c:pt>
                <c:pt idx="833">
                  <c:v>0</c:v>
                </c:pt>
                <c:pt idx="834">
                  <c:v>0</c:v>
                </c:pt>
                <c:pt idx="835">
                  <c:v>0</c:v>
                </c:pt>
                <c:pt idx="836">
                  <c:v>20.55</c:v>
                </c:pt>
                <c:pt idx="837">
                  <c:v>0</c:v>
                </c:pt>
                <c:pt idx="838">
                  <c:v>12.47</c:v>
                </c:pt>
                <c:pt idx="839">
                  <c:v>22.69</c:v>
                </c:pt>
                <c:pt idx="840">
                  <c:v>0</c:v>
                </c:pt>
                <c:pt idx="841">
                  <c:v>0</c:v>
                </c:pt>
                <c:pt idx="842">
                  <c:v>19.88</c:v>
                </c:pt>
                <c:pt idx="843">
                  <c:v>19.670000000000002</c:v>
                </c:pt>
                <c:pt idx="844">
                  <c:v>0</c:v>
                </c:pt>
                <c:pt idx="845">
                  <c:v>0</c:v>
                </c:pt>
                <c:pt idx="846">
                  <c:v>0</c:v>
                </c:pt>
                <c:pt idx="847">
                  <c:v>21.26</c:v>
                </c:pt>
                <c:pt idx="848">
                  <c:v>0</c:v>
                </c:pt>
                <c:pt idx="849">
                  <c:v>20.16</c:v>
                </c:pt>
                <c:pt idx="850">
                  <c:v>0</c:v>
                </c:pt>
                <c:pt idx="851">
                  <c:v>20.38</c:v>
                </c:pt>
                <c:pt idx="852">
                  <c:v>0</c:v>
                </c:pt>
                <c:pt idx="853">
                  <c:v>0</c:v>
                </c:pt>
                <c:pt idx="854">
                  <c:v>24.25</c:v>
                </c:pt>
                <c:pt idx="855">
                  <c:v>0</c:v>
                </c:pt>
                <c:pt idx="856">
                  <c:v>24.34</c:v>
                </c:pt>
                <c:pt idx="857">
                  <c:v>0</c:v>
                </c:pt>
                <c:pt idx="858">
                  <c:v>20.28</c:v>
                </c:pt>
                <c:pt idx="859">
                  <c:v>0</c:v>
                </c:pt>
                <c:pt idx="860">
                  <c:v>0</c:v>
                </c:pt>
                <c:pt idx="861">
                  <c:v>0</c:v>
                </c:pt>
                <c:pt idx="862">
                  <c:v>19.440000000000001</c:v>
                </c:pt>
                <c:pt idx="863">
                  <c:v>22.51</c:v>
                </c:pt>
                <c:pt idx="864">
                  <c:v>0</c:v>
                </c:pt>
                <c:pt idx="865">
                  <c:v>18.670000000000002</c:v>
                </c:pt>
                <c:pt idx="866">
                  <c:v>0</c:v>
                </c:pt>
                <c:pt idx="867">
                  <c:v>15.59</c:v>
                </c:pt>
                <c:pt idx="868">
                  <c:v>0</c:v>
                </c:pt>
                <c:pt idx="869">
                  <c:v>0</c:v>
                </c:pt>
                <c:pt idx="870">
                  <c:v>0</c:v>
                </c:pt>
                <c:pt idx="871">
                  <c:v>0</c:v>
                </c:pt>
                <c:pt idx="872">
                  <c:v>0</c:v>
                </c:pt>
                <c:pt idx="873">
                  <c:v>0</c:v>
                </c:pt>
                <c:pt idx="874">
                  <c:v>0</c:v>
                </c:pt>
                <c:pt idx="875">
                  <c:v>12.67</c:v>
                </c:pt>
                <c:pt idx="876">
                  <c:v>0</c:v>
                </c:pt>
                <c:pt idx="877">
                  <c:v>0</c:v>
                </c:pt>
                <c:pt idx="878">
                  <c:v>0</c:v>
                </c:pt>
                <c:pt idx="879">
                  <c:v>0</c:v>
                </c:pt>
                <c:pt idx="880">
                  <c:v>20.2</c:v>
                </c:pt>
                <c:pt idx="881">
                  <c:v>0</c:v>
                </c:pt>
                <c:pt idx="882">
                  <c:v>0</c:v>
                </c:pt>
                <c:pt idx="883">
                  <c:v>0</c:v>
                </c:pt>
                <c:pt idx="884">
                  <c:v>21.26</c:v>
                </c:pt>
                <c:pt idx="885">
                  <c:v>0</c:v>
                </c:pt>
                <c:pt idx="886">
                  <c:v>20.75</c:v>
                </c:pt>
                <c:pt idx="887">
                  <c:v>20.71</c:v>
                </c:pt>
                <c:pt idx="888">
                  <c:v>17.93</c:v>
                </c:pt>
                <c:pt idx="889">
                  <c:v>0</c:v>
                </c:pt>
                <c:pt idx="890">
                  <c:v>0</c:v>
                </c:pt>
                <c:pt idx="891">
                  <c:v>0</c:v>
                </c:pt>
                <c:pt idx="892">
                  <c:v>0</c:v>
                </c:pt>
                <c:pt idx="893">
                  <c:v>17.600000000000001</c:v>
                </c:pt>
                <c:pt idx="894">
                  <c:v>0</c:v>
                </c:pt>
                <c:pt idx="895">
                  <c:v>0</c:v>
                </c:pt>
                <c:pt idx="896">
                  <c:v>0</c:v>
                </c:pt>
                <c:pt idx="897">
                  <c:v>0</c:v>
                </c:pt>
                <c:pt idx="898">
                  <c:v>0</c:v>
                </c:pt>
                <c:pt idx="899">
                  <c:v>0</c:v>
                </c:pt>
                <c:pt idx="900">
                  <c:v>0</c:v>
                </c:pt>
                <c:pt idx="901">
                  <c:v>17.510000000000002</c:v>
                </c:pt>
                <c:pt idx="902">
                  <c:v>0</c:v>
                </c:pt>
                <c:pt idx="903">
                  <c:v>16.5</c:v>
                </c:pt>
                <c:pt idx="904">
                  <c:v>0</c:v>
                </c:pt>
                <c:pt idx="905">
                  <c:v>0</c:v>
                </c:pt>
                <c:pt idx="906">
                  <c:v>0</c:v>
                </c:pt>
                <c:pt idx="907">
                  <c:v>0</c:v>
                </c:pt>
                <c:pt idx="908">
                  <c:v>0</c:v>
                </c:pt>
                <c:pt idx="909">
                  <c:v>0</c:v>
                </c:pt>
                <c:pt idx="910">
                  <c:v>24.28</c:v>
                </c:pt>
                <c:pt idx="911">
                  <c:v>0</c:v>
                </c:pt>
                <c:pt idx="912">
                  <c:v>0</c:v>
                </c:pt>
                <c:pt idx="913">
                  <c:v>0</c:v>
                </c:pt>
                <c:pt idx="914">
                  <c:v>0</c:v>
                </c:pt>
                <c:pt idx="915">
                  <c:v>0</c:v>
                </c:pt>
                <c:pt idx="916">
                  <c:v>0</c:v>
                </c:pt>
                <c:pt idx="917">
                  <c:v>0</c:v>
                </c:pt>
                <c:pt idx="918">
                  <c:v>0</c:v>
                </c:pt>
                <c:pt idx="919">
                  <c:v>0</c:v>
                </c:pt>
                <c:pt idx="920">
                  <c:v>0</c:v>
                </c:pt>
                <c:pt idx="921">
                  <c:v>0</c:v>
                </c:pt>
                <c:pt idx="922">
                  <c:v>0</c:v>
                </c:pt>
                <c:pt idx="923">
                  <c:v>26.1</c:v>
                </c:pt>
                <c:pt idx="924">
                  <c:v>0</c:v>
                </c:pt>
                <c:pt idx="925">
                  <c:v>0</c:v>
                </c:pt>
                <c:pt idx="926">
                  <c:v>0</c:v>
                </c:pt>
                <c:pt idx="927">
                  <c:v>0</c:v>
                </c:pt>
                <c:pt idx="928">
                  <c:v>0</c:v>
                </c:pt>
                <c:pt idx="929">
                  <c:v>0</c:v>
                </c:pt>
                <c:pt idx="930">
                  <c:v>0</c:v>
                </c:pt>
                <c:pt idx="931">
                  <c:v>0</c:v>
                </c:pt>
                <c:pt idx="932">
                  <c:v>0</c:v>
                </c:pt>
                <c:pt idx="933">
                  <c:v>0</c:v>
                </c:pt>
                <c:pt idx="934">
                  <c:v>0</c:v>
                </c:pt>
                <c:pt idx="935">
                  <c:v>23.1</c:v>
                </c:pt>
                <c:pt idx="936">
                  <c:v>0</c:v>
                </c:pt>
                <c:pt idx="937">
                  <c:v>0</c:v>
                </c:pt>
                <c:pt idx="938">
                  <c:v>0</c:v>
                </c:pt>
                <c:pt idx="939">
                  <c:v>18.45</c:v>
                </c:pt>
                <c:pt idx="940">
                  <c:v>20.11</c:v>
                </c:pt>
                <c:pt idx="941">
                  <c:v>0</c:v>
                </c:pt>
                <c:pt idx="942">
                  <c:v>0</c:v>
                </c:pt>
                <c:pt idx="943">
                  <c:v>0</c:v>
                </c:pt>
                <c:pt idx="944">
                  <c:v>0</c:v>
                </c:pt>
                <c:pt idx="945">
                  <c:v>0</c:v>
                </c:pt>
                <c:pt idx="946">
                  <c:v>15.92</c:v>
                </c:pt>
                <c:pt idx="947">
                  <c:v>21.06</c:v>
                </c:pt>
                <c:pt idx="948">
                  <c:v>0</c:v>
                </c:pt>
                <c:pt idx="949">
                  <c:v>0</c:v>
                </c:pt>
                <c:pt idx="950">
                  <c:v>0</c:v>
                </c:pt>
                <c:pt idx="951">
                  <c:v>0</c:v>
                </c:pt>
                <c:pt idx="952">
                  <c:v>23.75</c:v>
                </c:pt>
                <c:pt idx="953">
                  <c:v>0</c:v>
                </c:pt>
                <c:pt idx="954">
                  <c:v>0</c:v>
                </c:pt>
                <c:pt idx="955">
                  <c:v>0</c:v>
                </c:pt>
                <c:pt idx="956">
                  <c:v>0</c:v>
                </c:pt>
                <c:pt idx="957">
                  <c:v>0</c:v>
                </c:pt>
                <c:pt idx="958">
                  <c:v>21.67</c:v>
                </c:pt>
                <c:pt idx="959">
                  <c:v>14.3</c:v>
                </c:pt>
                <c:pt idx="960">
                  <c:v>0</c:v>
                </c:pt>
                <c:pt idx="961">
                  <c:v>22.15</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E0DC-46BA-9E79-8EE6DBFE1AC2}"/>
            </c:ext>
          </c:extLst>
        </c:ser>
        <c:ser>
          <c:idx val="1"/>
          <c:order val="1"/>
          <c:tx>
            <c:strRef>
              <c:f>'Sub-Dataset'!$K$2</c:f>
              <c:strCache>
                <c:ptCount val="1"/>
                <c:pt idx="0">
                  <c:v>Male</c:v>
                </c:pt>
              </c:strCache>
            </c:strRef>
          </c:tx>
          <c:spPr>
            <a:ln w="19050" cap="rnd">
              <a:noFill/>
              <a:round/>
            </a:ln>
            <a:effectLst/>
          </c:spPr>
          <c:marker>
            <c:symbol val="circle"/>
            <c:size val="3"/>
            <c:spPr>
              <a:solidFill>
                <a:schemeClr val="accent2"/>
              </a:solidFill>
              <a:ln w="9525">
                <a:noFill/>
              </a:ln>
              <a:effectLst/>
            </c:spPr>
          </c:marker>
          <c:xVal>
            <c:numRef>
              <c:f>'Sub-Dataset'!$I$3:$I$975</c:f>
              <c:numCache>
                <c:formatCode>General</c:formatCode>
                <c:ptCount val="973"/>
                <c:pt idx="0">
                  <c:v>68.099999999999994</c:v>
                </c:pt>
                <c:pt idx="1">
                  <c:v>94.5</c:v>
                </c:pt>
                <c:pt idx="2">
                  <c:v>60.5</c:v>
                </c:pt>
                <c:pt idx="3">
                  <c:v>88.1</c:v>
                </c:pt>
                <c:pt idx="4">
                  <c:v>73</c:v>
                </c:pt>
                <c:pt idx="5">
                  <c:v>50.3</c:v>
                </c:pt>
                <c:pt idx="6">
                  <c:v>58.2</c:v>
                </c:pt>
                <c:pt idx="7">
                  <c:v>61.1</c:v>
                </c:pt>
                <c:pt idx="8">
                  <c:v>70.099999999999994</c:v>
                </c:pt>
                <c:pt idx="9">
                  <c:v>61.7</c:v>
                </c:pt>
                <c:pt idx="10">
                  <c:v>72.900000000000006</c:v>
                </c:pt>
                <c:pt idx="11">
                  <c:v>72.099999999999994</c:v>
                </c:pt>
                <c:pt idx="12">
                  <c:v>54.8</c:v>
                </c:pt>
                <c:pt idx="13">
                  <c:v>58.6</c:v>
                </c:pt>
                <c:pt idx="14">
                  <c:v>82.7</c:v>
                </c:pt>
                <c:pt idx="15">
                  <c:v>59</c:v>
                </c:pt>
                <c:pt idx="16">
                  <c:v>60.1</c:v>
                </c:pt>
                <c:pt idx="17">
                  <c:v>62.9</c:v>
                </c:pt>
                <c:pt idx="18">
                  <c:v>73.900000000000006</c:v>
                </c:pt>
                <c:pt idx="19">
                  <c:v>67.099999999999994</c:v>
                </c:pt>
                <c:pt idx="20">
                  <c:v>80.900000000000006</c:v>
                </c:pt>
                <c:pt idx="21">
                  <c:v>54</c:v>
                </c:pt>
                <c:pt idx="22">
                  <c:v>87.9</c:v>
                </c:pt>
                <c:pt idx="23">
                  <c:v>64.8</c:v>
                </c:pt>
                <c:pt idx="24">
                  <c:v>83.6</c:v>
                </c:pt>
                <c:pt idx="25">
                  <c:v>57.4</c:v>
                </c:pt>
                <c:pt idx="26">
                  <c:v>71.599999999999994</c:v>
                </c:pt>
                <c:pt idx="27">
                  <c:v>83.8</c:v>
                </c:pt>
                <c:pt idx="28">
                  <c:v>55.9</c:v>
                </c:pt>
                <c:pt idx="29">
                  <c:v>65.3</c:v>
                </c:pt>
                <c:pt idx="30">
                  <c:v>87.1</c:v>
                </c:pt>
                <c:pt idx="31">
                  <c:v>57.3</c:v>
                </c:pt>
                <c:pt idx="32">
                  <c:v>58.9</c:v>
                </c:pt>
                <c:pt idx="33">
                  <c:v>60.9</c:v>
                </c:pt>
                <c:pt idx="34">
                  <c:v>55.7</c:v>
                </c:pt>
                <c:pt idx="35">
                  <c:v>54.6</c:v>
                </c:pt>
                <c:pt idx="36">
                  <c:v>58.8</c:v>
                </c:pt>
                <c:pt idx="37">
                  <c:v>45.9</c:v>
                </c:pt>
                <c:pt idx="38">
                  <c:v>60</c:v>
                </c:pt>
                <c:pt idx="39">
                  <c:v>63.1</c:v>
                </c:pt>
                <c:pt idx="40">
                  <c:v>61.3</c:v>
                </c:pt>
                <c:pt idx="41">
                  <c:v>55.1</c:v>
                </c:pt>
                <c:pt idx="42">
                  <c:v>59</c:v>
                </c:pt>
                <c:pt idx="43">
                  <c:v>76.7</c:v>
                </c:pt>
                <c:pt idx="44">
                  <c:v>75.8</c:v>
                </c:pt>
                <c:pt idx="45">
                  <c:v>48.3</c:v>
                </c:pt>
                <c:pt idx="46">
                  <c:v>73.2</c:v>
                </c:pt>
                <c:pt idx="47">
                  <c:v>49.2</c:v>
                </c:pt>
                <c:pt idx="48">
                  <c:v>76.5</c:v>
                </c:pt>
                <c:pt idx="49">
                  <c:v>63.3</c:v>
                </c:pt>
                <c:pt idx="50">
                  <c:v>68.2</c:v>
                </c:pt>
                <c:pt idx="51">
                  <c:v>91.4</c:v>
                </c:pt>
                <c:pt idx="52">
                  <c:v>68.7</c:v>
                </c:pt>
                <c:pt idx="53">
                  <c:v>66.3</c:v>
                </c:pt>
                <c:pt idx="54">
                  <c:v>62</c:v>
                </c:pt>
                <c:pt idx="55">
                  <c:v>51.1</c:v>
                </c:pt>
                <c:pt idx="56">
                  <c:v>81.8</c:v>
                </c:pt>
                <c:pt idx="57">
                  <c:v>50.7</c:v>
                </c:pt>
                <c:pt idx="58">
                  <c:v>58</c:v>
                </c:pt>
                <c:pt idx="59">
                  <c:v>61.5</c:v>
                </c:pt>
                <c:pt idx="60">
                  <c:v>69.5</c:v>
                </c:pt>
                <c:pt idx="61">
                  <c:v>84</c:v>
                </c:pt>
                <c:pt idx="62">
                  <c:v>80.900000000000006</c:v>
                </c:pt>
                <c:pt idx="63">
                  <c:v>64.099999999999994</c:v>
                </c:pt>
                <c:pt idx="64">
                  <c:v>67</c:v>
                </c:pt>
                <c:pt idx="65">
                  <c:v>68</c:v>
                </c:pt>
                <c:pt idx="66">
                  <c:v>88.1</c:v>
                </c:pt>
                <c:pt idx="67">
                  <c:v>76.5</c:v>
                </c:pt>
                <c:pt idx="68">
                  <c:v>52</c:v>
                </c:pt>
                <c:pt idx="69">
                  <c:v>54.2</c:v>
                </c:pt>
                <c:pt idx="70">
                  <c:v>81.599999999999994</c:v>
                </c:pt>
                <c:pt idx="71">
                  <c:v>68.7</c:v>
                </c:pt>
                <c:pt idx="72">
                  <c:v>55.6</c:v>
                </c:pt>
                <c:pt idx="73">
                  <c:v>59.2</c:v>
                </c:pt>
                <c:pt idx="74">
                  <c:v>60</c:v>
                </c:pt>
                <c:pt idx="75">
                  <c:v>59</c:v>
                </c:pt>
                <c:pt idx="76">
                  <c:v>58.1</c:v>
                </c:pt>
                <c:pt idx="77">
                  <c:v>76.900000000000006</c:v>
                </c:pt>
                <c:pt idx="78">
                  <c:v>62.4</c:v>
                </c:pt>
                <c:pt idx="79">
                  <c:v>54.9</c:v>
                </c:pt>
                <c:pt idx="80">
                  <c:v>76.400000000000006</c:v>
                </c:pt>
                <c:pt idx="81">
                  <c:v>86.2</c:v>
                </c:pt>
                <c:pt idx="82">
                  <c:v>59.4</c:v>
                </c:pt>
                <c:pt idx="83">
                  <c:v>85.3</c:v>
                </c:pt>
                <c:pt idx="84">
                  <c:v>68</c:v>
                </c:pt>
                <c:pt idx="85">
                  <c:v>61</c:v>
                </c:pt>
                <c:pt idx="86">
                  <c:v>72.599999999999994</c:v>
                </c:pt>
                <c:pt idx="87">
                  <c:v>76.3</c:v>
                </c:pt>
                <c:pt idx="88">
                  <c:v>83.2</c:v>
                </c:pt>
                <c:pt idx="89">
                  <c:v>57.5</c:v>
                </c:pt>
                <c:pt idx="90">
                  <c:v>88.6</c:v>
                </c:pt>
                <c:pt idx="91">
                  <c:v>49.7</c:v>
                </c:pt>
                <c:pt idx="92">
                  <c:v>56.4</c:v>
                </c:pt>
                <c:pt idx="93">
                  <c:v>70.599999999999994</c:v>
                </c:pt>
                <c:pt idx="94">
                  <c:v>63.2</c:v>
                </c:pt>
                <c:pt idx="95">
                  <c:v>62.6</c:v>
                </c:pt>
                <c:pt idx="96">
                  <c:v>82.3</c:v>
                </c:pt>
                <c:pt idx="97">
                  <c:v>64.3</c:v>
                </c:pt>
                <c:pt idx="98">
                  <c:v>88</c:v>
                </c:pt>
                <c:pt idx="99">
                  <c:v>64.400000000000006</c:v>
                </c:pt>
                <c:pt idx="100">
                  <c:v>54.2</c:v>
                </c:pt>
                <c:pt idx="101">
                  <c:v>64.5</c:v>
                </c:pt>
                <c:pt idx="102">
                  <c:v>50.7</c:v>
                </c:pt>
                <c:pt idx="103">
                  <c:v>68.7</c:v>
                </c:pt>
                <c:pt idx="104">
                  <c:v>50.3</c:v>
                </c:pt>
                <c:pt idx="105">
                  <c:v>52.1</c:v>
                </c:pt>
                <c:pt idx="106">
                  <c:v>81.400000000000006</c:v>
                </c:pt>
                <c:pt idx="107">
                  <c:v>50.9</c:v>
                </c:pt>
                <c:pt idx="108">
                  <c:v>58.3</c:v>
                </c:pt>
                <c:pt idx="109">
                  <c:v>59.3</c:v>
                </c:pt>
                <c:pt idx="110">
                  <c:v>75.7</c:v>
                </c:pt>
                <c:pt idx="111">
                  <c:v>56.3</c:v>
                </c:pt>
                <c:pt idx="112">
                  <c:v>55.7</c:v>
                </c:pt>
                <c:pt idx="113">
                  <c:v>62.7</c:v>
                </c:pt>
                <c:pt idx="114">
                  <c:v>64.5</c:v>
                </c:pt>
                <c:pt idx="115">
                  <c:v>81.400000000000006</c:v>
                </c:pt>
                <c:pt idx="116">
                  <c:v>54.7</c:v>
                </c:pt>
                <c:pt idx="117">
                  <c:v>92.3</c:v>
                </c:pt>
                <c:pt idx="118">
                  <c:v>73.900000000000006</c:v>
                </c:pt>
                <c:pt idx="119">
                  <c:v>65.2</c:v>
                </c:pt>
                <c:pt idx="120">
                  <c:v>64.3</c:v>
                </c:pt>
                <c:pt idx="121">
                  <c:v>64.5</c:v>
                </c:pt>
                <c:pt idx="122">
                  <c:v>72</c:v>
                </c:pt>
                <c:pt idx="123">
                  <c:v>77.900000000000006</c:v>
                </c:pt>
                <c:pt idx="124">
                  <c:v>57.7</c:v>
                </c:pt>
                <c:pt idx="125">
                  <c:v>74.2</c:v>
                </c:pt>
                <c:pt idx="126">
                  <c:v>50.3</c:v>
                </c:pt>
                <c:pt idx="127">
                  <c:v>66.5</c:v>
                </c:pt>
                <c:pt idx="128">
                  <c:v>57.7</c:v>
                </c:pt>
                <c:pt idx="129">
                  <c:v>47.4</c:v>
                </c:pt>
                <c:pt idx="130">
                  <c:v>57.2</c:v>
                </c:pt>
                <c:pt idx="131">
                  <c:v>60.5</c:v>
                </c:pt>
                <c:pt idx="132">
                  <c:v>56</c:v>
                </c:pt>
                <c:pt idx="133">
                  <c:v>49.3</c:v>
                </c:pt>
                <c:pt idx="134">
                  <c:v>61.9</c:v>
                </c:pt>
                <c:pt idx="135">
                  <c:v>66.5</c:v>
                </c:pt>
                <c:pt idx="136">
                  <c:v>75.5</c:v>
                </c:pt>
                <c:pt idx="137">
                  <c:v>74.8</c:v>
                </c:pt>
                <c:pt idx="138">
                  <c:v>77.400000000000006</c:v>
                </c:pt>
                <c:pt idx="139">
                  <c:v>59</c:v>
                </c:pt>
                <c:pt idx="140">
                  <c:v>64.5</c:v>
                </c:pt>
                <c:pt idx="141">
                  <c:v>81.7</c:v>
                </c:pt>
                <c:pt idx="142">
                  <c:v>60</c:v>
                </c:pt>
                <c:pt idx="143">
                  <c:v>75.400000000000006</c:v>
                </c:pt>
                <c:pt idx="144">
                  <c:v>65.2</c:v>
                </c:pt>
                <c:pt idx="145">
                  <c:v>60.1</c:v>
                </c:pt>
                <c:pt idx="146">
                  <c:v>66.8</c:v>
                </c:pt>
                <c:pt idx="147">
                  <c:v>52.3</c:v>
                </c:pt>
                <c:pt idx="148">
                  <c:v>56.7</c:v>
                </c:pt>
                <c:pt idx="149">
                  <c:v>70.3</c:v>
                </c:pt>
                <c:pt idx="150">
                  <c:v>56</c:v>
                </c:pt>
                <c:pt idx="151">
                  <c:v>64.3</c:v>
                </c:pt>
                <c:pt idx="152">
                  <c:v>49.3</c:v>
                </c:pt>
                <c:pt idx="153">
                  <c:v>63</c:v>
                </c:pt>
                <c:pt idx="154">
                  <c:v>60.9</c:v>
                </c:pt>
                <c:pt idx="155">
                  <c:v>85.7</c:v>
                </c:pt>
                <c:pt idx="156">
                  <c:v>57.7</c:v>
                </c:pt>
                <c:pt idx="157">
                  <c:v>59.1</c:v>
                </c:pt>
                <c:pt idx="158">
                  <c:v>66.900000000000006</c:v>
                </c:pt>
                <c:pt idx="159">
                  <c:v>62.4</c:v>
                </c:pt>
                <c:pt idx="160">
                  <c:v>75.599999999999994</c:v>
                </c:pt>
                <c:pt idx="161">
                  <c:v>63.8</c:v>
                </c:pt>
                <c:pt idx="162">
                  <c:v>67.3</c:v>
                </c:pt>
                <c:pt idx="163">
                  <c:v>59.1</c:v>
                </c:pt>
                <c:pt idx="164">
                  <c:v>53.3</c:v>
                </c:pt>
                <c:pt idx="165">
                  <c:v>62.6</c:v>
                </c:pt>
                <c:pt idx="166">
                  <c:v>57.7</c:v>
                </c:pt>
                <c:pt idx="167">
                  <c:v>66.599999999999994</c:v>
                </c:pt>
                <c:pt idx="168">
                  <c:v>55</c:v>
                </c:pt>
                <c:pt idx="169">
                  <c:v>78</c:v>
                </c:pt>
                <c:pt idx="170">
                  <c:v>58.9</c:v>
                </c:pt>
                <c:pt idx="171">
                  <c:v>61.4</c:v>
                </c:pt>
                <c:pt idx="172">
                  <c:v>105</c:v>
                </c:pt>
                <c:pt idx="173">
                  <c:v>81.599999999999994</c:v>
                </c:pt>
                <c:pt idx="174">
                  <c:v>59.4</c:v>
                </c:pt>
                <c:pt idx="175">
                  <c:v>82.4</c:v>
                </c:pt>
                <c:pt idx="176">
                  <c:v>87.8</c:v>
                </c:pt>
                <c:pt idx="177">
                  <c:v>65.2</c:v>
                </c:pt>
                <c:pt idx="178">
                  <c:v>71.900000000000006</c:v>
                </c:pt>
                <c:pt idx="179">
                  <c:v>78.599999999999994</c:v>
                </c:pt>
                <c:pt idx="180">
                  <c:v>78.3</c:v>
                </c:pt>
                <c:pt idx="181">
                  <c:v>73.7</c:v>
                </c:pt>
                <c:pt idx="182">
                  <c:v>110.5</c:v>
                </c:pt>
                <c:pt idx="183">
                  <c:v>112.4</c:v>
                </c:pt>
                <c:pt idx="184">
                  <c:v>74.7</c:v>
                </c:pt>
                <c:pt idx="185">
                  <c:v>75.7</c:v>
                </c:pt>
                <c:pt idx="186">
                  <c:v>71.2</c:v>
                </c:pt>
                <c:pt idx="187">
                  <c:v>63.6</c:v>
                </c:pt>
                <c:pt idx="188">
                  <c:v>71.2</c:v>
                </c:pt>
                <c:pt idx="189">
                  <c:v>68.599999999999994</c:v>
                </c:pt>
                <c:pt idx="190">
                  <c:v>107</c:v>
                </c:pt>
                <c:pt idx="191">
                  <c:v>92</c:v>
                </c:pt>
                <c:pt idx="192">
                  <c:v>64.900000000000006</c:v>
                </c:pt>
                <c:pt idx="193">
                  <c:v>67.400000000000006</c:v>
                </c:pt>
                <c:pt idx="194">
                  <c:v>78.8</c:v>
                </c:pt>
                <c:pt idx="195">
                  <c:v>94.7</c:v>
                </c:pt>
                <c:pt idx="196">
                  <c:v>66.2</c:v>
                </c:pt>
                <c:pt idx="197">
                  <c:v>102.5</c:v>
                </c:pt>
                <c:pt idx="198">
                  <c:v>60.6</c:v>
                </c:pt>
                <c:pt idx="199">
                  <c:v>98.4</c:v>
                </c:pt>
                <c:pt idx="200">
                  <c:v>76.3</c:v>
                </c:pt>
                <c:pt idx="201">
                  <c:v>67.8</c:v>
                </c:pt>
                <c:pt idx="202">
                  <c:v>70.400000000000006</c:v>
                </c:pt>
                <c:pt idx="203">
                  <c:v>78.7</c:v>
                </c:pt>
                <c:pt idx="204">
                  <c:v>66.900000000000006</c:v>
                </c:pt>
                <c:pt idx="205">
                  <c:v>97.3</c:v>
                </c:pt>
                <c:pt idx="206">
                  <c:v>74.3</c:v>
                </c:pt>
                <c:pt idx="207">
                  <c:v>78.5</c:v>
                </c:pt>
                <c:pt idx="208">
                  <c:v>95.6</c:v>
                </c:pt>
                <c:pt idx="209">
                  <c:v>70.099999999999994</c:v>
                </c:pt>
                <c:pt idx="210">
                  <c:v>101.2</c:v>
                </c:pt>
                <c:pt idx="211">
                  <c:v>71</c:v>
                </c:pt>
                <c:pt idx="212">
                  <c:v>114.5</c:v>
                </c:pt>
                <c:pt idx="213">
                  <c:v>72.900000000000006</c:v>
                </c:pt>
                <c:pt idx="214">
                  <c:v>69.2</c:v>
                </c:pt>
                <c:pt idx="215">
                  <c:v>114.8</c:v>
                </c:pt>
                <c:pt idx="216">
                  <c:v>94.1</c:v>
                </c:pt>
                <c:pt idx="217">
                  <c:v>92.4</c:v>
                </c:pt>
                <c:pt idx="218">
                  <c:v>108.5</c:v>
                </c:pt>
                <c:pt idx="219">
                  <c:v>126.8</c:v>
                </c:pt>
                <c:pt idx="220">
                  <c:v>90</c:v>
                </c:pt>
                <c:pt idx="221">
                  <c:v>74.2</c:v>
                </c:pt>
                <c:pt idx="222">
                  <c:v>125.9</c:v>
                </c:pt>
                <c:pt idx="223">
                  <c:v>123.7</c:v>
                </c:pt>
                <c:pt idx="224">
                  <c:v>110.5</c:v>
                </c:pt>
                <c:pt idx="225">
                  <c:v>124.3</c:v>
                </c:pt>
                <c:pt idx="226">
                  <c:v>121.1</c:v>
                </c:pt>
                <c:pt idx="227">
                  <c:v>98.6</c:v>
                </c:pt>
                <c:pt idx="228">
                  <c:v>110</c:v>
                </c:pt>
                <c:pt idx="229">
                  <c:v>114.2</c:v>
                </c:pt>
                <c:pt idx="230">
                  <c:v>90.3</c:v>
                </c:pt>
                <c:pt idx="231">
                  <c:v>78.7</c:v>
                </c:pt>
                <c:pt idx="232">
                  <c:v>106.4</c:v>
                </c:pt>
                <c:pt idx="233">
                  <c:v>113.4</c:v>
                </c:pt>
                <c:pt idx="234">
                  <c:v>120.6</c:v>
                </c:pt>
                <c:pt idx="235">
                  <c:v>114.9</c:v>
                </c:pt>
                <c:pt idx="236">
                  <c:v>124.8</c:v>
                </c:pt>
                <c:pt idx="237">
                  <c:v>128.4</c:v>
                </c:pt>
                <c:pt idx="238">
                  <c:v>77.7</c:v>
                </c:pt>
                <c:pt idx="239">
                  <c:v>121.3</c:v>
                </c:pt>
                <c:pt idx="240">
                  <c:v>127.9</c:v>
                </c:pt>
                <c:pt idx="241">
                  <c:v>125.5</c:v>
                </c:pt>
                <c:pt idx="242">
                  <c:v>120.3</c:v>
                </c:pt>
                <c:pt idx="243">
                  <c:v>71.2</c:v>
                </c:pt>
                <c:pt idx="244">
                  <c:v>107.4</c:v>
                </c:pt>
                <c:pt idx="245">
                  <c:v>69.7</c:v>
                </c:pt>
                <c:pt idx="246">
                  <c:v>120.8</c:v>
                </c:pt>
                <c:pt idx="247">
                  <c:v>96.9</c:v>
                </c:pt>
                <c:pt idx="248">
                  <c:v>103.9</c:v>
                </c:pt>
                <c:pt idx="249">
                  <c:v>61.7</c:v>
                </c:pt>
                <c:pt idx="250">
                  <c:v>113.4</c:v>
                </c:pt>
                <c:pt idx="251">
                  <c:v>114.9</c:v>
                </c:pt>
                <c:pt idx="252">
                  <c:v>65.8</c:v>
                </c:pt>
                <c:pt idx="253">
                  <c:v>99.9</c:v>
                </c:pt>
                <c:pt idx="254">
                  <c:v>93.4</c:v>
                </c:pt>
                <c:pt idx="255">
                  <c:v>101.7</c:v>
                </c:pt>
                <c:pt idx="256">
                  <c:v>87.4</c:v>
                </c:pt>
                <c:pt idx="257">
                  <c:v>66.3</c:v>
                </c:pt>
                <c:pt idx="258">
                  <c:v>89.4</c:v>
                </c:pt>
                <c:pt idx="259">
                  <c:v>78.099999999999994</c:v>
                </c:pt>
                <c:pt idx="260">
                  <c:v>125.5</c:v>
                </c:pt>
                <c:pt idx="261">
                  <c:v>104.8</c:v>
                </c:pt>
                <c:pt idx="262">
                  <c:v>125.3</c:v>
                </c:pt>
                <c:pt idx="263">
                  <c:v>105.1</c:v>
                </c:pt>
                <c:pt idx="264">
                  <c:v>65.5</c:v>
                </c:pt>
                <c:pt idx="265">
                  <c:v>69.5</c:v>
                </c:pt>
                <c:pt idx="266">
                  <c:v>78.099999999999994</c:v>
                </c:pt>
                <c:pt idx="267">
                  <c:v>118</c:v>
                </c:pt>
                <c:pt idx="268">
                  <c:v>84.6</c:v>
                </c:pt>
                <c:pt idx="269">
                  <c:v>68.400000000000006</c:v>
                </c:pt>
                <c:pt idx="270">
                  <c:v>70.7</c:v>
                </c:pt>
                <c:pt idx="271">
                  <c:v>95.8</c:v>
                </c:pt>
                <c:pt idx="272">
                  <c:v>109.8</c:v>
                </c:pt>
                <c:pt idx="273">
                  <c:v>79.900000000000006</c:v>
                </c:pt>
                <c:pt idx="274">
                  <c:v>102.3</c:v>
                </c:pt>
                <c:pt idx="275">
                  <c:v>74.599999999999994</c:v>
                </c:pt>
                <c:pt idx="276">
                  <c:v>73</c:v>
                </c:pt>
                <c:pt idx="277">
                  <c:v>115.3</c:v>
                </c:pt>
                <c:pt idx="278">
                  <c:v>73.599999999999994</c:v>
                </c:pt>
                <c:pt idx="279">
                  <c:v>121.9</c:v>
                </c:pt>
                <c:pt idx="280">
                  <c:v>101.4</c:v>
                </c:pt>
                <c:pt idx="281">
                  <c:v>95.7</c:v>
                </c:pt>
                <c:pt idx="282">
                  <c:v>84.7</c:v>
                </c:pt>
                <c:pt idx="283">
                  <c:v>53.2</c:v>
                </c:pt>
                <c:pt idx="284">
                  <c:v>102.6</c:v>
                </c:pt>
                <c:pt idx="285">
                  <c:v>76.599999999999994</c:v>
                </c:pt>
                <c:pt idx="286">
                  <c:v>42.5</c:v>
                </c:pt>
                <c:pt idx="287">
                  <c:v>78.7</c:v>
                </c:pt>
                <c:pt idx="288">
                  <c:v>102.3</c:v>
                </c:pt>
                <c:pt idx="289">
                  <c:v>44.3</c:v>
                </c:pt>
                <c:pt idx="290">
                  <c:v>98.2</c:v>
                </c:pt>
                <c:pt idx="291">
                  <c:v>117.2</c:v>
                </c:pt>
                <c:pt idx="292">
                  <c:v>127.1</c:v>
                </c:pt>
                <c:pt idx="293">
                  <c:v>95.4</c:v>
                </c:pt>
                <c:pt idx="294">
                  <c:v>102.6</c:v>
                </c:pt>
                <c:pt idx="295">
                  <c:v>70</c:v>
                </c:pt>
                <c:pt idx="296">
                  <c:v>76.400000000000006</c:v>
                </c:pt>
                <c:pt idx="297">
                  <c:v>40.5</c:v>
                </c:pt>
                <c:pt idx="298">
                  <c:v>76.3</c:v>
                </c:pt>
                <c:pt idx="299">
                  <c:v>55.5</c:v>
                </c:pt>
                <c:pt idx="300">
                  <c:v>52.3</c:v>
                </c:pt>
                <c:pt idx="301">
                  <c:v>41.2</c:v>
                </c:pt>
                <c:pt idx="302">
                  <c:v>69.599999999999994</c:v>
                </c:pt>
                <c:pt idx="303">
                  <c:v>78.5</c:v>
                </c:pt>
                <c:pt idx="304">
                  <c:v>110.8</c:v>
                </c:pt>
                <c:pt idx="305">
                  <c:v>75.900000000000006</c:v>
                </c:pt>
                <c:pt idx="306">
                  <c:v>125.9</c:v>
                </c:pt>
                <c:pt idx="307">
                  <c:v>86.6</c:v>
                </c:pt>
                <c:pt idx="308">
                  <c:v>62.9</c:v>
                </c:pt>
                <c:pt idx="309">
                  <c:v>43.1</c:v>
                </c:pt>
                <c:pt idx="310">
                  <c:v>51.5</c:v>
                </c:pt>
                <c:pt idx="311">
                  <c:v>42</c:v>
                </c:pt>
                <c:pt idx="312">
                  <c:v>56.2</c:v>
                </c:pt>
                <c:pt idx="313">
                  <c:v>49</c:v>
                </c:pt>
                <c:pt idx="314">
                  <c:v>112.4</c:v>
                </c:pt>
                <c:pt idx="315">
                  <c:v>72.599999999999994</c:v>
                </c:pt>
                <c:pt idx="316">
                  <c:v>66</c:v>
                </c:pt>
                <c:pt idx="317">
                  <c:v>44.5</c:v>
                </c:pt>
                <c:pt idx="318">
                  <c:v>46.5</c:v>
                </c:pt>
                <c:pt idx="319">
                  <c:v>107.2</c:v>
                </c:pt>
                <c:pt idx="320">
                  <c:v>86.9</c:v>
                </c:pt>
                <c:pt idx="321">
                  <c:v>67</c:v>
                </c:pt>
                <c:pt idx="322">
                  <c:v>65.5</c:v>
                </c:pt>
                <c:pt idx="323">
                  <c:v>48.7</c:v>
                </c:pt>
                <c:pt idx="324">
                  <c:v>42</c:v>
                </c:pt>
                <c:pt idx="325">
                  <c:v>67.099999999999994</c:v>
                </c:pt>
                <c:pt idx="326">
                  <c:v>106.5</c:v>
                </c:pt>
                <c:pt idx="327">
                  <c:v>127.7</c:v>
                </c:pt>
                <c:pt idx="328">
                  <c:v>77.599999999999994</c:v>
                </c:pt>
                <c:pt idx="329">
                  <c:v>61.3</c:v>
                </c:pt>
                <c:pt idx="330">
                  <c:v>89.1</c:v>
                </c:pt>
                <c:pt idx="331">
                  <c:v>46.1</c:v>
                </c:pt>
                <c:pt idx="332">
                  <c:v>45.1</c:v>
                </c:pt>
                <c:pt idx="333">
                  <c:v>64.099999999999994</c:v>
                </c:pt>
                <c:pt idx="334">
                  <c:v>53</c:v>
                </c:pt>
                <c:pt idx="335">
                  <c:v>70</c:v>
                </c:pt>
                <c:pt idx="336">
                  <c:v>50.6</c:v>
                </c:pt>
                <c:pt idx="337">
                  <c:v>58.4</c:v>
                </c:pt>
                <c:pt idx="338">
                  <c:v>56.2</c:v>
                </c:pt>
                <c:pt idx="339">
                  <c:v>123.3</c:v>
                </c:pt>
                <c:pt idx="340">
                  <c:v>42.7</c:v>
                </c:pt>
                <c:pt idx="341">
                  <c:v>42.7</c:v>
                </c:pt>
                <c:pt idx="342">
                  <c:v>54.6</c:v>
                </c:pt>
                <c:pt idx="343">
                  <c:v>91.8</c:v>
                </c:pt>
                <c:pt idx="344">
                  <c:v>115.3</c:v>
                </c:pt>
                <c:pt idx="345">
                  <c:v>50.3</c:v>
                </c:pt>
                <c:pt idx="346">
                  <c:v>74.900000000000006</c:v>
                </c:pt>
                <c:pt idx="347">
                  <c:v>112.5</c:v>
                </c:pt>
                <c:pt idx="348">
                  <c:v>71</c:v>
                </c:pt>
                <c:pt idx="349">
                  <c:v>78.400000000000006</c:v>
                </c:pt>
                <c:pt idx="350">
                  <c:v>42.2</c:v>
                </c:pt>
                <c:pt idx="351">
                  <c:v>122.3</c:v>
                </c:pt>
                <c:pt idx="352">
                  <c:v>89.4</c:v>
                </c:pt>
                <c:pt idx="353">
                  <c:v>51</c:v>
                </c:pt>
                <c:pt idx="354">
                  <c:v>63.1</c:v>
                </c:pt>
                <c:pt idx="355">
                  <c:v>71.2</c:v>
                </c:pt>
                <c:pt idx="356">
                  <c:v>63.7</c:v>
                </c:pt>
                <c:pt idx="357">
                  <c:v>128.4</c:v>
                </c:pt>
                <c:pt idx="358">
                  <c:v>78</c:v>
                </c:pt>
                <c:pt idx="359">
                  <c:v>90.8</c:v>
                </c:pt>
                <c:pt idx="360">
                  <c:v>123.3</c:v>
                </c:pt>
                <c:pt idx="361">
                  <c:v>42.7</c:v>
                </c:pt>
                <c:pt idx="362">
                  <c:v>93.6</c:v>
                </c:pt>
                <c:pt idx="363">
                  <c:v>108.8</c:v>
                </c:pt>
                <c:pt idx="364">
                  <c:v>60.9</c:v>
                </c:pt>
                <c:pt idx="365">
                  <c:v>71.5</c:v>
                </c:pt>
                <c:pt idx="366">
                  <c:v>56.9</c:v>
                </c:pt>
                <c:pt idx="367">
                  <c:v>74.8</c:v>
                </c:pt>
                <c:pt idx="368">
                  <c:v>76.3</c:v>
                </c:pt>
                <c:pt idx="369">
                  <c:v>67.7</c:v>
                </c:pt>
                <c:pt idx="370">
                  <c:v>55.3</c:v>
                </c:pt>
                <c:pt idx="371">
                  <c:v>129.9</c:v>
                </c:pt>
                <c:pt idx="372">
                  <c:v>118.4</c:v>
                </c:pt>
                <c:pt idx="373">
                  <c:v>78.900000000000006</c:v>
                </c:pt>
                <c:pt idx="374">
                  <c:v>75.599999999999994</c:v>
                </c:pt>
                <c:pt idx="375">
                  <c:v>77.3</c:v>
                </c:pt>
                <c:pt idx="376">
                  <c:v>70.2</c:v>
                </c:pt>
                <c:pt idx="377">
                  <c:v>47.2</c:v>
                </c:pt>
                <c:pt idx="378">
                  <c:v>47.7</c:v>
                </c:pt>
                <c:pt idx="379">
                  <c:v>94</c:v>
                </c:pt>
                <c:pt idx="380">
                  <c:v>47.9</c:v>
                </c:pt>
                <c:pt idx="381">
                  <c:v>51.5</c:v>
                </c:pt>
                <c:pt idx="382">
                  <c:v>127.1</c:v>
                </c:pt>
                <c:pt idx="383">
                  <c:v>129.19999999999999</c:v>
                </c:pt>
                <c:pt idx="384">
                  <c:v>70.599999999999994</c:v>
                </c:pt>
                <c:pt idx="385">
                  <c:v>42.8</c:v>
                </c:pt>
                <c:pt idx="386">
                  <c:v>62.9</c:v>
                </c:pt>
                <c:pt idx="387">
                  <c:v>70.7</c:v>
                </c:pt>
                <c:pt idx="388">
                  <c:v>52</c:v>
                </c:pt>
                <c:pt idx="389">
                  <c:v>75.599999999999994</c:v>
                </c:pt>
                <c:pt idx="390">
                  <c:v>96.1</c:v>
                </c:pt>
                <c:pt idx="391">
                  <c:v>40</c:v>
                </c:pt>
                <c:pt idx="392">
                  <c:v>47.1</c:v>
                </c:pt>
                <c:pt idx="393">
                  <c:v>103.5</c:v>
                </c:pt>
                <c:pt idx="394">
                  <c:v>109.7</c:v>
                </c:pt>
                <c:pt idx="395">
                  <c:v>109.6</c:v>
                </c:pt>
                <c:pt idx="396">
                  <c:v>68.900000000000006</c:v>
                </c:pt>
                <c:pt idx="397">
                  <c:v>90.2</c:v>
                </c:pt>
                <c:pt idx="398">
                  <c:v>54.9</c:v>
                </c:pt>
                <c:pt idx="399">
                  <c:v>46.5</c:v>
                </c:pt>
                <c:pt idx="400">
                  <c:v>59.1</c:v>
                </c:pt>
                <c:pt idx="401">
                  <c:v>40.299999999999997</c:v>
                </c:pt>
                <c:pt idx="402">
                  <c:v>63.4</c:v>
                </c:pt>
                <c:pt idx="403">
                  <c:v>59.7</c:v>
                </c:pt>
                <c:pt idx="404">
                  <c:v>49.1</c:v>
                </c:pt>
                <c:pt idx="405">
                  <c:v>44.2</c:v>
                </c:pt>
                <c:pt idx="406">
                  <c:v>58.3</c:v>
                </c:pt>
                <c:pt idx="407">
                  <c:v>63.9</c:v>
                </c:pt>
                <c:pt idx="408">
                  <c:v>59.3</c:v>
                </c:pt>
                <c:pt idx="409">
                  <c:v>55.1</c:v>
                </c:pt>
                <c:pt idx="410">
                  <c:v>64.099999999999994</c:v>
                </c:pt>
                <c:pt idx="411">
                  <c:v>46.8</c:v>
                </c:pt>
                <c:pt idx="412">
                  <c:v>41.1</c:v>
                </c:pt>
                <c:pt idx="413">
                  <c:v>51</c:v>
                </c:pt>
                <c:pt idx="414">
                  <c:v>57.7</c:v>
                </c:pt>
                <c:pt idx="415">
                  <c:v>53.5</c:v>
                </c:pt>
                <c:pt idx="416">
                  <c:v>59.4</c:v>
                </c:pt>
                <c:pt idx="417">
                  <c:v>61.6</c:v>
                </c:pt>
                <c:pt idx="418">
                  <c:v>64</c:v>
                </c:pt>
                <c:pt idx="419">
                  <c:v>51.9</c:v>
                </c:pt>
                <c:pt idx="420">
                  <c:v>58.3</c:v>
                </c:pt>
                <c:pt idx="421">
                  <c:v>61.9</c:v>
                </c:pt>
                <c:pt idx="422">
                  <c:v>64.2</c:v>
                </c:pt>
                <c:pt idx="423">
                  <c:v>62.6</c:v>
                </c:pt>
                <c:pt idx="424">
                  <c:v>64.5</c:v>
                </c:pt>
                <c:pt idx="425">
                  <c:v>62.5</c:v>
                </c:pt>
                <c:pt idx="426">
                  <c:v>64.3</c:v>
                </c:pt>
                <c:pt idx="427">
                  <c:v>46.2</c:v>
                </c:pt>
                <c:pt idx="428">
                  <c:v>44.1</c:v>
                </c:pt>
                <c:pt idx="429">
                  <c:v>64.400000000000006</c:v>
                </c:pt>
                <c:pt idx="430">
                  <c:v>46.1</c:v>
                </c:pt>
                <c:pt idx="431">
                  <c:v>64.8</c:v>
                </c:pt>
                <c:pt idx="432">
                  <c:v>61.8</c:v>
                </c:pt>
                <c:pt idx="433">
                  <c:v>53.9</c:v>
                </c:pt>
                <c:pt idx="434">
                  <c:v>64.900000000000006</c:v>
                </c:pt>
                <c:pt idx="435">
                  <c:v>64.400000000000006</c:v>
                </c:pt>
                <c:pt idx="436">
                  <c:v>44.6</c:v>
                </c:pt>
                <c:pt idx="437">
                  <c:v>44.8</c:v>
                </c:pt>
                <c:pt idx="438">
                  <c:v>51.8</c:v>
                </c:pt>
                <c:pt idx="439">
                  <c:v>65.400000000000006</c:v>
                </c:pt>
                <c:pt idx="440">
                  <c:v>53.7</c:v>
                </c:pt>
                <c:pt idx="441">
                  <c:v>84.2</c:v>
                </c:pt>
                <c:pt idx="442">
                  <c:v>76.7</c:v>
                </c:pt>
                <c:pt idx="443">
                  <c:v>63.2</c:v>
                </c:pt>
                <c:pt idx="444">
                  <c:v>56.2</c:v>
                </c:pt>
                <c:pt idx="445">
                  <c:v>70.5</c:v>
                </c:pt>
                <c:pt idx="446">
                  <c:v>85.9</c:v>
                </c:pt>
                <c:pt idx="447">
                  <c:v>78</c:v>
                </c:pt>
                <c:pt idx="448">
                  <c:v>55.6</c:v>
                </c:pt>
                <c:pt idx="449">
                  <c:v>58.5</c:v>
                </c:pt>
                <c:pt idx="450">
                  <c:v>70.900000000000006</c:v>
                </c:pt>
                <c:pt idx="451">
                  <c:v>71.2</c:v>
                </c:pt>
                <c:pt idx="452">
                  <c:v>72.400000000000006</c:v>
                </c:pt>
                <c:pt idx="453">
                  <c:v>51.1</c:v>
                </c:pt>
                <c:pt idx="454">
                  <c:v>69.2</c:v>
                </c:pt>
                <c:pt idx="455">
                  <c:v>56.2</c:v>
                </c:pt>
                <c:pt idx="456">
                  <c:v>83.6</c:v>
                </c:pt>
                <c:pt idx="457">
                  <c:v>57.1</c:v>
                </c:pt>
                <c:pt idx="458">
                  <c:v>40</c:v>
                </c:pt>
                <c:pt idx="459">
                  <c:v>68.099999999999994</c:v>
                </c:pt>
                <c:pt idx="460">
                  <c:v>57.4</c:v>
                </c:pt>
                <c:pt idx="461">
                  <c:v>49.1</c:v>
                </c:pt>
                <c:pt idx="462">
                  <c:v>67.7</c:v>
                </c:pt>
                <c:pt idx="463">
                  <c:v>88.4</c:v>
                </c:pt>
                <c:pt idx="464">
                  <c:v>59.4</c:v>
                </c:pt>
                <c:pt idx="465">
                  <c:v>72.099999999999994</c:v>
                </c:pt>
                <c:pt idx="466">
                  <c:v>65.3</c:v>
                </c:pt>
                <c:pt idx="467">
                  <c:v>55.6</c:v>
                </c:pt>
                <c:pt idx="468">
                  <c:v>71.3</c:v>
                </c:pt>
                <c:pt idx="469">
                  <c:v>73.5</c:v>
                </c:pt>
                <c:pt idx="470">
                  <c:v>45.1</c:v>
                </c:pt>
                <c:pt idx="471">
                  <c:v>85.6</c:v>
                </c:pt>
                <c:pt idx="472">
                  <c:v>63.7</c:v>
                </c:pt>
                <c:pt idx="473">
                  <c:v>87</c:v>
                </c:pt>
                <c:pt idx="474">
                  <c:v>85.8</c:v>
                </c:pt>
                <c:pt idx="475">
                  <c:v>71.8</c:v>
                </c:pt>
                <c:pt idx="476">
                  <c:v>72.099999999999994</c:v>
                </c:pt>
                <c:pt idx="477">
                  <c:v>56.3</c:v>
                </c:pt>
                <c:pt idx="478">
                  <c:v>69.599999999999994</c:v>
                </c:pt>
                <c:pt idx="479">
                  <c:v>84.9</c:v>
                </c:pt>
                <c:pt idx="480">
                  <c:v>88.2</c:v>
                </c:pt>
                <c:pt idx="481">
                  <c:v>42.9</c:v>
                </c:pt>
                <c:pt idx="482">
                  <c:v>72.2</c:v>
                </c:pt>
                <c:pt idx="483">
                  <c:v>49.9</c:v>
                </c:pt>
                <c:pt idx="484">
                  <c:v>72.900000000000006</c:v>
                </c:pt>
                <c:pt idx="485">
                  <c:v>68.599999999999994</c:v>
                </c:pt>
                <c:pt idx="486">
                  <c:v>64.900000000000006</c:v>
                </c:pt>
                <c:pt idx="487">
                  <c:v>70.400000000000006</c:v>
                </c:pt>
                <c:pt idx="488">
                  <c:v>77.400000000000006</c:v>
                </c:pt>
                <c:pt idx="489">
                  <c:v>44.1</c:v>
                </c:pt>
                <c:pt idx="490">
                  <c:v>86.3</c:v>
                </c:pt>
                <c:pt idx="491">
                  <c:v>76.7</c:v>
                </c:pt>
                <c:pt idx="492">
                  <c:v>87.1</c:v>
                </c:pt>
                <c:pt idx="493">
                  <c:v>79.7</c:v>
                </c:pt>
                <c:pt idx="494">
                  <c:v>87.5</c:v>
                </c:pt>
                <c:pt idx="495">
                  <c:v>85.9</c:v>
                </c:pt>
                <c:pt idx="496">
                  <c:v>42.1</c:v>
                </c:pt>
                <c:pt idx="497">
                  <c:v>86.2</c:v>
                </c:pt>
                <c:pt idx="498">
                  <c:v>88.4</c:v>
                </c:pt>
                <c:pt idx="499">
                  <c:v>86.7</c:v>
                </c:pt>
                <c:pt idx="500">
                  <c:v>86.7</c:v>
                </c:pt>
                <c:pt idx="501">
                  <c:v>58.2</c:v>
                </c:pt>
                <c:pt idx="502">
                  <c:v>89.3</c:v>
                </c:pt>
                <c:pt idx="503">
                  <c:v>86.1</c:v>
                </c:pt>
                <c:pt idx="504">
                  <c:v>61</c:v>
                </c:pt>
                <c:pt idx="505">
                  <c:v>82.8</c:v>
                </c:pt>
                <c:pt idx="506">
                  <c:v>48</c:v>
                </c:pt>
                <c:pt idx="507">
                  <c:v>88.5</c:v>
                </c:pt>
                <c:pt idx="508">
                  <c:v>72.2</c:v>
                </c:pt>
                <c:pt idx="509">
                  <c:v>87.8</c:v>
                </c:pt>
                <c:pt idx="510">
                  <c:v>79.599999999999994</c:v>
                </c:pt>
                <c:pt idx="511">
                  <c:v>44.1</c:v>
                </c:pt>
                <c:pt idx="512">
                  <c:v>70.3</c:v>
                </c:pt>
                <c:pt idx="513">
                  <c:v>85.3</c:v>
                </c:pt>
                <c:pt idx="514">
                  <c:v>60.2</c:v>
                </c:pt>
                <c:pt idx="515">
                  <c:v>46.6</c:v>
                </c:pt>
                <c:pt idx="516">
                  <c:v>88.2</c:v>
                </c:pt>
                <c:pt idx="517">
                  <c:v>86.9</c:v>
                </c:pt>
                <c:pt idx="518">
                  <c:v>81.400000000000006</c:v>
                </c:pt>
                <c:pt idx="519">
                  <c:v>75.599999999999994</c:v>
                </c:pt>
                <c:pt idx="520">
                  <c:v>68.5</c:v>
                </c:pt>
                <c:pt idx="521">
                  <c:v>82.5</c:v>
                </c:pt>
                <c:pt idx="522">
                  <c:v>89.6</c:v>
                </c:pt>
                <c:pt idx="523">
                  <c:v>48.7</c:v>
                </c:pt>
                <c:pt idx="524">
                  <c:v>49.7</c:v>
                </c:pt>
                <c:pt idx="525">
                  <c:v>70.3</c:v>
                </c:pt>
                <c:pt idx="526">
                  <c:v>62.9</c:v>
                </c:pt>
                <c:pt idx="527">
                  <c:v>46.1</c:v>
                </c:pt>
                <c:pt idx="528">
                  <c:v>68.5</c:v>
                </c:pt>
                <c:pt idx="529">
                  <c:v>52.2</c:v>
                </c:pt>
                <c:pt idx="530">
                  <c:v>85.6</c:v>
                </c:pt>
                <c:pt idx="531">
                  <c:v>88.4</c:v>
                </c:pt>
                <c:pt idx="532">
                  <c:v>43.4</c:v>
                </c:pt>
                <c:pt idx="533">
                  <c:v>69.3</c:v>
                </c:pt>
                <c:pt idx="534">
                  <c:v>56.3</c:v>
                </c:pt>
                <c:pt idx="535">
                  <c:v>85.2</c:v>
                </c:pt>
                <c:pt idx="536">
                  <c:v>85.5</c:v>
                </c:pt>
                <c:pt idx="537">
                  <c:v>83.9</c:v>
                </c:pt>
                <c:pt idx="538">
                  <c:v>43.8</c:v>
                </c:pt>
                <c:pt idx="539">
                  <c:v>65.900000000000006</c:v>
                </c:pt>
                <c:pt idx="540">
                  <c:v>82.3</c:v>
                </c:pt>
                <c:pt idx="541">
                  <c:v>46.9</c:v>
                </c:pt>
                <c:pt idx="542">
                  <c:v>88</c:v>
                </c:pt>
                <c:pt idx="543">
                  <c:v>45.9</c:v>
                </c:pt>
                <c:pt idx="544">
                  <c:v>85.6</c:v>
                </c:pt>
                <c:pt idx="545">
                  <c:v>67.5</c:v>
                </c:pt>
                <c:pt idx="546">
                  <c:v>80.8</c:v>
                </c:pt>
                <c:pt idx="547">
                  <c:v>80.5</c:v>
                </c:pt>
                <c:pt idx="548">
                  <c:v>47.8</c:v>
                </c:pt>
                <c:pt idx="549">
                  <c:v>70.2</c:v>
                </c:pt>
                <c:pt idx="550">
                  <c:v>50.4</c:v>
                </c:pt>
                <c:pt idx="551">
                  <c:v>81</c:v>
                </c:pt>
                <c:pt idx="552">
                  <c:v>70.099999999999994</c:v>
                </c:pt>
                <c:pt idx="553">
                  <c:v>87.9</c:v>
                </c:pt>
                <c:pt idx="554">
                  <c:v>64</c:v>
                </c:pt>
                <c:pt idx="555">
                  <c:v>81.5</c:v>
                </c:pt>
                <c:pt idx="556">
                  <c:v>72.7</c:v>
                </c:pt>
                <c:pt idx="557">
                  <c:v>74.3</c:v>
                </c:pt>
                <c:pt idx="558">
                  <c:v>80.7</c:v>
                </c:pt>
                <c:pt idx="559">
                  <c:v>40.5</c:v>
                </c:pt>
                <c:pt idx="560">
                  <c:v>89.3</c:v>
                </c:pt>
                <c:pt idx="561">
                  <c:v>71.3</c:v>
                </c:pt>
                <c:pt idx="562">
                  <c:v>65.7</c:v>
                </c:pt>
                <c:pt idx="563">
                  <c:v>79.400000000000006</c:v>
                </c:pt>
                <c:pt idx="564">
                  <c:v>55.7</c:v>
                </c:pt>
                <c:pt idx="565">
                  <c:v>79.2</c:v>
                </c:pt>
                <c:pt idx="566">
                  <c:v>88.5</c:v>
                </c:pt>
                <c:pt idx="567">
                  <c:v>45.2</c:v>
                </c:pt>
                <c:pt idx="568">
                  <c:v>88</c:v>
                </c:pt>
                <c:pt idx="569">
                  <c:v>82.5</c:v>
                </c:pt>
                <c:pt idx="570">
                  <c:v>57.2</c:v>
                </c:pt>
                <c:pt idx="571">
                  <c:v>80.3</c:v>
                </c:pt>
                <c:pt idx="572">
                  <c:v>88.3</c:v>
                </c:pt>
                <c:pt idx="573">
                  <c:v>85.5</c:v>
                </c:pt>
                <c:pt idx="574">
                  <c:v>66.8</c:v>
                </c:pt>
                <c:pt idx="575">
                  <c:v>71.900000000000006</c:v>
                </c:pt>
                <c:pt idx="576">
                  <c:v>64.3</c:v>
                </c:pt>
                <c:pt idx="577">
                  <c:v>65.2</c:v>
                </c:pt>
                <c:pt idx="578">
                  <c:v>84.9</c:v>
                </c:pt>
                <c:pt idx="579">
                  <c:v>48.8</c:v>
                </c:pt>
                <c:pt idx="580">
                  <c:v>66.099999999999994</c:v>
                </c:pt>
                <c:pt idx="581">
                  <c:v>59.5</c:v>
                </c:pt>
                <c:pt idx="582">
                  <c:v>55.4</c:v>
                </c:pt>
                <c:pt idx="583">
                  <c:v>82.7</c:v>
                </c:pt>
                <c:pt idx="584">
                  <c:v>86.1</c:v>
                </c:pt>
                <c:pt idx="585">
                  <c:v>69.3</c:v>
                </c:pt>
                <c:pt idx="586">
                  <c:v>94.1</c:v>
                </c:pt>
                <c:pt idx="587">
                  <c:v>62</c:v>
                </c:pt>
                <c:pt idx="588">
                  <c:v>58</c:v>
                </c:pt>
                <c:pt idx="589">
                  <c:v>48.4</c:v>
                </c:pt>
                <c:pt idx="590">
                  <c:v>72.900000000000006</c:v>
                </c:pt>
                <c:pt idx="591">
                  <c:v>60.3</c:v>
                </c:pt>
                <c:pt idx="592">
                  <c:v>74.599999999999994</c:v>
                </c:pt>
                <c:pt idx="593">
                  <c:v>50.4</c:v>
                </c:pt>
                <c:pt idx="594">
                  <c:v>65.2</c:v>
                </c:pt>
                <c:pt idx="595">
                  <c:v>82.1</c:v>
                </c:pt>
                <c:pt idx="596">
                  <c:v>89.3</c:v>
                </c:pt>
                <c:pt idx="597">
                  <c:v>59.1</c:v>
                </c:pt>
                <c:pt idx="598">
                  <c:v>72.3</c:v>
                </c:pt>
                <c:pt idx="599">
                  <c:v>84.8</c:v>
                </c:pt>
                <c:pt idx="600">
                  <c:v>63.8</c:v>
                </c:pt>
                <c:pt idx="601">
                  <c:v>55.4</c:v>
                </c:pt>
                <c:pt idx="602">
                  <c:v>57.5</c:v>
                </c:pt>
                <c:pt idx="603">
                  <c:v>70.900000000000006</c:v>
                </c:pt>
                <c:pt idx="604">
                  <c:v>70.2</c:v>
                </c:pt>
                <c:pt idx="605">
                  <c:v>66.900000000000006</c:v>
                </c:pt>
                <c:pt idx="606">
                  <c:v>51.4</c:v>
                </c:pt>
                <c:pt idx="607">
                  <c:v>56.9</c:v>
                </c:pt>
                <c:pt idx="608">
                  <c:v>82.5</c:v>
                </c:pt>
                <c:pt idx="609">
                  <c:v>58.1</c:v>
                </c:pt>
                <c:pt idx="610">
                  <c:v>68</c:v>
                </c:pt>
                <c:pt idx="611">
                  <c:v>66.099999999999994</c:v>
                </c:pt>
                <c:pt idx="612">
                  <c:v>69.3</c:v>
                </c:pt>
                <c:pt idx="613">
                  <c:v>69.7</c:v>
                </c:pt>
                <c:pt idx="614">
                  <c:v>82.3</c:v>
                </c:pt>
                <c:pt idx="615">
                  <c:v>52.1</c:v>
                </c:pt>
                <c:pt idx="616">
                  <c:v>65.5</c:v>
                </c:pt>
                <c:pt idx="617">
                  <c:v>85.4</c:v>
                </c:pt>
                <c:pt idx="618">
                  <c:v>56.8</c:v>
                </c:pt>
                <c:pt idx="619">
                  <c:v>74.2</c:v>
                </c:pt>
                <c:pt idx="620">
                  <c:v>78</c:v>
                </c:pt>
                <c:pt idx="621">
                  <c:v>63.7</c:v>
                </c:pt>
                <c:pt idx="622">
                  <c:v>63.3</c:v>
                </c:pt>
                <c:pt idx="623">
                  <c:v>73</c:v>
                </c:pt>
                <c:pt idx="624">
                  <c:v>53.7</c:v>
                </c:pt>
                <c:pt idx="625">
                  <c:v>87.5</c:v>
                </c:pt>
                <c:pt idx="626">
                  <c:v>65.400000000000006</c:v>
                </c:pt>
                <c:pt idx="627">
                  <c:v>88.8</c:v>
                </c:pt>
                <c:pt idx="628">
                  <c:v>53.1</c:v>
                </c:pt>
                <c:pt idx="629">
                  <c:v>56.5</c:v>
                </c:pt>
                <c:pt idx="630">
                  <c:v>63</c:v>
                </c:pt>
                <c:pt idx="631">
                  <c:v>52.6</c:v>
                </c:pt>
                <c:pt idx="632">
                  <c:v>58.2</c:v>
                </c:pt>
                <c:pt idx="633">
                  <c:v>76.599999999999994</c:v>
                </c:pt>
                <c:pt idx="634">
                  <c:v>57.2</c:v>
                </c:pt>
                <c:pt idx="635">
                  <c:v>63.9</c:v>
                </c:pt>
                <c:pt idx="636">
                  <c:v>55.3</c:v>
                </c:pt>
                <c:pt idx="637">
                  <c:v>49.3</c:v>
                </c:pt>
                <c:pt idx="638">
                  <c:v>53.6</c:v>
                </c:pt>
                <c:pt idx="639">
                  <c:v>79.2</c:v>
                </c:pt>
                <c:pt idx="640">
                  <c:v>75.8</c:v>
                </c:pt>
                <c:pt idx="641">
                  <c:v>71.7</c:v>
                </c:pt>
                <c:pt idx="642">
                  <c:v>56.7</c:v>
                </c:pt>
                <c:pt idx="643">
                  <c:v>75.099999999999994</c:v>
                </c:pt>
                <c:pt idx="644">
                  <c:v>79.3</c:v>
                </c:pt>
                <c:pt idx="645">
                  <c:v>56.5</c:v>
                </c:pt>
                <c:pt idx="646">
                  <c:v>55.8</c:v>
                </c:pt>
                <c:pt idx="647">
                  <c:v>64.2</c:v>
                </c:pt>
                <c:pt idx="648">
                  <c:v>64.7</c:v>
                </c:pt>
                <c:pt idx="649">
                  <c:v>76.900000000000006</c:v>
                </c:pt>
                <c:pt idx="650">
                  <c:v>73.3</c:v>
                </c:pt>
                <c:pt idx="651">
                  <c:v>73.099999999999994</c:v>
                </c:pt>
                <c:pt idx="652">
                  <c:v>55.7</c:v>
                </c:pt>
                <c:pt idx="653">
                  <c:v>51.8</c:v>
                </c:pt>
                <c:pt idx="654">
                  <c:v>66.5</c:v>
                </c:pt>
                <c:pt idx="655">
                  <c:v>64.2</c:v>
                </c:pt>
                <c:pt idx="656">
                  <c:v>60.4</c:v>
                </c:pt>
                <c:pt idx="657">
                  <c:v>88.5</c:v>
                </c:pt>
                <c:pt idx="658">
                  <c:v>68.3</c:v>
                </c:pt>
                <c:pt idx="659">
                  <c:v>79.7</c:v>
                </c:pt>
                <c:pt idx="660">
                  <c:v>85</c:v>
                </c:pt>
                <c:pt idx="661">
                  <c:v>62.6</c:v>
                </c:pt>
                <c:pt idx="662">
                  <c:v>54.7</c:v>
                </c:pt>
                <c:pt idx="663">
                  <c:v>51</c:v>
                </c:pt>
                <c:pt idx="664">
                  <c:v>68.2</c:v>
                </c:pt>
                <c:pt idx="665">
                  <c:v>64.400000000000006</c:v>
                </c:pt>
                <c:pt idx="666">
                  <c:v>65.400000000000006</c:v>
                </c:pt>
                <c:pt idx="667">
                  <c:v>73</c:v>
                </c:pt>
                <c:pt idx="668">
                  <c:v>86.2</c:v>
                </c:pt>
                <c:pt idx="669">
                  <c:v>60.1</c:v>
                </c:pt>
                <c:pt idx="670">
                  <c:v>87.6</c:v>
                </c:pt>
                <c:pt idx="671">
                  <c:v>85.3</c:v>
                </c:pt>
                <c:pt idx="672">
                  <c:v>52</c:v>
                </c:pt>
                <c:pt idx="673">
                  <c:v>89</c:v>
                </c:pt>
                <c:pt idx="674">
                  <c:v>61.9</c:v>
                </c:pt>
                <c:pt idx="675">
                  <c:v>68.099999999999994</c:v>
                </c:pt>
                <c:pt idx="676">
                  <c:v>41.9</c:v>
                </c:pt>
                <c:pt idx="677">
                  <c:v>71.3</c:v>
                </c:pt>
                <c:pt idx="678">
                  <c:v>75.599999999999994</c:v>
                </c:pt>
                <c:pt idx="679">
                  <c:v>74.599999999999994</c:v>
                </c:pt>
                <c:pt idx="680">
                  <c:v>40.4</c:v>
                </c:pt>
                <c:pt idx="681">
                  <c:v>87.1</c:v>
                </c:pt>
                <c:pt idx="682">
                  <c:v>73.5</c:v>
                </c:pt>
                <c:pt idx="683">
                  <c:v>89.6</c:v>
                </c:pt>
                <c:pt idx="684">
                  <c:v>49.9</c:v>
                </c:pt>
                <c:pt idx="685">
                  <c:v>57.8</c:v>
                </c:pt>
                <c:pt idx="686">
                  <c:v>78.900000000000006</c:v>
                </c:pt>
                <c:pt idx="687">
                  <c:v>55.1</c:v>
                </c:pt>
                <c:pt idx="688">
                  <c:v>72.400000000000006</c:v>
                </c:pt>
                <c:pt idx="689">
                  <c:v>69.7</c:v>
                </c:pt>
                <c:pt idx="690">
                  <c:v>80.599999999999994</c:v>
                </c:pt>
                <c:pt idx="691">
                  <c:v>70.8</c:v>
                </c:pt>
                <c:pt idx="692">
                  <c:v>87.2</c:v>
                </c:pt>
                <c:pt idx="693">
                  <c:v>55.2</c:v>
                </c:pt>
                <c:pt idx="694">
                  <c:v>71.400000000000006</c:v>
                </c:pt>
                <c:pt idx="695">
                  <c:v>58.1</c:v>
                </c:pt>
                <c:pt idx="696">
                  <c:v>55.6</c:v>
                </c:pt>
                <c:pt idx="697">
                  <c:v>81.7</c:v>
                </c:pt>
                <c:pt idx="698">
                  <c:v>80.8</c:v>
                </c:pt>
                <c:pt idx="699">
                  <c:v>62.2</c:v>
                </c:pt>
                <c:pt idx="700">
                  <c:v>58</c:v>
                </c:pt>
                <c:pt idx="701">
                  <c:v>69.099999999999994</c:v>
                </c:pt>
                <c:pt idx="702">
                  <c:v>45.7</c:v>
                </c:pt>
                <c:pt idx="703">
                  <c:v>62</c:v>
                </c:pt>
                <c:pt idx="704">
                  <c:v>85.5</c:v>
                </c:pt>
                <c:pt idx="705">
                  <c:v>52.6</c:v>
                </c:pt>
                <c:pt idx="706">
                  <c:v>53</c:v>
                </c:pt>
                <c:pt idx="707">
                  <c:v>88.5</c:v>
                </c:pt>
                <c:pt idx="708">
                  <c:v>71</c:v>
                </c:pt>
                <c:pt idx="709">
                  <c:v>75.2</c:v>
                </c:pt>
                <c:pt idx="710">
                  <c:v>61.6</c:v>
                </c:pt>
                <c:pt idx="711">
                  <c:v>83.4</c:v>
                </c:pt>
                <c:pt idx="712">
                  <c:v>77.7</c:v>
                </c:pt>
                <c:pt idx="713">
                  <c:v>48.7</c:v>
                </c:pt>
                <c:pt idx="714">
                  <c:v>86.6</c:v>
                </c:pt>
                <c:pt idx="715">
                  <c:v>57.9</c:v>
                </c:pt>
                <c:pt idx="716">
                  <c:v>82.4</c:v>
                </c:pt>
                <c:pt idx="717">
                  <c:v>83.1</c:v>
                </c:pt>
                <c:pt idx="718">
                  <c:v>101</c:v>
                </c:pt>
                <c:pt idx="719">
                  <c:v>44.8</c:v>
                </c:pt>
                <c:pt idx="720">
                  <c:v>69.2</c:v>
                </c:pt>
                <c:pt idx="721">
                  <c:v>63.2</c:v>
                </c:pt>
                <c:pt idx="722">
                  <c:v>87</c:v>
                </c:pt>
                <c:pt idx="723">
                  <c:v>78.8</c:v>
                </c:pt>
                <c:pt idx="724">
                  <c:v>91.5</c:v>
                </c:pt>
                <c:pt idx="725">
                  <c:v>93</c:v>
                </c:pt>
                <c:pt idx="726">
                  <c:v>40.9</c:v>
                </c:pt>
                <c:pt idx="727">
                  <c:v>49</c:v>
                </c:pt>
                <c:pt idx="728">
                  <c:v>113.6</c:v>
                </c:pt>
                <c:pt idx="729">
                  <c:v>75.7</c:v>
                </c:pt>
                <c:pt idx="730">
                  <c:v>95.2</c:v>
                </c:pt>
                <c:pt idx="731">
                  <c:v>102.1</c:v>
                </c:pt>
                <c:pt idx="732">
                  <c:v>95.1</c:v>
                </c:pt>
                <c:pt idx="733">
                  <c:v>66.900000000000006</c:v>
                </c:pt>
                <c:pt idx="734">
                  <c:v>101.5</c:v>
                </c:pt>
                <c:pt idx="735">
                  <c:v>87.3</c:v>
                </c:pt>
                <c:pt idx="736">
                  <c:v>70.3</c:v>
                </c:pt>
                <c:pt idx="737">
                  <c:v>63.7</c:v>
                </c:pt>
                <c:pt idx="738">
                  <c:v>45.5</c:v>
                </c:pt>
                <c:pt idx="739">
                  <c:v>59.7</c:v>
                </c:pt>
                <c:pt idx="740">
                  <c:v>73.7</c:v>
                </c:pt>
                <c:pt idx="741">
                  <c:v>108.6</c:v>
                </c:pt>
                <c:pt idx="742">
                  <c:v>94.6</c:v>
                </c:pt>
                <c:pt idx="743">
                  <c:v>55</c:v>
                </c:pt>
                <c:pt idx="744">
                  <c:v>61.5</c:v>
                </c:pt>
                <c:pt idx="745">
                  <c:v>71.7</c:v>
                </c:pt>
                <c:pt idx="746">
                  <c:v>84.8</c:v>
                </c:pt>
                <c:pt idx="747">
                  <c:v>42.3</c:v>
                </c:pt>
                <c:pt idx="748">
                  <c:v>57.3</c:v>
                </c:pt>
                <c:pt idx="749">
                  <c:v>45.2</c:v>
                </c:pt>
                <c:pt idx="750">
                  <c:v>63.5</c:v>
                </c:pt>
                <c:pt idx="751">
                  <c:v>81.7</c:v>
                </c:pt>
                <c:pt idx="752">
                  <c:v>76.7</c:v>
                </c:pt>
                <c:pt idx="753">
                  <c:v>80</c:v>
                </c:pt>
                <c:pt idx="754">
                  <c:v>72.3</c:v>
                </c:pt>
                <c:pt idx="755">
                  <c:v>62.1</c:v>
                </c:pt>
                <c:pt idx="756">
                  <c:v>45.4</c:v>
                </c:pt>
                <c:pt idx="757">
                  <c:v>82.1</c:v>
                </c:pt>
                <c:pt idx="758">
                  <c:v>81.400000000000006</c:v>
                </c:pt>
                <c:pt idx="759">
                  <c:v>50.7</c:v>
                </c:pt>
                <c:pt idx="760">
                  <c:v>55.2</c:v>
                </c:pt>
                <c:pt idx="761">
                  <c:v>50.6</c:v>
                </c:pt>
                <c:pt idx="762">
                  <c:v>102.8</c:v>
                </c:pt>
                <c:pt idx="763">
                  <c:v>69</c:v>
                </c:pt>
                <c:pt idx="764">
                  <c:v>73.2</c:v>
                </c:pt>
                <c:pt idx="765">
                  <c:v>42.8</c:v>
                </c:pt>
                <c:pt idx="766">
                  <c:v>66.599999999999994</c:v>
                </c:pt>
                <c:pt idx="767">
                  <c:v>62.5</c:v>
                </c:pt>
                <c:pt idx="768">
                  <c:v>51.7</c:v>
                </c:pt>
                <c:pt idx="769">
                  <c:v>60.6</c:v>
                </c:pt>
                <c:pt idx="770">
                  <c:v>76.400000000000006</c:v>
                </c:pt>
                <c:pt idx="771">
                  <c:v>68.3</c:v>
                </c:pt>
                <c:pt idx="772">
                  <c:v>121.7</c:v>
                </c:pt>
                <c:pt idx="773">
                  <c:v>117.7</c:v>
                </c:pt>
                <c:pt idx="774">
                  <c:v>48.2</c:v>
                </c:pt>
                <c:pt idx="775">
                  <c:v>61</c:v>
                </c:pt>
                <c:pt idx="776">
                  <c:v>67.900000000000006</c:v>
                </c:pt>
                <c:pt idx="777">
                  <c:v>120.9</c:v>
                </c:pt>
                <c:pt idx="778">
                  <c:v>47.8</c:v>
                </c:pt>
                <c:pt idx="779">
                  <c:v>108.2</c:v>
                </c:pt>
                <c:pt idx="780">
                  <c:v>78.3</c:v>
                </c:pt>
                <c:pt idx="781">
                  <c:v>48.2</c:v>
                </c:pt>
                <c:pt idx="782">
                  <c:v>113.2</c:v>
                </c:pt>
                <c:pt idx="783">
                  <c:v>61.2</c:v>
                </c:pt>
                <c:pt idx="784">
                  <c:v>48.3</c:v>
                </c:pt>
                <c:pt idx="785">
                  <c:v>42.7</c:v>
                </c:pt>
                <c:pt idx="786">
                  <c:v>71.599999999999994</c:v>
                </c:pt>
                <c:pt idx="787">
                  <c:v>63</c:v>
                </c:pt>
                <c:pt idx="788">
                  <c:v>58.2</c:v>
                </c:pt>
                <c:pt idx="789">
                  <c:v>55.2</c:v>
                </c:pt>
                <c:pt idx="790">
                  <c:v>64.8</c:v>
                </c:pt>
                <c:pt idx="791">
                  <c:v>60.7</c:v>
                </c:pt>
                <c:pt idx="792">
                  <c:v>124.2</c:v>
                </c:pt>
                <c:pt idx="793">
                  <c:v>122.1</c:v>
                </c:pt>
                <c:pt idx="794">
                  <c:v>60.4</c:v>
                </c:pt>
                <c:pt idx="795">
                  <c:v>129.5</c:v>
                </c:pt>
                <c:pt idx="796">
                  <c:v>125.2</c:v>
                </c:pt>
                <c:pt idx="797">
                  <c:v>68.2</c:v>
                </c:pt>
                <c:pt idx="798">
                  <c:v>115.3</c:v>
                </c:pt>
                <c:pt idx="799">
                  <c:v>53.8</c:v>
                </c:pt>
                <c:pt idx="800">
                  <c:v>66.3</c:v>
                </c:pt>
                <c:pt idx="801">
                  <c:v>45.9</c:v>
                </c:pt>
                <c:pt idx="802">
                  <c:v>44.7</c:v>
                </c:pt>
                <c:pt idx="803">
                  <c:v>72.7</c:v>
                </c:pt>
                <c:pt idx="804">
                  <c:v>62.8</c:v>
                </c:pt>
                <c:pt idx="805">
                  <c:v>108.6</c:v>
                </c:pt>
                <c:pt idx="806">
                  <c:v>117</c:v>
                </c:pt>
                <c:pt idx="807">
                  <c:v>81.400000000000006</c:v>
                </c:pt>
                <c:pt idx="808">
                  <c:v>41.6</c:v>
                </c:pt>
                <c:pt idx="809">
                  <c:v>56.6</c:v>
                </c:pt>
                <c:pt idx="810">
                  <c:v>73.400000000000006</c:v>
                </c:pt>
                <c:pt idx="811">
                  <c:v>105.3</c:v>
                </c:pt>
                <c:pt idx="812">
                  <c:v>96.3</c:v>
                </c:pt>
                <c:pt idx="813">
                  <c:v>57.9</c:v>
                </c:pt>
                <c:pt idx="814">
                  <c:v>63.6</c:v>
                </c:pt>
                <c:pt idx="815">
                  <c:v>106.5</c:v>
                </c:pt>
                <c:pt idx="816">
                  <c:v>112.4</c:v>
                </c:pt>
                <c:pt idx="817">
                  <c:v>58</c:v>
                </c:pt>
                <c:pt idx="818">
                  <c:v>51.7</c:v>
                </c:pt>
                <c:pt idx="819">
                  <c:v>106.5</c:v>
                </c:pt>
                <c:pt idx="820">
                  <c:v>43.8</c:v>
                </c:pt>
                <c:pt idx="821">
                  <c:v>111.5</c:v>
                </c:pt>
                <c:pt idx="822">
                  <c:v>50.2</c:v>
                </c:pt>
                <c:pt idx="823">
                  <c:v>59.3</c:v>
                </c:pt>
                <c:pt idx="824">
                  <c:v>52.4</c:v>
                </c:pt>
                <c:pt idx="825">
                  <c:v>61</c:v>
                </c:pt>
                <c:pt idx="826">
                  <c:v>120.5</c:v>
                </c:pt>
                <c:pt idx="827">
                  <c:v>56.4</c:v>
                </c:pt>
                <c:pt idx="828">
                  <c:v>121.6</c:v>
                </c:pt>
                <c:pt idx="829">
                  <c:v>86</c:v>
                </c:pt>
                <c:pt idx="830">
                  <c:v>102.6</c:v>
                </c:pt>
                <c:pt idx="831">
                  <c:v>101</c:v>
                </c:pt>
                <c:pt idx="832">
                  <c:v>67</c:v>
                </c:pt>
                <c:pt idx="833">
                  <c:v>108</c:v>
                </c:pt>
                <c:pt idx="834">
                  <c:v>82.8</c:v>
                </c:pt>
                <c:pt idx="835">
                  <c:v>123.8</c:v>
                </c:pt>
                <c:pt idx="836">
                  <c:v>65.099999999999994</c:v>
                </c:pt>
                <c:pt idx="837">
                  <c:v>46.6</c:v>
                </c:pt>
                <c:pt idx="838">
                  <c:v>40.4</c:v>
                </c:pt>
                <c:pt idx="839">
                  <c:v>69.5</c:v>
                </c:pt>
                <c:pt idx="840">
                  <c:v>110.7</c:v>
                </c:pt>
                <c:pt idx="841">
                  <c:v>102.6</c:v>
                </c:pt>
                <c:pt idx="842">
                  <c:v>63</c:v>
                </c:pt>
                <c:pt idx="843">
                  <c:v>52.9</c:v>
                </c:pt>
                <c:pt idx="844">
                  <c:v>51.1</c:v>
                </c:pt>
                <c:pt idx="845">
                  <c:v>116.8</c:v>
                </c:pt>
                <c:pt idx="846">
                  <c:v>82.2</c:v>
                </c:pt>
                <c:pt idx="847">
                  <c:v>55.1</c:v>
                </c:pt>
                <c:pt idx="848">
                  <c:v>93.7</c:v>
                </c:pt>
                <c:pt idx="849">
                  <c:v>47.8</c:v>
                </c:pt>
                <c:pt idx="850">
                  <c:v>90</c:v>
                </c:pt>
                <c:pt idx="851">
                  <c:v>58.9</c:v>
                </c:pt>
                <c:pt idx="852">
                  <c:v>51.5</c:v>
                </c:pt>
                <c:pt idx="853">
                  <c:v>102.1</c:v>
                </c:pt>
                <c:pt idx="854">
                  <c:v>77.7</c:v>
                </c:pt>
                <c:pt idx="855">
                  <c:v>78.400000000000006</c:v>
                </c:pt>
                <c:pt idx="856">
                  <c:v>63.1</c:v>
                </c:pt>
                <c:pt idx="857">
                  <c:v>117.3</c:v>
                </c:pt>
                <c:pt idx="858">
                  <c:v>60.7</c:v>
                </c:pt>
                <c:pt idx="859">
                  <c:v>118.6</c:v>
                </c:pt>
                <c:pt idx="860">
                  <c:v>88.7</c:v>
                </c:pt>
                <c:pt idx="861">
                  <c:v>45</c:v>
                </c:pt>
                <c:pt idx="862">
                  <c:v>62.3</c:v>
                </c:pt>
                <c:pt idx="863">
                  <c:v>56.9</c:v>
                </c:pt>
                <c:pt idx="864">
                  <c:v>129</c:v>
                </c:pt>
                <c:pt idx="865">
                  <c:v>47.8</c:v>
                </c:pt>
                <c:pt idx="866">
                  <c:v>98</c:v>
                </c:pt>
                <c:pt idx="867">
                  <c:v>47.2</c:v>
                </c:pt>
                <c:pt idx="868">
                  <c:v>58.4</c:v>
                </c:pt>
                <c:pt idx="869">
                  <c:v>82.9</c:v>
                </c:pt>
                <c:pt idx="870">
                  <c:v>78.599999999999994</c:v>
                </c:pt>
                <c:pt idx="871">
                  <c:v>61.9</c:v>
                </c:pt>
                <c:pt idx="872">
                  <c:v>107.9</c:v>
                </c:pt>
                <c:pt idx="873">
                  <c:v>86.6</c:v>
                </c:pt>
                <c:pt idx="874">
                  <c:v>79.2</c:v>
                </c:pt>
                <c:pt idx="875">
                  <c:v>40.6</c:v>
                </c:pt>
                <c:pt idx="876">
                  <c:v>75.599999999999994</c:v>
                </c:pt>
                <c:pt idx="877">
                  <c:v>110.2</c:v>
                </c:pt>
                <c:pt idx="878">
                  <c:v>96.7</c:v>
                </c:pt>
                <c:pt idx="879">
                  <c:v>107.8</c:v>
                </c:pt>
                <c:pt idx="880">
                  <c:v>57.7</c:v>
                </c:pt>
                <c:pt idx="881">
                  <c:v>86.9</c:v>
                </c:pt>
                <c:pt idx="882">
                  <c:v>58.6</c:v>
                </c:pt>
                <c:pt idx="883">
                  <c:v>54.4</c:v>
                </c:pt>
                <c:pt idx="884">
                  <c:v>52.4</c:v>
                </c:pt>
                <c:pt idx="885">
                  <c:v>102.6</c:v>
                </c:pt>
                <c:pt idx="886">
                  <c:v>49.2</c:v>
                </c:pt>
                <c:pt idx="887">
                  <c:v>46.6</c:v>
                </c:pt>
                <c:pt idx="888">
                  <c:v>44.2</c:v>
                </c:pt>
                <c:pt idx="889">
                  <c:v>125.1</c:v>
                </c:pt>
                <c:pt idx="890">
                  <c:v>97.9</c:v>
                </c:pt>
                <c:pt idx="891">
                  <c:v>105.2</c:v>
                </c:pt>
                <c:pt idx="892">
                  <c:v>88.4</c:v>
                </c:pt>
                <c:pt idx="893">
                  <c:v>53.3</c:v>
                </c:pt>
                <c:pt idx="894">
                  <c:v>105.5</c:v>
                </c:pt>
                <c:pt idx="895">
                  <c:v>84.3</c:v>
                </c:pt>
                <c:pt idx="896">
                  <c:v>63.5</c:v>
                </c:pt>
                <c:pt idx="897">
                  <c:v>94.5</c:v>
                </c:pt>
                <c:pt idx="898">
                  <c:v>125.9</c:v>
                </c:pt>
                <c:pt idx="899">
                  <c:v>66.5</c:v>
                </c:pt>
                <c:pt idx="900">
                  <c:v>73.5</c:v>
                </c:pt>
                <c:pt idx="901">
                  <c:v>50.6</c:v>
                </c:pt>
                <c:pt idx="902">
                  <c:v>52.5</c:v>
                </c:pt>
                <c:pt idx="903">
                  <c:v>41.2</c:v>
                </c:pt>
                <c:pt idx="904">
                  <c:v>116.4</c:v>
                </c:pt>
                <c:pt idx="905">
                  <c:v>46.9</c:v>
                </c:pt>
                <c:pt idx="906">
                  <c:v>84</c:v>
                </c:pt>
                <c:pt idx="907">
                  <c:v>126.4</c:v>
                </c:pt>
                <c:pt idx="908">
                  <c:v>83.7</c:v>
                </c:pt>
                <c:pt idx="909">
                  <c:v>101.8</c:v>
                </c:pt>
                <c:pt idx="910">
                  <c:v>73.5</c:v>
                </c:pt>
                <c:pt idx="911">
                  <c:v>89</c:v>
                </c:pt>
                <c:pt idx="912">
                  <c:v>127.6</c:v>
                </c:pt>
                <c:pt idx="913">
                  <c:v>96.7</c:v>
                </c:pt>
                <c:pt idx="914">
                  <c:v>128.19999999999999</c:v>
                </c:pt>
                <c:pt idx="915">
                  <c:v>59.2</c:v>
                </c:pt>
                <c:pt idx="916">
                  <c:v>128.4</c:v>
                </c:pt>
                <c:pt idx="917">
                  <c:v>106.8</c:v>
                </c:pt>
                <c:pt idx="918">
                  <c:v>124.6</c:v>
                </c:pt>
                <c:pt idx="919">
                  <c:v>111</c:v>
                </c:pt>
                <c:pt idx="920">
                  <c:v>76.8</c:v>
                </c:pt>
                <c:pt idx="921">
                  <c:v>66.2</c:v>
                </c:pt>
                <c:pt idx="922">
                  <c:v>83</c:v>
                </c:pt>
                <c:pt idx="923">
                  <c:v>72.8</c:v>
                </c:pt>
                <c:pt idx="924">
                  <c:v>104.3</c:v>
                </c:pt>
                <c:pt idx="925">
                  <c:v>103.5</c:v>
                </c:pt>
                <c:pt idx="926">
                  <c:v>77.7</c:v>
                </c:pt>
                <c:pt idx="927">
                  <c:v>107.7</c:v>
                </c:pt>
                <c:pt idx="928">
                  <c:v>57.8</c:v>
                </c:pt>
                <c:pt idx="929">
                  <c:v>127.5</c:v>
                </c:pt>
                <c:pt idx="930">
                  <c:v>100.9</c:v>
                </c:pt>
                <c:pt idx="931">
                  <c:v>59</c:v>
                </c:pt>
                <c:pt idx="932">
                  <c:v>86.6</c:v>
                </c:pt>
                <c:pt idx="933">
                  <c:v>81.7</c:v>
                </c:pt>
                <c:pt idx="934">
                  <c:v>101.1</c:v>
                </c:pt>
                <c:pt idx="935">
                  <c:v>58.4</c:v>
                </c:pt>
                <c:pt idx="936">
                  <c:v>58.7</c:v>
                </c:pt>
                <c:pt idx="937">
                  <c:v>48.6</c:v>
                </c:pt>
                <c:pt idx="938">
                  <c:v>74</c:v>
                </c:pt>
                <c:pt idx="939">
                  <c:v>56.5</c:v>
                </c:pt>
                <c:pt idx="940">
                  <c:v>61.6</c:v>
                </c:pt>
                <c:pt idx="941">
                  <c:v>109.3</c:v>
                </c:pt>
                <c:pt idx="942">
                  <c:v>109</c:v>
                </c:pt>
                <c:pt idx="943">
                  <c:v>82.2</c:v>
                </c:pt>
                <c:pt idx="944">
                  <c:v>95.9</c:v>
                </c:pt>
                <c:pt idx="945">
                  <c:v>105.7</c:v>
                </c:pt>
                <c:pt idx="946">
                  <c:v>49.3</c:v>
                </c:pt>
                <c:pt idx="947">
                  <c:v>51.9</c:v>
                </c:pt>
                <c:pt idx="948">
                  <c:v>89.8</c:v>
                </c:pt>
                <c:pt idx="949">
                  <c:v>84.8</c:v>
                </c:pt>
                <c:pt idx="950">
                  <c:v>115.4</c:v>
                </c:pt>
                <c:pt idx="951">
                  <c:v>72.599999999999994</c:v>
                </c:pt>
                <c:pt idx="952">
                  <c:v>59.3</c:v>
                </c:pt>
                <c:pt idx="953">
                  <c:v>65.900000000000006</c:v>
                </c:pt>
                <c:pt idx="954">
                  <c:v>86.5</c:v>
                </c:pt>
                <c:pt idx="955">
                  <c:v>70.2</c:v>
                </c:pt>
                <c:pt idx="956">
                  <c:v>93.6</c:v>
                </c:pt>
                <c:pt idx="957">
                  <c:v>86.4</c:v>
                </c:pt>
                <c:pt idx="958">
                  <c:v>67.900000000000006</c:v>
                </c:pt>
                <c:pt idx="959">
                  <c:v>43.8</c:v>
                </c:pt>
                <c:pt idx="960">
                  <c:v>96.7</c:v>
                </c:pt>
                <c:pt idx="961">
                  <c:v>54.6</c:v>
                </c:pt>
                <c:pt idx="962">
                  <c:v>90.2</c:v>
                </c:pt>
                <c:pt idx="963">
                  <c:v>50.3</c:v>
                </c:pt>
                <c:pt idx="964">
                  <c:v>116.5</c:v>
                </c:pt>
                <c:pt idx="965">
                  <c:v>126.4</c:v>
                </c:pt>
                <c:pt idx="966">
                  <c:v>52</c:v>
                </c:pt>
                <c:pt idx="967">
                  <c:v>96.3</c:v>
                </c:pt>
                <c:pt idx="968">
                  <c:v>127.8</c:v>
                </c:pt>
                <c:pt idx="969">
                  <c:v>52.1</c:v>
                </c:pt>
                <c:pt idx="970">
                  <c:v>88.1</c:v>
                </c:pt>
                <c:pt idx="971">
                  <c:v>69.900000000000006</c:v>
                </c:pt>
                <c:pt idx="972">
                  <c:v>118.6</c:v>
                </c:pt>
              </c:numCache>
            </c:numRef>
          </c:xVal>
          <c:yVal>
            <c:numRef>
              <c:f>'Sub-Dataset'!$K$3:$K$975</c:f>
              <c:numCache>
                <c:formatCode>General</c:formatCode>
                <c:ptCount val="973"/>
                <c:pt idx="0">
                  <c:v>0</c:v>
                </c:pt>
                <c:pt idx="1">
                  <c:v>23.62</c:v>
                </c:pt>
                <c:pt idx="2">
                  <c:v>0</c:v>
                </c:pt>
                <c:pt idx="3">
                  <c:v>23.17</c:v>
                </c:pt>
                <c:pt idx="4">
                  <c:v>0</c:v>
                </c:pt>
                <c:pt idx="5">
                  <c:v>0</c:v>
                </c:pt>
                <c:pt idx="6">
                  <c:v>0</c:v>
                </c:pt>
                <c:pt idx="7">
                  <c:v>0</c:v>
                </c:pt>
                <c:pt idx="8">
                  <c:v>21.88</c:v>
                </c:pt>
                <c:pt idx="9">
                  <c:v>0</c:v>
                </c:pt>
                <c:pt idx="10">
                  <c:v>0</c:v>
                </c:pt>
                <c:pt idx="11">
                  <c:v>21.53</c:v>
                </c:pt>
                <c:pt idx="12">
                  <c:v>0</c:v>
                </c:pt>
                <c:pt idx="13">
                  <c:v>22.61</c:v>
                </c:pt>
                <c:pt idx="14">
                  <c:v>20.88</c:v>
                </c:pt>
                <c:pt idx="15">
                  <c:v>0</c:v>
                </c:pt>
                <c:pt idx="16">
                  <c:v>0</c:v>
                </c:pt>
                <c:pt idx="17">
                  <c:v>0</c:v>
                </c:pt>
                <c:pt idx="18">
                  <c:v>0</c:v>
                </c:pt>
                <c:pt idx="19">
                  <c:v>0</c:v>
                </c:pt>
                <c:pt idx="20">
                  <c:v>24.97</c:v>
                </c:pt>
                <c:pt idx="21">
                  <c:v>0</c:v>
                </c:pt>
                <c:pt idx="22">
                  <c:v>24.87</c:v>
                </c:pt>
                <c:pt idx="23">
                  <c:v>22.16</c:v>
                </c:pt>
                <c:pt idx="24">
                  <c:v>24.16</c:v>
                </c:pt>
                <c:pt idx="25">
                  <c:v>0</c:v>
                </c:pt>
                <c:pt idx="26">
                  <c:v>0</c:v>
                </c:pt>
                <c:pt idx="27">
                  <c:v>21.16</c:v>
                </c:pt>
                <c:pt idx="28">
                  <c:v>0</c:v>
                </c:pt>
                <c:pt idx="29">
                  <c:v>0</c:v>
                </c:pt>
                <c:pt idx="30">
                  <c:v>24.91</c:v>
                </c:pt>
                <c:pt idx="31">
                  <c:v>0</c:v>
                </c:pt>
                <c:pt idx="32">
                  <c:v>0</c:v>
                </c:pt>
                <c:pt idx="33">
                  <c:v>0</c:v>
                </c:pt>
                <c:pt idx="34">
                  <c:v>21.49</c:v>
                </c:pt>
                <c:pt idx="35">
                  <c:v>0</c:v>
                </c:pt>
                <c:pt idx="36">
                  <c:v>0</c:v>
                </c:pt>
                <c:pt idx="37">
                  <c:v>0</c:v>
                </c:pt>
                <c:pt idx="38">
                  <c:v>0</c:v>
                </c:pt>
                <c:pt idx="39">
                  <c:v>0</c:v>
                </c:pt>
                <c:pt idx="40">
                  <c:v>0</c:v>
                </c:pt>
                <c:pt idx="41">
                  <c:v>18.62</c:v>
                </c:pt>
                <c:pt idx="42">
                  <c:v>0</c:v>
                </c:pt>
                <c:pt idx="43">
                  <c:v>0</c:v>
                </c:pt>
                <c:pt idx="44">
                  <c:v>0</c:v>
                </c:pt>
                <c:pt idx="45">
                  <c:v>0</c:v>
                </c:pt>
                <c:pt idx="46">
                  <c:v>20.71</c:v>
                </c:pt>
                <c:pt idx="47">
                  <c:v>0</c:v>
                </c:pt>
                <c:pt idx="48">
                  <c:v>19.91</c:v>
                </c:pt>
                <c:pt idx="49">
                  <c:v>0</c:v>
                </c:pt>
                <c:pt idx="50">
                  <c:v>0</c:v>
                </c:pt>
                <c:pt idx="51">
                  <c:v>23.08</c:v>
                </c:pt>
                <c:pt idx="52">
                  <c:v>0</c:v>
                </c:pt>
                <c:pt idx="53">
                  <c:v>19.37</c:v>
                </c:pt>
                <c:pt idx="54">
                  <c:v>0</c:v>
                </c:pt>
                <c:pt idx="55">
                  <c:v>0</c:v>
                </c:pt>
                <c:pt idx="56">
                  <c:v>20.66</c:v>
                </c:pt>
                <c:pt idx="57">
                  <c:v>0</c:v>
                </c:pt>
                <c:pt idx="58">
                  <c:v>0</c:v>
                </c:pt>
                <c:pt idx="59">
                  <c:v>0</c:v>
                </c:pt>
                <c:pt idx="60">
                  <c:v>0</c:v>
                </c:pt>
                <c:pt idx="61">
                  <c:v>22.32</c:v>
                </c:pt>
                <c:pt idx="62">
                  <c:v>22.41</c:v>
                </c:pt>
                <c:pt idx="63">
                  <c:v>0</c:v>
                </c:pt>
                <c:pt idx="64">
                  <c:v>21.39</c:v>
                </c:pt>
                <c:pt idx="65">
                  <c:v>23.53</c:v>
                </c:pt>
                <c:pt idx="66">
                  <c:v>23.65</c:v>
                </c:pt>
                <c:pt idx="67">
                  <c:v>19.71</c:v>
                </c:pt>
                <c:pt idx="68">
                  <c:v>0</c:v>
                </c:pt>
                <c:pt idx="69">
                  <c:v>0</c:v>
                </c:pt>
                <c:pt idx="70">
                  <c:v>23.33</c:v>
                </c:pt>
                <c:pt idx="71">
                  <c:v>0</c:v>
                </c:pt>
                <c:pt idx="72">
                  <c:v>0</c:v>
                </c:pt>
                <c:pt idx="73">
                  <c:v>0</c:v>
                </c:pt>
                <c:pt idx="74">
                  <c:v>0</c:v>
                </c:pt>
                <c:pt idx="75">
                  <c:v>0</c:v>
                </c:pt>
                <c:pt idx="76">
                  <c:v>0</c:v>
                </c:pt>
                <c:pt idx="77">
                  <c:v>20.86</c:v>
                </c:pt>
                <c:pt idx="78">
                  <c:v>0</c:v>
                </c:pt>
                <c:pt idx="79">
                  <c:v>0</c:v>
                </c:pt>
                <c:pt idx="80">
                  <c:v>23.84</c:v>
                </c:pt>
                <c:pt idx="81">
                  <c:v>23.88</c:v>
                </c:pt>
                <c:pt idx="82">
                  <c:v>21.05</c:v>
                </c:pt>
                <c:pt idx="83">
                  <c:v>23.88</c:v>
                </c:pt>
                <c:pt idx="84">
                  <c:v>24.09</c:v>
                </c:pt>
                <c:pt idx="85">
                  <c:v>22.96</c:v>
                </c:pt>
                <c:pt idx="86">
                  <c:v>0</c:v>
                </c:pt>
                <c:pt idx="87">
                  <c:v>24.35</c:v>
                </c:pt>
                <c:pt idx="88">
                  <c:v>21.66</c:v>
                </c:pt>
                <c:pt idx="89">
                  <c:v>0</c:v>
                </c:pt>
                <c:pt idx="90">
                  <c:v>22.15</c:v>
                </c:pt>
                <c:pt idx="91">
                  <c:v>0</c:v>
                </c:pt>
                <c:pt idx="92">
                  <c:v>0</c:v>
                </c:pt>
                <c:pt idx="93">
                  <c:v>0</c:v>
                </c:pt>
                <c:pt idx="94">
                  <c:v>0</c:v>
                </c:pt>
                <c:pt idx="95">
                  <c:v>0</c:v>
                </c:pt>
                <c:pt idx="96">
                  <c:v>24.31</c:v>
                </c:pt>
                <c:pt idx="97">
                  <c:v>0</c:v>
                </c:pt>
                <c:pt idx="98">
                  <c:v>24.64</c:v>
                </c:pt>
                <c:pt idx="99">
                  <c:v>0</c:v>
                </c:pt>
                <c:pt idx="100">
                  <c:v>0</c:v>
                </c:pt>
                <c:pt idx="101">
                  <c:v>20.13</c:v>
                </c:pt>
                <c:pt idx="102">
                  <c:v>0</c:v>
                </c:pt>
                <c:pt idx="103">
                  <c:v>18.64</c:v>
                </c:pt>
                <c:pt idx="104">
                  <c:v>0</c:v>
                </c:pt>
                <c:pt idx="105">
                  <c:v>0</c:v>
                </c:pt>
                <c:pt idx="106">
                  <c:v>23.78</c:v>
                </c:pt>
                <c:pt idx="107">
                  <c:v>0</c:v>
                </c:pt>
                <c:pt idx="108">
                  <c:v>0</c:v>
                </c:pt>
                <c:pt idx="109">
                  <c:v>0</c:v>
                </c:pt>
                <c:pt idx="110">
                  <c:v>20.11</c:v>
                </c:pt>
                <c:pt idx="111">
                  <c:v>0</c:v>
                </c:pt>
                <c:pt idx="112">
                  <c:v>19.73</c:v>
                </c:pt>
                <c:pt idx="113">
                  <c:v>0</c:v>
                </c:pt>
                <c:pt idx="114">
                  <c:v>19.47</c:v>
                </c:pt>
                <c:pt idx="115">
                  <c:v>24.31</c:v>
                </c:pt>
                <c:pt idx="116">
                  <c:v>0</c:v>
                </c:pt>
                <c:pt idx="117">
                  <c:v>24.52</c:v>
                </c:pt>
                <c:pt idx="118">
                  <c:v>22.81</c:v>
                </c:pt>
                <c:pt idx="119">
                  <c:v>24.84</c:v>
                </c:pt>
                <c:pt idx="120">
                  <c:v>0</c:v>
                </c:pt>
                <c:pt idx="121">
                  <c:v>0</c:v>
                </c:pt>
                <c:pt idx="122">
                  <c:v>19.13</c:v>
                </c:pt>
                <c:pt idx="123">
                  <c:v>0</c:v>
                </c:pt>
                <c:pt idx="124">
                  <c:v>0</c:v>
                </c:pt>
                <c:pt idx="125">
                  <c:v>19.920000000000002</c:v>
                </c:pt>
                <c:pt idx="126">
                  <c:v>18.7</c:v>
                </c:pt>
                <c:pt idx="127">
                  <c:v>0</c:v>
                </c:pt>
                <c:pt idx="128">
                  <c:v>0</c:v>
                </c:pt>
                <c:pt idx="129">
                  <c:v>0</c:v>
                </c:pt>
                <c:pt idx="130">
                  <c:v>0</c:v>
                </c:pt>
                <c:pt idx="131">
                  <c:v>0</c:v>
                </c:pt>
                <c:pt idx="132">
                  <c:v>0</c:v>
                </c:pt>
                <c:pt idx="133">
                  <c:v>18.79</c:v>
                </c:pt>
                <c:pt idx="134">
                  <c:v>0</c:v>
                </c:pt>
                <c:pt idx="135">
                  <c:v>19.86</c:v>
                </c:pt>
                <c:pt idx="136">
                  <c:v>20.27</c:v>
                </c:pt>
                <c:pt idx="137">
                  <c:v>24.42</c:v>
                </c:pt>
                <c:pt idx="138">
                  <c:v>21</c:v>
                </c:pt>
                <c:pt idx="139">
                  <c:v>0</c:v>
                </c:pt>
                <c:pt idx="140">
                  <c:v>0</c:v>
                </c:pt>
                <c:pt idx="141">
                  <c:v>21.49</c:v>
                </c:pt>
                <c:pt idx="142">
                  <c:v>0</c:v>
                </c:pt>
                <c:pt idx="143">
                  <c:v>0</c:v>
                </c:pt>
                <c:pt idx="144">
                  <c:v>0</c:v>
                </c:pt>
                <c:pt idx="145">
                  <c:v>0</c:v>
                </c:pt>
                <c:pt idx="146">
                  <c:v>0</c:v>
                </c:pt>
                <c:pt idx="147">
                  <c:v>0</c:v>
                </c:pt>
                <c:pt idx="148">
                  <c:v>0</c:v>
                </c:pt>
                <c:pt idx="149">
                  <c:v>0</c:v>
                </c:pt>
                <c:pt idx="150">
                  <c:v>0</c:v>
                </c:pt>
                <c:pt idx="151">
                  <c:v>0</c:v>
                </c:pt>
                <c:pt idx="152">
                  <c:v>18.79</c:v>
                </c:pt>
                <c:pt idx="153">
                  <c:v>0</c:v>
                </c:pt>
                <c:pt idx="154">
                  <c:v>0</c:v>
                </c:pt>
                <c:pt idx="155">
                  <c:v>23.25</c:v>
                </c:pt>
                <c:pt idx="156">
                  <c:v>19.73</c:v>
                </c:pt>
                <c:pt idx="157">
                  <c:v>0</c:v>
                </c:pt>
                <c:pt idx="158">
                  <c:v>0</c:v>
                </c:pt>
                <c:pt idx="159">
                  <c:v>0</c:v>
                </c:pt>
                <c:pt idx="160">
                  <c:v>0</c:v>
                </c:pt>
                <c:pt idx="161">
                  <c:v>0</c:v>
                </c:pt>
                <c:pt idx="162">
                  <c:v>0</c:v>
                </c:pt>
                <c:pt idx="163">
                  <c:v>0</c:v>
                </c:pt>
                <c:pt idx="164">
                  <c:v>0</c:v>
                </c:pt>
                <c:pt idx="165">
                  <c:v>0</c:v>
                </c:pt>
                <c:pt idx="166">
                  <c:v>0</c:v>
                </c:pt>
                <c:pt idx="167">
                  <c:v>0</c:v>
                </c:pt>
                <c:pt idx="168">
                  <c:v>21.48</c:v>
                </c:pt>
                <c:pt idx="169">
                  <c:v>0</c:v>
                </c:pt>
                <c:pt idx="170">
                  <c:v>0</c:v>
                </c:pt>
                <c:pt idx="171">
                  <c:v>0</c:v>
                </c:pt>
                <c:pt idx="172">
                  <c:v>29.71</c:v>
                </c:pt>
                <c:pt idx="173">
                  <c:v>29.61</c:v>
                </c:pt>
                <c:pt idx="174">
                  <c:v>0</c:v>
                </c:pt>
                <c:pt idx="175">
                  <c:v>27.85</c:v>
                </c:pt>
                <c:pt idx="176">
                  <c:v>27.71</c:v>
                </c:pt>
                <c:pt idx="177">
                  <c:v>0</c:v>
                </c:pt>
                <c:pt idx="178">
                  <c:v>26.73</c:v>
                </c:pt>
                <c:pt idx="179">
                  <c:v>0</c:v>
                </c:pt>
                <c:pt idx="180">
                  <c:v>0</c:v>
                </c:pt>
                <c:pt idx="181">
                  <c:v>28.43</c:v>
                </c:pt>
                <c:pt idx="182">
                  <c:v>29.98</c:v>
                </c:pt>
                <c:pt idx="183">
                  <c:v>29.26</c:v>
                </c:pt>
                <c:pt idx="184">
                  <c:v>0</c:v>
                </c:pt>
                <c:pt idx="185">
                  <c:v>0</c:v>
                </c:pt>
                <c:pt idx="186">
                  <c:v>0</c:v>
                </c:pt>
                <c:pt idx="187">
                  <c:v>0</c:v>
                </c:pt>
                <c:pt idx="188">
                  <c:v>0</c:v>
                </c:pt>
                <c:pt idx="189">
                  <c:v>0</c:v>
                </c:pt>
                <c:pt idx="190">
                  <c:v>28.43</c:v>
                </c:pt>
                <c:pt idx="191">
                  <c:v>29.7</c:v>
                </c:pt>
                <c:pt idx="192">
                  <c:v>0</c:v>
                </c:pt>
                <c:pt idx="193">
                  <c:v>0</c:v>
                </c:pt>
                <c:pt idx="194">
                  <c:v>26.95</c:v>
                </c:pt>
                <c:pt idx="195">
                  <c:v>28.59</c:v>
                </c:pt>
                <c:pt idx="196">
                  <c:v>0</c:v>
                </c:pt>
                <c:pt idx="197">
                  <c:v>27.23</c:v>
                </c:pt>
                <c:pt idx="198">
                  <c:v>0</c:v>
                </c:pt>
                <c:pt idx="199">
                  <c:v>27.84</c:v>
                </c:pt>
                <c:pt idx="200">
                  <c:v>0</c:v>
                </c:pt>
                <c:pt idx="201">
                  <c:v>0</c:v>
                </c:pt>
                <c:pt idx="202">
                  <c:v>0</c:v>
                </c:pt>
                <c:pt idx="203">
                  <c:v>0</c:v>
                </c:pt>
                <c:pt idx="204">
                  <c:v>0</c:v>
                </c:pt>
                <c:pt idx="205">
                  <c:v>25.33</c:v>
                </c:pt>
                <c:pt idx="206">
                  <c:v>28.66</c:v>
                </c:pt>
                <c:pt idx="207">
                  <c:v>0</c:v>
                </c:pt>
                <c:pt idx="208">
                  <c:v>26.48</c:v>
                </c:pt>
                <c:pt idx="209">
                  <c:v>0</c:v>
                </c:pt>
                <c:pt idx="210">
                  <c:v>29.89</c:v>
                </c:pt>
                <c:pt idx="211">
                  <c:v>27.05</c:v>
                </c:pt>
                <c:pt idx="212">
                  <c:v>29.5</c:v>
                </c:pt>
                <c:pt idx="213">
                  <c:v>0</c:v>
                </c:pt>
                <c:pt idx="214">
                  <c:v>0</c:v>
                </c:pt>
                <c:pt idx="215">
                  <c:v>44.84</c:v>
                </c:pt>
                <c:pt idx="216">
                  <c:v>35.86</c:v>
                </c:pt>
                <c:pt idx="217">
                  <c:v>30.52</c:v>
                </c:pt>
                <c:pt idx="218">
                  <c:v>33.86</c:v>
                </c:pt>
                <c:pt idx="219">
                  <c:v>47.72</c:v>
                </c:pt>
                <c:pt idx="220">
                  <c:v>31.14</c:v>
                </c:pt>
                <c:pt idx="221">
                  <c:v>0</c:v>
                </c:pt>
                <c:pt idx="222">
                  <c:v>31.48</c:v>
                </c:pt>
                <c:pt idx="223">
                  <c:v>43.31</c:v>
                </c:pt>
                <c:pt idx="224">
                  <c:v>31.94</c:v>
                </c:pt>
                <c:pt idx="225">
                  <c:v>37.53</c:v>
                </c:pt>
                <c:pt idx="226">
                  <c:v>34.630000000000003</c:v>
                </c:pt>
                <c:pt idx="227">
                  <c:v>34.119999999999997</c:v>
                </c:pt>
                <c:pt idx="228">
                  <c:v>35.51</c:v>
                </c:pt>
                <c:pt idx="229">
                  <c:v>32.659999999999997</c:v>
                </c:pt>
                <c:pt idx="230">
                  <c:v>33.17</c:v>
                </c:pt>
                <c:pt idx="231">
                  <c:v>0</c:v>
                </c:pt>
                <c:pt idx="232">
                  <c:v>30.76</c:v>
                </c:pt>
                <c:pt idx="233">
                  <c:v>31.08</c:v>
                </c:pt>
                <c:pt idx="234">
                  <c:v>36.01</c:v>
                </c:pt>
                <c:pt idx="235">
                  <c:v>33.21</c:v>
                </c:pt>
                <c:pt idx="236">
                  <c:v>36.46</c:v>
                </c:pt>
                <c:pt idx="237">
                  <c:v>37.11</c:v>
                </c:pt>
                <c:pt idx="238">
                  <c:v>0</c:v>
                </c:pt>
                <c:pt idx="239">
                  <c:v>35.44</c:v>
                </c:pt>
                <c:pt idx="240">
                  <c:v>34.340000000000003</c:v>
                </c:pt>
                <c:pt idx="241">
                  <c:v>40.520000000000003</c:v>
                </c:pt>
                <c:pt idx="242">
                  <c:v>31.32</c:v>
                </c:pt>
                <c:pt idx="243">
                  <c:v>0</c:v>
                </c:pt>
                <c:pt idx="244">
                  <c:v>35.47</c:v>
                </c:pt>
                <c:pt idx="245">
                  <c:v>0</c:v>
                </c:pt>
                <c:pt idx="246">
                  <c:v>43.31</c:v>
                </c:pt>
                <c:pt idx="247">
                  <c:v>33.14</c:v>
                </c:pt>
                <c:pt idx="248">
                  <c:v>33.159999999999997</c:v>
                </c:pt>
                <c:pt idx="249">
                  <c:v>0</c:v>
                </c:pt>
                <c:pt idx="250">
                  <c:v>38.78</c:v>
                </c:pt>
                <c:pt idx="251">
                  <c:v>31.17</c:v>
                </c:pt>
                <c:pt idx="252">
                  <c:v>0</c:v>
                </c:pt>
                <c:pt idx="253">
                  <c:v>25.23</c:v>
                </c:pt>
                <c:pt idx="254">
                  <c:v>32.32</c:v>
                </c:pt>
                <c:pt idx="255">
                  <c:v>36.47</c:v>
                </c:pt>
                <c:pt idx="256">
                  <c:v>34.14</c:v>
                </c:pt>
                <c:pt idx="257">
                  <c:v>0</c:v>
                </c:pt>
                <c:pt idx="258">
                  <c:v>34.06</c:v>
                </c:pt>
                <c:pt idx="259">
                  <c:v>0</c:v>
                </c:pt>
                <c:pt idx="260">
                  <c:v>38.729999999999997</c:v>
                </c:pt>
                <c:pt idx="261">
                  <c:v>26.46</c:v>
                </c:pt>
                <c:pt idx="262">
                  <c:v>36.22</c:v>
                </c:pt>
                <c:pt idx="263">
                  <c:v>31.04</c:v>
                </c:pt>
                <c:pt idx="264">
                  <c:v>0</c:v>
                </c:pt>
                <c:pt idx="265">
                  <c:v>0</c:v>
                </c:pt>
                <c:pt idx="266">
                  <c:v>0</c:v>
                </c:pt>
                <c:pt idx="267">
                  <c:v>32.69</c:v>
                </c:pt>
                <c:pt idx="268">
                  <c:v>31.84</c:v>
                </c:pt>
                <c:pt idx="269">
                  <c:v>0</c:v>
                </c:pt>
                <c:pt idx="270">
                  <c:v>0</c:v>
                </c:pt>
                <c:pt idx="271">
                  <c:v>27.69</c:v>
                </c:pt>
                <c:pt idx="272">
                  <c:v>41.84</c:v>
                </c:pt>
                <c:pt idx="273">
                  <c:v>0</c:v>
                </c:pt>
                <c:pt idx="274">
                  <c:v>38.5</c:v>
                </c:pt>
                <c:pt idx="275">
                  <c:v>0</c:v>
                </c:pt>
                <c:pt idx="276">
                  <c:v>0</c:v>
                </c:pt>
                <c:pt idx="277">
                  <c:v>41.34</c:v>
                </c:pt>
                <c:pt idx="278">
                  <c:v>0</c:v>
                </c:pt>
                <c:pt idx="279">
                  <c:v>32.729999999999997</c:v>
                </c:pt>
                <c:pt idx="280">
                  <c:v>32.74</c:v>
                </c:pt>
                <c:pt idx="281">
                  <c:v>30.55</c:v>
                </c:pt>
                <c:pt idx="282">
                  <c:v>26.43</c:v>
                </c:pt>
                <c:pt idx="283">
                  <c:v>18.41</c:v>
                </c:pt>
                <c:pt idx="284">
                  <c:v>32.75</c:v>
                </c:pt>
                <c:pt idx="285">
                  <c:v>0</c:v>
                </c:pt>
                <c:pt idx="286">
                  <c:v>0</c:v>
                </c:pt>
                <c:pt idx="287">
                  <c:v>28.56</c:v>
                </c:pt>
                <c:pt idx="288">
                  <c:v>27.18</c:v>
                </c:pt>
                <c:pt idx="289">
                  <c:v>0</c:v>
                </c:pt>
                <c:pt idx="290">
                  <c:v>27.2</c:v>
                </c:pt>
                <c:pt idx="291">
                  <c:v>44.66</c:v>
                </c:pt>
                <c:pt idx="292">
                  <c:v>48.43</c:v>
                </c:pt>
                <c:pt idx="293">
                  <c:v>36.799999999999997</c:v>
                </c:pt>
                <c:pt idx="294">
                  <c:v>30.3</c:v>
                </c:pt>
                <c:pt idx="295">
                  <c:v>27.01</c:v>
                </c:pt>
                <c:pt idx="296">
                  <c:v>29.11</c:v>
                </c:pt>
                <c:pt idx="297">
                  <c:v>0</c:v>
                </c:pt>
                <c:pt idx="298">
                  <c:v>29.07</c:v>
                </c:pt>
                <c:pt idx="299">
                  <c:v>16.760000000000002</c:v>
                </c:pt>
                <c:pt idx="300">
                  <c:v>0</c:v>
                </c:pt>
                <c:pt idx="301">
                  <c:v>0</c:v>
                </c:pt>
                <c:pt idx="302">
                  <c:v>18.12</c:v>
                </c:pt>
                <c:pt idx="303">
                  <c:v>0</c:v>
                </c:pt>
                <c:pt idx="304">
                  <c:v>30.37</c:v>
                </c:pt>
                <c:pt idx="305">
                  <c:v>0</c:v>
                </c:pt>
                <c:pt idx="306">
                  <c:v>45.14</c:v>
                </c:pt>
                <c:pt idx="307">
                  <c:v>25.03</c:v>
                </c:pt>
                <c:pt idx="308">
                  <c:v>16.04</c:v>
                </c:pt>
                <c:pt idx="309">
                  <c:v>0</c:v>
                </c:pt>
                <c:pt idx="310">
                  <c:v>15.9</c:v>
                </c:pt>
                <c:pt idx="311">
                  <c:v>0</c:v>
                </c:pt>
                <c:pt idx="312">
                  <c:v>0</c:v>
                </c:pt>
                <c:pt idx="313">
                  <c:v>0</c:v>
                </c:pt>
                <c:pt idx="314">
                  <c:v>32.840000000000003</c:v>
                </c:pt>
                <c:pt idx="315">
                  <c:v>0</c:v>
                </c:pt>
                <c:pt idx="316">
                  <c:v>18.28</c:v>
                </c:pt>
                <c:pt idx="317">
                  <c:v>0</c:v>
                </c:pt>
                <c:pt idx="318">
                  <c:v>15.72</c:v>
                </c:pt>
                <c:pt idx="319">
                  <c:v>28.78</c:v>
                </c:pt>
                <c:pt idx="320">
                  <c:v>27.43</c:v>
                </c:pt>
                <c:pt idx="321">
                  <c:v>25.85</c:v>
                </c:pt>
                <c:pt idx="322">
                  <c:v>0</c:v>
                </c:pt>
                <c:pt idx="323">
                  <c:v>17.46</c:v>
                </c:pt>
                <c:pt idx="324">
                  <c:v>0</c:v>
                </c:pt>
                <c:pt idx="325">
                  <c:v>0</c:v>
                </c:pt>
                <c:pt idx="326">
                  <c:v>39.119999999999997</c:v>
                </c:pt>
                <c:pt idx="327">
                  <c:v>44.71</c:v>
                </c:pt>
                <c:pt idx="328">
                  <c:v>0</c:v>
                </c:pt>
                <c:pt idx="329">
                  <c:v>15.8</c:v>
                </c:pt>
                <c:pt idx="330">
                  <c:v>26.32</c:v>
                </c:pt>
                <c:pt idx="331">
                  <c:v>0</c:v>
                </c:pt>
                <c:pt idx="332">
                  <c:v>0</c:v>
                </c:pt>
                <c:pt idx="333">
                  <c:v>18.329999999999998</c:v>
                </c:pt>
                <c:pt idx="334">
                  <c:v>0</c:v>
                </c:pt>
                <c:pt idx="335">
                  <c:v>0</c:v>
                </c:pt>
                <c:pt idx="336">
                  <c:v>0</c:v>
                </c:pt>
                <c:pt idx="337">
                  <c:v>0</c:v>
                </c:pt>
                <c:pt idx="338">
                  <c:v>14.78</c:v>
                </c:pt>
                <c:pt idx="339">
                  <c:v>46.98</c:v>
                </c:pt>
                <c:pt idx="340">
                  <c:v>0</c:v>
                </c:pt>
                <c:pt idx="341">
                  <c:v>0</c:v>
                </c:pt>
                <c:pt idx="342">
                  <c:v>17.63</c:v>
                </c:pt>
                <c:pt idx="343">
                  <c:v>28.97</c:v>
                </c:pt>
                <c:pt idx="344">
                  <c:v>35.19</c:v>
                </c:pt>
                <c:pt idx="345">
                  <c:v>15.88</c:v>
                </c:pt>
                <c:pt idx="346">
                  <c:v>0</c:v>
                </c:pt>
                <c:pt idx="347">
                  <c:v>43.4</c:v>
                </c:pt>
                <c:pt idx="348">
                  <c:v>0</c:v>
                </c:pt>
                <c:pt idx="349">
                  <c:v>0</c:v>
                </c:pt>
                <c:pt idx="350">
                  <c:v>0</c:v>
                </c:pt>
                <c:pt idx="351">
                  <c:v>34.24</c:v>
                </c:pt>
                <c:pt idx="352">
                  <c:v>30.22</c:v>
                </c:pt>
                <c:pt idx="353">
                  <c:v>18.29</c:v>
                </c:pt>
                <c:pt idx="354">
                  <c:v>0</c:v>
                </c:pt>
                <c:pt idx="355">
                  <c:v>18.350000000000001</c:v>
                </c:pt>
                <c:pt idx="356">
                  <c:v>16.25</c:v>
                </c:pt>
                <c:pt idx="357">
                  <c:v>45.49</c:v>
                </c:pt>
                <c:pt idx="358">
                  <c:v>0</c:v>
                </c:pt>
                <c:pt idx="359">
                  <c:v>31.05</c:v>
                </c:pt>
                <c:pt idx="360">
                  <c:v>34.89</c:v>
                </c:pt>
                <c:pt idx="361">
                  <c:v>0</c:v>
                </c:pt>
                <c:pt idx="362">
                  <c:v>25.13</c:v>
                </c:pt>
                <c:pt idx="363">
                  <c:v>40.450000000000003</c:v>
                </c:pt>
                <c:pt idx="364">
                  <c:v>0</c:v>
                </c:pt>
                <c:pt idx="365">
                  <c:v>0</c:v>
                </c:pt>
                <c:pt idx="366">
                  <c:v>16.27</c:v>
                </c:pt>
                <c:pt idx="367">
                  <c:v>0</c:v>
                </c:pt>
                <c:pt idx="368">
                  <c:v>0</c:v>
                </c:pt>
                <c:pt idx="369">
                  <c:v>0</c:v>
                </c:pt>
                <c:pt idx="370">
                  <c:v>0</c:v>
                </c:pt>
                <c:pt idx="371">
                  <c:v>43.4</c:v>
                </c:pt>
                <c:pt idx="372">
                  <c:v>31.14</c:v>
                </c:pt>
                <c:pt idx="373">
                  <c:v>0</c:v>
                </c:pt>
                <c:pt idx="374">
                  <c:v>0</c:v>
                </c:pt>
                <c:pt idx="375">
                  <c:v>0</c:v>
                </c:pt>
                <c:pt idx="376">
                  <c:v>0</c:v>
                </c:pt>
                <c:pt idx="377">
                  <c:v>0</c:v>
                </c:pt>
                <c:pt idx="378">
                  <c:v>15.23</c:v>
                </c:pt>
                <c:pt idx="379">
                  <c:v>29.34</c:v>
                </c:pt>
                <c:pt idx="380">
                  <c:v>0</c:v>
                </c:pt>
                <c:pt idx="381">
                  <c:v>0</c:v>
                </c:pt>
                <c:pt idx="382">
                  <c:v>41.03</c:v>
                </c:pt>
                <c:pt idx="383">
                  <c:v>49.84</c:v>
                </c:pt>
                <c:pt idx="384">
                  <c:v>0</c:v>
                </c:pt>
                <c:pt idx="385">
                  <c:v>0</c:v>
                </c:pt>
                <c:pt idx="386">
                  <c:v>17.059999999999999</c:v>
                </c:pt>
                <c:pt idx="387">
                  <c:v>0</c:v>
                </c:pt>
                <c:pt idx="388">
                  <c:v>16.41</c:v>
                </c:pt>
                <c:pt idx="389">
                  <c:v>0</c:v>
                </c:pt>
                <c:pt idx="390">
                  <c:v>31.74</c:v>
                </c:pt>
                <c:pt idx="391">
                  <c:v>0</c:v>
                </c:pt>
                <c:pt idx="392">
                  <c:v>14.87</c:v>
                </c:pt>
                <c:pt idx="393">
                  <c:v>37.56</c:v>
                </c:pt>
                <c:pt idx="394">
                  <c:v>35.82</c:v>
                </c:pt>
                <c:pt idx="395">
                  <c:v>39.770000000000003</c:v>
                </c:pt>
                <c:pt idx="396">
                  <c:v>17.399999999999999</c:v>
                </c:pt>
                <c:pt idx="397">
                  <c:v>34.799999999999997</c:v>
                </c:pt>
                <c:pt idx="398">
                  <c:v>0</c:v>
                </c:pt>
                <c:pt idx="399">
                  <c:v>0</c:v>
                </c:pt>
                <c:pt idx="400">
                  <c:v>0</c:v>
                </c:pt>
                <c:pt idx="401">
                  <c:v>0</c:v>
                </c:pt>
                <c:pt idx="402">
                  <c:v>0</c:v>
                </c:pt>
                <c:pt idx="403">
                  <c:v>17.829999999999998</c:v>
                </c:pt>
                <c:pt idx="404">
                  <c:v>0</c:v>
                </c:pt>
                <c:pt idx="405">
                  <c:v>0</c:v>
                </c:pt>
                <c:pt idx="406">
                  <c:v>15.65</c:v>
                </c:pt>
                <c:pt idx="407">
                  <c:v>0</c:v>
                </c:pt>
                <c:pt idx="408">
                  <c:v>0</c:v>
                </c:pt>
                <c:pt idx="409">
                  <c:v>0</c:v>
                </c:pt>
                <c:pt idx="410">
                  <c:v>0</c:v>
                </c:pt>
                <c:pt idx="411">
                  <c:v>0</c:v>
                </c:pt>
                <c:pt idx="412">
                  <c:v>0</c:v>
                </c:pt>
                <c:pt idx="413">
                  <c:v>0</c:v>
                </c:pt>
                <c:pt idx="414">
                  <c:v>0</c:v>
                </c:pt>
                <c:pt idx="415">
                  <c:v>0</c:v>
                </c:pt>
                <c:pt idx="416">
                  <c:v>0</c:v>
                </c:pt>
                <c:pt idx="417">
                  <c:v>0</c:v>
                </c:pt>
                <c:pt idx="418">
                  <c:v>0</c:v>
                </c:pt>
                <c:pt idx="419">
                  <c:v>12.97</c:v>
                </c:pt>
                <c:pt idx="420">
                  <c:v>14.57</c:v>
                </c:pt>
                <c:pt idx="421">
                  <c:v>0</c:v>
                </c:pt>
                <c:pt idx="422">
                  <c:v>0</c:v>
                </c:pt>
                <c:pt idx="423">
                  <c:v>0</c:v>
                </c:pt>
                <c:pt idx="424">
                  <c:v>0</c:v>
                </c:pt>
                <c:pt idx="425">
                  <c:v>0</c:v>
                </c:pt>
                <c:pt idx="426">
                  <c:v>0</c:v>
                </c:pt>
                <c:pt idx="427">
                  <c:v>17.39</c:v>
                </c:pt>
                <c:pt idx="428">
                  <c:v>0</c:v>
                </c:pt>
                <c:pt idx="429">
                  <c:v>0</c:v>
                </c:pt>
                <c:pt idx="430">
                  <c:v>14.39</c:v>
                </c:pt>
                <c:pt idx="431">
                  <c:v>0</c:v>
                </c:pt>
                <c:pt idx="432">
                  <c:v>0</c:v>
                </c:pt>
                <c:pt idx="433">
                  <c:v>17.600000000000001</c:v>
                </c:pt>
                <c:pt idx="434">
                  <c:v>0</c:v>
                </c:pt>
                <c:pt idx="435">
                  <c:v>0</c:v>
                </c:pt>
                <c:pt idx="436">
                  <c:v>0</c:v>
                </c:pt>
                <c:pt idx="437">
                  <c:v>0</c:v>
                </c:pt>
                <c:pt idx="438">
                  <c:v>17.11</c:v>
                </c:pt>
                <c:pt idx="439">
                  <c:v>0</c:v>
                </c:pt>
                <c:pt idx="440">
                  <c:v>0</c:v>
                </c:pt>
                <c:pt idx="441">
                  <c:v>27.18</c:v>
                </c:pt>
                <c:pt idx="442">
                  <c:v>0</c:v>
                </c:pt>
                <c:pt idx="443">
                  <c:v>0</c:v>
                </c:pt>
                <c:pt idx="444">
                  <c:v>0</c:v>
                </c:pt>
                <c:pt idx="445">
                  <c:v>0</c:v>
                </c:pt>
                <c:pt idx="446">
                  <c:v>25.1</c:v>
                </c:pt>
                <c:pt idx="447">
                  <c:v>0</c:v>
                </c:pt>
                <c:pt idx="448">
                  <c:v>15.08</c:v>
                </c:pt>
                <c:pt idx="449">
                  <c:v>0</c:v>
                </c:pt>
                <c:pt idx="450">
                  <c:v>0</c:v>
                </c:pt>
                <c:pt idx="451">
                  <c:v>0</c:v>
                </c:pt>
                <c:pt idx="452">
                  <c:v>0</c:v>
                </c:pt>
                <c:pt idx="453">
                  <c:v>13.03</c:v>
                </c:pt>
                <c:pt idx="454">
                  <c:v>0</c:v>
                </c:pt>
                <c:pt idx="455">
                  <c:v>0</c:v>
                </c:pt>
                <c:pt idx="456">
                  <c:v>27.61</c:v>
                </c:pt>
                <c:pt idx="457">
                  <c:v>15.65</c:v>
                </c:pt>
                <c:pt idx="458">
                  <c:v>0</c:v>
                </c:pt>
                <c:pt idx="459">
                  <c:v>0</c:v>
                </c:pt>
                <c:pt idx="460">
                  <c:v>0</c:v>
                </c:pt>
                <c:pt idx="461">
                  <c:v>16.22</c:v>
                </c:pt>
                <c:pt idx="462">
                  <c:v>0</c:v>
                </c:pt>
                <c:pt idx="463">
                  <c:v>27.59</c:v>
                </c:pt>
                <c:pt idx="464">
                  <c:v>0</c:v>
                </c:pt>
                <c:pt idx="465">
                  <c:v>0</c:v>
                </c:pt>
                <c:pt idx="466">
                  <c:v>0</c:v>
                </c:pt>
                <c:pt idx="467">
                  <c:v>17.75</c:v>
                </c:pt>
                <c:pt idx="468">
                  <c:v>0</c:v>
                </c:pt>
                <c:pt idx="469">
                  <c:v>0</c:v>
                </c:pt>
                <c:pt idx="470">
                  <c:v>15.24</c:v>
                </c:pt>
                <c:pt idx="471">
                  <c:v>25.01</c:v>
                </c:pt>
                <c:pt idx="472">
                  <c:v>0</c:v>
                </c:pt>
                <c:pt idx="473">
                  <c:v>25.15</c:v>
                </c:pt>
                <c:pt idx="474">
                  <c:v>26.48</c:v>
                </c:pt>
                <c:pt idx="475">
                  <c:v>0</c:v>
                </c:pt>
                <c:pt idx="476">
                  <c:v>0</c:v>
                </c:pt>
                <c:pt idx="477">
                  <c:v>0</c:v>
                </c:pt>
                <c:pt idx="478">
                  <c:v>0</c:v>
                </c:pt>
                <c:pt idx="479">
                  <c:v>28.7</c:v>
                </c:pt>
                <c:pt idx="480">
                  <c:v>27.53</c:v>
                </c:pt>
                <c:pt idx="481">
                  <c:v>0</c:v>
                </c:pt>
                <c:pt idx="482">
                  <c:v>0</c:v>
                </c:pt>
                <c:pt idx="483">
                  <c:v>0</c:v>
                </c:pt>
                <c:pt idx="484">
                  <c:v>0</c:v>
                </c:pt>
                <c:pt idx="485">
                  <c:v>0</c:v>
                </c:pt>
                <c:pt idx="486">
                  <c:v>0</c:v>
                </c:pt>
                <c:pt idx="487">
                  <c:v>0</c:v>
                </c:pt>
                <c:pt idx="488">
                  <c:v>0</c:v>
                </c:pt>
                <c:pt idx="489">
                  <c:v>0</c:v>
                </c:pt>
                <c:pt idx="490">
                  <c:v>27.55</c:v>
                </c:pt>
                <c:pt idx="491">
                  <c:v>0</c:v>
                </c:pt>
                <c:pt idx="492">
                  <c:v>28.77</c:v>
                </c:pt>
                <c:pt idx="493">
                  <c:v>0</c:v>
                </c:pt>
                <c:pt idx="494">
                  <c:v>32.93</c:v>
                </c:pt>
                <c:pt idx="495">
                  <c:v>33.549999999999997</c:v>
                </c:pt>
                <c:pt idx="496">
                  <c:v>0</c:v>
                </c:pt>
                <c:pt idx="497">
                  <c:v>30.54</c:v>
                </c:pt>
                <c:pt idx="498">
                  <c:v>34.53</c:v>
                </c:pt>
                <c:pt idx="499">
                  <c:v>33.04</c:v>
                </c:pt>
                <c:pt idx="500">
                  <c:v>32.630000000000003</c:v>
                </c:pt>
                <c:pt idx="501">
                  <c:v>14.85</c:v>
                </c:pt>
                <c:pt idx="502">
                  <c:v>33.200000000000003</c:v>
                </c:pt>
                <c:pt idx="503">
                  <c:v>31.63</c:v>
                </c:pt>
                <c:pt idx="504">
                  <c:v>17.440000000000001</c:v>
                </c:pt>
                <c:pt idx="505">
                  <c:v>30.05</c:v>
                </c:pt>
                <c:pt idx="506">
                  <c:v>0</c:v>
                </c:pt>
                <c:pt idx="507">
                  <c:v>33.72</c:v>
                </c:pt>
                <c:pt idx="508">
                  <c:v>0</c:v>
                </c:pt>
                <c:pt idx="509">
                  <c:v>30.74</c:v>
                </c:pt>
                <c:pt idx="510">
                  <c:v>0</c:v>
                </c:pt>
                <c:pt idx="511">
                  <c:v>0</c:v>
                </c:pt>
                <c:pt idx="512">
                  <c:v>0</c:v>
                </c:pt>
                <c:pt idx="513">
                  <c:v>31.71</c:v>
                </c:pt>
                <c:pt idx="514">
                  <c:v>17.03</c:v>
                </c:pt>
                <c:pt idx="515">
                  <c:v>0</c:v>
                </c:pt>
                <c:pt idx="516">
                  <c:v>33.61</c:v>
                </c:pt>
                <c:pt idx="517">
                  <c:v>30.43</c:v>
                </c:pt>
                <c:pt idx="518">
                  <c:v>27.84</c:v>
                </c:pt>
                <c:pt idx="519">
                  <c:v>0</c:v>
                </c:pt>
                <c:pt idx="520">
                  <c:v>0</c:v>
                </c:pt>
                <c:pt idx="521">
                  <c:v>25.75</c:v>
                </c:pt>
                <c:pt idx="522">
                  <c:v>31.75</c:v>
                </c:pt>
                <c:pt idx="523">
                  <c:v>0</c:v>
                </c:pt>
                <c:pt idx="524">
                  <c:v>0</c:v>
                </c:pt>
                <c:pt idx="525">
                  <c:v>0</c:v>
                </c:pt>
                <c:pt idx="526">
                  <c:v>0</c:v>
                </c:pt>
                <c:pt idx="527">
                  <c:v>0</c:v>
                </c:pt>
                <c:pt idx="528">
                  <c:v>17.649999999999999</c:v>
                </c:pt>
                <c:pt idx="529">
                  <c:v>15.42</c:v>
                </c:pt>
                <c:pt idx="530">
                  <c:v>28.27</c:v>
                </c:pt>
                <c:pt idx="531">
                  <c:v>34.53</c:v>
                </c:pt>
                <c:pt idx="532">
                  <c:v>0</c:v>
                </c:pt>
                <c:pt idx="533">
                  <c:v>0</c:v>
                </c:pt>
                <c:pt idx="534">
                  <c:v>0</c:v>
                </c:pt>
                <c:pt idx="535">
                  <c:v>26.01</c:v>
                </c:pt>
                <c:pt idx="536">
                  <c:v>26.39</c:v>
                </c:pt>
                <c:pt idx="537">
                  <c:v>25.33</c:v>
                </c:pt>
                <c:pt idx="538">
                  <c:v>0</c:v>
                </c:pt>
                <c:pt idx="539">
                  <c:v>0</c:v>
                </c:pt>
                <c:pt idx="540">
                  <c:v>31.75</c:v>
                </c:pt>
                <c:pt idx="541">
                  <c:v>0</c:v>
                </c:pt>
                <c:pt idx="542">
                  <c:v>32.72</c:v>
                </c:pt>
                <c:pt idx="543">
                  <c:v>12.85</c:v>
                </c:pt>
                <c:pt idx="544">
                  <c:v>29.97</c:v>
                </c:pt>
                <c:pt idx="545">
                  <c:v>0</c:v>
                </c:pt>
                <c:pt idx="546">
                  <c:v>26.08</c:v>
                </c:pt>
                <c:pt idx="547">
                  <c:v>25.7</c:v>
                </c:pt>
                <c:pt idx="548">
                  <c:v>13.82</c:v>
                </c:pt>
                <c:pt idx="549">
                  <c:v>17.91</c:v>
                </c:pt>
                <c:pt idx="550">
                  <c:v>0</c:v>
                </c:pt>
                <c:pt idx="551">
                  <c:v>25.56</c:v>
                </c:pt>
                <c:pt idx="552">
                  <c:v>0</c:v>
                </c:pt>
                <c:pt idx="553">
                  <c:v>25.14</c:v>
                </c:pt>
                <c:pt idx="554">
                  <c:v>0</c:v>
                </c:pt>
                <c:pt idx="555">
                  <c:v>31.44</c:v>
                </c:pt>
                <c:pt idx="556">
                  <c:v>0</c:v>
                </c:pt>
                <c:pt idx="557">
                  <c:v>0</c:v>
                </c:pt>
                <c:pt idx="558">
                  <c:v>31.13</c:v>
                </c:pt>
                <c:pt idx="559">
                  <c:v>0</c:v>
                </c:pt>
                <c:pt idx="560">
                  <c:v>25.54</c:v>
                </c:pt>
                <c:pt idx="561">
                  <c:v>0</c:v>
                </c:pt>
                <c:pt idx="562">
                  <c:v>0</c:v>
                </c:pt>
                <c:pt idx="563">
                  <c:v>0</c:v>
                </c:pt>
                <c:pt idx="564">
                  <c:v>14.07</c:v>
                </c:pt>
                <c:pt idx="565">
                  <c:v>0</c:v>
                </c:pt>
                <c:pt idx="566">
                  <c:v>25.86</c:v>
                </c:pt>
                <c:pt idx="567">
                  <c:v>0</c:v>
                </c:pt>
                <c:pt idx="568">
                  <c:v>30.09</c:v>
                </c:pt>
                <c:pt idx="569">
                  <c:v>25.75</c:v>
                </c:pt>
                <c:pt idx="570">
                  <c:v>16.010000000000002</c:v>
                </c:pt>
                <c:pt idx="571">
                  <c:v>25.92</c:v>
                </c:pt>
                <c:pt idx="572">
                  <c:v>30.2</c:v>
                </c:pt>
                <c:pt idx="573">
                  <c:v>25.81</c:v>
                </c:pt>
                <c:pt idx="574">
                  <c:v>0</c:v>
                </c:pt>
                <c:pt idx="575">
                  <c:v>22.95</c:v>
                </c:pt>
                <c:pt idx="576">
                  <c:v>0</c:v>
                </c:pt>
                <c:pt idx="577">
                  <c:v>20.12</c:v>
                </c:pt>
                <c:pt idx="578">
                  <c:v>24.54</c:v>
                </c:pt>
                <c:pt idx="579">
                  <c:v>0</c:v>
                </c:pt>
                <c:pt idx="580">
                  <c:v>0</c:v>
                </c:pt>
                <c:pt idx="581">
                  <c:v>0</c:v>
                </c:pt>
                <c:pt idx="582">
                  <c:v>0</c:v>
                </c:pt>
                <c:pt idx="583">
                  <c:v>24.16</c:v>
                </c:pt>
                <c:pt idx="584">
                  <c:v>22.64</c:v>
                </c:pt>
                <c:pt idx="585">
                  <c:v>24.55</c:v>
                </c:pt>
                <c:pt idx="586">
                  <c:v>24.75</c:v>
                </c:pt>
                <c:pt idx="587">
                  <c:v>23.05</c:v>
                </c:pt>
                <c:pt idx="588">
                  <c:v>0</c:v>
                </c:pt>
                <c:pt idx="589">
                  <c:v>0</c:v>
                </c:pt>
                <c:pt idx="590">
                  <c:v>0</c:v>
                </c:pt>
                <c:pt idx="591">
                  <c:v>0</c:v>
                </c:pt>
                <c:pt idx="592">
                  <c:v>24.36</c:v>
                </c:pt>
                <c:pt idx="593">
                  <c:v>0</c:v>
                </c:pt>
                <c:pt idx="594">
                  <c:v>0</c:v>
                </c:pt>
                <c:pt idx="595">
                  <c:v>24.25</c:v>
                </c:pt>
                <c:pt idx="596">
                  <c:v>22.55</c:v>
                </c:pt>
                <c:pt idx="597">
                  <c:v>0</c:v>
                </c:pt>
                <c:pt idx="598">
                  <c:v>19.21</c:v>
                </c:pt>
                <c:pt idx="599">
                  <c:v>24.51</c:v>
                </c:pt>
                <c:pt idx="600">
                  <c:v>24.31</c:v>
                </c:pt>
                <c:pt idx="601">
                  <c:v>0</c:v>
                </c:pt>
                <c:pt idx="602">
                  <c:v>0</c:v>
                </c:pt>
                <c:pt idx="603">
                  <c:v>23.97</c:v>
                </c:pt>
                <c:pt idx="604">
                  <c:v>19.649999999999999</c:v>
                </c:pt>
                <c:pt idx="605">
                  <c:v>0</c:v>
                </c:pt>
                <c:pt idx="606">
                  <c:v>0</c:v>
                </c:pt>
                <c:pt idx="607">
                  <c:v>0</c:v>
                </c:pt>
                <c:pt idx="608">
                  <c:v>23.59</c:v>
                </c:pt>
                <c:pt idx="609">
                  <c:v>0</c:v>
                </c:pt>
                <c:pt idx="610">
                  <c:v>0</c:v>
                </c:pt>
                <c:pt idx="611">
                  <c:v>23.14</c:v>
                </c:pt>
                <c:pt idx="612">
                  <c:v>0</c:v>
                </c:pt>
                <c:pt idx="613">
                  <c:v>0</c:v>
                </c:pt>
                <c:pt idx="614">
                  <c:v>24.31</c:v>
                </c:pt>
                <c:pt idx="615">
                  <c:v>20.100000000000001</c:v>
                </c:pt>
                <c:pt idx="616">
                  <c:v>21.63</c:v>
                </c:pt>
                <c:pt idx="617">
                  <c:v>24.16</c:v>
                </c:pt>
                <c:pt idx="618">
                  <c:v>0</c:v>
                </c:pt>
                <c:pt idx="619">
                  <c:v>0</c:v>
                </c:pt>
                <c:pt idx="620">
                  <c:v>21.16</c:v>
                </c:pt>
                <c:pt idx="621">
                  <c:v>21.04</c:v>
                </c:pt>
                <c:pt idx="622">
                  <c:v>20.2</c:v>
                </c:pt>
                <c:pt idx="623">
                  <c:v>0</c:v>
                </c:pt>
                <c:pt idx="624">
                  <c:v>0</c:v>
                </c:pt>
                <c:pt idx="625">
                  <c:v>24.76</c:v>
                </c:pt>
                <c:pt idx="626">
                  <c:v>0</c:v>
                </c:pt>
                <c:pt idx="627">
                  <c:v>23.35</c:v>
                </c:pt>
                <c:pt idx="628">
                  <c:v>0</c:v>
                </c:pt>
                <c:pt idx="629">
                  <c:v>0</c:v>
                </c:pt>
                <c:pt idx="630">
                  <c:v>0</c:v>
                </c:pt>
                <c:pt idx="631">
                  <c:v>0</c:v>
                </c:pt>
                <c:pt idx="632">
                  <c:v>0</c:v>
                </c:pt>
                <c:pt idx="633">
                  <c:v>22.14</c:v>
                </c:pt>
                <c:pt idx="634">
                  <c:v>0</c:v>
                </c:pt>
                <c:pt idx="635">
                  <c:v>0</c:v>
                </c:pt>
                <c:pt idx="636">
                  <c:v>0</c:v>
                </c:pt>
                <c:pt idx="637">
                  <c:v>19.02</c:v>
                </c:pt>
                <c:pt idx="638">
                  <c:v>0</c:v>
                </c:pt>
                <c:pt idx="639">
                  <c:v>20.83</c:v>
                </c:pt>
                <c:pt idx="640">
                  <c:v>0</c:v>
                </c:pt>
                <c:pt idx="641">
                  <c:v>20.29</c:v>
                </c:pt>
                <c:pt idx="642">
                  <c:v>0</c:v>
                </c:pt>
                <c:pt idx="643">
                  <c:v>22.67</c:v>
                </c:pt>
                <c:pt idx="644">
                  <c:v>21.29</c:v>
                </c:pt>
                <c:pt idx="645">
                  <c:v>0</c:v>
                </c:pt>
                <c:pt idx="646">
                  <c:v>0</c:v>
                </c:pt>
                <c:pt idx="647">
                  <c:v>0</c:v>
                </c:pt>
                <c:pt idx="648">
                  <c:v>0</c:v>
                </c:pt>
                <c:pt idx="649">
                  <c:v>23.22</c:v>
                </c:pt>
                <c:pt idx="650">
                  <c:v>0</c:v>
                </c:pt>
                <c:pt idx="651">
                  <c:v>21.83</c:v>
                </c:pt>
                <c:pt idx="652">
                  <c:v>0</c:v>
                </c:pt>
                <c:pt idx="653">
                  <c:v>0</c:v>
                </c:pt>
                <c:pt idx="654">
                  <c:v>0</c:v>
                </c:pt>
                <c:pt idx="655">
                  <c:v>0</c:v>
                </c:pt>
                <c:pt idx="656">
                  <c:v>0</c:v>
                </c:pt>
                <c:pt idx="657">
                  <c:v>27.93</c:v>
                </c:pt>
                <c:pt idx="658">
                  <c:v>0</c:v>
                </c:pt>
                <c:pt idx="659">
                  <c:v>0</c:v>
                </c:pt>
                <c:pt idx="660">
                  <c:v>30.12</c:v>
                </c:pt>
                <c:pt idx="661">
                  <c:v>19.11</c:v>
                </c:pt>
                <c:pt idx="662">
                  <c:v>18.07</c:v>
                </c:pt>
                <c:pt idx="663">
                  <c:v>0</c:v>
                </c:pt>
                <c:pt idx="664">
                  <c:v>0</c:v>
                </c:pt>
                <c:pt idx="665">
                  <c:v>0</c:v>
                </c:pt>
                <c:pt idx="666">
                  <c:v>0</c:v>
                </c:pt>
                <c:pt idx="667">
                  <c:v>0</c:v>
                </c:pt>
                <c:pt idx="668">
                  <c:v>26.02</c:v>
                </c:pt>
                <c:pt idx="669">
                  <c:v>0</c:v>
                </c:pt>
                <c:pt idx="670">
                  <c:v>23.52</c:v>
                </c:pt>
                <c:pt idx="671">
                  <c:v>22.43</c:v>
                </c:pt>
                <c:pt idx="672">
                  <c:v>0</c:v>
                </c:pt>
                <c:pt idx="673">
                  <c:v>31.53</c:v>
                </c:pt>
                <c:pt idx="674">
                  <c:v>0</c:v>
                </c:pt>
                <c:pt idx="675">
                  <c:v>21.02</c:v>
                </c:pt>
                <c:pt idx="676">
                  <c:v>0</c:v>
                </c:pt>
                <c:pt idx="677">
                  <c:v>0</c:v>
                </c:pt>
                <c:pt idx="678">
                  <c:v>0</c:v>
                </c:pt>
                <c:pt idx="679">
                  <c:v>0</c:v>
                </c:pt>
                <c:pt idx="680">
                  <c:v>0</c:v>
                </c:pt>
                <c:pt idx="681">
                  <c:v>28.12</c:v>
                </c:pt>
                <c:pt idx="682">
                  <c:v>0</c:v>
                </c:pt>
                <c:pt idx="683">
                  <c:v>27.35</c:v>
                </c:pt>
                <c:pt idx="684">
                  <c:v>12.73</c:v>
                </c:pt>
                <c:pt idx="685">
                  <c:v>0</c:v>
                </c:pt>
                <c:pt idx="686">
                  <c:v>0</c:v>
                </c:pt>
                <c:pt idx="687">
                  <c:v>0</c:v>
                </c:pt>
                <c:pt idx="688">
                  <c:v>0</c:v>
                </c:pt>
                <c:pt idx="689">
                  <c:v>0</c:v>
                </c:pt>
                <c:pt idx="690">
                  <c:v>25.73</c:v>
                </c:pt>
                <c:pt idx="691">
                  <c:v>0</c:v>
                </c:pt>
                <c:pt idx="692">
                  <c:v>32.42</c:v>
                </c:pt>
                <c:pt idx="693">
                  <c:v>0</c:v>
                </c:pt>
                <c:pt idx="694">
                  <c:v>0</c:v>
                </c:pt>
                <c:pt idx="695">
                  <c:v>0</c:v>
                </c:pt>
                <c:pt idx="696">
                  <c:v>0</c:v>
                </c:pt>
                <c:pt idx="697">
                  <c:v>20.63</c:v>
                </c:pt>
                <c:pt idx="698">
                  <c:v>20.61</c:v>
                </c:pt>
                <c:pt idx="699">
                  <c:v>18.37</c:v>
                </c:pt>
                <c:pt idx="700">
                  <c:v>0</c:v>
                </c:pt>
                <c:pt idx="701">
                  <c:v>0</c:v>
                </c:pt>
                <c:pt idx="702">
                  <c:v>14.59</c:v>
                </c:pt>
                <c:pt idx="703">
                  <c:v>18.12</c:v>
                </c:pt>
                <c:pt idx="704">
                  <c:v>30.66</c:v>
                </c:pt>
                <c:pt idx="705">
                  <c:v>0</c:v>
                </c:pt>
                <c:pt idx="706">
                  <c:v>0</c:v>
                </c:pt>
                <c:pt idx="707">
                  <c:v>22.57</c:v>
                </c:pt>
                <c:pt idx="708">
                  <c:v>19.059999999999999</c:v>
                </c:pt>
                <c:pt idx="709">
                  <c:v>0</c:v>
                </c:pt>
                <c:pt idx="710">
                  <c:v>19.010000000000002</c:v>
                </c:pt>
                <c:pt idx="711">
                  <c:v>30.63</c:v>
                </c:pt>
                <c:pt idx="712">
                  <c:v>29.61</c:v>
                </c:pt>
                <c:pt idx="713">
                  <c:v>0</c:v>
                </c:pt>
                <c:pt idx="714">
                  <c:v>27.96</c:v>
                </c:pt>
                <c:pt idx="715">
                  <c:v>0</c:v>
                </c:pt>
                <c:pt idx="716">
                  <c:v>21.45</c:v>
                </c:pt>
                <c:pt idx="717">
                  <c:v>25.65</c:v>
                </c:pt>
                <c:pt idx="718">
                  <c:v>27.69</c:v>
                </c:pt>
                <c:pt idx="719">
                  <c:v>0</c:v>
                </c:pt>
                <c:pt idx="720">
                  <c:v>25.42</c:v>
                </c:pt>
                <c:pt idx="721">
                  <c:v>23.79</c:v>
                </c:pt>
                <c:pt idx="722">
                  <c:v>28.09</c:v>
                </c:pt>
                <c:pt idx="723">
                  <c:v>26.64</c:v>
                </c:pt>
                <c:pt idx="724">
                  <c:v>29.21</c:v>
                </c:pt>
                <c:pt idx="725">
                  <c:v>25.49</c:v>
                </c:pt>
                <c:pt idx="726">
                  <c:v>0</c:v>
                </c:pt>
                <c:pt idx="727">
                  <c:v>0</c:v>
                </c:pt>
                <c:pt idx="728">
                  <c:v>28.69</c:v>
                </c:pt>
                <c:pt idx="729">
                  <c:v>24.44</c:v>
                </c:pt>
                <c:pt idx="730">
                  <c:v>27.52</c:v>
                </c:pt>
                <c:pt idx="731">
                  <c:v>29.83</c:v>
                </c:pt>
                <c:pt idx="732">
                  <c:v>27.79</c:v>
                </c:pt>
                <c:pt idx="733">
                  <c:v>0</c:v>
                </c:pt>
                <c:pt idx="734">
                  <c:v>26.69</c:v>
                </c:pt>
                <c:pt idx="735">
                  <c:v>23.93</c:v>
                </c:pt>
                <c:pt idx="736">
                  <c:v>23.76</c:v>
                </c:pt>
                <c:pt idx="737">
                  <c:v>0</c:v>
                </c:pt>
                <c:pt idx="738">
                  <c:v>17.77</c:v>
                </c:pt>
                <c:pt idx="739">
                  <c:v>0</c:v>
                </c:pt>
                <c:pt idx="740">
                  <c:v>26.75</c:v>
                </c:pt>
                <c:pt idx="741">
                  <c:v>29.46</c:v>
                </c:pt>
                <c:pt idx="742">
                  <c:v>27.94</c:v>
                </c:pt>
                <c:pt idx="743">
                  <c:v>0</c:v>
                </c:pt>
                <c:pt idx="744">
                  <c:v>0</c:v>
                </c:pt>
                <c:pt idx="745">
                  <c:v>18.66</c:v>
                </c:pt>
                <c:pt idx="746">
                  <c:v>26.47</c:v>
                </c:pt>
                <c:pt idx="747">
                  <c:v>0</c:v>
                </c:pt>
                <c:pt idx="748">
                  <c:v>0</c:v>
                </c:pt>
                <c:pt idx="749">
                  <c:v>0</c:v>
                </c:pt>
                <c:pt idx="750">
                  <c:v>0</c:v>
                </c:pt>
                <c:pt idx="751">
                  <c:v>26.99</c:v>
                </c:pt>
                <c:pt idx="752">
                  <c:v>26.54</c:v>
                </c:pt>
                <c:pt idx="753">
                  <c:v>25.54</c:v>
                </c:pt>
                <c:pt idx="754">
                  <c:v>0</c:v>
                </c:pt>
                <c:pt idx="755">
                  <c:v>0</c:v>
                </c:pt>
                <c:pt idx="756">
                  <c:v>16.28</c:v>
                </c:pt>
                <c:pt idx="757">
                  <c:v>23.73</c:v>
                </c:pt>
                <c:pt idx="758">
                  <c:v>23.53</c:v>
                </c:pt>
                <c:pt idx="759">
                  <c:v>0</c:v>
                </c:pt>
                <c:pt idx="760">
                  <c:v>18.88</c:v>
                </c:pt>
                <c:pt idx="761">
                  <c:v>17.72</c:v>
                </c:pt>
                <c:pt idx="762">
                  <c:v>26.22</c:v>
                </c:pt>
                <c:pt idx="763">
                  <c:v>22.79</c:v>
                </c:pt>
                <c:pt idx="764">
                  <c:v>19.45</c:v>
                </c:pt>
                <c:pt idx="765">
                  <c:v>0</c:v>
                </c:pt>
                <c:pt idx="766">
                  <c:v>25.69</c:v>
                </c:pt>
                <c:pt idx="767">
                  <c:v>0</c:v>
                </c:pt>
                <c:pt idx="768">
                  <c:v>15.61</c:v>
                </c:pt>
                <c:pt idx="769">
                  <c:v>0</c:v>
                </c:pt>
                <c:pt idx="770">
                  <c:v>19.690000000000001</c:v>
                </c:pt>
                <c:pt idx="771">
                  <c:v>18.53</c:v>
                </c:pt>
                <c:pt idx="772">
                  <c:v>32.340000000000003</c:v>
                </c:pt>
                <c:pt idx="773">
                  <c:v>35.93</c:v>
                </c:pt>
                <c:pt idx="774">
                  <c:v>0</c:v>
                </c:pt>
                <c:pt idx="775">
                  <c:v>0</c:v>
                </c:pt>
                <c:pt idx="776">
                  <c:v>22.17</c:v>
                </c:pt>
                <c:pt idx="777">
                  <c:v>38.159999999999997</c:v>
                </c:pt>
                <c:pt idx="778">
                  <c:v>0</c:v>
                </c:pt>
                <c:pt idx="779">
                  <c:v>33.4</c:v>
                </c:pt>
                <c:pt idx="780">
                  <c:v>20.38</c:v>
                </c:pt>
                <c:pt idx="781">
                  <c:v>0</c:v>
                </c:pt>
                <c:pt idx="782">
                  <c:v>33.799999999999997</c:v>
                </c:pt>
                <c:pt idx="783">
                  <c:v>17.32</c:v>
                </c:pt>
                <c:pt idx="784">
                  <c:v>13.81</c:v>
                </c:pt>
                <c:pt idx="785">
                  <c:v>0</c:v>
                </c:pt>
                <c:pt idx="786">
                  <c:v>20.7</c:v>
                </c:pt>
                <c:pt idx="787">
                  <c:v>15.75</c:v>
                </c:pt>
                <c:pt idx="788">
                  <c:v>0</c:v>
                </c:pt>
                <c:pt idx="789">
                  <c:v>0</c:v>
                </c:pt>
                <c:pt idx="790">
                  <c:v>23.8</c:v>
                </c:pt>
                <c:pt idx="791">
                  <c:v>20.76</c:v>
                </c:pt>
                <c:pt idx="792">
                  <c:v>40.1</c:v>
                </c:pt>
                <c:pt idx="793">
                  <c:v>34.18</c:v>
                </c:pt>
                <c:pt idx="794">
                  <c:v>0</c:v>
                </c:pt>
                <c:pt idx="795">
                  <c:v>34.06</c:v>
                </c:pt>
                <c:pt idx="796">
                  <c:v>45.43</c:v>
                </c:pt>
                <c:pt idx="797">
                  <c:v>0</c:v>
                </c:pt>
                <c:pt idx="798">
                  <c:v>31.61</c:v>
                </c:pt>
                <c:pt idx="799">
                  <c:v>0</c:v>
                </c:pt>
                <c:pt idx="800">
                  <c:v>0</c:v>
                </c:pt>
                <c:pt idx="801">
                  <c:v>12.32</c:v>
                </c:pt>
                <c:pt idx="802">
                  <c:v>0</c:v>
                </c:pt>
                <c:pt idx="803">
                  <c:v>0</c:v>
                </c:pt>
                <c:pt idx="804">
                  <c:v>23.64</c:v>
                </c:pt>
                <c:pt idx="805">
                  <c:v>36.29</c:v>
                </c:pt>
                <c:pt idx="806">
                  <c:v>45.14</c:v>
                </c:pt>
                <c:pt idx="807">
                  <c:v>31.4</c:v>
                </c:pt>
                <c:pt idx="808">
                  <c:v>0</c:v>
                </c:pt>
                <c:pt idx="809">
                  <c:v>0</c:v>
                </c:pt>
                <c:pt idx="810">
                  <c:v>23.7</c:v>
                </c:pt>
                <c:pt idx="811">
                  <c:v>37.76</c:v>
                </c:pt>
                <c:pt idx="812">
                  <c:v>36.25</c:v>
                </c:pt>
                <c:pt idx="813">
                  <c:v>0</c:v>
                </c:pt>
                <c:pt idx="814">
                  <c:v>24.23</c:v>
                </c:pt>
                <c:pt idx="815">
                  <c:v>41.6</c:v>
                </c:pt>
                <c:pt idx="816">
                  <c:v>42.3</c:v>
                </c:pt>
                <c:pt idx="817">
                  <c:v>0</c:v>
                </c:pt>
                <c:pt idx="818">
                  <c:v>17.89</c:v>
                </c:pt>
                <c:pt idx="819">
                  <c:v>32.51</c:v>
                </c:pt>
                <c:pt idx="820">
                  <c:v>0</c:v>
                </c:pt>
                <c:pt idx="821">
                  <c:v>30.89</c:v>
                </c:pt>
                <c:pt idx="822">
                  <c:v>0</c:v>
                </c:pt>
                <c:pt idx="823">
                  <c:v>0</c:v>
                </c:pt>
                <c:pt idx="824">
                  <c:v>15.31</c:v>
                </c:pt>
                <c:pt idx="825">
                  <c:v>0</c:v>
                </c:pt>
                <c:pt idx="826">
                  <c:v>40.26</c:v>
                </c:pt>
                <c:pt idx="827">
                  <c:v>0</c:v>
                </c:pt>
                <c:pt idx="828">
                  <c:v>30.4</c:v>
                </c:pt>
                <c:pt idx="829">
                  <c:v>23.09</c:v>
                </c:pt>
                <c:pt idx="830">
                  <c:v>33.5</c:v>
                </c:pt>
                <c:pt idx="831">
                  <c:v>35.79</c:v>
                </c:pt>
                <c:pt idx="832">
                  <c:v>23.74</c:v>
                </c:pt>
                <c:pt idx="833">
                  <c:v>33.33</c:v>
                </c:pt>
                <c:pt idx="834">
                  <c:v>21.78</c:v>
                </c:pt>
                <c:pt idx="835">
                  <c:v>31.26</c:v>
                </c:pt>
                <c:pt idx="836">
                  <c:v>0</c:v>
                </c:pt>
                <c:pt idx="837">
                  <c:v>14.54</c:v>
                </c:pt>
                <c:pt idx="838">
                  <c:v>0</c:v>
                </c:pt>
                <c:pt idx="839">
                  <c:v>0</c:v>
                </c:pt>
                <c:pt idx="840">
                  <c:v>38.76</c:v>
                </c:pt>
                <c:pt idx="841">
                  <c:v>30.64</c:v>
                </c:pt>
                <c:pt idx="842">
                  <c:v>0</c:v>
                </c:pt>
                <c:pt idx="843">
                  <c:v>0</c:v>
                </c:pt>
                <c:pt idx="844">
                  <c:v>14.61</c:v>
                </c:pt>
                <c:pt idx="845">
                  <c:v>36.450000000000003</c:v>
                </c:pt>
                <c:pt idx="846">
                  <c:v>23.51</c:v>
                </c:pt>
                <c:pt idx="847">
                  <c:v>0</c:v>
                </c:pt>
                <c:pt idx="848">
                  <c:v>31.31</c:v>
                </c:pt>
                <c:pt idx="849">
                  <c:v>0</c:v>
                </c:pt>
                <c:pt idx="850">
                  <c:v>32.659999999999997</c:v>
                </c:pt>
                <c:pt idx="851">
                  <c:v>0</c:v>
                </c:pt>
                <c:pt idx="852">
                  <c:v>17.61</c:v>
                </c:pt>
                <c:pt idx="853">
                  <c:v>34.92</c:v>
                </c:pt>
                <c:pt idx="854">
                  <c:v>0</c:v>
                </c:pt>
                <c:pt idx="855">
                  <c:v>21.72</c:v>
                </c:pt>
                <c:pt idx="856">
                  <c:v>0</c:v>
                </c:pt>
                <c:pt idx="857">
                  <c:v>41.56</c:v>
                </c:pt>
                <c:pt idx="858">
                  <c:v>0</c:v>
                </c:pt>
                <c:pt idx="859">
                  <c:v>44.1</c:v>
                </c:pt>
                <c:pt idx="860">
                  <c:v>33.380000000000003</c:v>
                </c:pt>
                <c:pt idx="861">
                  <c:v>14.36</c:v>
                </c:pt>
                <c:pt idx="862">
                  <c:v>0</c:v>
                </c:pt>
                <c:pt idx="863">
                  <c:v>0</c:v>
                </c:pt>
                <c:pt idx="864">
                  <c:v>40.71</c:v>
                </c:pt>
                <c:pt idx="865">
                  <c:v>0</c:v>
                </c:pt>
                <c:pt idx="866">
                  <c:v>29.26</c:v>
                </c:pt>
                <c:pt idx="867">
                  <c:v>0</c:v>
                </c:pt>
                <c:pt idx="868">
                  <c:v>19.739999999999998</c:v>
                </c:pt>
                <c:pt idx="869">
                  <c:v>21.8</c:v>
                </c:pt>
                <c:pt idx="870">
                  <c:v>29.95</c:v>
                </c:pt>
                <c:pt idx="871">
                  <c:v>19.760000000000002</c:v>
                </c:pt>
                <c:pt idx="872">
                  <c:v>39.159999999999997</c:v>
                </c:pt>
                <c:pt idx="873">
                  <c:v>21.87</c:v>
                </c:pt>
                <c:pt idx="874">
                  <c:v>26.77</c:v>
                </c:pt>
                <c:pt idx="875">
                  <c:v>0</c:v>
                </c:pt>
                <c:pt idx="876">
                  <c:v>25.85</c:v>
                </c:pt>
                <c:pt idx="877">
                  <c:v>35.18</c:v>
                </c:pt>
                <c:pt idx="878">
                  <c:v>32.69</c:v>
                </c:pt>
                <c:pt idx="879">
                  <c:v>36.020000000000003</c:v>
                </c:pt>
                <c:pt idx="880">
                  <c:v>0</c:v>
                </c:pt>
                <c:pt idx="881">
                  <c:v>28.05</c:v>
                </c:pt>
                <c:pt idx="882">
                  <c:v>21.27</c:v>
                </c:pt>
                <c:pt idx="883">
                  <c:v>18.39</c:v>
                </c:pt>
                <c:pt idx="884">
                  <c:v>0</c:v>
                </c:pt>
                <c:pt idx="885">
                  <c:v>34.68</c:v>
                </c:pt>
                <c:pt idx="886">
                  <c:v>0</c:v>
                </c:pt>
                <c:pt idx="887">
                  <c:v>0</c:v>
                </c:pt>
                <c:pt idx="888">
                  <c:v>0</c:v>
                </c:pt>
                <c:pt idx="889">
                  <c:v>34.29</c:v>
                </c:pt>
                <c:pt idx="890">
                  <c:v>26.84</c:v>
                </c:pt>
                <c:pt idx="891">
                  <c:v>40.090000000000003</c:v>
                </c:pt>
                <c:pt idx="892">
                  <c:v>23.73</c:v>
                </c:pt>
                <c:pt idx="893">
                  <c:v>0</c:v>
                </c:pt>
                <c:pt idx="894">
                  <c:v>26.64</c:v>
                </c:pt>
                <c:pt idx="895">
                  <c:v>21.07</c:v>
                </c:pt>
                <c:pt idx="896">
                  <c:v>18.350000000000001</c:v>
                </c:pt>
                <c:pt idx="897">
                  <c:v>32.700000000000003</c:v>
                </c:pt>
                <c:pt idx="898">
                  <c:v>33.450000000000003</c:v>
                </c:pt>
                <c:pt idx="899">
                  <c:v>25.98</c:v>
                </c:pt>
                <c:pt idx="900">
                  <c:v>27.66</c:v>
                </c:pt>
                <c:pt idx="901">
                  <c:v>0</c:v>
                </c:pt>
                <c:pt idx="902">
                  <c:v>14.85</c:v>
                </c:pt>
                <c:pt idx="903">
                  <c:v>0</c:v>
                </c:pt>
                <c:pt idx="904">
                  <c:v>29.1</c:v>
                </c:pt>
                <c:pt idx="905">
                  <c:v>15.49</c:v>
                </c:pt>
                <c:pt idx="906">
                  <c:v>27.74</c:v>
                </c:pt>
                <c:pt idx="907">
                  <c:v>37.74</c:v>
                </c:pt>
                <c:pt idx="908">
                  <c:v>23.94</c:v>
                </c:pt>
                <c:pt idx="909">
                  <c:v>30.07</c:v>
                </c:pt>
                <c:pt idx="910">
                  <c:v>0</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0</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0</c:v>
                </c:pt>
                <c:pt idx="936">
                  <c:v>16.97</c:v>
                </c:pt>
                <c:pt idx="937">
                  <c:v>15.51</c:v>
                </c:pt>
                <c:pt idx="938">
                  <c:v>27.85</c:v>
                </c:pt>
                <c:pt idx="939">
                  <c:v>0</c:v>
                </c:pt>
                <c:pt idx="940">
                  <c:v>0</c:v>
                </c:pt>
                <c:pt idx="941">
                  <c:v>34.5</c:v>
                </c:pt>
                <c:pt idx="942">
                  <c:v>29.88</c:v>
                </c:pt>
                <c:pt idx="943">
                  <c:v>28.78</c:v>
                </c:pt>
                <c:pt idx="944">
                  <c:v>28.02</c:v>
                </c:pt>
                <c:pt idx="945">
                  <c:v>39.299999999999997</c:v>
                </c:pt>
                <c:pt idx="946">
                  <c:v>0</c:v>
                </c:pt>
                <c:pt idx="947">
                  <c:v>0</c:v>
                </c:pt>
                <c:pt idx="948">
                  <c:v>24.36</c:v>
                </c:pt>
                <c:pt idx="949">
                  <c:v>24.78</c:v>
                </c:pt>
                <c:pt idx="950">
                  <c:v>31.3</c:v>
                </c:pt>
                <c:pt idx="951">
                  <c:v>20.76</c:v>
                </c:pt>
                <c:pt idx="952">
                  <c:v>0</c:v>
                </c:pt>
                <c:pt idx="953">
                  <c:v>25.11</c:v>
                </c:pt>
                <c:pt idx="954">
                  <c:v>27.92</c:v>
                </c:pt>
                <c:pt idx="955">
                  <c:v>20.07</c:v>
                </c:pt>
                <c:pt idx="956">
                  <c:v>33.97</c:v>
                </c:pt>
                <c:pt idx="957">
                  <c:v>27.58</c:v>
                </c:pt>
                <c:pt idx="958">
                  <c:v>0</c:v>
                </c:pt>
                <c:pt idx="959">
                  <c:v>0</c:v>
                </c:pt>
                <c:pt idx="960">
                  <c:v>33.07</c:v>
                </c:pt>
                <c:pt idx="961">
                  <c:v>0</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yVal>
          <c:smooth val="0"/>
          <c:extLst>
            <c:ext xmlns:c16="http://schemas.microsoft.com/office/drawing/2014/chart" uri="{C3380CC4-5D6E-409C-BE32-E72D297353CC}">
              <c16:uniqueId val="{00000001-E0DC-46BA-9E79-8EE6DBFE1AC2}"/>
            </c:ext>
          </c:extLst>
        </c:ser>
        <c:dLbls>
          <c:showLegendKey val="0"/>
          <c:showVal val="0"/>
          <c:showCatName val="0"/>
          <c:showSerName val="0"/>
          <c:showPercent val="0"/>
          <c:showBubbleSize val="0"/>
        </c:dLbls>
        <c:axId val="25421535"/>
        <c:axId val="25410015"/>
      </c:scatterChart>
      <c:valAx>
        <c:axId val="2542153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Weight</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410015"/>
        <c:crosses val="autoZero"/>
        <c:crossBetween val="midCat"/>
      </c:valAx>
      <c:valAx>
        <c:axId val="25410015"/>
        <c:scaling>
          <c:orientation val="minMax"/>
          <c:min val="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BMI Level</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421535"/>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Tracking.xlsx]Pivot!PivotTable52</c:name>
    <c:fmtId val="38"/>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US" sz="900"/>
              <a:t>BMI Class Proportion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s>
    <c:plotArea>
      <c:layout/>
      <c:ofPieChart>
        <c:ofPieType val="bar"/>
        <c:varyColors val="1"/>
        <c:ser>
          <c:idx val="0"/>
          <c:order val="0"/>
          <c:tx>
            <c:strRef>
              <c:f>Pivot!$I$3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C25-425B-8967-A0EBF521EE8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C25-425B-8967-A0EBF521EE8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C25-425B-8967-A0EBF521EE8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C25-425B-8967-A0EBF521EE8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C25-425B-8967-A0EBF521EE85}"/>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C25-425B-8967-A0EBF521EE85}"/>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C25-425B-8967-A0EBF521EE85}"/>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BC25-425B-8967-A0EBF521EE85}"/>
              </c:ext>
            </c:extLst>
          </c:dPt>
          <c:dLbls>
            <c:dLbl>
              <c:idx val="7"/>
              <c:delete val="1"/>
              <c:extLst>
                <c:ext xmlns:c15="http://schemas.microsoft.com/office/drawing/2012/chart" uri="{CE6537A1-D6FC-4f65-9D91-7224C49458BB}"/>
                <c:ext xmlns:c16="http://schemas.microsoft.com/office/drawing/2014/chart" uri="{C3380CC4-5D6E-409C-BE32-E72D297353CC}">
                  <c16:uniqueId val="{0000000F-BC25-425B-8967-A0EBF521EE85}"/>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Pivot!$H$4:$H$10</c:f>
              <c:strCache>
                <c:ptCount val="7"/>
                <c:pt idx="0">
                  <c:v>Severely Underweight</c:v>
                </c:pt>
                <c:pt idx="1">
                  <c:v>Underweight</c:v>
                </c:pt>
                <c:pt idx="2">
                  <c:v>Normal</c:v>
                </c:pt>
                <c:pt idx="3">
                  <c:v>Overweight</c:v>
                </c:pt>
                <c:pt idx="4">
                  <c:v>Obesity class I</c:v>
                </c:pt>
                <c:pt idx="5">
                  <c:v>Obesity class II</c:v>
                </c:pt>
                <c:pt idx="6">
                  <c:v>Obesity class III</c:v>
                </c:pt>
              </c:strCache>
            </c:strRef>
          </c:cat>
          <c:val>
            <c:numRef>
              <c:f>Pivot!$I$4:$I$10</c:f>
              <c:numCache>
                <c:formatCode>0.00%</c:formatCode>
                <c:ptCount val="7"/>
                <c:pt idx="0">
                  <c:v>8.6330935251798566E-2</c:v>
                </c:pt>
                <c:pt idx="1">
                  <c:v>8.6330935251798566E-2</c:v>
                </c:pt>
                <c:pt idx="2">
                  <c:v>0.38026721479958892</c:v>
                </c:pt>
                <c:pt idx="3">
                  <c:v>0.24974306269270299</c:v>
                </c:pt>
                <c:pt idx="4">
                  <c:v>0.12435765673175746</c:v>
                </c:pt>
                <c:pt idx="5">
                  <c:v>3.8026721479958892E-2</c:v>
                </c:pt>
                <c:pt idx="6">
                  <c:v>3.4943473792394653E-2</c:v>
                </c:pt>
              </c:numCache>
            </c:numRef>
          </c:val>
          <c:extLst>
            <c:ext xmlns:c16="http://schemas.microsoft.com/office/drawing/2014/chart" uri="{C3380CC4-5D6E-409C-BE32-E72D297353CC}">
              <c16:uniqueId val="{00000010-BC25-425B-8967-A0EBF521EE85}"/>
            </c:ext>
          </c:extLst>
        </c:ser>
        <c:dLbls>
          <c:dLblPos val="bestFit"/>
          <c:showLegendKey val="0"/>
          <c:showVal val="1"/>
          <c:showCatName val="0"/>
          <c:showSerName val="0"/>
          <c:showPercent val="0"/>
          <c:showBubbleSize val="0"/>
          <c:showLeaderLines val="1"/>
        </c:dLbls>
        <c:gapWidth val="100"/>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b"/>
      <c:layout>
        <c:manualLayout>
          <c:xMode val="edge"/>
          <c:yMode val="edge"/>
          <c:x val="2.2690258932364371E-2"/>
          <c:y val="0.87841587301587298"/>
          <c:w val="0.95141549557985572"/>
          <c:h val="9.134603174603174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Tracking.xlsx]Pivot!PivotTable52</c:name>
    <c:fmtId val="26"/>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US" sz="900"/>
              <a:t>BMI Class Proportion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s>
    <c:plotArea>
      <c:layout/>
      <c:ofPieChart>
        <c:ofPieType val="bar"/>
        <c:varyColors val="1"/>
        <c:ser>
          <c:idx val="0"/>
          <c:order val="0"/>
          <c:tx>
            <c:strRef>
              <c:f>Pivot!$I$3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53F-4BF8-AA02-0A8018035F1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53F-4BF8-AA02-0A8018035F1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53F-4BF8-AA02-0A8018035F1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53F-4BF8-AA02-0A8018035F1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53F-4BF8-AA02-0A8018035F1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453F-4BF8-AA02-0A8018035F1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53F-4BF8-AA02-0A8018035F11}"/>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453F-4BF8-AA02-0A8018035F11}"/>
              </c:ext>
            </c:extLst>
          </c:dPt>
          <c:dLbls>
            <c:dLbl>
              <c:idx val="7"/>
              <c:delete val="1"/>
              <c:extLst>
                <c:ext xmlns:c15="http://schemas.microsoft.com/office/drawing/2012/chart" uri="{CE6537A1-D6FC-4f65-9D91-7224C49458BB}"/>
                <c:ext xmlns:c16="http://schemas.microsoft.com/office/drawing/2014/chart" uri="{C3380CC4-5D6E-409C-BE32-E72D297353CC}">
                  <c16:uniqueId val="{0000000F-453F-4BF8-AA02-0A8018035F11}"/>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Pivot!$H$4:$H$10</c:f>
              <c:strCache>
                <c:ptCount val="7"/>
                <c:pt idx="0">
                  <c:v>Severely Underweight</c:v>
                </c:pt>
                <c:pt idx="1">
                  <c:v>Underweight</c:v>
                </c:pt>
                <c:pt idx="2">
                  <c:v>Normal</c:v>
                </c:pt>
                <c:pt idx="3">
                  <c:v>Overweight</c:v>
                </c:pt>
                <c:pt idx="4">
                  <c:v>Obesity class I</c:v>
                </c:pt>
                <c:pt idx="5">
                  <c:v>Obesity class II</c:v>
                </c:pt>
                <c:pt idx="6">
                  <c:v>Obesity class III</c:v>
                </c:pt>
              </c:strCache>
            </c:strRef>
          </c:cat>
          <c:val>
            <c:numRef>
              <c:f>Pivot!$I$4:$I$10</c:f>
              <c:numCache>
                <c:formatCode>0.00%</c:formatCode>
                <c:ptCount val="7"/>
                <c:pt idx="0">
                  <c:v>8.6330935251798566E-2</c:v>
                </c:pt>
                <c:pt idx="1">
                  <c:v>8.6330935251798566E-2</c:v>
                </c:pt>
                <c:pt idx="2">
                  <c:v>0.38026721479958892</c:v>
                </c:pt>
                <c:pt idx="3">
                  <c:v>0.24974306269270299</c:v>
                </c:pt>
                <c:pt idx="4">
                  <c:v>0.12435765673175746</c:v>
                </c:pt>
                <c:pt idx="5">
                  <c:v>3.8026721479958892E-2</c:v>
                </c:pt>
                <c:pt idx="6">
                  <c:v>3.4943473792394653E-2</c:v>
                </c:pt>
              </c:numCache>
            </c:numRef>
          </c:val>
          <c:extLst>
            <c:ext xmlns:c16="http://schemas.microsoft.com/office/drawing/2014/chart" uri="{C3380CC4-5D6E-409C-BE32-E72D297353CC}">
              <c16:uniqueId val="{00000010-453F-4BF8-AA02-0A8018035F11}"/>
            </c:ext>
          </c:extLst>
        </c:ser>
        <c:dLbls>
          <c:dLblPos val="bestFit"/>
          <c:showLegendKey val="0"/>
          <c:showVal val="1"/>
          <c:showCatName val="0"/>
          <c:showSerName val="0"/>
          <c:showPercent val="0"/>
          <c:showBubbleSize val="0"/>
          <c:showLeaderLines val="1"/>
        </c:dLbls>
        <c:gapWidth val="100"/>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b"/>
      <c:layout>
        <c:manualLayout>
          <c:xMode val="edge"/>
          <c:yMode val="edge"/>
          <c:x val="2.2690258932364371E-2"/>
          <c:y val="0.87841587301587298"/>
          <c:w val="0.95141549557985572"/>
          <c:h val="9.134603174603174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BMI Class: BMI &amp; Fat %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'Sub-Dataset'!$V$2</c:f>
              <c:strCache>
                <c:ptCount val="1"/>
                <c:pt idx="0">
                  <c:v>Severely Underweight</c:v>
                </c:pt>
              </c:strCache>
            </c:strRef>
          </c:tx>
          <c:spPr>
            <a:ln w="19050" cap="rnd">
              <a:noFill/>
              <a:round/>
            </a:ln>
            <a:effectLst/>
          </c:spPr>
          <c:marker>
            <c:symbol val="circle"/>
            <c:size val="3"/>
            <c:spPr>
              <a:solidFill>
                <a:schemeClr val="accent1"/>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'Sub-Dataset'!$V$3:$V$975</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26.2</c:v>
                </c:pt>
                <c:pt idx="287">
                  <c:v>0</c:v>
                </c:pt>
                <c:pt idx="288">
                  <c:v>0</c:v>
                </c:pt>
                <c:pt idx="289">
                  <c:v>0</c:v>
                </c:pt>
                <c:pt idx="290">
                  <c:v>0</c:v>
                </c:pt>
                <c:pt idx="291">
                  <c:v>0</c:v>
                </c:pt>
                <c:pt idx="292">
                  <c:v>0</c:v>
                </c:pt>
                <c:pt idx="293">
                  <c:v>0</c:v>
                </c:pt>
                <c:pt idx="294">
                  <c:v>0</c:v>
                </c:pt>
                <c:pt idx="295">
                  <c:v>0</c:v>
                </c:pt>
                <c:pt idx="296">
                  <c:v>0</c:v>
                </c:pt>
                <c:pt idx="297">
                  <c:v>31.9</c:v>
                </c:pt>
                <c:pt idx="298">
                  <c:v>0</c:v>
                </c:pt>
                <c:pt idx="299">
                  <c:v>0</c:v>
                </c:pt>
                <c:pt idx="300">
                  <c:v>0</c:v>
                </c:pt>
                <c:pt idx="301">
                  <c:v>28.9</c:v>
                </c:pt>
                <c:pt idx="302">
                  <c:v>0</c:v>
                </c:pt>
                <c:pt idx="303">
                  <c:v>0</c:v>
                </c:pt>
                <c:pt idx="304">
                  <c:v>0</c:v>
                </c:pt>
                <c:pt idx="305">
                  <c:v>0</c:v>
                </c:pt>
                <c:pt idx="306">
                  <c:v>0</c:v>
                </c:pt>
                <c:pt idx="307">
                  <c:v>0</c:v>
                </c:pt>
                <c:pt idx="308">
                  <c:v>28.5</c:v>
                </c:pt>
                <c:pt idx="309">
                  <c:v>33.6</c:v>
                </c:pt>
                <c:pt idx="310">
                  <c:v>26.7</c:v>
                </c:pt>
                <c:pt idx="311">
                  <c:v>0</c:v>
                </c:pt>
                <c:pt idx="312">
                  <c:v>0</c:v>
                </c:pt>
                <c:pt idx="313">
                  <c:v>0</c:v>
                </c:pt>
                <c:pt idx="314">
                  <c:v>0</c:v>
                </c:pt>
                <c:pt idx="315">
                  <c:v>0</c:v>
                </c:pt>
                <c:pt idx="316">
                  <c:v>0</c:v>
                </c:pt>
                <c:pt idx="317">
                  <c:v>30.7</c:v>
                </c:pt>
                <c:pt idx="318">
                  <c:v>22.2</c:v>
                </c:pt>
                <c:pt idx="319">
                  <c:v>0</c:v>
                </c:pt>
                <c:pt idx="320">
                  <c:v>0</c:v>
                </c:pt>
                <c:pt idx="321">
                  <c:v>0</c:v>
                </c:pt>
                <c:pt idx="322">
                  <c:v>0</c:v>
                </c:pt>
                <c:pt idx="323">
                  <c:v>0</c:v>
                </c:pt>
                <c:pt idx="324">
                  <c:v>31.8</c:v>
                </c:pt>
                <c:pt idx="325">
                  <c:v>0</c:v>
                </c:pt>
                <c:pt idx="326">
                  <c:v>0</c:v>
                </c:pt>
                <c:pt idx="327">
                  <c:v>0</c:v>
                </c:pt>
                <c:pt idx="328">
                  <c:v>0</c:v>
                </c:pt>
                <c:pt idx="329">
                  <c:v>23.5</c:v>
                </c:pt>
                <c:pt idx="330">
                  <c:v>0</c:v>
                </c:pt>
                <c:pt idx="331">
                  <c:v>25.8</c:v>
                </c:pt>
                <c:pt idx="332">
                  <c:v>25.4</c:v>
                </c:pt>
                <c:pt idx="333">
                  <c:v>0</c:v>
                </c:pt>
                <c:pt idx="334">
                  <c:v>0</c:v>
                </c:pt>
                <c:pt idx="335">
                  <c:v>0</c:v>
                </c:pt>
                <c:pt idx="336">
                  <c:v>0</c:v>
                </c:pt>
                <c:pt idx="337">
                  <c:v>0</c:v>
                </c:pt>
                <c:pt idx="338">
                  <c:v>22.5</c:v>
                </c:pt>
                <c:pt idx="339">
                  <c:v>0</c:v>
                </c:pt>
                <c:pt idx="340">
                  <c:v>32.9</c:v>
                </c:pt>
                <c:pt idx="341">
                  <c:v>33.9</c:v>
                </c:pt>
                <c:pt idx="342">
                  <c:v>0</c:v>
                </c:pt>
                <c:pt idx="343">
                  <c:v>0</c:v>
                </c:pt>
                <c:pt idx="344">
                  <c:v>0</c:v>
                </c:pt>
                <c:pt idx="345">
                  <c:v>24.5</c:v>
                </c:pt>
                <c:pt idx="346">
                  <c:v>0</c:v>
                </c:pt>
                <c:pt idx="347">
                  <c:v>0</c:v>
                </c:pt>
                <c:pt idx="348">
                  <c:v>0</c:v>
                </c:pt>
                <c:pt idx="349">
                  <c:v>0</c:v>
                </c:pt>
                <c:pt idx="350">
                  <c:v>34.6</c:v>
                </c:pt>
                <c:pt idx="351">
                  <c:v>0</c:v>
                </c:pt>
                <c:pt idx="352">
                  <c:v>0</c:v>
                </c:pt>
                <c:pt idx="353">
                  <c:v>0</c:v>
                </c:pt>
                <c:pt idx="354">
                  <c:v>0</c:v>
                </c:pt>
                <c:pt idx="355">
                  <c:v>0</c:v>
                </c:pt>
                <c:pt idx="356">
                  <c:v>24</c:v>
                </c:pt>
                <c:pt idx="357">
                  <c:v>0</c:v>
                </c:pt>
                <c:pt idx="358">
                  <c:v>0</c:v>
                </c:pt>
                <c:pt idx="359">
                  <c:v>0</c:v>
                </c:pt>
                <c:pt idx="360">
                  <c:v>0</c:v>
                </c:pt>
                <c:pt idx="361">
                  <c:v>34.9</c:v>
                </c:pt>
                <c:pt idx="362">
                  <c:v>0</c:v>
                </c:pt>
                <c:pt idx="363">
                  <c:v>0</c:v>
                </c:pt>
                <c:pt idx="364">
                  <c:v>0</c:v>
                </c:pt>
                <c:pt idx="365">
                  <c:v>0</c:v>
                </c:pt>
                <c:pt idx="366">
                  <c:v>23.3</c:v>
                </c:pt>
                <c:pt idx="367">
                  <c:v>0</c:v>
                </c:pt>
                <c:pt idx="368">
                  <c:v>0</c:v>
                </c:pt>
                <c:pt idx="369">
                  <c:v>0</c:v>
                </c:pt>
                <c:pt idx="370">
                  <c:v>0</c:v>
                </c:pt>
                <c:pt idx="371">
                  <c:v>0</c:v>
                </c:pt>
                <c:pt idx="372">
                  <c:v>0</c:v>
                </c:pt>
                <c:pt idx="373">
                  <c:v>0</c:v>
                </c:pt>
                <c:pt idx="374">
                  <c:v>0</c:v>
                </c:pt>
                <c:pt idx="375">
                  <c:v>0</c:v>
                </c:pt>
                <c:pt idx="376">
                  <c:v>0</c:v>
                </c:pt>
                <c:pt idx="377">
                  <c:v>26</c:v>
                </c:pt>
                <c:pt idx="378">
                  <c:v>24.8</c:v>
                </c:pt>
                <c:pt idx="379">
                  <c:v>0</c:v>
                </c:pt>
                <c:pt idx="380">
                  <c:v>26.3</c:v>
                </c:pt>
                <c:pt idx="381">
                  <c:v>0</c:v>
                </c:pt>
                <c:pt idx="382">
                  <c:v>0</c:v>
                </c:pt>
                <c:pt idx="383">
                  <c:v>0</c:v>
                </c:pt>
                <c:pt idx="384">
                  <c:v>0</c:v>
                </c:pt>
                <c:pt idx="385">
                  <c:v>0</c:v>
                </c:pt>
                <c:pt idx="386">
                  <c:v>0</c:v>
                </c:pt>
                <c:pt idx="387">
                  <c:v>0</c:v>
                </c:pt>
                <c:pt idx="388">
                  <c:v>22.4</c:v>
                </c:pt>
                <c:pt idx="389">
                  <c:v>0</c:v>
                </c:pt>
                <c:pt idx="390">
                  <c:v>0</c:v>
                </c:pt>
                <c:pt idx="391">
                  <c:v>26.7</c:v>
                </c:pt>
                <c:pt idx="392">
                  <c:v>24.7</c:v>
                </c:pt>
                <c:pt idx="393">
                  <c:v>0</c:v>
                </c:pt>
                <c:pt idx="394">
                  <c:v>0</c:v>
                </c:pt>
                <c:pt idx="395">
                  <c:v>0</c:v>
                </c:pt>
                <c:pt idx="396">
                  <c:v>0</c:v>
                </c:pt>
                <c:pt idx="397">
                  <c:v>0</c:v>
                </c:pt>
                <c:pt idx="398">
                  <c:v>0</c:v>
                </c:pt>
                <c:pt idx="399">
                  <c:v>27.9</c:v>
                </c:pt>
                <c:pt idx="400">
                  <c:v>0</c:v>
                </c:pt>
                <c:pt idx="401">
                  <c:v>0</c:v>
                </c:pt>
                <c:pt idx="402">
                  <c:v>0</c:v>
                </c:pt>
                <c:pt idx="403">
                  <c:v>0</c:v>
                </c:pt>
                <c:pt idx="404">
                  <c:v>0</c:v>
                </c:pt>
                <c:pt idx="405">
                  <c:v>0</c:v>
                </c:pt>
                <c:pt idx="406">
                  <c:v>27.4</c:v>
                </c:pt>
                <c:pt idx="407">
                  <c:v>0</c:v>
                </c:pt>
                <c:pt idx="408">
                  <c:v>0</c:v>
                </c:pt>
                <c:pt idx="409">
                  <c:v>0</c:v>
                </c:pt>
                <c:pt idx="410">
                  <c:v>0</c:v>
                </c:pt>
                <c:pt idx="411">
                  <c:v>0</c:v>
                </c:pt>
                <c:pt idx="412">
                  <c:v>31.9</c:v>
                </c:pt>
                <c:pt idx="413">
                  <c:v>0</c:v>
                </c:pt>
                <c:pt idx="414">
                  <c:v>0</c:v>
                </c:pt>
                <c:pt idx="415">
                  <c:v>0</c:v>
                </c:pt>
                <c:pt idx="416">
                  <c:v>0</c:v>
                </c:pt>
                <c:pt idx="417">
                  <c:v>0</c:v>
                </c:pt>
                <c:pt idx="418">
                  <c:v>0</c:v>
                </c:pt>
                <c:pt idx="419">
                  <c:v>26.6</c:v>
                </c:pt>
                <c:pt idx="420">
                  <c:v>28.2</c:v>
                </c:pt>
                <c:pt idx="421">
                  <c:v>0</c:v>
                </c:pt>
                <c:pt idx="422">
                  <c:v>0</c:v>
                </c:pt>
                <c:pt idx="423">
                  <c:v>0</c:v>
                </c:pt>
                <c:pt idx="424">
                  <c:v>0</c:v>
                </c:pt>
                <c:pt idx="425">
                  <c:v>0</c:v>
                </c:pt>
                <c:pt idx="426">
                  <c:v>0</c:v>
                </c:pt>
                <c:pt idx="427">
                  <c:v>0</c:v>
                </c:pt>
                <c:pt idx="428">
                  <c:v>0</c:v>
                </c:pt>
                <c:pt idx="429">
                  <c:v>0</c:v>
                </c:pt>
                <c:pt idx="430">
                  <c:v>29.2</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29.4</c:v>
                </c:pt>
                <c:pt idx="449">
                  <c:v>0</c:v>
                </c:pt>
                <c:pt idx="450">
                  <c:v>0</c:v>
                </c:pt>
                <c:pt idx="451">
                  <c:v>0</c:v>
                </c:pt>
                <c:pt idx="452">
                  <c:v>0</c:v>
                </c:pt>
                <c:pt idx="453">
                  <c:v>28</c:v>
                </c:pt>
                <c:pt idx="454">
                  <c:v>0</c:v>
                </c:pt>
                <c:pt idx="455">
                  <c:v>0</c:v>
                </c:pt>
                <c:pt idx="456">
                  <c:v>0</c:v>
                </c:pt>
                <c:pt idx="457">
                  <c:v>29.5</c:v>
                </c:pt>
                <c:pt idx="458">
                  <c:v>34.299999999999997</c:v>
                </c:pt>
                <c:pt idx="459">
                  <c:v>0</c:v>
                </c:pt>
                <c:pt idx="460">
                  <c:v>0</c:v>
                </c:pt>
                <c:pt idx="461">
                  <c:v>22.3</c:v>
                </c:pt>
                <c:pt idx="462">
                  <c:v>0</c:v>
                </c:pt>
                <c:pt idx="463">
                  <c:v>0</c:v>
                </c:pt>
                <c:pt idx="464">
                  <c:v>0</c:v>
                </c:pt>
                <c:pt idx="465">
                  <c:v>0</c:v>
                </c:pt>
                <c:pt idx="466">
                  <c:v>0</c:v>
                </c:pt>
                <c:pt idx="467">
                  <c:v>0</c:v>
                </c:pt>
                <c:pt idx="468">
                  <c:v>0</c:v>
                </c:pt>
                <c:pt idx="469">
                  <c:v>0</c:v>
                </c:pt>
                <c:pt idx="470">
                  <c:v>27.5</c:v>
                </c:pt>
                <c:pt idx="471">
                  <c:v>0</c:v>
                </c:pt>
                <c:pt idx="472">
                  <c:v>0</c:v>
                </c:pt>
                <c:pt idx="473">
                  <c:v>0</c:v>
                </c:pt>
                <c:pt idx="474">
                  <c:v>0</c:v>
                </c:pt>
                <c:pt idx="475">
                  <c:v>0</c:v>
                </c:pt>
                <c:pt idx="476">
                  <c:v>0</c:v>
                </c:pt>
                <c:pt idx="477">
                  <c:v>0</c:v>
                </c:pt>
                <c:pt idx="478">
                  <c:v>0</c:v>
                </c:pt>
                <c:pt idx="479">
                  <c:v>0</c:v>
                </c:pt>
                <c:pt idx="480">
                  <c:v>0</c:v>
                </c:pt>
                <c:pt idx="481">
                  <c:v>34.700000000000003</c:v>
                </c:pt>
                <c:pt idx="482">
                  <c:v>0</c:v>
                </c:pt>
                <c:pt idx="483">
                  <c:v>0</c:v>
                </c:pt>
                <c:pt idx="484">
                  <c:v>0</c:v>
                </c:pt>
                <c:pt idx="485">
                  <c:v>0</c:v>
                </c:pt>
                <c:pt idx="486">
                  <c:v>0</c:v>
                </c:pt>
                <c:pt idx="487">
                  <c:v>0</c:v>
                </c:pt>
                <c:pt idx="488">
                  <c:v>0</c:v>
                </c:pt>
                <c:pt idx="489">
                  <c:v>26.7</c:v>
                </c:pt>
                <c:pt idx="490">
                  <c:v>0</c:v>
                </c:pt>
                <c:pt idx="491">
                  <c:v>0</c:v>
                </c:pt>
                <c:pt idx="492">
                  <c:v>0</c:v>
                </c:pt>
                <c:pt idx="493">
                  <c:v>0</c:v>
                </c:pt>
                <c:pt idx="494">
                  <c:v>0</c:v>
                </c:pt>
                <c:pt idx="495">
                  <c:v>0</c:v>
                </c:pt>
                <c:pt idx="496">
                  <c:v>33</c:v>
                </c:pt>
                <c:pt idx="497">
                  <c:v>0</c:v>
                </c:pt>
                <c:pt idx="498">
                  <c:v>0</c:v>
                </c:pt>
                <c:pt idx="499">
                  <c:v>0</c:v>
                </c:pt>
                <c:pt idx="500">
                  <c:v>0</c:v>
                </c:pt>
                <c:pt idx="501">
                  <c:v>24</c:v>
                </c:pt>
                <c:pt idx="502">
                  <c:v>0</c:v>
                </c:pt>
                <c:pt idx="503">
                  <c:v>0</c:v>
                </c:pt>
                <c:pt idx="504">
                  <c:v>0</c:v>
                </c:pt>
                <c:pt idx="505">
                  <c:v>0</c:v>
                </c:pt>
                <c:pt idx="506">
                  <c:v>28.6</c:v>
                </c:pt>
                <c:pt idx="507">
                  <c:v>0</c:v>
                </c:pt>
                <c:pt idx="508">
                  <c:v>0</c:v>
                </c:pt>
                <c:pt idx="509">
                  <c:v>0</c:v>
                </c:pt>
                <c:pt idx="510">
                  <c:v>0</c:v>
                </c:pt>
                <c:pt idx="511">
                  <c:v>0</c:v>
                </c:pt>
                <c:pt idx="512">
                  <c:v>0</c:v>
                </c:pt>
                <c:pt idx="513">
                  <c:v>0</c:v>
                </c:pt>
                <c:pt idx="514">
                  <c:v>0</c:v>
                </c:pt>
                <c:pt idx="515">
                  <c:v>28.1</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28.2</c:v>
                </c:pt>
                <c:pt idx="530">
                  <c:v>0</c:v>
                </c:pt>
                <c:pt idx="531">
                  <c:v>0</c:v>
                </c:pt>
                <c:pt idx="532">
                  <c:v>0</c:v>
                </c:pt>
                <c:pt idx="533">
                  <c:v>0</c:v>
                </c:pt>
                <c:pt idx="534">
                  <c:v>0</c:v>
                </c:pt>
                <c:pt idx="535">
                  <c:v>0</c:v>
                </c:pt>
                <c:pt idx="536">
                  <c:v>0</c:v>
                </c:pt>
                <c:pt idx="537">
                  <c:v>0</c:v>
                </c:pt>
                <c:pt idx="538">
                  <c:v>26.6</c:v>
                </c:pt>
                <c:pt idx="539">
                  <c:v>0</c:v>
                </c:pt>
                <c:pt idx="540">
                  <c:v>0</c:v>
                </c:pt>
                <c:pt idx="541">
                  <c:v>0</c:v>
                </c:pt>
                <c:pt idx="542">
                  <c:v>0</c:v>
                </c:pt>
                <c:pt idx="543">
                  <c:v>21.6</c:v>
                </c:pt>
                <c:pt idx="544">
                  <c:v>0</c:v>
                </c:pt>
                <c:pt idx="545">
                  <c:v>0</c:v>
                </c:pt>
                <c:pt idx="546">
                  <c:v>0</c:v>
                </c:pt>
                <c:pt idx="547">
                  <c:v>0</c:v>
                </c:pt>
                <c:pt idx="548">
                  <c:v>24.7</c:v>
                </c:pt>
                <c:pt idx="549">
                  <c:v>0</c:v>
                </c:pt>
                <c:pt idx="550">
                  <c:v>27.7</c:v>
                </c:pt>
                <c:pt idx="551">
                  <c:v>0</c:v>
                </c:pt>
                <c:pt idx="552">
                  <c:v>0</c:v>
                </c:pt>
                <c:pt idx="553">
                  <c:v>0</c:v>
                </c:pt>
                <c:pt idx="554">
                  <c:v>0</c:v>
                </c:pt>
                <c:pt idx="555">
                  <c:v>0</c:v>
                </c:pt>
                <c:pt idx="556">
                  <c:v>0</c:v>
                </c:pt>
                <c:pt idx="557">
                  <c:v>0</c:v>
                </c:pt>
                <c:pt idx="558">
                  <c:v>0</c:v>
                </c:pt>
                <c:pt idx="559">
                  <c:v>32.9</c:v>
                </c:pt>
                <c:pt idx="560">
                  <c:v>0</c:v>
                </c:pt>
                <c:pt idx="561">
                  <c:v>0</c:v>
                </c:pt>
                <c:pt idx="562">
                  <c:v>0</c:v>
                </c:pt>
                <c:pt idx="563">
                  <c:v>0</c:v>
                </c:pt>
                <c:pt idx="564">
                  <c:v>23.6</c:v>
                </c:pt>
                <c:pt idx="565">
                  <c:v>0</c:v>
                </c:pt>
                <c:pt idx="566">
                  <c:v>0</c:v>
                </c:pt>
                <c:pt idx="567">
                  <c:v>29.9</c:v>
                </c:pt>
                <c:pt idx="568">
                  <c:v>0</c:v>
                </c:pt>
                <c:pt idx="569">
                  <c:v>0</c:v>
                </c:pt>
                <c:pt idx="570">
                  <c:v>21.1</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31</c:v>
                </c:pt>
                <c:pt idx="681">
                  <c:v>0</c:v>
                </c:pt>
                <c:pt idx="682">
                  <c:v>0</c:v>
                </c:pt>
                <c:pt idx="683">
                  <c:v>0</c:v>
                </c:pt>
                <c:pt idx="684">
                  <c:v>25.7</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20.7</c:v>
                </c:pt>
                <c:pt idx="703">
                  <c:v>0</c:v>
                </c:pt>
                <c:pt idx="704">
                  <c:v>0</c:v>
                </c:pt>
                <c:pt idx="705">
                  <c:v>0</c:v>
                </c:pt>
                <c:pt idx="706">
                  <c:v>0</c:v>
                </c:pt>
                <c:pt idx="707">
                  <c:v>0</c:v>
                </c:pt>
                <c:pt idx="708">
                  <c:v>0</c:v>
                </c:pt>
                <c:pt idx="709">
                  <c:v>0</c:v>
                </c:pt>
                <c:pt idx="710">
                  <c:v>0</c:v>
                </c:pt>
                <c:pt idx="711">
                  <c:v>0</c:v>
                </c:pt>
                <c:pt idx="712">
                  <c:v>0</c:v>
                </c:pt>
                <c:pt idx="713">
                  <c:v>29</c:v>
                </c:pt>
                <c:pt idx="714">
                  <c:v>0</c:v>
                </c:pt>
                <c:pt idx="715">
                  <c:v>0</c:v>
                </c:pt>
                <c:pt idx="716">
                  <c:v>0</c:v>
                </c:pt>
                <c:pt idx="717">
                  <c:v>0</c:v>
                </c:pt>
                <c:pt idx="718">
                  <c:v>0</c:v>
                </c:pt>
                <c:pt idx="719">
                  <c:v>28.6</c:v>
                </c:pt>
                <c:pt idx="720">
                  <c:v>0</c:v>
                </c:pt>
                <c:pt idx="721">
                  <c:v>0</c:v>
                </c:pt>
                <c:pt idx="722">
                  <c:v>0</c:v>
                </c:pt>
                <c:pt idx="723">
                  <c:v>0</c:v>
                </c:pt>
                <c:pt idx="724">
                  <c:v>0</c:v>
                </c:pt>
                <c:pt idx="725">
                  <c:v>0</c:v>
                </c:pt>
                <c:pt idx="726">
                  <c:v>25.2</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30.8</c:v>
                </c:pt>
                <c:pt idx="750">
                  <c:v>0</c:v>
                </c:pt>
                <c:pt idx="751">
                  <c:v>0</c:v>
                </c:pt>
                <c:pt idx="752">
                  <c:v>0</c:v>
                </c:pt>
                <c:pt idx="753">
                  <c:v>0</c:v>
                </c:pt>
                <c:pt idx="754">
                  <c:v>0</c:v>
                </c:pt>
                <c:pt idx="755">
                  <c:v>0</c:v>
                </c:pt>
                <c:pt idx="756">
                  <c:v>24.1</c:v>
                </c:pt>
                <c:pt idx="757">
                  <c:v>0</c:v>
                </c:pt>
                <c:pt idx="758">
                  <c:v>0</c:v>
                </c:pt>
                <c:pt idx="759">
                  <c:v>0</c:v>
                </c:pt>
                <c:pt idx="760">
                  <c:v>0</c:v>
                </c:pt>
                <c:pt idx="761">
                  <c:v>0</c:v>
                </c:pt>
                <c:pt idx="762">
                  <c:v>0</c:v>
                </c:pt>
                <c:pt idx="763">
                  <c:v>0</c:v>
                </c:pt>
                <c:pt idx="764">
                  <c:v>0</c:v>
                </c:pt>
                <c:pt idx="765">
                  <c:v>25.3</c:v>
                </c:pt>
                <c:pt idx="766">
                  <c:v>0</c:v>
                </c:pt>
                <c:pt idx="767">
                  <c:v>0</c:v>
                </c:pt>
                <c:pt idx="768">
                  <c:v>21.4</c:v>
                </c:pt>
                <c:pt idx="769">
                  <c:v>0</c:v>
                </c:pt>
                <c:pt idx="770">
                  <c:v>0</c:v>
                </c:pt>
                <c:pt idx="771">
                  <c:v>0</c:v>
                </c:pt>
                <c:pt idx="772">
                  <c:v>0</c:v>
                </c:pt>
                <c:pt idx="773">
                  <c:v>0</c:v>
                </c:pt>
                <c:pt idx="774">
                  <c:v>0</c:v>
                </c:pt>
                <c:pt idx="775">
                  <c:v>0</c:v>
                </c:pt>
                <c:pt idx="776">
                  <c:v>0</c:v>
                </c:pt>
                <c:pt idx="777">
                  <c:v>0</c:v>
                </c:pt>
                <c:pt idx="778">
                  <c:v>28.4</c:v>
                </c:pt>
                <c:pt idx="779">
                  <c:v>0</c:v>
                </c:pt>
                <c:pt idx="780">
                  <c:v>0</c:v>
                </c:pt>
                <c:pt idx="781">
                  <c:v>0</c:v>
                </c:pt>
                <c:pt idx="782">
                  <c:v>0</c:v>
                </c:pt>
                <c:pt idx="783">
                  <c:v>0</c:v>
                </c:pt>
                <c:pt idx="784">
                  <c:v>29.8</c:v>
                </c:pt>
                <c:pt idx="785">
                  <c:v>0</c:v>
                </c:pt>
                <c:pt idx="786">
                  <c:v>0</c:v>
                </c:pt>
                <c:pt idx="787">
                  <c:v>26.8</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29.6</c:v>
                </c:pt>
                <c:pt idx="802">
                  <c:v>26.7</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31.9</c:v>
                </c:pt>
                <c:pt idx="821">
                  <c:v>0</c:v>
                </c:pt>
                <c:pt idx="822">
                  <c:v>0</c:v>
                </c:pt>
                <c:pt idx="823">
                  <c:v>0</c:v>
                </c:pt>
                <c:pt idx="824">
                  <c:v>25.2</c:v>
                </c:pt>
                <c:pt idx="825">
                  <c:v>0</c:v>
                </c:pt>
                <c:pt idx="826">
                  <c:v>0</c:v>
                </c:pt>
                <c:pt idx="827">
                  <c:v>0</c:v>
                </c:pt>
                <c:pt idx="828">
                  <c:v>0</c:v>
                </c:pt>
                <c:pt idx="829">
                  <c:v>0</c:v>
                </c:pt>
                <c:pt idx="830">
                  <c:v>0</c:v>
                </c:pt>
                <c:pt idx="831">
                  <c:v>0</c:v>
                </c:pt>
                <c:pt idx="832">
                  <c:v>0</c:v>
                </c:pt>
                <c:pt idx="833">
                  <c:v>0</c:v>
                </c:pt>
                <c:pt idx="834">
                  <c:v>0</c:v>
                </c:pt>
                <c:pt idx="835">
                  <c:v>0</c:v>
                </c:pt>
                <c:pt idx="836">
                  <c:v>0</c:v>
                </c:pt>
                <c:pt idx="837">
                  <c:v>22.9</c:v>
                </c:pt>
                <c:pt idx="838">
                  <c:v>30</c:v>
                </c:pt>
                <c:pt idx="839">
                  <c:v>0</c:v>
                </c:pt>
                <c:pt idx="840">
                  <c:v>0</c:v>
                </c:pt>
                <c:pt idx="841">
                  <c:v>0</c:v>
                </c:pt>
                <c:pt idx="842">
                  <c:v>0</c:v>
                </c:pt>
                <c:pt idx="843">
                  <c:v>0</c:v>
                </c:pt>
                <c:pt idx="844">
                  <c:v>26.2</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29.1</c:v>
                </c:pt>
                <c:pt idx="862">
                  <c:v>0</c:v>
                </c:pt>
                <c:pt idx="863">
                  <c:v>0</c:v>
                </c:pt>
                <c:pt idx="864">
                  <c:v>0</c:v>
                </c:pt>
                <c:pt idx="865">
                  <c:v>0</c:v>
                </c:pt>
                <c:pt idx="866">
                  <c:v>0</c:v>
                </c:pt>
                <c:pt idx="867">
                  <c:v>32.200000000000003</c:v>
                </c:pt>
                <c:pt idx="868">
                  <c:v>0</c:v>
                </c:pt>
                <c:pt idx="869">
                  <c:v>0</c:v>
                </c:pt>
                <c:pt idx="870">
                  <c:v>0</c:v>
                </c:pt>
                <c:pt idx="871">
                  <c:v>0</c:v>
                </c:pt>
                <c:pt idx="872">
                  <c:v>0</c:v>
                </c:pt>
                <c:pt idx="873">
                  <c:v>0</c:v>
                </c:pt>
                <c:pt idx="874">
                  <c:v>0</c:v>
                </c:pt>
                <c:pt idx="875">
                  <c:v>26.8</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29</c:v>
                </c:pt>
                <c:pt idx="903">
                  <c:v>0</c:v>
                </c:pt>
                <c:pt idx="904">
                  <c:v>0</c:v>
                </c:pt>
                <c:pt idx="905">
                  <c:v>20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24.7</c:v>
                </c:pt>
                <c:pt idx="929">
                  <c:v>0</c:v>
                </c:pt>
                <c:pt idx="930">
                  <c:v>0</c:v>
                </c:pt>
                <c:pt idx="931">
                  <c:v>0</c:v>
                </c:pt>
                <c:pt idx="932">
                  <c:v>0</c:v>
                </c:pt>
                <c:pt idx="933">
                  <c:v>0</c:v>
                </c:pt>
                <c:pt idx="934">
                  <c:v>0</c:v>
                </c:pt>
                <c:pt idx="935">
                  <c:v>0</c:v>
                </c:pt>
                <c:pt idx="936">
                  <c:v>0</c:v>
                </c:pt>
                <c:pt idx="937">
                  <c:v>26.9</c:v>
                </c:pt>
                <c:pt idx="938">
                  <c:v>0</c:v>
                </c:pt>
                <c:pt idx="939">
                  <c:v>0</c:v>
                </c:pt>
                <c:pt idx="940">
                  <c:v>0</c:v>
                </c:pt>
                <c:pt idx="941">
                  <c:v>0</c:v>
                </c:pt>
                <c:pt idx="942">
                  <c:v>0</c:v>
                </c:pt>
                <c:pt idx="943">
                  <c:v>0</c:v>
                </c:pt>
                <c:pt idx="944">
                  <c:v>0</c:v>
                </c:pt>
                <c:pt idx="945">
                  <c:v>0</c:v>
                </c:pt>
                <c:pt idx="946">
                  <c:v>30.5</c:v>
                </c:pt>
                <c:pt idx="947">
                  <c:v>0</c:v>
                </c:pt>
                <c:pt idx="948">
                  <c:v>0</c:v>
                </c:pt>
                <c:pt idx="949">
                  <c:v>0</c:v>
                </c:pt>
                <c:pt idx="950">
                  <c:v>0</c:v>
                </c:pt>
                <c:pt idx="951">
                  <c:v>0</c:v>
                </c:pt>
                <c:pt idx="952">
                  <c:v>0</c:v>
                </c:pt>
                <c:pt idx="953">
                  <c:v>0</c:v>
                </c:pt>
                <c:pt idx="954">
                  <c:v>0</c:v>
                </c:pt>
                <c:pt idx="955">
                  <c:v>0</c:v>
                </c:pt>
                <c:pt idx="956">
                  <c:v>0</c:v>
                </c:pt>
                <c:pt idx="957">
                  <c:v>0</c:v>
                </c:pt>
                <c:pt idx="958">
                  <c:v>0</c:v>
                </c:pt>
                <c:pt idx="959">
                  <c:v>25.1</c:v>
                </c:pt>
                <c:pt idx="960">
                  <c:v>0</c:v>
                </c:pt>
                <c:pt idx="961">
                  <c:v>0</c:v>
                </c:pt>
                <c:pt idx="962">
                  <c:v>0</c:v>
                </c:pt>
                <c:pt idx="963">
                  <c:v>24.4</c:v>
                </c:pt>
                <c:pt idx="964">
                  <c:v>0</c:v>
                </c:pt>
                <c:pt idx="965">
                  <c:v>0</c:v>
                </c:pt>
                <c:pt idx="966">
                  <c:v>29.6</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C162-4DD6-9BF3-9E290A925409}"/>
            </c:ext>
          </c:extLst>
        </c:ser>
        <c:ser>
          <c:idx val="1"/>
          <c:order val="1"/>
          <c:tx>
            <c:strRef>
              <c:f>'Sub-Dataset'!$W$2</c:f>
              <c:strCache>
                <c:ptCount val="1"/>
                <c:pt idx="0">
                  <c:v>Underweight</c:v>
                </c:pt>
              </c:strCache>
            </c:strRef>
          </c:tx>
          <c:spPr>
            <a:ln w="19050" cap="rnd">
              <a:noFill/>
              <a:round/>
            </a:ln>
            <a:effectLst/>
          </c:spPr>
          <c:marker>
            <c:symbol val="circle"/>
            <c:size val="3"/>
            <c:spPr>
              <a:solidFill>
                <a:schemeClr val="accent2"/>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'Sub-Dataset'!$W$3:$W$975</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28.8</c:v>
                </c:pt>
                <c:pt idx="284">
                  <c:v>0</c:v>
                </c:pt>
                <c:pt idx="285">
                  <c:v>0</c:v>
                </c:pt>
                <c:pt idx="286">
                  <c:v>0</c:v>
                </c:pt>
                <c:pt idx="287">
                  <c:v>0</c:v>
                </c:pt>
                <c:pt idx="288">
                  <c:v>0</c:v>
                </c:pt>
                <c:pt idx="289">
                  <c:v>34.700000000000003</c:v>
                </c:pt>
                <c:pt idx="290">
                  <c:v>0</c:v>
                </c:pt>
                <c:pt idx="291">
                  <c:v>0</c:v>
                </c:pt>
                <c:pt idx="292">
                  <c:v>0</c:v>
                </c:pt>
                <c:pt idx="293">
                  <c:v>0</c:v>
                </c:pt>
                <c:pt idx="294">
                  <c:v>0</c:v>
                </c:pt>
                <c:pt idx="295">
                  <c:v>0</c:v>
                </c:pt>
                <c:pt idx="296">
                  <c:v>0</c:v>
                </c:pt>
                <c:pt idx="297">
                  <c:v>0</c:v>
                </c:pt>
                <c:pt idx="298">
                  <c:v>0</c:v>
                </c:pt>
                <c:pt idx="299">
                  <c:v>20.100000000000001</c:v>
                </c:pt>
                <c:pt idx="300">
                  <c:v>29.4</c:v>
                </c:pt>
                <c:pt idx="301">
                  <c:v>0</c:v>
                </c:pt>
                <c:pt idx="302">
                  <c:v>25.6</c:v>
                </c:pt>
                <c:pt idx="303">
                  <c:v>0</c:v>
                </c:pt>
                <c:pt idx="304">
                  <c:v>0</c:v>
                </c:pt>
                <c:pt idx="305">
                  <c:v>0</c:v>
                </c:pt>
                <c:pt idx="306">
                  <c:v>0</c:v>
                </c:pt>
                <c:pt idx="307">
                  <c:v>0</c:v>
                </c:pt>
                <c:pt idx="308">
                  <c:v>0</c:v>
                </c:pt>
                <c:pt idx="309">
                  <c:v>0</c:v>
                </c:pt>
                <c:pt idx="310">
                  <c:v>0</c:v>
                </c:pt>
                <c:pt idx="311">
                  <c:v>28.8</c:v>
                </c:pt>
                <c:pt idx="312">
                  <c:v>33.4</c:v>
                </c:pt>
                <c:pt idx="313">
                  <c:v>29.2</c:v>
                </c:pt>
                <c:pt idx="314">
                  <c:v>0</c:v>
                </c:pt>
                <c:pt idx="315">
                  <c:v>0</c:v>
                </c:pt>
                <c:pt idx="316">
                  <c:v>24.1</c:v>
                </c:pt>
                <c:pt idx="317">
                  <c:v>0</c:v>
                </c:pt>
                <c:pt idx="318">
                  <c:v>0</c:v>
                </c:pt>
                <c:pt idx="319">
                  <c:v>0</c:v>
                </c:pt>
                <c:pt idx="320">
                  <c:v>0</c:v>
                </c:pt>
                <c:pt idx="321">
                  <c:v>0</c:v>
                </c:pt>
                <c:pt idx="322">
                  <c:v>0</c:v>
                </c:pt>
                <c:pt idx="323">
                  <c:v>27.3</c:v>
                </c:pt>
                <c:pt idx="324">
                  <c:v>0</c:v>
                </c:pt>
                <c:pt idx="325">
                  <c:v>0</c:v>
                </c:pt>
                <c:pt idx="326">
                  <c:v>0</c:v>
                </c:pt>
                <c:pt idx="327">
                  <c:v>0</c:v>
                </c:pt>
                <c:pt idx="328">
                  <c:v>0</c:v>
                </c:pt>
                <c:pt idx="329">
                  <c:v>0</c:v>
                </c:pt>
                <c:pt idx="330">
                  <c:v>0</c:v>
                </c:pt>
                <c:pt idx="331">
                  <c:v>0</c:v>
                </c:pt>
                <c:pt idx="332">
                  <c:v>0</c:v>
                </c:pt>
                <c:pt idx="333">
                  <c:v>26.2</c:v>
                </c:pt>
                <c:pt idx="334">
                  <c:v>28.1</c:v>
                </c:pt>
                <c:pt idx="335">
                  <c:v>0</c:v>
                </c:pt>
                <c:pt idx="336">
                  <c:v>30.6</c:v>
                </c:pt>
                <c:pt idx="337">
                  <c:v>17</c:v>
                </c:pt>
                <c:pt idx="338">
                  <c:v>0</c:v>
                </c:pt>
                <c:pt idx="339">
                  <c:v>0</c:v>
                </c:pt>
                <c:pt idx="340">
                  <c:v>0</c:v>
                </c:pt>
                <c:pt idx="341">
                  <c:v>0</c:v>
                </c:pt>
                <c:pt idx="342">
                  <c:v>27.4</c:v>
                </c:pt>
                <c:pt idx="343">
                  <c:v>0</c:v>
                </c:pt>
                <c:pt idx="344">
                  <c:v>0</c:v>
                </c:pt>
                <c:pt idx="345">
                  <c:v>0</c:v>
                </c:pt>
                <c:pt idx="346">
                  <c:v>0</c:v>
                </c:pt>
                <c:pt idx="347">
                  <c:v>0</c:v>
                </c:pt>
                <c:pt idx="348">
                  <c:v>0</c:v>
                </c:pt>
                <c:pt idx="349">
                  <c:v>0</c:v>
                </c:pt>
                <c:pt idx="350">
                  <c:v>0</c:v>
                </c:pt>
                <c:pt idx="351">
                  <c:v>0</c:v>
                </c:pt>
                <c:pt idx="352">
                  <c:v>0</c:v>
                </c:pt>
                <c:pt idx="353">
                  <c:v>21.3</c:v>
                </c:pt>
                <c:pt idx="354">
                  <c:v>0</c:v>
                </c:pt>
                <c:pt idx="355">
                  <c:v>25.9</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15.5</c:v>
                </c:pt>
                <c:pt idx="371">
                  <c:v>0</c:v>
                </c:pt>
                <c:pt idx="372">
                  <c:v>0</c:v>
                </c:pt>
                <c:pt idx="373">
                  <c:v>0</c:v>
                </c:pt>
                <c:pt idx="374">
                  <c:v>0</c:v>
                </c:pt>
                <c:pt idx="375">
                  <c:v>0</c:v>
                </c:pt>
                <c:pt idx="376">
                  <c:v>0</c:v>
                </c:pt>
                <c:pt idx="377">
                  <c:v>0</c:v>
                </c:pt>
                <c:pt idx="378">
                  <c:v>0</c:v>
                </c:pt>
                <c:pt idx="379">
                  <c:v>0</c:v>
                </c:pt>
                <c:pt idx="380">
                  <c:v>0</c:v>
                </c:pt>
                <c:pt idx="381">
                  <c:v>33.9</c:v>
                </c:pt>
                <c:pt idx="382">
                  <c:v>0</c:v>
                </c:pt>
                <c:pt idx="383">
                  <c:v>0</c:v>
                </c:pt>
                <c:pt idx="384">
                  <c:v>0</c:v>
                </c:pt>
                <c:pt idx="385">
                  <c:v>32.200000000000003</c:v>
                </c:pt>
                <c:pt idx="386">
                  <c:v>25.2</c:v>
                </c:pt>
                <c:pt idx="387">
                  <c:v>0</c:v>
                </c:pt>
                <c:pt idx="388">
                  <c:v>0</c:v>
                </c:pt>
                <c:pt idx="389">
                  <c:v>0</c:v>
                </c:pt>
                <c:pt idx="390">
                  <c:v>0</c:v>
                </c:pt>
                <c:pt idx="391">
                  <c:v>0</c:v>
                </c:pt>
                <c:pt idx="392">
                  <c:v>0</c:v>
                </c:pt>
                <c:pt idx="393">
                  <c:v>0</c:v>
                </c:pt>
                <c:pt idx="394">
                  <c:v>0</c:v>
                </c:pt>
                <c:pt idx="395">
                  <c:v>0</c:v>
                </c:pt>
                <c:pt idx="396">
                  <c:v>25</c:v>
                </c:pt>
                <c:pt idx="397">
                  <c:v>0</c:v>
                </c:pt>
                <c:pt idx="398">
                  <c:v>31.7</c:v>
                </c:pt>
                <c:pt idx="399">
                  <c:v>0</c:v>
                </c:pt>
                <c:pt idx="400">
                  <c:v>0</c:v>
                </c:pt>
                <c:pt idx="401">
                  <c:v>30.8</c:v>
                </c:pt>
                <c:pt idx="402">
                  <c:v>0</c:v>
                </c:pt>
                <c:pt idx="403">
                  <c:v>29.1</c:v>
                </c:pt>
                <c:pt idx="404">
                  <c:v>25.3</c:v>
                </c:pt>
                <c:pt idx="405">
                  <c:v>32.4</c:v>
                </c:pt>
                <c:pt idx="406">
                  <c:v>0</c:v>
                </c:pt>
                <c:pt idx="407">
                  <c:v>0</c:v>
                </c:pt>
                <c:pt idx="408">
                  <c:v>0</c:v>
                </c:pt>
                <c:pt idx="409">
                  <c:v>17</c:v>
                </c:pt>
                <c:pt idx="410">
                  <c:v>0</c:v>
                </c:pt>
                <c:pt idx="411">
                  <c:v>34.4</c:v>
                </c:pt>
                <c:pt idx="412">
                  <c:v>0</c:v>
                </c:pt>
                <c:pt idx="413">
                  <c:v>34.200000000000003</c:v>
                </c:pt>
                <c:pt idx="414">
                  <c:v>19.399999999999999</c:v>
                </c:pt>
                <c:pt idx="415">
                  <c:v>27.6</c:v>
                </c:pt>
                <c:pt idx="416">
                  <c:v>0</c:v>
                </c:pt>
                <c:pt idx="417">
                  <c:v>0</c:v>
                </c:pt>
                <c:pt idx="418">
                  <c:v>0</c:v>
                </c:pt>
                <c:pt idx="419">
                  <c:v>0</c:v>
                </c:pt>
                <c:pt idx="420">
                  <c:v>0</c:v>
                </c:pt>
                <c:pt idx="421">
                  <c:v>0</c:v>
                </c:pt>
                <c:pt idx="422">
                  <c:v>0</c:v>
                </c:pt>
                <c:pt idx="423">
                  <c:v>0</c:v>
                </c:pt>
                <c:pt idx="424">
                  <c:v>0</c:v>
                </c:pt>
                <c:pt idx="425">
                  <c:v>0</c:v>
                </c:pt>
                <c:pt idx="426">
                  <c:v>0</c:v>
                </c:pt>
                <c:pt idx="427">
                  <c:v>21.7</c:v>
                </c:pt>
                <c:pt idx="428">
                  <c:v>25.7</c:v>
                </c:pt>
                <c:pt idx="429">
                  <c:v>0</c:v>
                </c:pt>
                <c:pt idx="430">
                  <c:v>0</c:v>
                </c:pt>
                <c:pt idx="431">
                  <c:v>0</c:v>
                </c:pt>
                <c:pt idx="432">
                  <c:v>0</c:v>
                </c:pt>
                <c:pt idx="433">
                  <c:v>21.6</c:v>
                </c:pt>
                <c:pt idx="434">
                  <c:v>0</c:v>
                </c:pt>
                <c:pt idx="435">
                  <c:v>0</c:v>
                </c:pt>
                <c:pt idx="436">
                  <c:v>32.4</c:v>
                </c:pt>
                <c:pt idx="437">
                  <c:v>33.799999999999997</c:v>
                </c:pt>
                <c:pt idx="438">
                  <c:v>21.3</c:v>
                </c:pt>
                <c:pt idx="439">
                  <c:v>0</c:v>
                </c:pt>
                <c:pt idx="440">
                  <c:v>29.8</c:v>
                </c:pt>
                <c:pt idx="441">
                  <c:v>0</c:v>
                </c:pt>
                <c:pt idx="442">
                  <c:v>0</c:v>
                </c:pt>
                <c:pt idx="443">
                  <c:v>0</c:v>
                </c:pt>
                <c:pt idx="444">
                  <c:v>17.600000000000001</c:v>
                </c:pt>
                <c:pt idx="445">
                  <c:v>0</c:v>
                </c:pt>
                <c:pt idx="446">
                  <c:v>0</c:v>
                </c:pt>
                <c:pt idx="447">
                  <c:v>0</c:v>
                </c:pt>
                <c:pt idx="448">
                  <c:v>0</c:v>
                </c:pt>
                <c:pt idx="449">
                  <c:v>30.3</c:v>
                </c:pt>
                <c:pt idx="450">
                  <c:v>0</c:v>
                </c:pt>
                <c:pt idx="451">
                  <c:v>0</c:v>
                </c:pt>
                <c:pt idx="452">
                  <c:v>0</c:v>
                </c:pt>
                <c:pt idx="453">
                  <c:v>0</c:v>
                </c:pt>
                <c:pt idx="454">
                  <c:v>0</c:v>
                </c:pt>
                <c:pt idx="455">
                  <c:v>17.3</c:v>
                </c:pt>
                <c:pt idx="456">
                  <c:v>0</c:v>
                </c:pt>
                <c:pt idx="457">
                  <c:v>0</c:v>
                </c:pt>
                <c:pt idx="458">
                  <c:v>0</c:v>
                </c:pt>
                <c:pt idx="459">
                  <c:v>0</c:v>
                </c:pt>
                <c:pt idx="460">
                  <c:v>31.6</c:v>
                </c:pt>
                <c:pt idx="461">
                  <c:v>0</c:v>
                </c:pt>
                <c:pt idx="462">
                  <c:v>0</c:v>
                </c:pt>
                <c:pt idx="463">
                  <c:v>0</c:v>
                </c:pt>
                <c:pt idx="464">
                  <c:v>0</c:v>
                </c:pt>
                <c:pt idx="465">
                  <c:v>0</c:v>
                </c:pt>
                <c:pt idx="466">
                  <c:v>0</c:v>
                </c:pt>
                <c:pt idx="467">
                  <c:v>24.3</c:v>
                </c:pt>
                <c:pt idx="468">
                  <c:v>0</c:v>
                </c:pt>
                <c:pt idx="469">
                  <c:v>0</c:v>
                </c:pt>
                <c:pt idx="470">
                  <c:v>0</c:v>
                </c:pt>
                <c:pt idx="471">
                  <c:v>0</c:v>
                </c:pt>
                <c:pt idx="472">
                  <c:v>0</c:v>
                </c:pt>
                <c:pt idx="473">
                  <c:v>0</c:v>
                </c:pt>
                <c:pt idx="474">
                  <c:v>0</c:v>
                </c:pt>
                <c:pt idx="475">
                  <c:v>0</c:v>
                </c:pt>
                <c:pt idx="476">
                  <c:v>0</c:v>
                </c:pt>
                <c:pt idx="477">
                  <c:v>16.5</c:v>
                </c:pt>
                <c:pt idx="478">
                  <c:v>0</c:v>
                </c:pt>
                <c:pt idx="479">
                  <c:v>0</c:v>
                </c:pt>
                <c:pt idx="480">
                  <c:v>0</c:v>
                </c:pt>
                <c:pt idx="481">
                  <c:v>0</c:v>
                </c:pt>
                <c:pt idx="482">
                  <c:v>0</c:v>
                </c:pt>
                <c:pt idx="483">
                  <c:v>26</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21.3</c:v>
                </c:pt>
                <c:pt idx="505">
                  <c:v>0</c:v>
                </c:pt>
                <c:pt idx="506">
                  <c:v>0</c:v>
                </c:pt>
                <c:pt idx="507">
                  <c:v>0</c:v>
                </c:pt>
                <c:pt idx="508">
                  <c:v>0</c:v>
                </c:pt>
                <c:pt idx="509">
                  <c:v>0</c:v>
                </c:pt>
                <c:pt idx="510">
                  <c:v>0</c:v>
                </c:pt>
                <c:pt idx="511">
                  <c:v>34.799999999999997</c:v>
                </c:pt>
                <c:pt idx="512">
                  <c:v>0</c:v>
                </c:pt>
                <c:pt idx="513">
                  <c:v>0</c:v>
                </c:pt>
                <c:pt idx="514">
                  <c:v>25.2</c:v>
                </c:pt>
                <c:pt idx="515">
                  <c:v>0</c:v>
                </c:pt>
                <c:pt idx="516">
                  <c:v>0</c:v>
                </c:pt>
                <c:pt idx="517">
                  <c:v>0</c:v>
                </c:pt>
                <c:pt idx="518">
                  <c:v>0</c:v>
                </c:pt>
                <c:pt idx="519">
                  <c:v>0</c:v>
                </c:pt>
                <c:pt idx="520">
                  <c:v>0</c:v>
                </c:pt>
                <c:pt idx="521">
                  <c:v>0</c:v>
                </c:pt>
                <c:pt idx="522">
                  <c:v>0</c:v>
                </c:pt>
                <c:pt idx="523">
                  <c:v>33.700000000000003</c:v>
                </c:pt>
                <c:pt idx="524">
                  <c:v>31.9</c:v>
                </c:pt>
                <c:pt idx="525">
                  <c:v>0</c:v>
                </c:pt>
                <c:pt idx="526">
                  <c:v>0</c:v>
                </c:pt>
                <c:pt idx="527">
                  <c:v>25.3</c:v>
                </c:pt>
                <c:pt idx="528">
                  <c:v>23.2</c:v>
                </c:pt>
                <c:pt idx="529">
                  <c:v>0</c:v>
                </c:pt>
                <c:pt idx="530">
                  <c:v>0</c:v>
                </c:pt>
                <c:pt idx="531">
                  <c:v>0</c:v>
                </c:pt>
                <c:pt idx="532">
                  <c:v>25.3</c:v>
                </c:pt>
                <c:pt idx="533">
                  <c:v>0</c:v>
                </c:pt>
                <c:pt idx="534">
                  <c:v>0</c:v>
                </c:pt>
                <c:pt idx="535">
                  <c:v>0</c:v>
                </c:pt>
                <c:pt idx="536">
                  <c:v>0</c:v>
                </c:pt>
                <c:pt idx="537">
                  <c:v>0</c:v>
                </c:pt>
                <c:pt idx="538">
                  <c:v>0</c:v>
                </c:pt>
                <c:pt idx="539">
                  <c:v>0</c:v>
                </c:pt>
                <c:pt idx="540">
                  <c:v>0</c:v>
                </c:pt>
                <c:pt idx="541">
                  <c:v>28.6</c:v>
                </c:pt>
                <c:pt idx="542">
                  <c:v>0</c:v>
                </c:pt>
                <c:pt idx="543">
                  <c:v>0</c:v>
                </c:pt>
                <c:pt idx="544">
                  <c:v>0</c:v>
                </c:pt>
                <c:pt idx="545">
                  <c:v>0</c:v>
                </c:pt>
                <c:pt idx="546">
                  <c:v>0</c:v>
                </c:pt>
                <c:pt idx="547">
                  <c:v>0</c:v>
                </c:pt>
                <c:pt idx="548">
                  <c:v>0</c:v>
                </c:pt>
                <c:pt idx="549">
                  <c:v>24.2</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22.9</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26.8</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21.5</c:v>
                </c:pt>
                <c:pt idx="700">
                  <c:v>27.1</c:v>
                </c:pt>
                <c:pt idx="701">
                  <c:v>0</c:v>
                </c:pt>
                <c:pt idx="702">
                  <c:v>0</c:v>
                </c:pt>
                <c:pt idx="703">
                  <c:v>23.7</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21.7</c:v>
                </c:pt>
                <c:pt idx="739">
                  <c:v>0</c:v>
                </c:pt>
                <c:pt idx="740">
                  <c:v>0</c:v>
                </c:pt>
                <c:pt idx="741">
                  <c:v>0</c:v>
                </c:pt>
                <c:pt idx="742">
                  <c:v>0</c:v>
                </c:pt>
                <c:pt idx="743">
                  <c:v>0</c:v>
                </c:pt>
                <c:pt idx="744">
                  <c:v>0</c:v>
                </c:pt>
                <c:pt idx="745">
                  <c:v>0</c:v>
                </c:pt>
                <c:pt idx="746">
                  <c:v>0</c:v>
                </c:pt>
                <c:pt idx="747">
                  <c:v>25.1</c:v>
                </c:pt>
                <c:pt idx="748">
                  <c:v>17.8</c:v>
                </c:pt>
                <c:pt idx="749">
                  <c:v>0</c:v>
                </c:pt>
                <c:pt idx="750">
                  <c:v>0</c:v>
                </c:pt>
                <c:pt idx="751">
                  <c:v>0</c:v>
                </c:pt>
                <c:pt idx="752">
                  <c:v>0</c:v>
                </c:pt>
                <c:pt idx="753">
                  <c:v>0</c:v>
                </c:pt>
                <c:pt idx="754">
                  <c:v>0</c:v>
                </c:pt>
                <c:pt idx="755">
                  <c:v>0</c:v>
                </c:pt>
                <c:pt idx="756">
                  <c:v>0</c:v>
                </c:pt>
                <c:pt idx="757">
                  <c:v>0</c:v>
                </c:pt>
                <c:pt idx="758">
                  <c:v>0</c:v>
                </c:pt>
                <c:pt idx="759">
                  <c:v>29</c:v>
                </c:pt>
                <c:pt idx="760">
                  <c:v>0</c:v>
                </c:pt>
                <c:pt idx="761">
                  <c:v>23.8</c:v>
                </c:pt>
                <c:pt idx="762">
                  <c:v>0</c:v>
                </c:pt>
                <c:pt idx="763">
                  <c:v>0</c:v>
                </c:pt>
                <c:pt idx="764">
                  <c:v>0</c:v>
                </c:pt>
                <c:pt idx="765">
                  <c:v>0</c:v>
                </c:pt>
                <c:pt idx="766">
                  <c:v>0</c:v>
                </c:pt>
                <c:pt idx="767">
                  <c:v>0</c:v>
                </c:pt>
                <c:pt idx="768">
                  <c:v>0</c:v>
                </c:pt>
                <c:pt idx="769">
                  <c:v>0</c:v>
                </c:pt>
                <c:pt idx="770">
                  <c:v>0</c:v>
                </c:pt>
                <c:pt idx="771">
                  <c:v>0</c:v>
                </c:pt>
                <c:pt idx="772">
                  <c:v>0</c:v>
                </c:pt>
                <c:pt idx="773">
                  <c:v>0</c:v>
                </c:pt>
                <c:pt idx="774">
                  <c:v>32.1</c:v>
                </c:pt>
                <c:pt idx="775">
                  <c:v>0</c:v>
                </c:pt>
                <c:pt idx="776">
                  <c:v>0</c:v>
                </c:pt>
                <c:pt idx="777">
                  <c:v>0</c:v>
                </c:pt>
                <c:pt idx="778">
                  <c:v>0</c:v>
                </c:pt>
                <c:pt idx="779">
                  <c:v>0</c:v>
                </c:pt>
                <c:pt idx="780">
                  <c:v>0</c:v>
                </c:pt>
                <c:pt idx="781">
                  <c:v>26.1</c:v>
                </c:pt>
                <c:pt idx="782">
                  <c:v>0</c:v>
                </c:pt>
                <c:pt idx="783">
                  <c:v>24.7</c:v>
                </c:pt>
                <c:pt idx="784">
                  <c:v>0</c:v>
                </c:pt>
                <c:pt idx="785">
                  <c:v>28.4</c:v>
                </c:pt>
                <c:pt idx="786">
                  <c:v>0</c:v>
                </c:pt>
                <c:pt idx="787">
                  <c:v>0</c:v>
                </c:pt>
                <c:pt idx="788">
                  <c:v>0</c:v>
                </c:pt>
                <c:pt idx="789">
                  <c:v>16.600000000000001</c:v>
                </c:pt>
                <c:pt idx="790">
                  <c:v>0</c:v>
                </c:pt>
                <c:pt idx="791">
                  <c:v>0</c:v>
                </c:pt>
                <c:pt idx="792">
                  <c:v>0</c:v>
                </c:pt>
                <c:pt idx="793">
                  <c:v>0</c:v>
                </c:pt>
                <c:pt idx="794">
                  <c:v>0</c:v>
                </c:pt>
                <c:pt idx="795">
                  <c:v>0</c:v>
                </c:pt>
                <c:pt idx="796">
                  <c:v>0</c:v>
                </c:pt>
                <c:pt idx="797">
                  <c:v>0</c:v>
                </c:pt>
                <c:pt idx="798">
                  <c:v>0</c:v>
                </c:pt>
                <c:pt idx="799">
                  <c:v>30.2</c:v>
                </c:pt>
                <c:pt idx="800">
                  <c:v>0</c:v>
                </c:pt>
                <c:pt idx="801">
                  <c:v>0</c:v>
                </c:pt>
                <c:pt idx="802">
                  <c:v>0</c:v>
                </c:pt>
                <c:pt idx="803">
                  <c:v>0</c:v>
                </c:pt>
                <c:pt idx="804">
                  <c:v>0</c:v>
                </c:pt>
                <c:pt idx="805">
                  <c:v>0</c:v>
                </c:pt>
                <c:pt idx="806">
                  <c:v>0</c:v>
                </c:pt>
                <c:pt idx="807">
                  <c:v>0</c:v>
                </c:pt>
                <c:pt idx="808">
                  <c:v>26.6</c:v>
                </c:pt>
                <c:pt idx="809">
                  <c:v>0</c:v>
                </c:pt>
                <c:pt idx="810">
                  <c:v>0</c:v>
                </c:pt>
                <c:pt idx="811">
                  <c:v>0</c:v>
                </c:pt>
                <c:pt idx="812">
                  <c:v>0</c:v>
                </c:pt>
                <c:pt idx="813">
                  <c:v>0</c:v>
                </c:pt>
                <c:pt idx="814">
                  <c:v>0</c:v>
                </c:pt>
                <c:pt idx="815">
                  <c:v>0</c:v>
                </c:pt>
                <c:pt idx="816">
                  <c:v>0</c:v>
                </c:pt>
                <c:pt idx="817">
                  <c:v>0</c:v>
                </c:pt>
                <c:pt idx="818">
                  <c:v>23.6</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20.9</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24.8</c:v>
                </c:pt>
                <c:pt idx="884">
                  <c:v>0</c:v>
                </c:pt>
                <c:pt idx="885">
                  <c:v>0</c:v>
                </c:pt>
                <c:pt idx="886">
                  <c:v>0</c:v>
                </c:pt>
                <c:pt idx="887">
                  <c:v>0</c:v>
                </c:pt>
                <c:pt idx="888">
                  <c:v>31.9</c:v>
                </c:pt>
                <c:pt idx="889">
                  <c:v>0</c:v>
                </c:pt>
                <c:pt idx="890">
                  <c:v>0</c:v>
                </c:pt>
                <c:pt idx="891">
                  <c:v>0</c:v>
                </c:pt>
                <c:pt idx="892">
                  <c:v>0</c:v>
                </c:pt>
                <c:pt idx="893">
                  <c:v>32.200000000000003</c:v>
                </c:pt>
                <c:pt idx="894">
                  <c:v>0</c:v>
                </c:pt>
                <c:pt idx="895">
                  <c:v>0</c:v>
                </c:pt>
                <c:pt idx="896">
                  <c:v>22.9</c:v>
                </c:pt>
                <c:pt idx="897">
                  <c:v>0</c:v>
                </c:pt>
                <c:pt idx="898">
                  <c:v>0</c:v>
                </c:pt>
                <c:pt idx="899">
                  <c:v>0</c:v>
                </c:pt>
                <c:pt idx="900">
                  <c:v>0</c:v>
                </c:pt>
                <c:pt idx="901">
                  <c:v>33.1</c:v>
                </c:pt>
                <c:pt idx="902">
                  <c:v>0</c:v>
                </c:pt>
                <c:pt idx="903">
                  <c:v>28.7</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22.6</c:v>
                </c:pt>
                <c:pt idx="937">
                  <c:v>0</c:v>
                </c:pt>
                <c:pt idx="938">
                  <c:v>0</c:v>
                </c:pt>
                <c:pt idx="939">
                  <c:v>15.3</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23.6</c:v>
                </c:pt>
                <c:pt idx="970">
                  <c:v>0</c:v>
                </c:pt>
                <c:pt idx="971">
                  <c:v>0</c:v>
                </c:pt>
                <c:pt idx="972">
                  <c:v>0</c:v>
                </c:pt>
              </c:numCache>
            </c:numRef>
          </c:yVal>
          <c:smooth val="0"/>
          <c:extLst>
            <c:ext xmlns:c16="http://schemas.microsoft.com/office/drawing/2014/chart" uri="{C3380CC4-5D6E-409C-BE32-E72D297353CC}">
              <c16:uniqueId val="{00000001-C162-4DD6-9BF3-9E290A925409}"/>
            </c:ext>
          </c:extLst>
        </c:ser>
        <c:ser>
          <c:idx val="2"/>
          <c:order val="2"/>
          <c:tx>
            <c:strRef>
              <c:f>'Sub-Dataset'!$X$2</c:f>
              <c:strCache>
                <c:ptCount val="1"/>
                <c:pt idx="0">
                  <c:v>Normal</c:v>
                </c:pt>
              </c:strCache>
            </c:strRef>
          </c:tx>
          <c:spPr>
            <a:ln w="19050" cap="rnd">
              <a:noFill/>
              <a:round/>
            </a:ln>
            <a:effectLst/>
          </c:spPr>
          <c:marker>
            <c:symbol val="circle"/>
            <c:size val="3"/>
            <c:spPr>
              <a:solidFill>
                <a:schemeClr val="accent3"/>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'Sub-Dataset'!$X$3:$X$975</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0</c:v>
                </c:pt>
                <c:pt idx="658">
                  <c:v>0</c:v>
                </c:pt>
                <c:pt idx="659">
                  <c:v>0</c:v>
                </c:pt>
                <c:pt idx="660">
                  <c:v>0</c:v>
                </c:pt>
                <c:pt idx="661">
                  <c:v>27.6</c:v>
                </c:pt>
                <c:pt idx="662">
                  <c:v>0</c:v>
                </c:pt>
                <c:pt idx="663">
                  <c:v>30.8</c:v>
                </c:pt>
                <c:pt idx="664">
                  <c:v>0</c:v>
                </c:pt>
                <c:pt idx="665">
                  <c:v>17.3</c:v>
                </c:pt>
                <c:pt idx="666">
                  <c:v>27.6</c:v>
                </c:pt>
                <c:pt idx="667">
                  <c:v>0</c:v>
                </c:pt>
                <c:pt idx="668">
                  <c:v>0</c:v>
                </c:pt>
                <c:pt idx="669">
                  <c:v>15.9</c:v>
                </c:pt>
                <c:pt idx="670">
                  <c:v>11.9</c:v>
                </c:pt>
                <c:pt idx="671">
                  <c:v>10.4</c:v>
                </c:pt>
                <c:pt idx="672">
                  <c:v>27.9</c:v>
                </c:pt>
                <c:pt idx="673">
                  <c:v>0</c:v>
                </c:pt>
                <c:pt idx="674">
                  <c:v>0</c:v>
                </c:pt>
                <c:pt idx="675">
                  <c:v>25.4</c:v>
                </c:pt>
                <c:pt idx="676">
                  <c:v>0</c:v>
                </c:pt>
                <c:pt idx="677">
                  <c:v>33.4</c:v>
                </c:pt>
                <c:pt idx="678">
                  <c:v>0</c:v>
                </c:pt>
                <c:pt idx="679">
                  <c:v>0</c:v>
                </c:pt>
                <c:pt idx="680">
                  <c:v>0</c:v>
                </c:pt>
                <c:pt idx="681">
                  <c:v>0</c:v>
                </c:pt>
                <c:pt idx="682">
                  <c:v>0</c:v>
                </c:pt>
                <c:pt idx="683">
                  <c:v>0</c:v>
                </c:pt>
                <c:pt idx="684">
                  <c:v>0</c:v>
                </c:pt>
                <c:pt idx="685">
                  <c:v>29.3</c:v>
                </c:pt>
                <c:pt idx="686">
                  <c:v>0</c:v>
                </c:pt>
                <c:pt idx="687">
                  <c:v>19.899999999999999</c:v>
                </c:pt>
                <c:pt idx="688">
                  <c:v>31</c:v>
                </c:pt>
                <c:pt idx="689">
                  <c:v>32.5</c:v>
                </c:pt>
                <c:pt idx="690">
                  <c:v>0</c:v>
                </c:pt>
                <c:pt idx="691">
                  <c:v>0</c:v>
                </c:pt>
                <c:pt idx="692">
                  <c:v>0</c:v>
                </c:pt>
                <c:pt idx="693">
                  <c:v>31.7</c:v>
                </c:pt>
                <c:pt idx="694">
                  <c:v>25.6</c:v>
                </c:pt>
                <c:pt idx="695">
                  <c:v>15.3</c:v>
                </c:pt>
                <c:pt idx="696">
                  <c:v>18.899999999999999</c:v>
                </c:pt>
                <c:pt idx="697">
                  <c:v>29.4</c:v>
                </c:pt>
                <c:pt idx="698">
                  <c:v>14.6</c:v>
                </c:pt>
                <c:pt idx="699">
                  <c:v>0</c:v>
                </c:pt>
                <c:pt idx="700">
                  <c:v>0</c:v>
                </c:pt>
                <c:pt idx="701">
                  <c:v>0</c:v>
                </c:pt>
                <c:pt idx="702">
                  <c:v>0</c:v>
                </c:pt>
                <c:pt idx="703">
                  <c:v>0</c:v>
                </c:pt>
                <c:pt idx="704">
                  <c:v>0</c:v>
                </c:pt>
                <c:pt idx="705">
                  <c:v>31.9</c:v>
                </c:pt>
                <c:pt idx="706">
                  <c:v>34.5</c:v>
                </c:pt>
                <c:pt idx="707">
                  <c:v>11.1</c:v>
                </c:pt>
                <c:pt idx="708">
                  <c:v>21.2</c:v>
                </c:pt>
                <c:pt idx="709">
                  <c:v>0</c:v>
                </c:pt>
                <c:pt idx="710">
                  <c:v>26.4</c:v>
                </c:pt>
                <c:pt idx="711">
                  <c:v>0</c:v>
                </c:pt>
                <c:pt idx="712">
                  <c:v>0</c:v>
                </c:pt>
                <c:pt idx="713">
                  <c:v>0</c:v>
                </c:pt>
                <c:pt idx="714">
                  <c:v>0</c:v>
                </c:pt>
                <c:pt idx="715">
                  <c:v>15.1</c:v>
                </c:pt>
                <c:pt idx="716">
                  <c:v>10.1</c:v>
                </c:pt>
                <c:pt idx="717">
                  <c:v>0</c:v>
                </c:pt>
                <c:pt idx="718">
                  <c:v>0</c:v>
                </c:pt>
                <c:pt idx="719">
                  <c:v>0</c:v>
                </c:pt>
                <c:pt idx="720">
                  <c:v>0</c:v>
                </c:pt>
                <c:pt idx="721">
                  <c:v>27.5</c:v>
                </c:pt>
                <c:pt idx="722">
                  <c:v>0</c:v>
                </c:pt>
                <c:pt idx="723">
                  <c:v>0</c:v>
                </c:pt>
                <c:pt idx="724">
                  <c:v>0</c:v>
                </c:pt>
                <c:pt idx="725">
                  <c:v>0</c:v>
                </c:pt>
                <c:pt idx="726">
                  <c:v>0</c:v>
                </c:pt>
                <c:pt idx="727">
                  <c:v>26.5</c:v>
                </c:pt>
                <c:pt idx="728">
                  <c:v>0</c:v>
                </c:pt>
                <c:pt idx="729">
                  <c:v>25.3</c:v>
                </c:pt>
                <c:pt idx="730">
                  <c:v>0</c:v>
                </c:pt>
                <c:pt idx="731">
                  <c:v>0</c:v>
                </c:pt>
                <c:pt idx="732">
                  <c:v>0</c:v>
                </c:pt>
                <c:pt idx="733">
                  <c:v>26.8</c:v>
                </c:pt>
                <c:pt idx="734">
                  <c:v>0</c:v>
                </c:pt>
                <c:pt idx="735">
                  <c:v>11.8</c:v>
                </c:pt>
                <c:pt idx="736">
                  <c:v>21.3</c:v>
                </c:pt>
                <c:pt idx="737">
                  <c:v>26.1</c:v>
                </c:pt>
                <c:pt idx="738">
                  <c:v>0</c:v>
                </c:pt>
                <c:pt idx="739">
                  <c:v>34.299999999999997</c:v>
                </c:pt>
                <c:pt idx="740">
                  <c:v>0</c:v>
                </c:pt>
                <c:pt idx="741">
                  <c:v>0</c:v>
                </c:pt>
                <c:pt idx="742">
                  <c:v>0</c:v>
                </c:pt>
                <c:pt idx="743">
                  <c:v>31.4</c:v>
                </c:pt>
                <c:pt idx="744">
                  <c:v>15.5</c:v>
                </c:pt>
                <c:pt idx="745">
                  <c:v>27.3</c:v>
                </c:pt>
                <c:pt idx="746">
                  <c:v>0</c:v>
                </c:pt>
                <c:pt idx="747">
                  <c:v>0</c:v>
                </c:pt>
                <c:pt idx="748">
                  <c:v>0</c:v>
                </c:pt>
                <c:pt idx="749">
                  <c:v>0</c:v>
                </c:pt>
                <c:pt idx="750">
                  <c:v>33.4</c:v>
                </c:pt>
                <c:pt idx="751">
                  <c:v>0</c:v>
                </c:pt>
                <c:pt idx="752">
                  <c:v>0</c:v>
                </c:pt>
                <c:pt idx="753">
                  <c:v>0</c:v>
                </c:pt>
                <c:pt idx="754">
                  <c:v>27.7</c:v>
                </c:pt>
                <c:pt idx="755">
                  <c:v>31.3</c:v>
                </c:pt>
                <c:pt idx="756">
                  <c:v>0</c:v>
                </c:pt>
                <c:pt idx="757">
                  <c:v>14.2</c:v>
                </c:pt>
                <c:pt idx="758">
                  <c:v>12</c:v>
                </c:pt>
                <c:pt idx="759">
                  <c:v>0</c:v>
                </c:pt>
                <c:pt idx="760">
                  <c:v>24.4</c:v>
                </c:pt>
                <c:pt idx="761">
                  <c:v>0</c:v>
                </c:pt>
                <c:pt idx="762">
                  <c:v>0</c:v>
                </c:pt>
                <c:pt idx="763">
                  <c:v>30</c:v>
                </c:pt>
                <c:pt idx="764">
                  <c:v>29</c:v>
                </c:pt>
                <c:pt idx="765">
                  <c:v>0</c:v>
                </c:pt>
                <c:pt idx="766">
                  <c:v>0</c:v>
                </c:pt>
                <c:pt idx="767">
                  <c:v>16.5</c:v>
                </c:pt>
                <c:pt idx="768">
                  <c:v>0</c:v>
                </c:pt>
                <c:pt idx="769">
                  <c:v>27.6</c:v>
                </c:pt>
                <c:pt idx="770">
                  <c:v>22.9</c:v>
                </c:pt>
                <c:pt idx="771">
                  <c:v>29.9</c:v>
                </c:pt>
                <c:pt idx="772">
                  <c:v>0</c:v>
                </c:pt>
                <c:pt idx="773">
                  <c:v>0</c:v>
                </c:pt>
                <c:pt idx="774">
                  <c:v>0</c:v>
                </c:pt>
                <c:pt idx="775">
                  <c:v>15.6</c:v>
                </c:pt>
                <c:pt idx="776">
                  <c:v>29.1</c:v>
                </c:pt>
                <c:pt idx="777">
                  <c:v>0</c:v>
                </c:pt>
                <c:pt idx="778">
                  <c:v>0</c:v>
                </c:pt>
                <c:pt idx="779">
                  <c:v>0</c:v>
                </c:pt>
                <c:pt idx="780">
                  <c:v>29</c:v>
                </c:pt>
                <c:pt idx="781">
                  <c:v>0</c:v>
                </c:pt>
                <c:pt idx="782">
                  <c:v>0</c:v>
                </c:pt>
                <c:pt idx="783">
                  <c:v>0</c:v>
                </c:pt>
                <c:pt idx="784">
                  <c:v>0</c:v>
                </c:pt>
                <c:pt idx="785">
                  <c:v>0</c:v>
                </c:pt>
                <c:pt idx="786">
                  <c:v>25.3</c:v>
                </c:pt>
                <c:pt idx="787">
                  <c:v>0</c:v>
                </c:pt>
                <c:pt idx="788">
                  <c:v>26.8</c:v>
                </c:pt>
                <c:pt idx="789">
                  <c:v>0</c:v>
                </c:pt>
                <c:pt idx="790">
                  <c:v>24.4</c:v>
                </c:pt>
                <c:pt idx="791">
                  <c:v>22.1</c:v>
                </c:pt>
                <c:pt idx="792">
                  <c:v>0</c:v>
                </c:pt>
                <c:pt idx="793">
                  <c:v>0</c:v>
                </c:pt>
                <c:pt idx="794">
                  <c:v>32.6</c:v>
                </c:pt>
                <c:pt idx="795">
                  <c:v>0</c:v>
                </c:pt>
                <c:pt idx="796">
                  <c:v>0</c:v>
                </c:pt>
                <c:pt idx="797">
                  <c:v>28.4</c:v>
                </c:pt>
                <c:pt idx="798">
                  <c:v>0</c:v>
                </c:pt>
                <c:pt idx="799">
                  <c:v>0</c:v>
                </c:pt>
                <c:pt idx="800">
                  <c:v>32.700000000000003</c:v>
                </c:pt>
                <c:pt idx="801">
                  <c:v>0</c:v>
                </c:pt>
                <c:pt idx="802">
                  <c:v>0</c:v>
                </c:pt>
                <c:pt idx="803">
                  <c:v>32.799999999999997</c:v>
                </c:pt>
                <c:pt idx="804">
                  <c:v>21.9</c:v>
                </c:pt>
                <c:pt idx="805">
                  <c:v>0</c:v>
                </c:pt>
                <c:pt idx="806">
                  <c:v>0</c:v>
                </c:pt>
                <c:pt idx="807">
                  <c:v>0</c:v>
                </c:pt>
                <c:pt idx="808">
                  <c:v>0</c:v>
                </c:pt>
                <c:pt idx="809">
                  <c:v>15.7</c:v>
                </c:pt>
                <c:pt idx="810">
                  <c:v>27.9</c:v>
                </c:pt>
                <c:pt idx="811">
                  <c:v>0</c:v>
                </c:pt>
                <c:pt idx="812">
                  <c:v>0</c:v>
                </c:pt>
                <c:pt idx="813">
                  <c:v>15.8</c:v>
                </c:pt>
                <c:pt idx="814">
                  <c:v>20.8</c:v>
                </c:pt>
                <c:pt idx="815">
                  <c:v>0</c:v>
                </c:pt>
                <c:pt idx="816">
                  <c:v>0</c:v>
                </c:pt>
                <c:pt idx="817">
                  <c:v>15.5</c:v>
                </c:pt>
                <c:pt idx="818">
                  <c:v>0</c:v>
                </c:pt>
                <c:pt idx="819">
                  <c:v>0</c:v>
                </c:pt>
                <c:pt idx="820">
                  <c:v>0</c:v>
                </c:pt>
                <c:pt idx="821">
                  <c:v>0</c:v>
                </c:pt>
                <c:pt idx="822">
                  <c:v>28.2</c:v>
                </c:pt>
                <c:pt idx="823">
                  <c:v>33.4</c:v>
                </c:pt>
                <c:pt idx="824">
                  <c:v>0</c:v>
                </c:pt>
                <c:pt idx="825">
                  <c:v>17.8</c:v>
                </c:pt>
                <c:pt idx="826">
                  <c:v>0</c:v>
                </c:pt>
                <c:pt idx="827">
                  <c:v>34.299999999999997</c:v>
                </c:pt>
                <c:pt idx="828">
                  <c:v>0</c:v>
                </c:pt>
                <c:pt idx="829">
                  <c:v>12.9</c:v>
                </c:pt>
                <c:pt idx="830">
                  <c:v>0</c:v>
                </c:pt>
                <c:pt idx="831">
                  <c:v>0</c:v>
                </c:pt>
                <c:pt idx="832">
                  <c:v>20.5</c:v>
                </c:pt>
                <c:pt idx="833">
                  <c:v>0</c:v>
                </c:pt>
                <c:pt idx="834">
                  <c:v>14.3</c:v>
                </c:pt>
                <c:pt idx="835">
                  <c:v>0</c:v>
                </c:pt>
                <c:pt idx="836">
                  <c:v>31.3</c:v>
                </c:pt>
                <c:pt idx="837">
                  <c:v>0</c:v>
                </c:pt>
                <c:pt idx="838">
                  <c:v>0</c:v>
                </c:pt>
                <c:pt idx="839">
                  <c:v>27.6</c:v>
                </c:pt>
                <c:pt idx="840">
                  <c:v>0</c:v>
                </c:pt>
                <c:pt idx="841">
                  <c:v>0</c:v>
                </c:pt>
                <c:pt idx="842">
                  <c:v>17.5</c:v>
                </c:pt>
                <c:pt idx="843">
                  <c:v>27.4</c:v>
                </c:pt>
                <c:pt idx="844">
                  <c:v>0</c:v>
                </c:pt>
                <c:pt idx="845">
                  <c:v>0</c:v>
                </c:pt>
                <c:pt idx="846">
                  <c:v>10.7</c:v>
                </c:pt>
                <c:pt idx="847">
                  <c:v>16.899999999999999</c:v>
                </c:pt>
                <c:pt idx="848">
                  <c:v>0</c:v>
                </c:pt>
                <c:pt idx="849">
                  <c:v>29.8</c:v>
                </c:pt>
                <c:pt idx="850">
                  <c:v>0</c:v>
                </c:pt>
                <c:pt idx="851">
                  <c:v>17.100000000000001</c:v>
                </c:pt>
                <c:pt idx="852">
                  <c:v>0</c:v>
                </c:pt>
                <c:pt idx="853">
                  <c:v>0</c:v>
                </c:pt>
                <c:pt idx="854">
                  <c:v>28.1</c:v>
                </c:pt>
                <c:pt idx="855">
                  <c:v>21.5</c:v>
                </c:pt>
                <c:pt idx="856">
                  <c:v>34.700000000000003</c:v>
                </c:pt>
                <c:pt idx="857">
                  <c:v>0</c:v>
                </c:pt>
                <c:pt idx="858">
                  <c:v>33.799999999999997</c:v>
                </c:pt>
                <c:pt idx="859">
                  <c:v>0</c:v>
                </c:pt>
                <c:pt idx="860">
                  <c:v>0</c:v>
                </c:pt>
                <c:pt idx="861">
                  <c:v>0</c:v>
                </c:pt>
                <c:pt idx="862">
                  <c:v>19</c:v>
                </c:pt>
                <c:pt idx="863">
                  <c:v>29.5</c:v>
                </c:pt>
                <c:pt idx="864">
                  <c:v>0</c:v>
                </c:pt>
                <c:pt idx="865">
                  <c:v>26</c:v>
                </c:pt>
                <c:pt idx="866">
                  <c:v>0</c:v>
                </c:pt>
                <c:pt idx="867">
                  <c:v>0</c:v>
                </c:pt>
                <c:pt idx="868">
                  <c:v>23.4</c:v>
                </c:pt>
                <c:pt idx="869">
                  <c:v>12.9</c:v>
                </c:pt>
                <c:pt idx="870">
                  <c:v>0</c:v>
                </c:pt>
                <c:pt idx="871">
                  <c:v>25.3</c:v>
                </c:pt>
                <c:pt idx="872">
                  <c:v>0</c:v>
                </c:pt>
                <c:pt idx="873">
                  <c:v>10.6</c:v>
                </c:pt>
                <c:pt idx="874">
                  <c:v>0</c:v>
                </c:pt>
                <c:pt idx="875">
                  <c:v>0</c:v>
                </c:pt>
                <c:pt idx="876">
                  <c:v>0</c:v>
                </c:pt>
                <c:pt idx="877">
                  <c:v>0</c:v>
                </c:pt>
                <c:pt idx="878">
                  <c:v>0</c:v>
                </c:pt>
                <c:pt idx="879">
                  <c:v>0</c:v>
                </c:pt>
                <c:pt idx="880">
                  <c:v>33.1</c:v>
                </c:pt>
                <c:pt idx="881">
                  <c:v>0</c:v>
                </c:pt>
                <c:pt idx="882">
                  <c:v>26.8</c:v>
                </c:pt>
                <c:pt idx="883">
                  <c:v>0</c:v>
                </c:pt>
                <c:pt idx="884">
                  <c:v>28.3</c:v>
                </c:pt>
                <c:pt idx="885">
                  <c:v>0</c:v>
                </c:pt>
                <c:pt idx="886">
                  <c:v>30.7</c:v>
                </c:pt>
                <c:pt idx="887">
                  <c:v>30.6</c:v>
                </c:pt>
                <c:pt idx="888">
                  <c:v>0</c:v>
                </c:pt>
                <c:pt idx="889">
                  <c:v>0</c:v>
                </c:pt>
                <c:pt idx="890">
                  <c:v>0</c:v>
                </c:pt>
                <c:pt idx="891">
                  <c:v>0</c:v>
                </c:pt>
                <c:pt idx="892">
                  <c:v>12.4</c:v>
                </c:pt>
                <c:pt idx="893">
                  <c:v>0</c:v>
                </c:pt>
                <c:pt idx="894">
                  <c:v>0</c:v>
                </c:pt>
                <c:pt idx="895">
                  <c:v>13.3</c:v>
                </c:pt>
                <c:pt idx="896">
                  <c:v>0</c:v>
                </c:pt>
                <c:pt idx="897">
                  <c:v>0</c:v>
                </c:pt>
                <c:pt idx="898">
                  <c:v>0</c:v>
                </c:pt>
                <c:pt idx="899">
                  <c:v>0</c:v>
                </c:pt>
                <c:pt idx="900">
                  <c:v>0</c:v>
                </c:pt>
                <c:pt idx="901">
                  <c:v>0</c:v>
                </c:pt>
                <c:pt idx="902">
                  <c:v>0</c:v>
                </c:pt>
                <c:pt idx="903">
                  <c:v>0</c:v>
                </c:pt>
                <c:pt idx="904">
                  <c:v>0</c:v>
                </c:pt>
                <c:pt idx="905">
                  <c:v>0</c:v>
                </c:pt>
                <c:pt idx="906">
                  <c:v>0</c:v>
                </c:pt>
                <c:pt idx="907">
                  <c:v>0</c:v>
                </c:pt>
                <c:pt idx="908">
                  <c:v>23.9</c:v>
                </c:pt>
                <c:pt idx="909">
                  <c:v>0</c:v>
                </c:pt>
                <c:pt idx="910">
                  <c:v>30</c:v>
                </c:pt>
                <c:pt idx="911">
                  <c:v>0</c:v>
                </c:pt>
                <c:pt idx="912">
                  <c:v>0</c:v>
                </c:pt>
                <c:pt idx="913">
                  <c:v>0</c:v>
                </c:pt>
                <c:pt idx="914">
                  <c:v>0</c:v>
                </c:pt>
                <c:pt idx="915">
                  <c:v>21.3</c:v>
                </c:pt>
                <c:pt idx="916">
                  <c:v>0</c:v>
                </c:pt>
                <c:pt idx="917">
                  <c:v>0</c:v>
                </c:pt>
                <c:pt idx="918">
                  <c:v>0</c:v>
                </c:pt>
                <c:pt idx="919">
                  <c:v>0</c:v>
                </c:pt>
                <c:pt idx="920">
                  <c:v>21.1</c:v>
                </c:pt>
                <c:pt idx="921">
                  <c:v>22.8</c:v>
                </c:pt>
                <c:pt idx="922">
                  <c:v>0</c:v>
                </c:pt>
                <c:pt idx="923">
                  <c:v>0</c:v>
                </c:pt>
                <c:pt idx="924">
                  <c:v>0</c:v>
                </c:pt>
                <c:pt idx="925">
                  <c:v>0</c:v>
                </c:pt>
                <c:pt idx="926">
                  <c:v>0</c:v>
                </c:pt>
                <c:pt idx="927">
                  <c:v>0</c:v>
                </c:pt>
                <c:pt idx="928">
                  <c:v>0</c:v>
                </c:pt>
                <c:pt idx="929">
                  <c:v>0</c:v>
                </c:pt>
                <c:pt idx="930">
                  <c:v>0</c:v>
                </c:pt>
                <c:pt idx="931">
                  <c:v>20.7</c:v>
                </c:pt>
                <c:pt idx="932">
                  <c:v>11.7</c:v>
                </c:pt>
                <c:pt idx="933">
                  <c:v>0</c:v>
                </c:pt>
                <c:pt idx="934">
                  <c:v>0</c:v>
                </c:pt>
                <c:pt idx="935">
                  <c:v>32.5</c:v>
                </c:pt>
                <c:pt idx="936">
                  <c:v>0</c:v>
                </c:pt>
                <c:pt idx="937">
                  <c:v>0</c:v>
                </c:pt>
                <c:pt idx="938">
                  <c:v>0</c:v>
                </c:pt>
                <c:pt idx="939">
                  <c:v>0</c:v>
                </c:pt>
                <c:pt idx="940">
                  <c:v>25.5</c:v>
                </c:pt>
                <c:pt idx="941">
                  <c:v>0</c:v>
                </c:pt>
                <c:pt idx="942">
                  <c:v>0</c:v>
                </c:pt>
                <c:pt idx="943">
                  <c:v>0</c:v>
                </c:pt>
                <c:pt idx="944">
                  <c:v>0</c:v>
                </c:pt>
                <c:pt idx="945">
                  <c:v>0</c:v>
                </c:pt>
                <c:pt idx="946">
                  <c:v>0</c:v>
                </c:pt>
                <c:pt idx="947">
                  <c:v>29.1</c:v>
                </c:pt>
                <c:pt idx="948">
                  <c:v>10.6</c:v>
                </c:pt>
                <c:pt idx="949">
                  <c:v>23.4</c:v>
                </c:pt>
                <c:pt idx="950">
                  <c:v>0</c:v>
                </c:pt>
                <c:pt idx="951">
                  <c:v>22.6</c:v>
                </c:pt>
                <c:pt idx="952">
                  <c:v>19.8</c:v>
                </c:pt>
                <c:pt idx="953">
                  <c:v>0</c:v>
                </c:pt>
                <c:pt idx="954">
                  <c:v>0</c:v>
                </c:pt>
                <c:pt idx="955">
                  <c:v>22.7</c:v>
                </c:pt>
                <c:pt idx="956">
                  <c:v>0</c:v>
                </c:pt>
                <c:pt idx="957">
                  <c:v>0</c:v>
                </c:pt>
                <c:pt idx="958">
                  <c:v>33</c:v>
                </c:pt>
                <c:pt idx="959">
                  <c:v>0</c:v>
                </c:pt>
                <c:pt idx="960">
                  <c:v>0</c:v>
                </c:pt>
                <c:pt idx="961">
                  <c:v>29.2</c:v>
                </c:pt>
                <c:pt idx="962">
                  <c:v>0</c:v>
                </c:pt>
                <c:pt idx="963">
                  <c:v>0</c:v>
                </c:pt>
                <c:pt idx="964">
                  <c:v>0</c:v>
                </c:pt>
                <c:pt idx="965">
                  <c:v>0</c:v>
                </c:pt>
                <c:pt idx="966">
                  <c:v>0</c:v>
                </c:pt>
                <c:pt idx="967">
                  <c:v>0</c:v>
                </c:pt>
                <c:pt idx="968">
                  <c:v>0</c:v>
                </c:pt>
                <c:pt idx="969">
                  <c:v>0</c:v>
                </c:pt>
                <c:pt idx="970">
                  <c:v>0</c:v>
                </c:pt>
                <c:pt idx="971">
                  <c:v>20.2</c:v>
                </c:pt>
                <c:pt idx="972">
                  <c:v>0</c:v>
                </c:pt>
              </c:numCache>
            </c:numRef>
          </c:yVal>
          <c:smooth val="0"/>
          <c:extLst>
            <c:ext xmlns:c16="http://schemas.microsoft.com/office/drawing/2014/chart" uri="{C3380CC4-5D6E-409C-BE32-E72D297353CC}">
              <c16:uniqueId val="{00000002-C162-4DD6-9BF3-9E290A925409}"/>
            </c:ext>
          </c:extLst>
        </c:ser>
        <c:ser>
          <c:idx val="3"/>
          <c:order val="3"/>
          <c:tx>
            <c:strRef>
              <c:f>'Sub-Dataset'!$Y$2</c:f>
              <c:strCache>
                <c:ptCount val="1"/>
                <c:pt idx="0">
                  <c:v>Overweight</c:v>
                </c:pt>
              </c:strCache>
            </c:strRef>
          </c:tx>
          <c:spPr>
            <a:ln w="19050" cap="rnd">
              <a:noFill/>
              <a:round/>
            </a:ln>
            <a:effectLst/>
          </c:spPr>
          <c:marker>
            <c:symbol val="circle"/>
            <c:size val="3"/>
            <c:spPr>
              <a:solidFill>
                <a:schemeClr val="accent4"/>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'Sub-Dataset'!$Y$3:$Y$975</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33.1</c:v>
                </c:pt>
                <c:pt idx="250">
                  <c:v>0</c:v>
                </c:pt>
                <c:pt idx="251">
                  <c:v>0</c:v>
                </c:pt>
                <c:pt idx="252">
                  <c:v>33.799999999999997</c:v>
                </c:pt>
                <c:pt idx="253">
                  <c:v>20.9</c:v>
                </c:pt>
                <c:pt idx="254">
                  <c:v>0</c:v>
                </c:pt>
                <c:pt idx="255">
                  <c:v>0</c:v>
                </c:pt>
                <c:pt idx="256">
                  <c:v>0</c:v>
                </c:pt>
                <c:pt idx="257">
                  <c:v>31.6</c:v>
                </c:pt>
                <c:pt idx="258">
                  <c:v>0</c:v>
                </c:pt>
                <c:pt idx="259">
                  <c:v>0</c:v>
                </c:pt>
                <c:pt idx="260">
                  <c:v>0</c:v>
                </c:pt>
                <c:pt idx="261">
                  <c:v>24</c:v>
                </c:pt>
                <c:pt idx="262">
                  <c:v>0</c:v>
                </c:pt>
                <c:pt idx="263">
                  <c:v>0</c:v>
                </c:pt>
                <c:pt idx="264">
                  <c:v>34.299999999999997</c:v>
                </c:pt>
                <c:pt idx="265">
                  <c:v>0</c:v>
                </c:pt>
                <c:pt idx="266">
                  <c:v>0</c:v>
                </c:pt>
                <c:pt idx="267">
                  <c:v>0</c:v>
                </c:pt>
                <c:pt idx="268">
                  <c:v>0</c:v>
                </c:pt>
                <c:pt idx="269">
                  <c:v>0</c:v>
                </c:pt>
                <c:pt idx="270">
                  <c:v>34.9</c:v>
                </c:pt>
                <c:pt idx="271">
                  <c:v>21.2</c:v>
                </c:pt>
                <c:pt idx="272">
                  <c:v>0</c:v>
                </c:pt>
                <c:pt idx="273">
                  <c:v>0</c:v>
                </c:pt>
                <c:pt idx="274">
                  <c:v>0</c:v>
                </c:pt>
                <c:pt idx="275">
                  <c:v>0</c:v>
                </c:pt>
                <c:pt idx="276">
                  <c:v>32</c:v>
                </c:pt>
                <c:pt idx="277">
                  <c:v>0</c:v>
                </c:pt>
                <c:pt idx="278">
                  <c:v>0</c:v>
                </c:pt>
                <c:pt idx="279">
                  <c:v>0</c:v>
                </c:pt>
                <c:pt idx="280">
                  <c:v>0</c:v>
                </c:pt>
                <c:pt idx="281">
                  <c:v>0</c:v>
                </c:pt>
                <c:pt idx="282">
                  <c:v>23.3</c:v>
                </c:pt>
                <c:pt idx="283">
                  <c:v>0</c:v>
                </c:pt>
                <c:pt idx="284">
                  <c:v>0</c:v>
                </c:pt>
                <c:pt idx="285">
                  <c:v>0</c:v>
                </c:pt>
                <c:pt idx="286">
                  <c:v>0</c:v>
                </c:pt>
                <c:pt idx="287">
                  <c:v>22.9</c:v>
                </c:pt>
                <c:pt idx="288">
                  <c:v>22.9</c:v>
                </c:pt>
                <c:pt idx="289">
                  <c:v>0</c:v>
                </c:pt>
                <c:pt idx="290">
                  <c:v>22.9</c:v>
                </c:pt>
                <c:pt idx="291">
                  <c:v>0</c:v>
                </c:pt>
                <c:pt idx="292">
                  <c:v>0</c:v>
                </c:pt>
                <c:pt idx="293">
                  <c:v>0</c:v>
                </c:pt>
                <c:pt idx="294">
                  <c:v>0</c:v>
                </c:pt>
                <c:pt idx="295">
                  <c:v>23.9</c:v>
                </c:pt>
                <c:pt idx="296">
                  <c:v>21.2</c:v>
                </c:pt>
                <c:pt idx="297">
                  <c:v>0</c:v>
                </c:pt>
                <c:pt idx="298">
                  <c:v>20.100000000000001</c:v>
                </c:pt>
                <c:pt idx="299">
                  <c:v>0</c:v>
                </c:pt>
                <c:pt idx="300">
                  <c:v>0</c:v>
                </c:pt>
                <c:pt idx="301">
                  <c:v>0</c:v>
                </c:pt>
                <c:pt idx="302">
                  <c:v>0</c:v>
                </c:pt>
                <c:pt idx="303">
                  <c:v>32.799999999999997</c:v>
                </c:pt>
                <c:pt idx="304">
                  <c:v>0</c:v>
                </c:pt>
                <c:pt idx="305">
                  <c:v>30.6</c:v>
                </c:pt>
                <c:pt idx="306">
                  <c:v>0</c:v>
                </c:pt>
                <c:pt idx="307">
                  <c:v>21.8</c:v>
                </c:pt>
                <c:pt idx="308">
                  <c:v>0</c:v>
                </c:pt>
                <c:pt idx="309">
                  <c:v>0</c:v>
                </c:pt>
                <c:pt idx="310">
                  <c:v>0</c:v>
                </c:pt>
                <c:pt idx="311">
                  <c:v>0</c:v>
                </c:pt>
                <c:pt idx="312">
                  <c:v>0</c:v>
                </c:pt>
                <c:pt idx="313">
                  <c:v>0</c:v>
                </c:pt>
                <c:pt idx="314">
                  <c:v>0</c:v>
                </c:pt>
                <c:pt idx="315">
                  <c:v>34.200000000000003</c:v>
                </c:pt>
                <c:pt idx="316">
                  <c:v>0</c:v>
                </c:pt>
                <c:pt idx="317">
                  <c:v>0</c:v>
                </c:pt>
                <c:pt idx="318">
                  <c:v>0</c:v>
                </c:pt>
                <c:pt idx="319">
                  <c:v>20.2</c:v>
                </c:pt>
                <c:pt idx="320">
                  <c:v>24.9</c:v>
                </c:pt>
                <c:pt idx="321">
                  <c:v>22</c:v>
                </c:pt>
                <c:pt idx="322">
                  <c:v>31.2</c:v>
                </c:pt>
                <c:pt idx="323">
                  <c:v>0</c:v>
                </c:pt>
                <c:pt idx="324">
                  <c:v>0</c:v>
                </c:pt>
                <c:pt idx="325">
                  <c:v>33.4</c:v>
                </c:pt>
                <c:pt idx="326">
                  <c:v>0</c:v>
                </c:pt>
                <c:pt idx="327">
                  <c:v>0</c:v>
                </c:pt>
                <c:pt idx="328">
                  <c:v>31.8</c:v>
                </c:pt>
                <c:pt idx="329">
                  <c:v>0</c:v>
                </c:pt>
                <c:pt idx="330">
                  <c:v>24</c:v>
                </c:pt>
                <c:pt idx="331">
                  <c:v>0</c:v>
                </c:pt>
                <c:pt idx="332">
                  <c:v>0</c:v>
                </c:pt>
                <c:pt idx="333">
                  <c:v>0</c:v>
                </c:pt>
                <c:pt idx="334">
                  <c:v>0</c:v>
                </c:pt>
                <c:pt idx="335">
                  <c:v>31.1</c:v>
                </c:pt>
                <c:pt idx="336">
                  <c:v>0</c:v>
                </c:pt>
                <c:pt idx="337">
                  <c:v>0</c:v>
                </c:pt>
                <c:pt idx="338">
                  <c:v>0</c:v>
                </c:pt>
                <c:pt idx="339">
                  <c:v>0</c:v>
                </c:pt>
                <c:pt idx="340">
                  <c:v>0</c:v>
                </c:pt>
                <c:pt idx="341">
                  <c:v>0</c:v>
                </c:pt>
                <c:pt idx="342">
                  <c:v>0</c:v>
                </c:pt>
                <c:pt idx="343">
                  <c:v>23.5</c:v>
                </c:pt>
                <c:pt idx="344">
                  <c:v>0</c:v>
                </c:pt>
                <c:pt idx="345">
                  <c:v>0</c:v>
                </c:pt>
                <c:pt idx="346">
                  <c:v>0</c:v>
                </c:pt>
                <c:pt idx="347">
                  <c:v>0</c:v>
                </c:pt>
                <c:pt idx="348">
                  <c:v>33.1</c:v>
                </c:pt>
                <c:pt idx="349">
                  <c:v>31.7</c:v>
                </c:pt>
                <c:pt idx="350">
                  <c:v>0</c:v>
                </c:pt>
                <c:pt idx="351">
                  <c:v>0</c:v>
                </c:pt>
                <c:pt idx="352">
                  <c:v>0</c:v>
                </c:pt>
                <c:pt idx="353">
                  <c:v>0</c:v>
                </c:pt>
                <c:pt idx="354">
                  <c:v>34.799999999999997</c:v>
                </c:pt>
                <c:pt idx="355">
                  <c:v>0</c:v>
                </c:pt>
                <c:pt idx="356">
                  <c:v>0</c:v>
                </c:pt>
                <c:pt idx="357">
                  <c:v>0</c:v>
                </c:pt>
                <c:pt idx="358">
                  <c:v>33.299999999999997</c:v>
                </c:pt>
                <c:pt idx="359">
                  <c:v>0</c:v>
                </c:pt>
                <c:pt idx="360">
                  <c:v>0</c:v>
                </c:pt>
                <c:pt idx="361">
                  <c:v>0</c:v>
                </c:pt>
                <c:pt idx="362">
                  <c:v>22.1</c:v>
                </c:pt>
                <c:pt idx="363">
                  <c:v>0</c:v>
                </c:pt>
                <c:pt idx="364">
                  <c:v>30.6</c:v>
                </c:pt>
                <c:pt idx="365">
                  <c:v>32.5</c:v>
                </c:pt>
                <c:pt idx="366">
                  <c:v>0</c:v>
                </c:pt>
                <c:pt idx="367">
                  <c:v>32.799999999999997</c:v>
                </c:pt>
                <c:pt idx="368">
                  <c:v>32</c:v>
                </c:pt>
                <c:pt idx="369">
                  <c:v>32.700000000000003</c:v>
                </c:pt>
                <c:pt idx="370">
                  <c:v>0</c:v>
                </c:pt>
                <c:pt idx="371">
                  <c:v>0</c:v>
                </c:pt>
                <c:pt idx="372">
                  <c:v>0</c:v>
                </c:pt>
                <c:pt idx="373">
                  <c:v>34</c:v>
                </c:pt>
                <c:pt idx="374">
                  <c:v>34.9</c:v>
                </c:pt>
                <c:pt idx="375">
                  <c:v>0</c:v>
                </c:pt>
                <c:pt idx="376">
                  <c:v>32.5</c:v>
                </c:pt>
                <c:pt idx="377">
                  <c:v>0</c:v>
                </c:pt>
                <c:pt idx="378">
                  <c:v>0</c:v>
                </c:pt>
                <c:pt idx="379">
                  <c:v>23.2</c:v>
                </c:pt>
                <c:pt idx="380">
                  <c:v>0</c:v>
                </c:pt>
                <c:pt idx="381">
                  <c:v>0</c:v>
                </c:pt>
                <c:pt idx="382">
                  <c:v>0</c:v>
                </c:pt>
                <c:pt idx="383">
                  <c:v>0</c:v>
                </c:pt>
                <c:pt idx="384">
                  <c:v>34.9</c:v>
                </c:pt>
                <c:pt idx="385">
                  <c:v>0</c:v>
                </c:pt>
                <c:pt idx="386">
                  <c:v>0</c:v>
                </c:pt>
                <c:pt idx="387">
                  <c:v>31.8</c:v>
                </c:pt>
                <c:pt idx="388">
                  <c:v>0</c:v>
                </c:pt>
                <c:pt idx="389">
                  <c:v>31.6</c:v>
                </c:pt>
                <c:pt idx="390">
                  <c:v>0</c:v>
                </c:pt>
                <c:pt idx="391">
                  <c:v>0</c:v>
                </c:pt>
                <c:pt idx="392">
                  <c:v>0</c:v>
                </c:pt>
                <c:pt idx="393">
                  <c:v>0</c:v>
                </c:pt>
                <c:pt idx="394">
                  <c:v>0</c:v>
                </c:pt>
                <c:pt idx="395">
                  <c:v>0</c:v>
                </c:pt>
                <c:pt idx="396">
                  <c:v>0</c:v>
                </c:pt>
                <c:pt idx="397">
                  <c:v>0</c:v>
                </c:pt>
                <c:pt idx="398">
                  <c:v>0</c:v>
                </c:pt>
                <c:pt idx="399">
                  <c:v>0</c:v>
                </c:pt>
                <c:pt idx="400">
                  <c:v>18.399999999999999</c:v>
                </c:pt>
                <c:pt idx="401">
                  <c:v>0</c:v>
                </c:pt>
                <c:pt idx="402">
                  <c:v>15.2</c:v>
                </c:pt>
                <c:pt idx="403">
                  <c:v>0</c:v>
                </c:pt>
                <c:pt idx="404">
                  <c:v>0</c:v>
                </c:pt>
                <c:pt idx="405">
                  <c:v>0</c:v>
                </c:pt>
                <c:pt idx="406">
                  <c:v>0</c:v>
                </c:pt>
                <c:pt idx="407">
                  <c:v>16.399999999999999</c:v>
                </c:pt>
                <c:pt idx="408">
                  <c:v>15.1</c:v>
                </c:pt>
                <c:pt idx="409">
                  <c:v>0</c:v>
                </c:pt>
                <c:pt idx="410">
                  <c:v>15.1</c:v>
                </c:pt>
                <c:pt idx="411">
                  <c:v>0</c:v>
                </c:pt>
                <c:pt idx="412">
                  <c:v>0</c:v>
                </c:pt>
                <c:pt idx="413">
                  <c:v>0</c:v>
                </c:pt>
                <c:pt idx="414">
                  <c:v>0</c:v>
                </c:pt>
                <c:pt idx="415">
                  <c:v>0</c:v>
                </c:pt>
                <c:pt idx="416">
                  <c:v>19.8</c:v>
                </c:pt>
                <c:pt idx="417">
                  <c:v>19.5</c:v>
                </c:pt>
                <c:pt idx="418">
                  <c:v>15.2</c:v>
                </c:pt>
                <c:pt idx="419">
                  <c:v>0</c:v>
                </c:pt>
                <c:pt idx="420">
                  <c:v>0</c:v>
                </c:pt>
                <c:pt idx="421">
                  <c:v>16.399999999999999</c:v>
                </c:pt>
                <c:pt idx="422">
                  <c:v>16.600000000000001</c:v>
                </c:pt>
                <c:pt idx="423">
                  <c:v>18.100000000000001</c:v>
                </c:pt>
                <c:pt idx="424">
                  <c:v>17.2</c:v>
                </c:pt>
                <c:pt idx="425">
                  <c:v>18.100000000000001</c:v>
                </c:pt>
                <c:pt idx="426">
                  <c:v>15.3</c:v>
                </c:pt>
                <c:pt idx="427">
                  <c:v>0</c:v>
                </c:pt>
                <c:pt idx="428">
                  <c:v>0</c:v>
                </c:pt>
                <c:pt idx="429">
                  <c:v>19.7</c:v>
                </c:pt>
                <c:pt idx="430">
                  <c:v>0</c:v>
                </c:pt>
                <c:pt idx="431">
                  <c:v>18.600000000000001</c:v>
                </c:pt>
                <c:pt idx="432">
                  <c:v>17</c:v>
                </c:pt>
                <c:pt idx="433">
                  <c:v>0</c:v>
                </c:pt>
                <c:pt idx="434">
                  <c:v>18.2</c:v>
                </c:pt>
                <c:pt idx="435">
                  <c:v>17.8</c:v>
                </c:pt>
                <c:pt idx="436">
                  <c:v>0</c:v>
                </c:pt>
                <c:pt idx="437">
                  <c:v>0</c:v>
                </c:pt>
                <c:pt idx="438">
                  <c:v>0</c:v>
                </c:pt>
                <c:pt idx="439">
                  <c:v>28</c:v>
                </c:pt>
                <c:pt idx="440">
                  <c:v>0</c:v>
                </c:pt>
                <c:pt idx="441">
                  <c:v>12.8</c:v>
                </c:pt>
                <c:pt idx="442">
                  <c:v>25.6</c:v>
                </c:pt>
                <c:pt idx="443">
                  <c:v>29.5</c:v>
                </c:pt>
                <c:pt idx="444">
                  <c:v>0</c:v>
                </c:pt>
                <c:pt idx="445">
                  <c:v>28.4</c:v>
                </c:pt>
                <c:pt idx="446">
                  <c:v>12.9</c:v>
                </c:pt>
                <c:pt idx="447">
                  <c:v>26.3</c:v>
                </c:pt>
                <c:pt idx="448">
                  <c:v>0</c:v>
                </c:pt>
                <c:pt idx="449">
                  <c:v>0</c:v>
                </c:pt>
                <c:pt idx="450">
                  <c:v>28.9</c:v>
                </c:pt>
                <c:pt idx="451">
                  <c:v>29.9</c:v>
                </c:pt>
                <c:pt idx="452">
                  <c:v>29</c:v>
                </c:pt>
                <c:pt idx="453">
                  <c:v>0</c:v>
                </c:pt>
                <c:pt idx="454">
                  <c:v>28.5</c:v>
                </c:pt>
                <c:pt idx="455">
                  <c:v>0</c:v>
                </c:pt>
                <c:pt idx="456">
                  <c:v>11.6</c:v>
                </c:pt>
                <c:pt idx="457">
                  <c:v>0</c:v>
                </c:pt>
                <c:pt idx="458">
                  <c:v>0</c:v>
                </c:pt>
                <c:pt idx="459">
                  <c:v>26.1</c:v>
                </c:pt>
                <c:pt idx="460">
                  <c:v>0</c:v>
                </c:pt>
                <c:pt idx="461">
                  <c:v>0</c:v>
                </c:pt>
                <c:pt idx="462">
                  <c:v>27</c:v>
                </c:pt>
                <c:pt idx="463">
                  <c:v>12.5</c:v>
                </c:pt>
                <c:pt idx="464">
                  <c:v>25</c:v>
                </c:pt>
                <c:pt idx="465">
                  <c:v>27</c:v>
                </c:pt>
                <c:pt idx="466">
                  <c:v>28.5</c:v>
                </c:pt>
                <c:pt idx="467">
                  <c:v>0</c:v>
                </c:pt>
                <c:pt idx="468">
                  <c:v>28.1</c:v>
                </c:pt>
                <c:pt idx="469">
                  <c:v>27.5</c:v>
                </c:pt>
                <c:pt idx="470">
                  <c:v>0</c:v>
                </c:pt>
                <c:pt idx="471">
                  <c:v>14.5</c:v>
                </c:pt>
                <c:pt idx="472">
                  <c:v>25.4</c:v>
                </c:pt>
                <c:pt idx="473">
                  <c:v>11</c:v>
                </c:pt>
                <c:pt idx="474">
                  <c:v>10.1</c:v>
                </c:pt>
                <c:pt idx="475">
                  <c:v>26.3</c:v>
                </c:pt>
                <c:pt idx="476">
                  <c:v>25.1</c:v>
                </c:pt>
                <c:pt idx="477">
                  <c:v>0</c:v>
                </c:pt>
                <c:pt idx="478">
                  <c:v>27.8</c:v>
                </c:pt>
                <c:pt idx="479">
                  <c:v>14.3</c:v>
                </c:pt>
                <c:pt idx="480">
                  <c:v>11.3</c:v>
                </c:pt>
                <c:pt idx="481">
                  <c:v>0</c:v>
                </c:pt>
                <c:pt idx="482">
                  <c:v>29.2</c:v>
                </c:pt>
                <c:pt idx="483">
                  <c:v>0</c:v>
                </c:pt>
                <c:pt idx="484">
                  <c:v>25.7</c:v>
                </c:pt>
                <c:pt idx="485">
                  <c:v>28.1</c:v>
                </c:pt>
                <c:pt idx="486">
                  <c:v>25.9</c:v>
                </c:pt>
                <c:pt idx="487">
                  <c:v>29.9</c:v>
                </c:pt>
                <c:pt idx="488">
                  <c:v>26.2</c:v>
                </c:pt>
                <c:pt idx="489">
                  <c:v>0</c:v>
                </c:pt>
                <c:pt idx="490">
                  <c:v>11.4</c:v>
                </c:pt>
                <c:pt idx="491">
                  <c:v>28.1</c:v>
                </c:pt>
                <c:pt idx="492">
                  <c:v>10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10.199999999999999</c:v>
                </c:pt>
                <c:pt idx="519">
                  <c:v>29.1</c:v>
                </c:pt>
                <c:pt idx="520">
                  <c:v>29.1</c:v>
                </c:pt>
                <c:pt idx="521">
                  <c:v>14.7</c:v>
                </c:pt>
                <c:pt idx="522">
                  <c:v>0</c:v>
                </c:pt>
                <c:pt idx="523">
                  <c:v>0</c:v>
                </c:pt>
                <c:pt idx="524">
                  <c:v>0</c:v>
                </c:pt>
                <c:pt idx="525">
                  <c:v>26.1</c:v>
                </c:pt>
                <c:pt idx="526">
                  <c:v>20</c:v>
                </c:pt>
                <c:pt idx="527">
                  <c:v>0</c:v>
                </c:pt>
                <c:pt idx="528">
                  <c:v>0</c:v>
                </c:pt>
                <c:pt idx="529">
                  <c:v>0</c:v>
                </c:pt>
                <c:pt idx="530">
                  <c:v>13.9</c:v>
                </c:pt>
                <c:pt idx="531">
                  <c:v>0</c:v>
                </c:pt>
                <c:pt idx="532">
                  <c:v>0</c:v>
                </c:pt>
                <c:pt idx="533">
                  <c:v>28.8</c:v>
                </c:pt>
                <c:pt idx="534">
                  <c:v>27.4</c:v>
                </c:pt>
                <c:pt idx="535">
                  <c:v>13.7</c:v>
                </c:pt>
                <c:pt idx="536">
                  <c:v>10.1</c:v>
                </c:pt>
                <c:pt idx="537">
                  <c:v>13.1</c:v>
                </c:pt>
                <c:pt idx="538">
                  <c:v>0</c:v>
                </c:pt>
                <c:pt idx="539">
                  <c:v>27</c:v>
                </c:pt>
                <c:pt idx="540">
                  <c:v>0</c:v>
                </c:pt>
                <c:pt idx="541">
                  <c:v>0</c:v>
                </c:pt>
                <c:pt idx="542">
                  <c:v>0</c:v>
                </c:pt>
                <c:pt idx="543">
                  <c:v>0</c:v>
                </c:pt>
                <c:pt idx="544">
                  <c:v>12.7</c:v>
                </c:pt>
                <c:pt idx="545">
                  <c:v>25.2</c:v>
                </c:pt>
                <c:pt idx="546">
                  <c:v>11.4</c:v>
                </c:pt>
                <c:pt idx="547">
                  <c:v>14.3</c:v>
                </c:pt>
                <c:pt idx="548">
                  <c:v>0</c:v>
                </c:pt>
                <c:pt idx="549">
                  <c:v>0</c:v>
                </c:pt>
                <c:pt idx="550">
                  <c:v>0</c:v>
                </c:pt>
                <c:pt idx="551">
                  <c:v>12.4</c:v>
                </c:pt>
                <c:pt idx="552">
                  <c:v>0</c:v>
                </c:pt>
                <c:pt idx="553">
                  <c:v>10.7</c:v>
                </c:pt>
                <c:pt idx="554">
                  <c:v>29.8</c:v>
                </c:pt>
                <c:pt idx="555">
                  <c:v>0</c:v>
                </c:pt>
                <c:pt idx="556">
                  <c:v>0</c:v>
                </c:pt>
                <c:pt idx="557">
                  <c:v>25.6</c:v>
                </c:pt>
                <c:pt idx="558">
                  <c:v>0</c:v>
                </c:pt>
                <c:pt idx="559">
                  <c:v>0</c:v>
                </c:pt>
                <c:pt idx="560">
                  <c:v>12.7</c:v>
                </c:pt>
                <c:pt idx="561">
                  <c:v>25.4</c:v>
                </c:pt>
                <c:pt idx="562">
                  <c:v>25.9</c:v>
                </c:pt>
                <c:pt idx="563">
                  <c:v>0</c:v>
                </c:pt>
                <c:pt idx="564">
                  <c:v>0</c:v>
                </c:pt>
                <c:pt idx="565">
                  <c:v>0</c:v>
                </c:pt>
                <c:pt idx="566">
                  <c:v>11</c:v>
                </c:pt>
                <c:pt idx="567">
                  <c:v>0</c:v>
                </c:pt>
                <c:pt idx="568">
                  <c:v>0</c:v>
                </c:pt>
                <c:pt idx="569">
                  <c:v>13.8</c:v>
                </c:pt>
                <c:pt idx="570">
                  <c:v>0</c:v>
                </c:pt>
                <c:pt idx="571">
                  <c:v>13.1</c:v>
                </c:pt>
                <c:pt idx="572">
                  <c:v>0</c:v>
                </c:pt>
                <c:pt idx="573">
                  <c:v>14.9</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13.2</c:v>
                </c:pt>
                <c:pt idx="658">
                  <c:v>29.4</c:v>
                </c:pt>
                <c:pt idx="659">
                  <c:v>27.8</c:v>
                </c:pt>
                <c:pt idx="660">
                  <c:v>0</c:v>
                </c:pt>
                <c:pt idx="661">
                  <c:v>0</c:v>
                </c:pt>
                <c:pt idx="662">
                  <c:v>0</c:v>
                </c:pt>
                <c:pt idx="663">
                  <c:v>0</c:v>
                </c:pt>
                <c:pt idx="664">
                  <c:v>27.5</c:v>
                </c:pt>
                <c:pt idx="665">
                  <c:v>0</c:v>
                </c:pt>
                <c:pt idx="666">
                  <c:v>0</c:v>
                </c:pt>
                <c:pt idx="667">
                  <c:v>28.9</c:v>
                </c:pt>
                <c:pt idx="668">
                  <c:v>10.199999999999999</c:v>
                </c:pt>
                <c:pt idx="669">
                  <c:v>0</c:v>
                </c:pt>
                <c:pt idx="670">
                  <c:v>0</c:v>
                </c:pt>
                <c:pt idx="671">
                  <c:v>0</c:v>
                </c:pt>
                <c:pt idx="672">
                  <c:v>0</c:v>
                </c:pt>
                <c:pt idx="673">
                  <c:v>0</c:v>
                </c:pt>
                <c:pt idx="674">
                  <c:v>28.4</c:v>
                </c:pt>
                <c:pt idx="675">
                  <c:v>0</c:v>
                </c:pt>
                <c:pt idx="676">
                  <c:v>0</c:v>
                </c:pt>
                <c:pt idx="677">
                  <c:v>0</c:v>
                </c:pt>
                <c:pt idx="678">
                  <c:v>26.4</c:v>
                </c:pt>
                <c:pt idx="679">
                  <c:v>26</c:v>
                </c:pt>
                <c:pt idx="680">
                  <c:v>0</c:v>
                </c:pt>
                <c:pt idx="681">
                  <c:v>11.6</c:v>
                </c:pt>
                <c:pt idx="682">
                  <c:v>0</c:v>
                </c:pt>
                <c:pt idx="683">
                  <c:v>12.4</c:v>
                </c:pt>
                <c:pt idx="684">
                  <c:v>0</c:v>
                </c:pt>
                <c:pt idx="685">
                  <c:v>0</c:v>
                </c:pt>
                <c:pt idx="686">
                  <c:v>25.3</c:v>
                </c:pt>
                <c:pt idx="687">
                  <c:v>0</c:v>
                </c:pt>
                <c:pt idx="688">
                  <c:v>0</c:v>
                </c:pt>
                <c:pt idx="689">
                  <c:v>0</c:v>
                </c:pt>
                <c:pt idx="690">
                  <c:v>12.9</c:v>
                </c:pt>
                <c:pt idx="691">
                  <c:v>26</c:v>
                </c:pt>
                <c:pt idx="692">
                  <c:v>0</c:v>
                </c:pt>
                <c:pt idx="693">
                  <c:v>0</c:v>
                </c:pt>
                <c:pt idx="694">
                  <c:v>0</c:v>
                </c:pt>
                <c:pt idx="695">
                  <c:v>0</c:v>
                </c:pt>
                <c:pt idx="696">
                  <c:v>0</c:v>
                </c:pt>
                <c:pt idx="697">
                  <c:v>0</c:v>
                </c:pt>
                <c:pt idx="698">
                  <c:v>0</c:v>
                </c:pt>
                <c:pt idx="699">
                  <c:v>0</c:v>
                </c:pt>
                <c:pt idx="700">
                  <c:v>0</c:v>
                </c:pt>
                <c:pt idx="701">
                  <c:v>26.1</c:v>
                </c:pt>
                <c:pt idx="702">
                  <c:v>0</c:v>
                </c:pt>
                <c:pt idx="703">
                  <c:v>0</c:v>
                </c:pt>
                <c:pt idx="704">
                  <c:v>0</c:v>
                </c:pt>
                <c:pt idx="705">
                  <c:v>0</c:v>
                </c:pt>
                <c:pt idx="706">
                  <c:v>0</c:v>
                </c:pt>
                <c:pt idx="707">
                  <c:v>0</c:v>
                </c:pt>
                <c:pt idx="708">
                  <c:v>0</c:v>
                </c:pt>
                <c:pt idx="709">
                  <c:v>25.2</c:v>
                </c:pt>
                <c:pt idx="710">
                  <c:v>0</c:v>
                </c:pt>
                <c:pt idx="711">
                  <c:v>0</c:v>
                </c:pt>
                <c:pt idx="712">
                  <c:v>29.6</c:v>
                </c:pt>
                <c:pt idx="713">
                  <c:v>0</c:v>
                </c:pt>
                <c:pt idx="714">
                  <c:v>28.9</c:v>
                </c:pt>
                <c:pt idx="715">
                  <c:v>0</c:v>
                </c:pt>
                <c:pt idx="716">
                  <c:v>0</c:v>
                </c:pt>
                <c:pt idx="717">
                  <c:v>29.3</c:v>
                </c:pt>
                <c:pt idx="718">
                  <c:v>29.3</c:v>
                </c:pt>
                <c:pt idx="719">
                  <c:v>0</c:v>
                </c:pt>
                <c:pt idx="720">
                  <c:v>27.2</c:v>
                </c:pt>
                <c:pt idx="721">
                  <c:v>0</c:v>
                </c:pt>
                <c:pt idx="722">
                  <c:v>28.4</c:v>
                </c:pt>
                <c:pt idx="723">
                  <c:v>27.3</c:v>
                </c:pt>
                <c:pt idx="724">
                  <c:v>26.7</c:v>
                </c:pt>
                <c:pt idx="725">
                  <c:v>27.3</c:v>
                </c:pt>
                <c:pt idx="726">
                  <c:v>0</c:v>
                </c:pt>
                <c:pt idx="727">
                  <c:v>0</c:v>
                </c:pt>
                <c:pt idx="728">
                  <c:v>28.4</c:v>
                </c:pt>
                <c:pt idx="729">
                  <c:v>0</c:v>
                </c:pt>
                <c:pt idx="730">
                  <c:v>26.6</c:v>
                </c:pt>
                <c:pt idx="731">
                  <c:v>28.1</c:v>
                </c:pt>
                <c:pt idx="732">
                  <c:v>25.3</c:v>
                </c:pt>
                <c:pt idx="733">
                  <c:v>0</c:v>
                </c:pt>
                <c:pt idx="734">
                  <c:v>27.9</c:v>
                </c:pt>
                <c:pt idx="735">
                  <c:v>0</c:v>
                </c:pt>
                <c:pt idx="736">
                  <c:v>0</c:v>
                </c:pt>
                <c:pt idx="737">
                  <c:v>0</c:v>
                </c:pt>
                <c:pt idx="738">
                  <c:v>0</c:v>
                </c:pt>
                <c:pt idx="739">
                  <c:v>0</c:v>
                </c:pt>
                <c:pt idx="740">
                  <c:v>26.7</c:v>
                </c:pt>
                <c:pt idx="741">
                  <c:v>25.8</c:v>
                </c:pt>
                <c:pt idx="742">
                  <c:v>26</c:v>
                </c:pt>
                <c:pt idx="743">
                  <c:v>0</c:v>
                </c:pt>
                <c:pt idx="744">
                  <c:v>0</c:v>
                </c:pt>
                <c:pt idx="745">
                  <c:v>0</c:v>
                </c:pt>
                <c:pt idx="746">
                  <c:v>28.8</c:v>
                </c:pt>
                <c:pt idx="747">
                  <c:v>0</c:v>
                </c:pt>
                <c:pt idx="748">
                  <c:v>0</c:v>
                </c:pt>
                <c:pt idx="749">
                  <c:v>0</c:v>
                </c:pt>
                <c:pt idx="750">
                  <c:v>0</c:v>
                </c:pt>
                <c:pt idx="751">
                  <c:v>27</c:v>
                </c:pt>
                <c:pt idx="752">
                  <c:v>29.1</c:v>
                </c:pt>
                <c:pt idx="753">
                  <c:v>28.2</c:v>
                </c:pt>
                <c:pt idx="754">
                  <c:v>0</c:v>
                </c:pt>
                <c:pt idx="755">
                  <c:v>0</c:v>
                </c:pt>
                <c:pt idx="756">
                  <c:v>0</c:v>
                </c:pt>
                <c:pt idx="757">
                  <c:v>0</c:v>
                </c:pt>
                <c:pt idx="758">
                  <c:v>0</c:v>
                </c:pt>
                <c:pt idx="759">
                  <c:v>0</c:v>
                </c:pt>
                <c:pt idx="760">
                  <c:v>0</c:v>
                </c:pt>
                <c:pt idx="761">
                  <c:v>0</c:v>
                </c:pt>
                <c:pt idx="762">
                  <c:v>27.8</c:v>
                </c:pt>
                <c:pt idx="763">
                  <c:v>0</c:v>
                </c:pt>
                <c:pt idx="764">
                  <c:v>0</c:v>
                </c:pt>
                <c:pt idx="765">
                  <c:v>0</c:v>
                </c:pt>
                <c:pt idx="766">
                  <c:v>25</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25.7</c:v>
                </c:pt>
                <c:pt idx="867">
                  <c:v>0</c:v>
                </c:pt>
                <c:pt idx="868">
                  <c:v>0</c:v>
                </c:pt>
                <c:pt idx="869">
                  <c:v>0</c:v>
                </c:pt>
                <c:pt idx="870">
                  <c:v>29.6</c:v>
                </c:pt>
                <c:pt idx="871">
                  <c:v>0</c:v>
                </c:pt>
                <c:pt idx="872">
                  <c:v>0</c:v>
                </c:pt>
                <c:pt idx="873">
                  <c:v>0</c:v>
                </c:pt>
                <c:pt idx="874">
                  <c:v>29.9</c:v>
                </c:pt>
                <c:pt idx="875">
                  <c:v>0</c:v>
                </c:pt>
                <c:pt idx="876">
                  <c:v>28.1</c:v>
                </c:pt>
                <c:pt idx="877">
                  <c:v>0</c:v>
                </c:pt>
                <c:pt idx="878">
                  <c:v>0</c:v>
                </c:pt>
                <c:pt idx="879">
                  <c:v>0</c:v>
                </c:pt>
                <c:pt idx="880">
                  <c:v>0</c:v>
                </c:pt>
                <c:pt idx="881">
                  <c:v>29.8</c:v>
                </c:pt>
                <c:pt idx="882">
                  <c:v>0</c:v>
                </c:pt>
                <c:pt idx="883">
                  <c:v>0</c:v>
                </c:pt>
                <c:pt idx="884">
                  <c:v>0</c:v>
                </c:pt>
                <c:pt idx="885">
                  <c:v>0</c:v>
                </c:pt>
                <c:pt idx="886">
                  <c:v>0</c:v>
                </c:pt>
                <c:pt idx="887">
                  <c:v>0</c:v>
                </c:pt>
                <c:pt idx="888">
                  <c:v>0</c:v>
                </c:pt>
                <c:pt idx="889">
                  <c:v>0</c:v>
                </c:pt>
                <c:pt idx="890">
                  <c:v>29</c:v>
                </c:pt>
                <c:pt idx="891">
                  <c:v>0</c:v>
                </c:pt>
                <c:pt idx="892">
                  <c:v>0</c:v>
                </c:pt>
                <c:pt idx="893">
                  <c:v>0</c:v>
                </c:pt>
                <c:pt idx="894">
                  <c:v>26.4</c:v>
                </c:pt>
                <c:pt idx="895">
                  <c:v>0</c:v>
                </c:pt>
                <c:pt idx="896">
                  <c:v>0</c:v>
                </c:pt>
                <c:pt idx="897">
                  <c:v>0</c:v>
                </c:pt>
                <c:pt idx="898">
                  <c:v>0</c:v>
                </c:pt>
                <c:pt idx="899">
                  <c:v>26.8</c:v>
                </c:pt>
                <c:pt idx="900">
                  <c:v>26.1</c:v>
                </c:pt>
                <c:pt idx="901">
                  <c:v>0</c:v>
                </c:pt>
                <c:pt idx="902">
                  <c:v>0</c:v>
                </c:pt>
                <c:pt idx="903">
                  <c:v>0</c:v>
                </c:pt>
                <c:pt idx="904">
                  <c:v>26.2</c:v>
                </c:pt>
                <c:pt idx="905">
                  <c:v>0</c:v>
                </c:pt>
                <c:pt idx="906">
                  <c:v>25.8</c:v>
                </c:pt>
                <c:pt idx="907">
                  <c:v>0</c:v>
                </c:pt>
                <c:pt idx="908">
                  <c:v>0</c:v>
                </c:pt>
                <c:pt idx="909">
                  <c:v>0</c:v>
                </c:pt>
                <c:pt idx="910">
                  <c:v>0</c:v>
                </c:pt>
                <c:pt idx="911">
                  <c:v>28.9</c:v>
                </c:pt>
                <c:pt idx="912">
                  <c:v>0</c:v>
                </c:pt>
                <c:pt idx="913">
                  <c:v>0</c:v>
                </c:pt>
                <c:pt idx="914">
                  <c:v>0</c:v>
                </c:pt>
                <c:pt idx="915">
                  <c:v>0</c:v>
                </c:pt>
                <c:pt idx="916">
                  <c:v>0</c:v>
                </c:pt>
                <c:pt idx="917">
                  <c:v>0</c:v>
                </c:pt>
                <c:pt idx="918">
                  <c:v>0</c:v>
                </c:pt>
                <c:pt idx="919">
                  <c:v>27.6</c:v>
                </c:pt>
                <c:pt idx="920">
                  <c:v>0</c:v>
                </c:pt>
                <c:pt idx="921">
                  <c:v>0</c:v>
                </c:pt>
                <c:pt idx="922">
                  <c:v>29.6</c:v>
                </c:pt>
                <c:pt idx="923">
                  <c:v>35</c:v>
                </c:pt>
                <c:pt idx="924">
                  <c:v>0</c:v>
                </c:pt>
                <c:pt idx="925">
                  <c:v>26.4</c:v>
                </c:pt>
                <c:pt idx="926">
                  <c:v>26.7</c:v>
                </c:pt>
                <c:pt idx="927">
                  <c:v>0</c:v>
                </c:pt>
                <c:pt idx="928">
                  <c:v>0</c:v>
                </c:pt>
                <c:pt idx="929">
                  <c:v>0</c:v>
                </c:pt>
                <c:pt idx="930">
                  <c:v>0</c:v>
                </c:pt>
                <c:pt idx="931">
                  <c:v>0</c:v>
                </c:pt>
                <c:pt idx="932">
                  <c:v>0</c:v>
                </c:pt>
                <c:pt idx="933">
                  <c:v>29.1</c:v>
                </c:pt>
                <c:pt idx="934">
                  <c:v>0</c:v>
                </c:pt>
                <c:pt idx="935">
                  <c:v>0</c:v>
                </c:pt>
                <c:pt idx="936">
                  <c:v>0</c:v>
                </c:pt>
                <c:pt idx="937">
                  <c:v>0</c:v>
                </c:pt>
                <c:pt idx="938">
                  <c:v>25.7</c:v>
                </c:pt>
                <c:pt idx="939">
                  <c:v>0</c:v>
                </c:pt>
                <c:pt idx="940">
                  <c:v>0</c:v>
                </c:pt>
                <c:pt idx="941">
                  <c:v>0</c:v>
                </c:pt>
                <c:pt idx="942">
                  <c:v>26</c:v>
                </c:pt>
                <c:pt idx="943">
                  <c:v>25.2</c:v>
                </c:pt>
                <c:pt idx="944">
                  <c:v>27.7</c:v>
                </c:pt>
                <c:pt idx="945">
                  <c:v>0</c:v>
                </c:pt>
                <c:pt idx="946">
                  <c:v>0</c:v>
                </c:pt>
                <c:pt idx="947">
                  <c:v>0</c:v>
                </c:pt>
                <c:pt idx="948">
                  <c:v>0</c:v>
                </c:pt>
                <c:pt idx="949">
                  <c:v>0</c:v>
                </c:pt>
                <c:pt idx="950">
                  <c:v>0</c:v>
                </c:pt>
                <c:pt idx="951">
                  <c:v>0</c:v>
                </c:pt>
                <c:pt idx="952">
                  <c:v>0</c:v>
                </c:pt>
                <c:pt idx="953">
                  <c:v>28.8</c:v>
                </c:pt>
                <c:pt idx="954">
                  <c:v>29</c:v>
                </c:pt>
                <c:pt idx="955">
                  <c:v>0</c:v>
                </c:pt>
                <c:pt idx="956">
                  <c:v>0</c:v>
                </c:pt>
                <c:pt idx="957">
                  <c:v>27.3</c:v>
                </c:pt>
                <c:pt idx="958">
                  <c:v>0</c:v>
                </c:pt>
                <c:pt idx="959">
                  <c:v>0</c:v>
                </c:pt>
                <c:pt idx="960">
                  <c:v>0</c:v>
                </c:pt>
                <c:pt idx="961">
                  <c:v>0</c:v>
                </c:pt>
                <c:pt idx="962">
                  <c:v>0</c:v>
                </c:pt>
                <c:pt idx="963">
                  <c:v>0</c:v>
                </c:pt>
                <c:pt idx="964">
                  <c:v>0</c:v>
                </c:pt>
                <c:pt idx="965">
                  <c:v>0</c:v>
                </c:pt>
                <c:pt idx="966">
                  <c:v>0</c:v>
                </c:pt>
                <c:pt idx="967">
                  <c:v>27.6</c:v>
                </c:pt>
                <c:pt idx="968">
                  <c:v>0</c:v>
                </c:pt>
                <c:pt idx="969">
                  <c:v>0</c:v>
                </c:pt>
                <c:pt idx="970">
                  <c:v>26.9</c:v>
                </c:pt>
                <c:pt idx="971">
                  <c:v>0</c:v>
                </c:pt>
                <c:pt idx="972">
                  <c:v>0</c:v>
                </c:pt>
              </c:numCache>
            </c:numRef>
          </c:yVal>
          <c:smooth val="0"/>
          <c:extLst>
            <c:ext xmlns:c16="http://schemas.microsoft.com/office/drawing/2014/chart" uri="{C3380CC4-5D6E-409C-BE32-E72D297353CC}">
              <c16:uniqueId val="{00000003-C162-4DD6-9BF3-9E290A925409}"/>
            </c:ext>
          </c:extLst>
        </c:ser>
        <c:ser>
          <c:idx val="4"/>
          <c:order val="4"/>
          <c:tx>
            <c:strRef>
              <c:f>'Sub-Dataset'!$Z$2</c:f>
              <c:strCache>
                <c:ptCount val="1"/>
                <c:pt idx="0">
                  <c:v>Obesity class I</c:v>
                </c:pt>
              </c:strCache>
            </c:strRef>
          </c:tx>
          <c:spPr>
            <a:ln w="19050" cap="rnd">
              <a:noFill/>
              <a:round/>
            </a:ln>
            <a:effectLst/>
          </c:spPr>
          <c:marker>
            <c:symbol val="circle"/>
            <c:size val="3"/>
            <c:spPr>
              <a:solidFill>
                <a:schemeClr val="accent5"/>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'Sub-Dataset'!$Z$3:$Z$975</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21.3</c:v>
                </c:pt>
                <c:pt idx="218">
                  <c:v>24.8</c:v>
                </c:pt>
                <c:pt idx="219">
                  <c:v>0</c:v>
                </c:pt>
                <c:pt idx="220">
                  <c:v>22.9</c:v>
                </c:pt>
                <c:pt idx="221">
                  <c:v>32.700000000000003</c:v>
                </c:pt>
                <c:pt idx="222">
                  <c:v>24.7</c:v>
                </c:pt>
                <c:pt idx="223">
                  <c:v>0</c:v>
                </c:pt>
                <c:pt idx="224">
                  <c:v>22.3</c:v>
                </c:pt>
                <c:pt idx="225">
                  <c:v>0</c:v>
                </c:pt>
                <c:pt idx="226">
                  <c:v>24.1</c:v>
                </c:pt>
                <c:pt idx="227">
                  <c:v>21.1</c:v>
                </c:pt>
                <c:pt idx="228">
                  <c:v>0</c:v>
                </c:pt>
                <c:pt idx="229">
                  <c:v>20.2</c:v>
                </c:pt>
                <c:pt idx="230">
                  <c:v>23.7</c:v>
                </c:pt>
                <c:pt idx="231">
                  <c:v>31.5</c:v>
                </c:pt>
                <c:pt idx="232">
                  <c:v>20.6</c:v>
                </c:pt>
                <c:pt idx="233">
                  <c:v>22.2</c:v>
                </c:pt>
                <c:pt idx="234">
                  <c:v>0</c:v>
                </c:pt>
                <c:pt idx="235">
                  <c:v>21.1</c:v>
                </c:pt>
                <c:pt idx="236">
                  <c:v>0</c:v>
                </c:pt>
                <c:pt idx="237">
                  <c:v>0</c:v>
                </c:pt>
                <c:pt idx="238">
                  <c:v>33</c:v>
                </c:pt>
                <c:pt idx="239">
                  <c:v>0</c:v>
                </c:pt>
                <c:pt idx="240">
                  <c:v>21.8</c:v>
                </c:pt>
                <c:pt idx="241">
                  <c:v>0</c:v>
                </c:pt>
                <c:pt idx="242">
                  <c:v>23.9</c:v>
                </c:pt>
                <c:pt idx="243">
                  <c:v>34.6</c:v>
                </c:pt>
                <c:pt idx="244">
                  <c:v>0</c:v>
                </c:pt>
                <c:pt idx="245">
                  <c:v>30.6</c:v>
                </c:pt>
                <c:pt idx="246">
                  <c:v>0</c:v>
                </c:pt>
                <c:pt idx="247">
                  <c:v>24.2</c:v>
                </c:pt>
                <c:pt idx="248">
                  <c:v>20.9</c:v>
                </c:pt>
                <c:pt idx="249">
                  <c:v>0</c:v>
                </c:pt>
                <c:pt idx="250">
                  <c:v>0</c:v>
                </c:pt>
                <c:pt idx="251">
                  <c:v>20.7</c:v>
                </c:pt>
                <c:pt idx="252">
                  <c:v>0</c:v>
                </c:pt>
                <c:pt idx="253">
                  <c:v>0</c:v>
                </c:pt>
                <c:pt idx="254">
                  <c:v>21.1</c:v>
                </c:pt>
                <c:pt idx="255">
                  <c:v>0</c:v>
                </c:pt>
                <c:pt idx="256">
                  <c:v>23.2</c:v>
                </c:pt>
                <c:pt idx="257">
                  <c:v>0</c:v>
                </c:pt>
                <c:pt idx="258">
                  <c:v>23.5</c:v>
                </c:pt>
                <c:pt idx="259">
                  <c:v>31.1</c:v>
                </c:pt>
                <c:pt idx="260">
                  <c:v>0</c:v>
                </c:pt>
                <c:pt idx="261">
                  <c:v>0</c:v>
                </c:pt>
                <c:pt idx="262">
                  <c:v>0</c:v>
                </c:pt>
                <c:pt idx="263">
                  <c:v>23.3</c:v>
                </c:pt>
                <c:pt idx="264">
                  <c:v>0</c:v>
                </c:pt>
                <c:pt idx="265">
                  <c:v>32.799999999999997</c:v>
                </c:pt>
                <c:pt idx="266">
                  <c:v>32.9</c:v>
                </c:pt>
                <c:pt idx="267">
                  <c:v>22.6</c:v>
                </c:pt>
                <c:pt idx="268">
                  <c:v>20.2</c:v>
                </c:pt>
                <c:pt idx="269">
                  <c:v>33.700000000000003</c:v>
                </c:pt>
                <c:pt idx="270">
                  <c:v>0</c:v>
                </c:pt>
                <c:pt idx="271">
                  <c:v>0</c:v>
                </c:pt>
                <c:pt idx="272">
                  <c:v>0</c:v>
                </c:pt>
                <c:pt idx="273">
                  <c:v>0</c:v>
                </c:pt>
                <c:pt idx="274">
                  <c:v>0</c:v>
                </c:pt>
                <c:pt idx="275">
                  <c:v>33.299999999999997</c:v>
                </c:pt>
                <c:pt idx="276">
                  <c:v>0</c:v>
                </c:pt>
                <c:pt idx="277">
                  <c:v>0</c:v>
                </c:pt>
                <c:pt idx="278">
                  <c:v>33.9</c:v>
                </c:pt>
                <c:pt idx="279">
                  <c:v>21.8</c:v>
                </c:pt>
                <c:pt idx="280">
                  <c:v>23.6</c:v>
                </c:pt>
                <c:pt idx="281">
                  <c:v>24.2</c:v>
                </c:pt>
                <c:pt idx="282">
                  <c:v>0</c:v>
                </c:pt>
                <c:pt idx="283">
                  <c:v>0</c:v>
                </c:pt>
                <c:pt idx="284">
                  <c:v>21</c:v>
                </c:pt>
                <c:pt idx="285">
                  <c:v>32.200000000000003</c:v>
                </c:pt>
                <c:pt idx="286">
                  <c:v>0</c:v>
                </c:pt>
                <c:pt idx="287">
                  <c:v>0</c:v>
                </c:pt>
                <c:pt idx="288">
                  <c:v>0</c:v>
                </c:pt>
                <c:pt idx="289">
                  <c:v>0</c:v>
                </c:pt>
                <c:pt idx="290">
                  <c:v>0</c:v>
                </c:pt>
                <c:pt idx="291">
                  <c:v>0</c:v>
                </c:pt>
                <c:pt idx="292">
                  <c:v>0</c:v>
                </c:pt>
                <c:pt idx="293">
                  <c:v>0</c:v>
                </c:pt>
                <c:pt idx="294">
                  <c:v>20.5</c:v>
                </c:pt>
                <c:pt idx="295">
                  <c:v>0</c:v>
                </c:pt>
                <c:pt idx="296">
                  <c:v>0</c:v>
                </c:pt>
                <c:pt idx="297">
                  <c:v>0</c:v>
                </c:pt>
                <c:pt idx="298">
                  <c:v>0</c:v>
                </c:pt>
                <c:pt idx="299">
                  <c:v>0</c:v>
                </c:pt>
                <c:pt idx="300">
                  <c:v>0</c:v>
                </c:pt>
                <c:pt idx="301">
                  <c:v>0</c:v>
                </c:pt>
                <c:pt idx="302">
                  <c:v>0</c:v>
                </c:pt>
                <c:pt idx="303">
                  <c:v>0</c:v>
                </c:pt>
                <c:pt idx="304">
                  <c:v>23.3</c:v>
                </c:pt>
                <c:pt idx="305">
                  <c:v>0</c:v>
                </c:pt>
                <c:pt idx="306">
                  <c:v>0</c:v>
                </c:pt>
                <c:pt idx="307">
                  <c:v>0</c:v>
                </c:pt>
                <c:pt idx="308">
                  <c:v>0</c:v>
                </c:pt>
                <c:pt idx="309">
                  <c:v>0</c:v>
                </c:pt>
                <c:pt idx="310">
                  <c:v>0</c:v>
                </c:pt>
                <c:pt idx="311">
                  <c:v>0</c:v>
                </c:pt>
                <c:pt idx="312">
                  <c:v>0</c:v>
                </c:pt>
                <c:pt idx="313">
                  <c:v>0</c:v>
                </c:pt>
                <c:pt idx="314">
                  <c:v>23.4</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33.9</c:v>
                </c:pt>
                <c:pt idx="347">
                  <c:v>0</c:v>
                </c:pt>
                <c:pt idx="348">
                  <c:v>0</c:v>
                </c:pt>
                <c:pt idx="349">
                  <c:v>0</c:v>
                </c:pt>
                <c:pt idx="350">
                  <c:v>0</c:v>
                </c:pt>
                <c:pt idx="351">
                  <c:v>20.100000000000001</c:v>
                </c:pt>
                <c:pt idx="352">
                  <c:v>24.5</c:v>
                </c:pt>
                <c:pt idx="353">
                  <c:v>0</c:v>
                </c:pt>
                <c:pt idx="354">
                  <c:v>0</c:v>
                </c:pt>
                <c:pt idx="355">
                  <c:v>0</c:v>
                </c:pt>
                <c:pt idx="356">
                  <c:v>0</c:v>
                </c:pt>
                <c:pt idx="357">
                  <c:v>0</c:v>
                </c:pt>
                <c:pt idx="358">
                  <c:v>0</c:v>
                </c:pt>
                <c:pt idx="359">
                  <c:v>22.6</c:v>
                </c:pt>
                <c:pt idx="360">
                  <c:v>23</c:v>
                </c:pt>
                <c:pt idx="361">
                  <c:v>0</c:v>
                </c:pt>
                <c:pt idx="362">
                  <c:v>0</c:v>
                </c:pt>
                <c:pt idx="363">
                  <c:v>0</c:v>
                </c:pt>
                <c:pt idx="364">
                  <c:v>0</c:v>
                </c:pt>
                <c:pt idx="365">
                  <c:v>0</c:v>
                </c:pt>
                <c:pt idx="366">
                  <c:v>0</c:v>
                </c:pt>
                <c:pt idx="367">
                  <c:v>0</c:v>
                </c:pt>
                <c:pt idx="368">
                  <c:v>0</c:v>
                </c:pt>
                <c:pt idx="369">
                  <c:v>0</c:v>
                </c:pt>
                <c:pt idx="370">
                  <c:v>0</c:v>
                </c:pt>
                <c:pt idx="371">
                  <c:v>0</c:v>
                </c:pt>
                <c:pt idx="372">
                  <c:v>24.9</c:v>
                </c:pt>
                <c:pt idx="373">
                  <c:v>0</c:v>
                </c:pt>
                <c:pt idx="374">
                  <c:v>0</c:v>
                </c:pt>
                <c:pt idx="375">
                  <c:v>31.1</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21.6</c:v>
                </c:pt>
                <c:pt idx="391">
                  <c:v>0</c:v>
                </c:pt>
                <c:pt idx="392">
                  <c:v>0</c:v>
                </c:pt>
                <c:pt idx="393">
                  <c:v>0</c:v>
                </c:pt>
                <c:pt idx="394">
                  <c:v>0</c:v>
                </c:pt>
                <c:pt idx="395">
                  <c:v>0</c:v>
                </c:pt>
                <c:pt idx="396">
                  <c:v>0</c:v>
                </c:pt>
                <c:pt idx="397">
                  <c:v>22.6</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26.7</c:v>
                </c:pt>
                <c:pt idx="494">
                  <c:v>12.9</c:v>
                </c:pt>
                <c:pt idx="495">
                  <c:v>14.5</c:v>
                </c:pt>
                <c:pt idx="496">
                  <c:v>0</c:v>
                </c:pt>
                <c:pt idx="497">
                  <c:v>13.3</c:v>
                </c:pt>
                <c:pt idx="498">
                  <c:v>12</c:v>
                </c:pt>
                <c:pt idx="499">
                  <c:v>13.9</c:v>
                </c:pt>
                <c:pt idx="500">
                  <c:v>12.1</c:v>
                </c:pt>
                <c:pt idx="501">
                  <c:v>0</c:v>
                </c:pt>
                <c:pt idx="502">
                  <c:v>12.1</c:v>
                </c:pt>
                <c:pt idx="503">
                  <c:v>11.2</c:v>
                </c:pt>
                <c:pt idx="504">
                  <c:v>0</c:v>
                </c:pt>
                <c:pt idx="505">
                  <c:v>11.2</c:v>
                </c:pt>
                <c:pt idx="506">
                  <c:v>0</c:v>
                </c:pt>
                <c:pt idx="507">
                  <c:v>10.7</c:v>
                </c:pt>
                <c:pt idx="508">
                  <c:v>27.1</c:v>
                </c:pt>
                <c:pt idx="509">
                  <c:v>10.3</c:v>
                </c:pt>
                <c:pt idx="510">
                  <c:v>28.2</c:v>
                </c:pt>
                <c:pt idx="511">
                  <c:v>0</c:v>
                </c:pt>
                <c:pt idx="512">
                  <c:v>25.6</c:v>
                </c:pt>
                <c:pt idx="513">
                  <c:v>13.2</c:v>
                </c:pt>
                <c:pt idx="514">
                  <c:v>0</c:v>
                </c:pt>
                <c:pt idx="515">
                  <c:v>0</c:v>
                </c:pt>
                <c:pt idx="516">
                  <c:v>11.8</c:v>
                </c:pt>
                <c:pt idx="517">
                  <c:v>14</c:v>
                </c:pt>
                <c:pt idx="518">
                  <c:v>0</c:v>
                </c:pt>
                <c:pt idx="519">
                  <c:v>0</c:v>
                </c:pt>
                <c:pt idx="520">
                  <c:v>0</c:v>
                </c:pt>
                <c:pt idx="521">
                  <c:v>0</c:v>
                </c:pt>
                <c:pt idx="522">
                  <c:v>12.2</c:v>
                </c:pt>
                <c:pt idx="523">
                  <c:v>0</c:v>
                </c:pt>
                <c:pt idx="524">
                  <c:v>0</c:v>
                </c:pt>
                <c:pt idx="525">
                  <c:v>0</c:v>
                </c:pt>
                <c:pt idx="526">
                  <c:v>0</c:v>
                </c:pt>
                <c:pt idx="527">
                  <c:v>0</c:v>
                </c:pt>
                <c:pt idx="528">
                  <c:v>0</c:v>
                </c:pt>
                <c:pt idx="529">
                  <c:v>0</c:v>
                </c:pt>
                <c:pt idx="530">
                  <c:v>0</c:v>
                </c:pt>
                <c:pt idx="531">
                  <c:v>14.2</c:v>
                </c:pt>
                <c:pt idx="532">
                  <c:v>0</c:v>
                </c:pt>
                <c:pt idx="533">
                  <c:v>0</c:v>
                </c:pt>
                <c:pt idx="534">
                  <c:v>0</c:v>
                </c:pt>
                <c:pt idx="535">
                  <c:v>0</c:v>
                </c:pt>
                <c:pt idx="536">
                  <c:v>0</c:v>
                </c:pt>
                <c:pt idx="537">
                  <c:v>0</c:v>
                </c:pt>
                <c:pt idx="538">
                  <c:v>0</c:v>
                </c:pt>
                <c:pt idx="539">
                  <c:v>0</c:v>
                </c:pt>
                <c:pt idx="540">
                  <c:v>11.6</c:v>
                </c:pt>
                <c:pt idx="541">
                  <c:v>0</c:v>
                </c:pt>
                <c:pt idx="542">
                  <c:v>14.4</c:v>
                </c:pt>
                <c:pt idx="543">
                  <c:v>0</c:v>
                </c:pt>
                <c:pt idx="544">
                  <c:v>0</c:v>
                </c:pt>
                <c:pt idx="545">
                  <c:v>0</c:v>
                </c:pt>
                <c:pt idx="546">
                  <c:v>0</c:v>
                </c:pt>
                <c:pt idx="547">
                  <c:v>0</c:v>
                </c:pt>
                <c:pt idx="548">
                  <c:v>0</c:v>
                </c:pt>
                <c:pt idx="549">
                  <c:v>0</c:v>
                </c:pt>
                <c:pt idx="550">
                  <c:v>0</c:v>
                </c:pt>
                <c:pt idx="551">
                  <c:v>0</c:v>
                </c:pt>
                <c:pt idx="552">
                  <c:v>26.6</c:v>
                </c:pt>
                <c:pt idx="553">
                  <c:v>0</c:v>
                </c:pt>
                <c:pt idx="554">
                  <c:v>0</c:v>
                </c:pt>
                <c:pt idx="555">
                  <c:v>10.9</c:v>
                </c:pt>
                <c:pt idx="556">
                  <c:v>29.8</c:v>
                </c:pt>
                <c:pt idx="557">
                  <c:v>0</c:v>
                </c:pt>
                <c:pt idx="558">
                  <c:v>14.3</c:v>
                </c:pt>
                <c:pt idx="559">
                  <c:v>0</c:v>
                </c:pt>
                <c:pt idx="560">
                  <c:v>0</c:v>
                </c:pt>
                <c:pt idx="561">
                  <c:v>0</c:v>
                </c:pt>
                <c:pt idx="562">
                  <c:v>0</c:v>
                </c:pt>
                <c:pt idx="563">
                  <c:v>26.6</c:v>
                </c:pt>
                <c:pt idx="564">
                  <c:v>0</c:v>
                </c:pt>
                <c:pt idx="565">
                  <c:v>28</c:v>
                </c:pt>
                <c:pt idx="566">
                  <c:v>0</c:v>
                </c:pt>
                <c:pt idx="567">
                  <c:v>0</c:v>
                </c:pt>
                <c:pt idx="568">
                  <c:v>12</c:v>
                </c:pt>
                <c:pt idx="569">
                  <c:v>0</c:v>
                </c:pt>
                <c:pt idx="570">
                  <c:v>0</c:v>
                </c:pt>
                <c:pt idx="571">
                  <c:v>0</c:v>
                </c:pt>
                <c:pt idx="572">
                  <c:v>12.6</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11.3</c:v>
                </c:pt>
                <c:pt idx="661">
                  <c:v>0</c:v>
                </c:pt>
                <c:pt idx="662">
                  <c:v>0</c:v>
                </c:pt>
                <c:pt idx="663">
                  <c:v>0</c:v>
                </c:pt>
                <c:pt idx="664">
                  <c:v>0</c:v>
                </c:pt>
                <c:pt idx="665">
                  <c:v>0</c:v>
                </c:pt>
                <c:pt idx="666">
                  <c:v>0</c:v>
                </c:pt>
                <c:pt idx="667">
                  <c:v>0</c:v>
                </c:pt>
                <c:pt idx="668">
                  <c:v>0</c:v>
                </c:pt>
                <c:pt idx="669">
                  <c:v>0</c:v>
                </c:pt>
                <c:pt idx="670">
                  <c:v>0</c:v>
                </c:pt>
                <c:pt idx="671">
                  <c:v>0</c:v>
                </c:pt>
                <c:pt idx="672">
                  <c:v>0</c:v>
                </c:pt>
                <c:pt idx="673">
                  <c:v>10.5</c:v>
                </c:pt>
                <c:pt idx="674">
                  <c:v>0</c:v>
                </c:pt>
                <c:pt idx="675">
                  <c:v>0</c:v>
                </c:pt>
                <c:pt idx="676">
                  <c:v>0</c:v>
                </c:pt>
                <c:pt idx="677">
                  <c:v>0</c:v>
                </c:pt>
                <c:pt idx="678">
                  <c:v>0</c:v>
                </c:pt>
                <c:pt idx="679">
                  <c:v>0</c:v>
                </c:pt>
                <c:pt idx="680">
                  <c:v>0</c:v>
                </c:pt>
                <c:pt idx="681">
                  <c:v>0</c:v>
                </c:pt>
                <c:pt idx="682">
                  <c:v>26.3</c:v>
                </c:pt>
                <c:pt idx="683">
                  <c:v>0</c:v>
                </c:pt>
                <c:pt idx="684">
                  <c:v>0</c:v>
                </c:pt>
                <c:pt idx="685">
                  <c:v>0</c:v>
                </c:pt>
                <c:pt idx="686">
                  <c:v>0</c:v>
                </c:pt>
                <c:pt idx="687">
                  <c:v>0</c:v>
                </c:pt>
                <c:pt idx="688">
                  <c:v>0</c:v>
                </c:pt>
                <c:pt idx="689">
                  <c:v>0</c:v>
                </c:pt>
                <c:pt idx="690">
                  <c:v>0</c:v>
                </c:pt>
                <c:pt idx="691">
                  <c:v>0</c:v>
                </c:pt>
                <c:pt idx="692">
                  <c:v>15</c:v>
                </c:pt>
                <c:pt idx="693">
                  <c:v>0</c:v>
                </c:pt>
                <c:pt idx="694">
                  <c:v>0</c:v>
                </c:pt>
                <c:pt idx="695">
                  <c:v>0</c:v>
                </c:pt>
                <c:pt idx="696">
                  <c:v>0</c:v>
                </c:pt>
                <c:pt idx="697">
                  <c:v>0</c:v>
                </c:pt>
                <c:pt idx="698">
                  <c:v>0</c:v>
                </c:pt>
                <c:pt idx="699">
                  <c:v>0</c:v>
                </c:pt>
                <c:pt idx="700">
                  <c:v>0</c:v>
                </c:pt>
                <c:pt idx="701">
                  <c:v>0</c:v>
                </c:pt>
                <c:pt idx="702">
                  <c:v>0</c:v>
                </c:pt>
                <c:pt idx="703">
                  <c:v>0</c:v>
                </c:pt>
                <c:pt idx="704">
                  <c:v>15</c:v>
                </c:pt>
                <c:pt idx="705">
                  <c:v>0</c:v>
                </c:pt>
                <c:pt idx="706">
                  <c:v>0</c:v>
                </c:pt>
                <c:pt idx="707">
                  <c:v>0</c:v>
                </c:pt>
                <c:pt idx="708">
                  <c:v>0</c:v>
                </c:pt>
                <c:pt idx="709">
                  <c:v>0</c:v>
                </c:pt>
                <c:pt idx="710">
                  <c:v>0</c:v>
                </c:pt>
                <c:pt idx="711">
                  <c:v>13.3</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28.9</c:v>
                </c:pt>
                <c:pt idx="773">
                  <c:v>0</c:v>
                </c:pt>
                <c:pt idx="774">
                  <c:v>0</c:v>
                </c:pt>
                <c:pt idx="775">
                  <c:v>0</c:v>
                </c:pt>
                <c:pt idx="776">
                  <c:v>0</c:v>
                </c:pt>
                <c:pt idx="777">
                  <c:v>0</c:v>
                </c:pt>
                <c:pt idx="778">
                  <c:v>0</c:v>
                </c:pt>
                <c:pt idx="779">
                  <c:v>28.4</c:v>
                </c:pt>
                <c:pt idx="780">
                  <c:v>0</c:v>
                </c:pt>
                <c:pt idx="781">
                  <c:v>0</c:v>
                </c:pt>
                <c:pt idx="782">
                  <c:v>29.9</c:v>
                </c:pt>
                <c:pt idx="783">
                  <c:v>0</c:v>
                </c:pt>
                <c:pt idx="784">
                  <c:v>0</c:v>
                </c:pt>
                <c:pt idx="785">
                  <c:v>0</c:v>
                </c:pt>
                <c:pt idx="786">
                  <c:v>0</c:v>
                </c:pt>
                <c:pt idx="787">
                  <c:v>0</c:v>
                </c:pt>
                <c:pt idx="788">
                  <c:v>0</c:v>
                </c:pt>
                <c:pt idx="789">
                  <c:v>0</c:v>
                </c:pt>
                <c:pt idx="790">
                  <c:v>0</c:v>
                </c:pt>
                <c:pt idx="791">
                  <c:v>0</c:v>
                </c:pt>
                <c:pt idx="792">
                  <c:v>0</c:v>
                </c:pt>
                <c:pt idx="793">
                  <c:v>27.4</c:v>
                </c:pt>
                <c:pt idx="794">
                  <c:v>0</c:v>
                </c:pt>
                <c:pt idx="795">
                  <c:v>25.2</c:v>
                </c:pt>
                <c:pt idx="796">
                  <c:v>0</c:v>
                </c:pt>
                <c:pt idx="797">
                  <c:v>0</c:v>
                </c:pt>
                <c:pt idx="798">
                  <c:v>29.2</c:v>
                </c:pt>
                <c:pt idx="799">
                  <c:v>0</c:v>
                </c:pt>
                <c:pt idx="800">
                  <c:v>0</c:v>
                </c:pt>
                <c:pt idx="801">
                  <c:v>0</c:v>
                </c:pt>
                <c:pt idx="802">
                  <c:v>0</c:v>
                </c:pt>
                <c:pt idx="803">
                  <c:v>0</c:v>
                </c:pt>
                <c:pt idx="804">
                  <c:v>0</c:v>
                </c:pt>
                <c:pt idx="805">
                  <c:v>0</c:v>
                </c:pt>
                <c:pt idx="806">
                  <c:v>0</c:v>
                </c:pt>
                <c:pt idx="807">
                  <c:v>30</c:v>
                </c:pt>
                <c:pt idx="808">
                  <c:v>0</c:v>
                </c:pt>
                <c:pt idx="809">
                  <c:v>0</c:v>
                </c:pt>
                <c:pt idx="810">
                  <c:v>0</c:v>
                </c:pt>
                <c:pt idx="811">
                  <c:v>0</c:v>
                </c:pt>
                <c:pt idx="812">
                  <c:v>0</c:v>
                </c:pt>
                <c:pt idx="813">
                  <c:v>0</c:v>
                </c:pt>
                <c:pt idx="814">
                  <c:v>0</c:v>
                </c:pt>
                <c:pt idx="815">
                  <c:v>0</c:v>
                </c:pt>
                <c:pt idx="816">
                  <c:v>0</c:v>
                </c:pt>
                <c:pt idx="817">
                  <c:v>0</c:v>
                </c:pt>
                <c:pt idx="818">
                  <c:v>0</c:v>
                </c:pt>
                <c:pt idx="819">
                  <c:v>25.7</c:v>
                </c:pt>
                <c:pt idx="820">
                  <c:v>0</c:v>
                </c:pt>
                <c:pt idx="821">
                  <c:v>25.2</c:v>
                </c:pt>
                <c:pt idx="822">
                  <c:v>0</c:v>
                </c:pt>
                <c:pt idx="823">
                  <c:v>0</c:v>
                </c:pt>
                <c:pt idx="824">
                  <c:v>0</c:v>
                </c:pt>
                <c:pt idx="825">
                  <c:v>0</c:v>
                </c:pt>
                <c:pt idx="826">
                  <c:v>0</c:v>
                </c:pt>
                <c:pt idx="827">
                  <c:v>0</c:v>
                </c:pt>
                <c:pt idx="828">
                  <c:v>28</c:v>
                </c:pt>
                <c:pt idx="829">
                  <c:v>0</c:v>
                </c:pt>
                <c:pt idx="830">
                  <c:v>27.9</c:v>
                </c:pt>
                <c:pt idx="831">
                  <c:v>0</c:v>
                </c:pt>
                <c:pt idx="832">
                  <c:v>0</c:v>
                </c:pt>
                <c:pt idx="833">
                  <c:v>28.6</c:v>
                </c:pt>
                <c:pt idx="834">
                  <c:v>0</c:v>
                </c:pt>
                <c:pt idx="835">
                  <c:v>25.6</c:v>
                </c:pt>
                <c:pt idx="836">
                  <c:v>0</c:v>
                </c:pt>
                <c:pt idx="837">
                  <c:v>0</c:v>
                </c:pt>
                <c:pt idx="838">
                  <c:v>0</c:v>
                </c:pt>
                <c:pt idx="839">
                  <c:v>0</c:v>
                </c:pt>
                <c:pt idx="840">
                  <c:v>0</c:v>
                </c:pt>
                <c:pt idx="841">
                  <c:v>26.5</c:v>
                </c:pt>
                <c:pt idx="842">
                  <c:v>0</c:v>
                </c:pt>
                <c:pt idx="843">
                  <c:v>0</c:v>
                </c:pt>
                <c:pt idx="844">
                  <c:v>0</c:v>
                </c:pt>
                <c:pt idx="845">
                  <c:v>0</c:v>
                </c:pt>
                <c:pt idx="846">
                  <c:v>0</c:v>
                </c:pt>
                <c:pt idx="847">
                  <c:v>0</c:v>
                </c:pt>
                <c:pt idx="848">
                  <c:v>27.8</c:v>
                </c:pt>
                <c:pt idx="849">
                  <c:v>0</c:v>
                </c:pt>
                <c:pt idx="850">
                  <c:v>26.6</c:v>
                </c:pt>
                <c:pt idx="851">
                  <c:v>0</c:v>
                </c:pt>
                <c:pt idx="852">
                  <c:v>0</c:v>
                </c:pt>
                <c:pt idx="853">
                  <c:v>27.3</c:v>
                </c:pt>
                <c:pt idx="854">
                  <c:v>0</c:v>
                </c:pt>
                <c:pt idx="855">
                  <c:v>0</c:v>
                </c:pt>
                <c:pt idx="856">
                  <c:v>0</c:v>
                </c:pt>
                <c:pt idx="857">
                  <c:v>0</c:v>
                </c:pt>
                <c:pt idx="858">
                  <c:v>0</c:v>
                </c:pt>
                <c:pt idx="859">
                  <c:v>0</c:v>
                </c:pt>
                <c:pt idx="860">
                  <c:v>28.8</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25.7</c:v>
                </c:pt>
                <c:pt idx="879">
                  <c:v>0</c:v>
                </c:pt>
                <c:pt idx="880">
                  <c:v>0</c:v>
                </c:pt>
                <c:pt idx="881">
                  <c:v>0</c:v>
                </c:pt>
                <c:pt idx="882">
                  <c:v>0</c:v>
                </c:pt>
                <c:pt idx="883">
                  <c:v>0</c:v>
                </c:pt>
                <c:pt idx="884">
                  <c:v>0</c:v>
                </c:pt>
                <c:pt idx="885">
                  <c:v>27.5</c:v>
                </c:pt>
                <c:pt idx="886">
                  <c:v>0</c:v>
                </c:pt>
                <c:pt idx="887">
                  <c:v>0</c:v>
                </c:pt>
                <c:pt idx="888">
                  <c:v>0</c:v>
                </c:pt>
                <c:pt idx="889">
                  <c:v>28.3</c:v>
                </c:pt>
                <c:pt idx="890">
                  <c:v>0</c:v>
                </c:pt>
                <c:pt idx="891">
                  <c:v>0</c:v>
                </c:pt>
                <c:pt idx="892">
                  <c:v>0</c:v>
                </c:pt>
                <c:pt idx="893">
                  <c:v>0</c:v>
                </c:pt>
                <c:pt idx="894">
                  <c:v>0</c:v>
                </c:pt>
                <c:pt idx="895">
                  <c:v>0</c:v>
                </c:pt>
                <c:pt idx="896">
                  <c:v>0</c:v>
                </c:pt>
                <c:pt idx="897">
                  <c:v>28.2</c:v>
                </c:pt>
                <c:pt idx="898">
                  <c:v>28.5</c:v>
                </c:pt>
                <c:pt idx="899">
                  <c:v>0</c:v>
                </c:pt>
                <c:pt idx="900">
                  <c:v>0</c:v>
                </c:pt>
                <c:pt idx="901">
                  <c:v>0</c:v>
                </c:pt>
                <c:pt idx="902">
                  <c:v>0</c:v>
                </c:pt>
                <c:pt idx="903">
                  <c:v>0</c:v>
                </c:pt>
                <c:pt idx="904">
                  <c:v>0</c:v>
                </c:pt>
                <c:pt idx="905">
                  <c:v>0</c:v>
                </c:pt>
                <c:pt idx="906">
                  <c:v>0</c:v>
                </c:pt>
                <c:pt idx="907">
                  <c:v>0</c:v>
                </c:pt>
                <c:pt idx="908">
                  <c:v>0</c:v>
                </c:pt>
                <c:pt idx="909">
                  <c:v>29.7</c:v>
                </c:pt>
                <c:pt idx="910">
                  <c:v>0</c:v>
                </c:pt>
                <c:pt idx="911">
                  <c:v>0</c:v>
                </c:pt>
                <c:pt idx="912">
                  <c:v>0</c:v>
                </c:pt>
                <c:pt idx="913">
                  <c:v>25</c:v>
                </c:pt>
                <c:pt idx="914">
                  <c:v>0</c:v>
                </c:pt>
                <c:pt idx="915">
                  <c:v>0</c:v>
                </c:pt>
                <c:pt idx="916">
                  <c:v>26.1</c:v>
                </c:pt>
                <c:pt idx="917">
                  <c:v>28.2</c:v>
                </c:pt>
                <c:pt idx="918">
                  <c:v>0</c:v>
                </c:pt>
                <c:pt idx="919">
                  <c:v>0</c:v>
                </c:pt>
                <c:pt idx="920">
                  <c:v>0</c:v>
                </c:pt>
                <c:pt idx="921">
                  <c:v>0</c:v>
                </c:pt>
                <c:pt idx="922">
                  <c:v>0</c:v>
                </c:pt>
                <c:pt idx="923">
                  <c:v>0</c:v>
                </c:pt>
                <c:pt idx="924">
                  <c:v>0</c:v>
                </c:pt>
                <c:pt idx="925">
                  <c:v>0</c:v>
                </c:pt>
                <c:pt idx="926">
                  <c:v>0</c:v>
                </c:pt>
                <c:pt idx="927">
                  <c:v>28.1</c:v>
                </c:pt>
                <c:pt idx="928">
                  <c:v>0</c:v>
                </c:pt>
                <c:pt idx="929">
                  <c:v>0</c:v>
                </c:pt>
                <c:pt idx="930">
                  <c:v>0</c:v>
                </c:pt>
                <c:pt idx="931">
                  <c:v>0</c:v>
                </c:pt>
                <c:pt idx="932">
                  <c:v>0</c:v>
                </c:pt>
                <c:pt idx="933">
                  <c:v>0</c:v>
                </c:pt>
                <c:pt idx="934">
                  <c:v>28.6</c:v>
                </c:pt>
                <c:pt idx="935">
                  <c:v>0</c:v>
                </c:pt>
                <c:pt idx="936">
                  <c:v>0</c:v>
                </c:pt>
                <c:pt idx="937">
                  <c:v>0</c:v>
                </c:pt>
                <c:pt idx="938">
                  <c:v>0</c:v>
                </c:pt>
                <c:pt idx="939">
                  <c:v>0</c:v>
                </c:pt>
                <c:pt idx="940">
                  <c:v>0</c:v>
                </c:pt>
                <c:pt idx="941">
                  <c:v>28.7</c:v>
                </c:pt>
                <c:pt idx="942">
                  <c:v>0</c:v>
                </c:pt>
                <c:pt idx="943">
                  <c:v>0</c:v>
                </c:pt>
                <c:pt idx="944">
                  <c:v>0</c:v>
                </c:pt>
                <c:pt idx="945">
                  <c:v>0</c:v>
                </c:pt>
                <c:pt idx="946">
                  <c:v>0</c:v>
                </c:pt>
                <c:pt idx="947">
                  <c:v>0</c:v>
                </c:pt>
                <c:pt idx="948">
                  <c:v>0</c:v>
                </c:pt>
                <c:pt idx="949">
                  <c:v>0</c:v>
                </c:pt>
                <c:pt idx="950">
                  <c:v>28.3</c:v>
                </c:pt>
                <c:pt idx="951">
                  <c:v>0</c:v>
                </c:pt>
                <c:pt idx="952">
                  <c:v>0</c:v>
                </c:pt>
                <c:pt idx="953">
                  <c:v>0</c:v>
                </c:pt>
                <c:pt idx="954">
                  <c:v>0</c:v>
                </c:pt>
                <c:pt idx="955">
                  <c:v>0</c:v>
                </c:pt>
                <c:pt idx="956">
                  <c:v>29</c:v>
                </c:pt>
                <c:pt idx="957">
                  <c:v>0</c:v>
                </c:pt>
                <c:pt idx="958">
                  <c:v>0</c:v>
                </c:pt>
                <c:pt idx="959">
                  <c:v>0</c:v>
                </c:pt>
                <c:pt idx="960">
                  <c:v>28.4</c:v>
                </c:pt>
                <c:pt idx="961">
                  <c:v>0</c:v>
                </c:pt>
                <c:pt idx="962">
                  <c:v>28.3</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4-C162-4DD6-9BF3-9E290A925409}"/>
            </c:ext>
          </c:extLst>
        </c:ser>
        <c:ser>
          <c:idx val="5"/>
          <c:order val="5"/>
          <c:tx>
            <c:strRef>
              <c:f>'Sub-Dataset'!$AA$2</c:f>
              <c:strCache>
                <c:ptCount val="1"/>
                <c:pt idx="0">
                  <c:v>Obesity class II</c:v>
                </c:pt>
              </c:strCache>
            </c:strRef>
          </c:tx>
          <c:spPr>
            <a:ln w="19050" cap="rnd">
              <a:noFill/>
              <a:round/>
            </a:ln>
            <a:effectLst/>
          </c:spPr>
          <c:marker>
            <c:symbol val="circle"/>
            <c:size val="3"/>
            <c:spPr>
              <a:solidFill>
                <a:schemeClr val="accent6"/>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'Sub-Dataset'!$AA$3:$AA$975</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23.4</c:v>
                </c:pt>
                <c:pt idx="217">
                  <c:v>0</c:v>
                </c:pt>
                <c:pt idx="218">
                  <c:v>0</c:v>
                </c:pt>
                <c:pt idx="219">
                  <c:v>0</c:v>
                </c:pt>
                <c:pt idx="220">
                  <c:v>0</c:v>
                </c:pt>
                <c:pt idx="221">
                  <c:v>0</c:v>
                </c:pt>
                <c:pt idx="222">
                  <c:v>0</c:v>
                </c:pt>
                <c:pt idx="223">
                  <c:v>0</c:v>
                </c:pt>
                <c:pt idx="224">
                  <c:v>0</c:v>
                </c:pt>
                <c:pt idx="225">
                  <c:v>22.4</c:v>
                </c:pt>
                <c:pt idx="226">
                  <c:v>0</c:v>
                </c:pt>
                <c:pt idx="227">
                  <c:v>0</c:v>
                </c:pt>
                <c:pt idx="228">
                  <c:v>22</c:v>
                </c:pt>
                <c:pt idx="229">
                  <c:v>0</c:v>
                </c:pt>
                <c:pt idx="230">
                  <c:v>0</c:v>
                </c:pt>
                <c:pt idx="231">
                  <c:v>0</c:v>
                </c:pt>
                <c:pt idx="232">
                  <c:v>0</c:v>
                </c:pt>
                <c:pt idx="233">
                  <c:v>0</c:v>
                </c:pt>
                <c:pt idx="234">
                  <c:v>22.3</c:v>
                </c:pt>
                <c:pt idx="235">
                  <c:v>0</c:v>
                </c:pt>
                <c:pt idx="236">
                  <c:v>24.4</c:v>
                </c:pt>
                <c:pt idx="237">
                  <c:v>23.6</c:v>
                </c:pt>
                <c:pt idx="238">
                  <c:v>0</c:v>
                </c:pt>
                <c:pt idx="239">
                  <c:v>21.6</c:v>
                </c:pt>
                <c:pt idx="240">
                  <c:v>0</c:v>
                </c:pt>
                <c:pt idx="241">
                  <c:v>0</c:v>
                </c:pt>
                <c:pt idx="242">
                  <c:v>0</c:v>
                </c:pt>
                <c:pt idx="243">
                  <c:v>0</c:v>
                </c:pt>
                <c:pt idx="244">
                  <c:v>22</c:v>
                </c:pt>
                <c:pt idx="245">
                  <c:v>0</c:v>
                </c:pt>
                <c:pt idx="246">
                  <c:v>0</c:v>
                </c:pt>
                <c:pt idx="247">
                  <c:v>0</c:v>
                </c:pt>
                <c:pt idx="248">
                  <c:v>0</c:v>
                </c:pt>
                <c:pt idx="249">
                  <c:v>0</c:v>
                </c:pt>
                <c:pt idx="250">
                  <c:v>24</c:v>
                </c:pt>
                <c:pt idx="251">
                  <c:v>0</c:v>
                </c:pt>
                <c:pt idx="252">
                  <c:v>0</c:v>
                </c:pt>
                <c:pt idx="253">
                  <c:v>0</c:v>
                </c:pt>
                <c:pt idx="254">
                  <c:v>0</c:v>
                </c:pt>
                <c:pt idx="255">
                  <c:v>20.9</c:v>
                </c:pt>
                <c:pt idx="256">
                  <c:v>0</c:v>
                </c:pt>
                <c:pt idx="257">
                  <c:v>0</c:v>
                </c:pt>
                <c:pt idx="258">
                  <c:v>0</c:v>
                </c:pt>
                <c:pt idx="259">
                  <c:v>0</c:v>
                </c:pt>
                <c:pt idx="260">
                  <c:v>20.9</c:v>
                </c:pt>
                <c:pt idx="261">
                  <c:v>0</c:v>
                </c:pt>
                <c:pt idx="262">
                  <c:v>22.7</c:v>
                </c:pt>
                <c:pt idx="263">
                  <c:v>0</c:v>
                </c:pt>
                <c:pt idx="264">
                  <c:v>0</c:v>
                </c:pt>
                <c:pt idx="265">
                  <c:v>0</c:v>
                </c:pt>
                <c:pt idx="266">
                  <c:v>0</c:v>
                </c:pt>
                <c:pt idx="267">
                  <c:v>0</c:v>
                </c:pt>
                <c:pt idx="268">
                  <c:v>0</c:v>
                </c:pt>
                <c:pt idx="269">
                  <c:v>0</c:v>
                </c:pt>
                <c:pt idx="270">
                  <c:v>0</c:v>
                </c:pt>
                <c:pt idx="271">
                  <c:v>0</c:v>
                </c:pt>
                <c:pt idx="272">
                  <c:v>0</c:v>
                </c:pt>
                <c:pt idx="273">
                  <c:v>31.5</c:v>
                </c:pt>
                <c:pt idx="274">
                  <c:v>20.9</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21.5</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21</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24.5</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24.6</c:v>
                </c:pt>
                <c:pt idx="394">
                  <c:v>22.1</c:v>
                </c:pt>
                <c:pt idx="395">
                  <c:v>20.5</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26.4</c:v>
                </c:pt>
                <c:pt idx="774">
                  <c:v>0</c:v>
                </c:pt>
                <c:pt idx="775">
                  <c:v>0</c:v>
                </c:pt>
                <c:pt idx="776">
                  <c:v>0</c:v>
                </c:pt>
                <c:pt idx="777">
                  <c:v>28.1</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28.5</c:v>
                </c:pt>
                <c:pt idx="806">
                  <c:v>0</c:v>
                </c:pt>
                <c:pt idx="807">
                  <c:v>0</c:v>
                </c:pt>
                <c:pt idx="808">
                  <c:v>0</c:v>
                </c:pt>
                <c:pt idx="809">
                  <c:v>0</c:v>
                </c:pt>
                <c:pt idx="810">
                  <c:v>0</c:v>
                </c:pt>
                <c:pt idx="811">
                  <c:v>26.9</c:v>
                </c:pt>
                <c:pt idx="812">
                  <c:v>27.1</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28.2</c:v>
                </c:pt>
                <c:pt idx="832">
                  <c:v>0</c:v>
                </c:pt>
                <c:pt idx="833">
                  <c:v>0</c:v>
                </c:pt>
                <c:pt idx="834">
                  <c:v>0</c:v>
                </c:pt>
                <c:pt idx="835">
                  <c:v>0</c:v>
                </c:pt>
                <c:pt idx="836">
                  <c:v>0</c:v>
                </c:pt>
                <c:pt idx="837">
                  <c:v>0</c:v>
                </c:pt>
                <c:pt idx="838">
                  <c:v>0</c:v>
                </c:pt>
                <c:pt idx="839">
                  <c:v>0</c:v>
                </c:pt>
                <c:pt idx="840">
                  <c:v>27</c:v>
                </c:pt>
                <c:pt idx="841">
                  <c:v>0</c:v>
                </c:pt>
                <c:pt idx="842">
                  <c:v>0</c:v>
                </c:pt>
                <c:pt idx="843">
                  <c:v>0</c:v>
                </c:pt>
                <c:pt idx="844">
                  <c:v>0</c:v>
                </c:pt>
                <c:pt idx="845">
                  <c:v>26.8</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29.5</c:v>
                </c:pt>
                <c:pt idx="873">
                  <c:v>0</c:v>
                </c:pt>
                <c:pt idx="874">
                  <c:v>0</c:v>
                </c:pt>
                <c:pt idx="875">
                  <c:v>0</c:v>
                </c:pt>
                <c:pt idx="876">
                  <c:v>0</c:v>
                </c:pt>
                <c:pt idx="877">
                  <c:v>26.5</c:v>
                </c:pt>
                <c:pt idx="878">
                  <c:v>0</c:v>
                </c:pt>
                <c:pt idx="879">
                  <c:v>26.6</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28.2</c:v>
                </c:pt>
                <c:pt idx="908">
                  <c:v>0</c:v>
                </c:pt>
                <c:pt idx="909">
                  <c:v>0</c:v>
                </c:pt>
                <c:pt idx="910">
                  <c:v>0</c:v>
                </c:pt>
                <c:pt idx="911">
                  <c:v>0</c:v>
                </c:pt>
                <c:pt idx="912">
                  <c:v>0</c:v>
                </c:pt>
                <c:pt idx="913">
                  <c:v>0</c:v>
                </c:pt>
                <c:pt idx="914">
                  <c:v>26.2</c:v>
                </c:pt>
                <c:pt idx="915">
                  <c:v>0</c:v>
                </c:pt>
                <c:pt idx="916">
                  <c:v>0</c:v>
                </c:pt>
                <c:pt idx="917">
                  <c:v>0</c:v>
                </c:pt>
                <c:pt idx="918">
                  <c:v>0</c:v>
                </c:pt>
                <c:pt idx="919">
                  <c:v>0</c:v>
                </c:pt>
                <c:pt idx="920">
                  <c:v>0</c:v>
                </c:pt>
                <c:pt idx="921">
                  <c:v>0</c:v>
                </c:pt>
                <c:pt idx="922">
                  <c:v>0</c:v>
                </c:pt>
                <c:pt idx="923">
                  <c:v>0</c:v>
                </c:pt>
                <c:pt idx="924">
                  <c:v>29.7</c:v>
                </c:pt>
                <c:pt idx="925">
                  <c:v>0</c:v>
                </c:pt>
                <c:pt idx="926">
                  <c:v>0</c:v>
                </c:pt>
                <c:pt idx="927">
                  <c:v>0</c:v>
                </c:pt>
                <c:pt idx="928">
                  <c:v>0</c:v>
                </c:pt>
                <c:pt idx="929">
                  <c:v>29.8</c:v>
                </c:pt>
                <c:pt idx="930">
                  <c:v>28.4</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29.5</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5-C162-4DD6-9BF3-9E290A925409}"/>
            </c:ext>
          </c:extLst>
        </c:ser>
        <c:ser>
          <c:idx val="6"/>
          <c:order val="6"/>
          <c:tx>
            <c:strRef>
              <c:f>'Sub-Dataset'!$AB$2</c:f>
              <c:strCache>
                <c:ptCount val="1"/>
                <c:pt idx="0">
                  <c:v>Obesity class III</c:v>
                </c:pt>
              </c:strCache>
            </c:strRef>
          </c:tx>
          <c:spPr>
            <a:ln w="19050" cap="rnd">
              <a:noFill/>
              <a:round/>
            </a:ln>
            <a:effectLst/>
          </c:spPr>
          <c:marker>
            <c:symbol val="circle"/>
            <c:size val="3"/>
            <c:spPr>
              <a:solidFill>
                <a:schemeClr val="accent1">
                  <a:lumMod val="60000"/>
                </a:schemeClr>
              </a:solidFill>
              <a:ln w="9525">
                <a:noFill/>
              </a:ln>
              <a:effectLst/>
            </c:spPr>
          </c:marker>
          <c:xVal>
            <c:numRef>
              <c:f>'Sub-Dataset'!$U$3:$U$975</c:f>
              <c:numCache>
                <c:formatCode>General</c:formatCode>
                <c:ptCount val="973"/>
                <c:pt idx="0">
                  <c:v>24.71</c:v>
                </c:pt>
                <c:pt idx="1">
                  <c:v>23.62</c:v>
                </c:pt>
                <c:pt idx="2">
                  <c:v>23.93</c:v>
                </c:pt>
                <c:pt idx="3">
                  <c:v>23.17</c:v>
                </c:pt>
                <c:pt idx="4">
                  <c:v>22.78</c:v>
                </c:pt>
                <c:pt idx="5">
                  <c:v>21.77</c:v>
                </c:pt>
                <c:pt idx="6">
                  <c:v>22.45</c:v>
                </c:pt>
                <c:pt idx="7">
                  <c:v>19.72</c:v>
                </c:pt>
                <c:pt idx="8">
                  <c:v>21.88</c:v>
                </c:pt>
                <c:pt idx="9">
                  <c:v>24.72</c:v>
                </c:pt>
                <c:pt idx="10">
                  <c:v>23.53</c:v>
                </c:pt>
                <c:pt idx="11">
                  <c:v>21.53</c:v>
                </c:pt>
                <c:pt idx="12">
                  <c:v>19.420000000000002</c:v>
                </c:pt>
                <c:pt idx="13">
                  <c:v>22.61</c:v>
                </c:pt>
                <c:pt idx="14">
                  <c:v>20.88</c:v>
                </c:pt>
                <c:pt idx="15">
                  <c:v>21.41</c:v>
                </c:pt>
                <c:pt idx="16">
                  <c:v>22.08</c:v>
                </c:pt>
                <c:pt idx="17">
                  <c:v>19.63</c:v>
                </c:pt>
                <c:pt idx="18">
                  <c:v>23.59</c:v>
                </c:pt>
                <c:pt idx="19">
                  <c:v>21.91</c:v>
                </c:pt>
                <c:pt idx="20">
                  <c:v>24.97</c:v>
                </c:pt>
                <c:pt idx="21">
                  <c:v>23.07</c:v>
                </c:pt>
                <c:pt idx="22">
                  <c:v>24.87</c:v>
                </c:pt>
                <c:pt idx="23">
                  <c:v>22.16</c:v>
                </c:pt>
                <c:pt idx="24">
                  <c:v>24.16</c:v>
                </c:pt>
                <c:pt idx="25">
                  <c:v>19.63</c:v>
                </c:pt>
                <c:pt idx="26">
                  <c:v>22.85</c:v>
                </c:pt>
                <c:pt idx="27">
                  <c:v>21.16</c:v>
                </c:pt>
                <c:pt idx="28">
                  <c:v>19.12</c:v>
                </c:pt>
                <c:pt idx="29">
                  <c:v>22.33</c:v>
                </c:pt>
                <c:pt idx="30">
                  <c:v>24.91</c:v>
                </c:pt>
                <c:pt idx="31">
                  <c:v>21.3</c:v>
                </c:pt>
                <c:pt idx="32">
                  <c:v>19.010000000000002</c:v>
                </c:pt>
                <c:pt idx="33">
                  <c:v>19.010000000000002</c:v>
                </c:pt>
                <c:pt idx="34">
                  <c:v>21.49</c:v>
                </c:pt>
                <c:pt idx="35">
                  <c:v>22.15</c:v>
                </c:pt>
                <c:pt idx="36">
                  <c:v>18.77</c:v>
                </c:pt>
                <c:pt idx="37">
                  <c:v>20.399999999999999</c:v>
                </c:pt>
                <c:pt idx="38">
                  <c:v>20.76</c:v>
                </c:pt>
                <c:pt idx="39">
                  <c:v>23.46</c:v>
                </c:pt>
                <c:pt idx="40">
                  <c:v>24.87</c:v>
                </c:pt>
                <c:pt idx="41">
                  <c:v>18.62</c:v>
                </c:pt>
                <c:pt idx="42">
                  <c:v>18.62</c:v>
                </c:pt>
                <c:pt idx="43">
                  <c:v>23.94</c:v>
                </c:pt>
                <c:pt idx="44">
                  <c:v>23.92</c:v>
                </c:pt>
                <c:pt idx="45">
                  <c:v>20.91</c:v>
                </c:pt>
                <c:pt idx="46">
                  <c:v>20.71</c:v>
                </c:pt>
                <c:pt idx="47">
                  <c:v>21.87</c:v>
                </c:pt>
                <c:pt idx="48">
                  <c:v>19.91</c:v>
                </c:pt>
                <c:pt idx="49">
                  <c:v>21.65</c:v>
                </c:pt>
                <c:pt idx="50">
                  <c:v>22.27</c:v>
                </c:pt>
                <c:pt idx="51">
                  <c:v>23.08</c:v>
                </c:pt>
                <c:pt idx="52">
                  <c:v>22.18</c:v>
                </c:pt>
                <c:pt idx="53">
                  <c:v>19.37</c:v>
                </c:pt>
                <c:pt idx="54">
                  <c:v>24.52</c:v>
                </c:pt>
                <c:pt idx="55">
                  <c:v>20.47</c:v>
                </c:pt>
                <c:pt idx="56">
                  <c:v>20.66</c:v>
                </c:pt>
                <c:pt idx="57">
                  <c:v>20.05</c:v>
                </c:pt>
                <c:pt idx="58">
                  <c:v>24.78</c:v>
                </c:pt>
                <c:pt idx="59">
                  <c:v>24.64</c:v>
                </c:pt>
                <c:pt idx="60">
                  <c:v>22.44</c:v>
                </c:pt>
                <c:pt idx="61">
                  <c:v>22.32</c:v>
                </c:pt>
                <c:pt idx="62">
                  <c:v>22.41</c:v>
                </c:pt>
                <c:pt idx="63">
                  <c:v>24.13</c:v>
                </c:pt>
                <c:pt idx="64">
                  <c:v>21.39</c:v>
                </c:pt>
                <c:pt idx="65">
                  <c:v>23.53</c:v>
                </c:pt>
                <c:pt idx="66">
                  <c:v>23.65</c:v>
                </c:pt>
                <c:pt idx="67">
                  <c:v>19.71</c:v>
                </c:pt>
                <c:pt idx="68">
                  <c:v>19.100000000000001</c:v>
                </c:pt>
                <c:pt idx="69">
                  <c:v>19.91</c:v>
                </c:pt>
                <c:pt idx="70">
                  <c:v>23.33</c:v>
                </c:pt>
                <c:pt idx="71">
                  <c:v>23.22</c:v>
                </c:pt>
                <c:pt idx="72">
                  <c:v>22.56</c:v>
                </c:pt>
                <c:pt idx="73">
                  <c:v>22.28</c:v>
                </c:pt>
                <c:pt idx="74">
                  <c:v>22.86</c:v>
                </c:pt>
                <c:pt idx="75">
                  <c:v>21.16</c:v>
                </c:pt>
                <c:pt idx="76">
                  <c:v>23.87</c:v>
                </c:pt>
                <c:pt idx="77">
                  <c:v>20.86</c:v>
                </c:pt>
                <c:pt idx="78">
                  <c:v>24.37</c:v>
                </c:pt>
                <c:pt idx="79">
                  <c:v>23.76</c:v>
                </c:pt>
                <c:pt idx="80">
                  <c:v>23.84</c:v>
                </c:pt>
                <c:pt idx="81">
                  <c:v>23.88</c:v>
                </c:pt>
                <c:pt idx="82">
                  <c:v>21.05</c:v>
                </c:pt>
                <c:pt idx="83">
                  <c:v>23.88</c:v>
                </c:pt>
                <c:pt idx="84">
                  <c:v>24.09</c:v>
                </c:pt>
                <c:pt idx="85">
                  <c:v>22.96</c:v>
                </c:pt>
                <c:pt idx="86">
                  <c:v>24.26</c:v>
                </c:pt>
                <c:pt idx="87">
                  <c:v>24.35</c:v>
                </c:pt>
                <c:pt idx="88">
                  <c:v>21.66</c:v>
                </c:pt>
                <c:pt idx="89">
                  <c:v>20.62</c:v>
                </c:pt>
                <c:pt idx="90">
                  <c:v>22.15</c:v>
                </c:pt>
                <c:pt idx="91">
                  <c:v>21.8</c:v>
                </c:pt>
                <c:pt idx="92">
                  <c:v>23.78</c:v>
                </c:pt>
                <c:pt idx="93">
                  <c:v>24.72</c:v>
                </c:pt>
                <c:pt idx="94">
                  <c:v>19.510000000000002</c:v>
                </c:pt>
                <c:pt idx="95">
                  <c:v>23.56</c:v>
                </c:pt>
                <c:pt idx="96">
                  <c:v>24.31</c:v>
                </c:pt>
                <c:pt idx="97">
                  <c:v>20.29</c:v>
                </c:pt>
                <c:pt idx="98">
                  <c:v>24.64</c:v>
                </c:pt>
                <c:pt idx="99">
                  <c:v>22.02</c:v>
                </c:pt>
                <c:pt idx="100">
                  <c:v>23.46</c:v>
                </c:pt>
                <c:pt idx="101">
                  <c:v>20.13</c:v>
                </c:pt>
                <c:pt idx="102">
                  <c:v>21.66</c:v>
                </c:pt>
                <c:pt idx="103">
                  <c:v>18.64</c:v>
                </c:pt>
                <c:pt idx="104">
                  <c:v>19.41</c:v>
                </c:pt>
                <c:pt idx="105">
                  <c:v>18.68</c:v>
                </c:pt>
                <c:pt idx="106">
                  <c:v>23.78</c:v>
                </c:pt>
                <c:pt idx="107">
                  <c:v>18.7</c:v>
                </c:pt>
                <c:pt idx="108">
                  <c:v>19.71</c:v>
                </c:pt>
                <c:pt idx="109">
                  <c:v>19.36</c:v>
                </c:pt>
                <c:pt idx="110">
                  <c:v>20.11</c:v>
                </c:pt>
                <c:pt idx="111">
                  <c:v>21.99</c:v>
                </c:pt>
                <c:pt idx="112">
                  <c:v>19.73</c:v>
                </c:pt>
                <c:pt idx="113">
                  <c:v>22.48</c:v>
                </c:pt>
                <c:pt idx="114">
                  <c:v>19.47</c:v>
                </c:pt>
                <c:pt idx="115">
                  <c:v>24.31</c:v>
                </c:pt>
                <c:pt idx="116">
                  <c:v>23.37</c:v>
                </c:pt>
                <c:pt idx="117">
                  <c:v>24.52</c:v>
                </c:pt>
                <c:pt idx="118">
                  <c:v>22.81</c:v>
                </c:pt>
                <c:pt idx="119">
                  <c:v>24.84</c:v>
                </c:pt>
                <c:pt idx="120">
                  <c:v>24.5</c:v>
                </c:pt>
                <c:pt idx="121">
                  <c:v>22.32</c:v>
                </c:pt>
                <c:pt idx="122">
                  <c:v>19.13</c:v>
                </c:pt>
                <c:pt idx="123">
                  <c:v>24.87</c:v>
                </c:pt>
                <c:pt idx="124">
                  <c:v>23.11</c:v>
                </c:pt>
                <c:pt idx="125">
                  <c:v>19.920000000000002</c:v>
                </c:pt>
                <c:pt idx="126">
                  <c:v>18.7</c:v>
                </c:pt>
                <c:pt idx="127">
                  <c:v>22.22</c:v>
                </c:pt>
                <c:pt idx="128">
                  <c:v>23.71</c:v>
                </c:pt>
                <c:pt idx="129">
                  <c:v>18.52</c:v>
                </c:pt>
                <c:pt idx="130">
                  <c:v>18.68</c:v>
                </c:pt>
                <c:pt idx="131">
                  <c:v>19.309999999999999</c:v>
                </c:pt>
                <c:pt idx="132">
                  <c:v>21.87</c:v>
                </c:pt>
                <c:pt idx="133">
                  <c:v>18.79</c:v>
                </c:pt>
                <c:pt idx="134">
                  <c:v>23.01</c:v>
                </c:pt>
                <c:pt idx="135">
                  <c:v>19.86</c:v>
                </c:pt>
                <c:pt idx="136">
                  <c:v>20.27</c:v>
                </c:pt>
                <c:pt idx="137">
                  <c:v>24.42</c:v>
                </c:pt>
                <c:pt idx="138">
                  <c:v>21</c:v>
                </c:pt>
                <c:pt idx="139">
                  <c:v>22.48</c:v>
                </c:pt>
                <c:pt idx="140">
                  <c:v>20.36</c:v>
                </c:pt>
                <c:pt idx="141">
                  <c:v>21.49</c:v>
                </c:pt>
                <c:pt idx="142">
                  <c:v>20.28</c:v>
                </c:pt>
                <c:pt idx="143">
                  <c:v>23.8</c:v>
                </c:pt>
                <c:pt idx="144">
                  <c:v>24.84</c:v>
                </c:pt>
                <c:pt idx="145">
                  <c:v>23.77</c:v>
                </c:pt>
                <c:pt idx="146">
                  <c:v>22.06</c:v>
                </c:pt>
                <c:pt idx="147">
                  <c:v>18.98</c:v>
                </c:pt>
                <c:pt idx="148">
                  <c:v>23.6</c:v>
                </c:pt>
                <c:pt idx="149">
                  <c:v>22.44</c:v>
                </c:pt>
                <c:pt idx="150">
                  <c:v>24.89</c:v>
                </c:pt>
                <c:pt idx="151">
                  <c:v>24.2</c:v>
                </c:pt>
                <c:pt idx="152">
                  <c:v>18.79</c:v>
                </c:pt>
                <c:pt idx="153">
                  <c:v>24.01</c:v>
                </c:pt>
                <c:pt idx="154">
                  <c:v>23.21</c:v>
                </c:pt>
                <c:pt idx="155">
                  <c:v>23.25</c:v>
                </c:pt>
                <c:pt idx="156">
                  <c:v>19.73</c:v>
                </c:pt>
                <c:pt idx="157">
                  <c:v>23.98</c:v>
                </c:pt>
                <c:pt idx="158">
                  <c:v>21.84</c:v>
                </c:pt>
                <c:pt idx="159">
                  <c:v>24.07</c:v>
                </c:pt>
                <c:pt idx="160">
                  <c:v>23.33</c:v>
                </c:pt>
                <c:pt idx="161">
                  <c:v>22.6</c:v>
                </c:pt>
                <c:pt idx="162">
                  <c:v>24.13</c:v>
                </c:pt>
                <c:pt idx="163">
                  <c:v>18.649999999999999</c:v>
                </c:pt>
                <c:pt idx="164">
                  <c:v>19.82</c:v>
                </c:pt>
                <c:pt idx="165">
                  <c:v>22.99</c:v>
                </c:pt>
                <c:pt idx="166">
                  <c:v>23.41</c:v>
                </c:pt>
                <c:pt idx="167">
                  <c:v>23.88</c:v>
                </c:pt>
                <c:pt idx="168">
                  <c:v>21.48</c:v>
                </c:pt>
                <c:pt idx="169">
                  <c:v>27.64</c:v>
                </c:pt>
                <c:pt idx="170">
                  <c:v>25.83</c:v>
                </c:pt>
                <c:pt idx="171">
                  <c:v>25.89</c:v>
                </c:pt>
                <c:pt idx="172">
                  <c:v>29.71</c:v>
                </c:pt>
                <c:pt idx="173">
                  <c:v>29.61</c:v>
                </c:pt>
                <c:pt idx="174">
                  <c:v>26.05</c:v>
                </c:pt>
                <c:pt idx="175">
                  <c:v>27.85</c:v>
                </c:pt>
                <c:pt idx="176">
                  <c:v>27.71</c:v>
                </c:pt>
                <c:pt idx="177">
                  <c:v>28.22</c:v>
                </c:pt>
                <c:pt idx="178">
                  <c:v>26.73</c:v>
                </c:pt>
                <c:pt idx="179">
                  <c:v>26.26</c:v>
                </c:pt>
                <c:pt idx="180">
                  <c:v>28.76</c:v>
                </c:pt>
                <c:pt idx="181">
                  <c:v>28.43</c:v>
                </c:pt>
                <c:pt idx="182">
                  <c:v>29.98</c:v>
                </c:pt>
                <c:pt idx="183">
                  <c:v>29.26</c:v>
                </c:pt>
                <c:pt idx="184">
                  <c:v>29.92</c:v>
                </c:pt>
                <c:pt idx="185">
                  <c:v>28.49</c:v>
                </c:pt>
                <c:pt idx="186">
                  <c:v>26.47</c:v>
                </c:pt>
                <c:pt idx="187">
                  <c:v>26.13</c:v>
                </c:pt>
                <c:pt idx="188">
                  <c:v>25.23</c:v>
                </c:pt>
                <c:pt idx="189">
                  <c:v>25.51</c:v>
                </c:pt>
                <c:pt idx="190">
                  <c:v>28.43</c:v>
                </c:pt>
                <c:pt idx="191">
                  <c:v>29.7</c:v>
                </c:pt>
                <c:pt idx="192">
                  <c:v>25.35</c:v>
                </c:pt>
                <c:pt idx="193">
                  <c:v>26.33</c:v>
                </c:pt>
                <c:pt idx="194">
                  <c:v>26.95</c:v>
                </c:pt>
                <c:pt idx="195">
                  <c:v>28.59</c:v>
                </c:pt>
                <c:pt idx="196">
                  <c:v>26.52</c:v>
                </c:pt>
                <c:pt idx="197">
                  <c:v>27.23</c:v>
                </c:pt>
                <c:pt idx="198">
                  <c:v>25.22</c:v>
                </c:pt>
                <c:pt idx="199">
                  <c:v>27.84</c:v>
                </c:pt>
                <c:pt idx="200">
                  <c:v>28.03</c:v>
                </c:pt>
                <c:pt idx="201">
                  <c:v>26.16</c:v>
                </c:pt>
                <c:pt idx="202">
                  <c:v>28.93</c:v>
                </c:pt>
                <c:pt idx="203">
                  <c:v>29.62</c:v>
                </c:pt>
                <c:pt idx="204">
                  <c:v>27.14</c:v>
                </c:pt>
                <c:pt idx="205">
                  <c:v>25.33</c:v>
                </c:pt>
                <c:pt idx="206">
                  <c:v>28.66</c:v>
                </c:pt>
                <c:pt idx="207">
                  <c:v>27.16</c:v>
                </c:pt>
                <c:pt idx="208">
                  <c:v>26.48</c:v>
                </c:pt>
                <c:pt idx="209">
                  <c:v>25.44</c:v>
                </c:pt>
                <c:pt idx="210">
                  <c:v>29.89</c:v>
                </c:pt>
                <c:pt idx="211">
                  <c:v>27.05</c:v>
                </c:pt>
                <c:pt idx="212">
                  <c:v>29.5</c:v>
                </c:pt>
                <c:pt idx="213">
                  <c:v>26.14</c:v>
                </c:pt>
                <c:pt idx="214">
                  <c:v>27.03</c:v>
                </c:pt>
                <c:pt idx="215">
                  <c:v>44.84</c:v>
                </c:pt>
                <c:pt idx="216">
                  <c:v>35.86</c:v>
                </c:pt>
                <c:pt idx="217">
                  <c:v>30.52</c:v>
                </c:pt>
                <c:pt idx="218">
                  <c:v>33.86</c:v>
                </c:pt>
                <c:pt idx="219">
                  <c:v>47.72</c:v>
                </c:pt>
                <c:pt idx="220">
                  <c:v>31.14</c:v>
                </c:pt>
                <c:pt idx="221">
                  <c:v>30.1</c:v>
                </c:pt>
                <c:pt idx="222">
                  <c:v>31.48</c:v>
                </c:pt>
                <c:pt idx="223">
                  <c:v>43.31</c:v>
                </c:pt>
                <c:pt idx="224">
                  <c:v>31.94</c:v>
                </c:pt>
                <c:pt idx="225">
                  <c:v>37.53</c:v>
                </c:pt>
                <c:pt idx="226">
                  <c:v>34.630000000000003</c:v>
                </c:pt>
                <c:pt idx="227">
                  <c:v>34.119999999999997</c:v>
                </c:pt>
                <c:pt idx="228">
                  <c:v>35.51</c:v>
                </c:pt>
                <c:pt idx="229">
                  <c:v>32.659999999999997</c:v>
                </c:pt>
                <c:pt idx="230">
                  <c:v>33.17</c:v>
                </c:pt>
                <c:pt idx="231">
                  <c:v>34.06</c:v>
                </c:pt>
                <c:pt idx="232">
                  <c:v>30.76</c:v>
                </c:pt>
                <c:pt idx="233">
                  <c:v>31.08</c:v>
                </c:pt>
                <c:pt idx="234">
                  <c:v>36.01</c:v>
                </c:pt>
                <c:pt idx="235">
                  <c:v>33.21</c:v>
                </c:pt>
                <c:pt idx="236">
                  <c:v>36.46</c:v>
                </c:pt>
                <c:pt idx="237">
                  <c:v>37.11</c:v>
                </c:pt>
                <c:pt idx="238">
                  <c:v>32.340000000000003</c:v>
                </c:pt>
                <c:pt idx="239">
                  <c:v>35.44</c:v>
                </c:pt>
                <c:pt idx="240">
                  <c:v>34.340000000000003</c:v>
                </c:pt>
                <c:pt idx="241">
                  <c:v>40.520000000000003</c:v>
                </c:pt>
                <c:pt idx="242">
                  <c:v>31.32</c:v>
                </c:pt>
                <c:pt idx="243">
                  <c:v>31.64</c:v>
                </c:pt>
                <c:pt idx="244">
                  <c:v>35.47</c:v>
                </c:pt>
                <c:pt idx="245">
                  <c:v>30.57</c:v>
                </c:pt>
                <c:pt idx="246">
                  <c:v>43.31</c:v>
                </c:pt>
                <c:pt idx="247">
                  <c:v>33.14</c:v>
                </c:pt>
                <c:pt idx="248">
                  <c:v>33.159999999999997</c:v>
                </c:pt>
                <c:pt idx="249">
                  <c:v>25.68</c:v>
                </c:pt>
                <c:pt idx="250">
                  <c:v>38.78</c:v>
                </c:pt>
                <c:pt idx="251">
                  <c:v>31.17</c:v>
                </c:pt>
                <c:pt idx="252">
                  <c:v>25.07</c:v>
                </c:pt>
                <c:pt idx="253">
                  <c:v>25.23</c:v>
                </c:pt>
                <c:pt idx="254">
                  <c:v>32.32</c:v>
                </c:pt>
                <c:pt idx="255">
                  <c:v>36.47</c:v>
                </c:pt>
                <c:pt idx="256">
                  <c:v>34.14</c:v>
                </c:pt>
                <c:pt idx="257">
                  <c:v>26.9</c:v>
                </c:pt>
                <c:pt idx="258">
                  <c:v>34.06</c:v>
                </c:pt>
                <c:pt idx="259">
                  <c:v>34.25</c:v>
                </c:pt>
                <c:pt idx="260">
                  <c:v>38.729999999999997</c:v>
                </c:pt>
                <c:pt idx="261">
                  <c:v>26.46</c:v>
                </c:pt>
                <c:pt idx="262">
                  <c:v>36.22</c:v>
                </c:pt>
                <c:pt idx="263">
                  <c:v>31.04</c:v>
                </c:pt>
                <c:pt idx="264">
                  <c:v>26.57</c:v>
                </c:pt>
                <c:pt idx="265">
                  <c:v>30.89</c:v>
                </c:pt>
                <c:pt idx="266">
                  <c:v>30.51</c:v>
                </c:pt>
                <c:pt idx="267">
                  <c:v>32.69</c:v>
                </c:pt>
                <c:pt idx="268">
                  <c:v>31.84</c:v>
                </c:pt>
                <c:pt idx="269">
                  <c:v>30.4</c:v>
                </c:pt>
                <c:pt idx="270">
                  <c:v>25.05</c:v>
                </c:pt>
                <c:pt idx="271">
                  <c:v>27.69</c:v>
                </c:pt>
                <c:pt idx="272">
                  <c:v>41.84</c:v>
                </c:pt>
                <c:pt idx="273">
                  <c:v>35.04</c:v>
                </c:pt>
                <c:pt idx="274">
                  <c:v>38.5</c:v>
                </c:pt>
                <c:pt idx="275">
                  <c:v>31.05</c:v>
                </c:pt>
                <c:pt idx="276">
                  <c:v>28.88</c:v>
                </c:pt>
                <c:pt idx="277">
                  <c:v>41.34</c:v>
                </c:pt>
                <c:pt idx="278">
                  <c:v>30.63</c:v>
                </c:pt>
                <c:pt idx="279">
                  <c:v>32.729999999999997</c:v>
                </c:pt>
                <c:pt idx="280">
                  <c:v>32.74</c:v>
                </c:pt>
                <c:pt idx="281">
                  <c:v>30.55</c:v>
                </c:pt>
                <c:pt idx="282">
                  <c:v>26.43</c:v>
                </c:pt>
                <c:pt idx="283">
                  <c:v>18.41</c:v>
                </c:pt>
                <c:pt idx="284">
                  <c:v>32.75</c:v>
                </c:pt>
                <c:pt idx="285">
                  <c:v>30.68</c:v>
                </c:pt>
                <c:pt idx="286">
                  <c:v>13.88</c:v>
                </c:pt>
                <c:pt idx="287">
                  <c:v>28.56</c:v>
                </c:pt>
                <c:pt idx="288">
                  <c:v>27.18</c:v>
                </c:pt>
                <c:pt idx="289">
                  <c:v>17.3</c:v>
                </c:pt>
                <c:pt idx="290">
                  <c:v>27.2</c:v>
                </c:pt>
                <c:pt idx="291">
                  <c:v>44.66</c:v>
                </c:pt>
                <c:pt idx="292">
                  <c:v>48.43</c:v>
                </c:pt>
                <c:pt idx="293">
                  <c:v>36.799999999999997</c:v>
                </c:pt>
                <c:pt idx="294">
                  <c:v>30.3</c:v>
                </c:pt>
                <c:pt idx="295">
                  <c:v>27.01</c:v>
                </c:pt>
                <c:pt idx="296">
                  <c:v>29.11</c:v>
                </c:pt>
                <c:pt idx="297">
                  <c:v>15.24</c:v>
                </c:pt>
                <c:pt idx="298">
                  <c:v>29.07</c:v>
                </c:pt>
                <c:pt idx="299">
                  <c:v>16.760000000000002</c:v>
                </c:pt>
                <c:pt idx="300">
                  <c:v>17.27</c:v>
                </c:pt>
                <c:pt idx="301">
                  <c:v>15.7</c:v>
                </c:pt>
                <c:pt idx="302">
                  <c:v>18.12</c:v>
                </c:pt>
                <c:pt idx="303">
                  <c:v>28.49</c:v>
                </c:pt>
                <c:pt idx="304">
                  <c:v>30.37</c:v>
                </c:pt>
                <c:pt idx="305">
                  <c:v>25.36</c:v>
                </c:pt>
                <c:pt idx="306">
                  <c:v>45.14</c:v>
                </c:pt>
                <c:pt idx="307">
                  <c:v>25.03</c:v>
                </c:pt>
                <c:pt idx="308">
                  <c:v>16.04</c:v>
                </c:pt>
                <c:pt idx="309">
                  <c:v>16.420000000000002</c:v>
                </c:pt>
                <c:pt idx="310">
                  <c:v>15.9</c:v>
                </c:pt>
                <c:pt idx="311">
                  <c:v>18.18</c:v>
                </c:pt>
                <c:pt idx="312">
                  <c:v>17.940000000000001</c:v>
                </c:pt>
                <c:pt idx="313">
                  <c:v>17.16</c:v>
                </c:pt>
                <c:pt idx="314">
                  <c:v>32.840000000000003</c:v>
                </c:pt>
                <c:pt idx="315">
                  <c:v>25.72</c:v>
                </c:pt>
                <c:pt idx="316">
                  <c:v>18.28</c:v>
                </c:pt>
                <c:pt idx="317">
                  <c:v>16.350000000000001</c:v>
                </c:pt>
                <c:pt idx="318">
                  <c:v>15.72</c:v>
                </c:pt>
                <c:pt idx="319">
                  <c:v>28.78</c:v>
                </c:pt>
                <c:pt idx="320">
                  <c:v>27.43</c:v>
                </c:pt>
                <c:pt idx="321">
                  <c:v>25.85</c:v>
                </c:pt>
                <c:pt idx="322">
                  <c:v>28.35</c:v>
                </c:pt>
                <c:pt idx="323">
                  <c:v>17.46</c:v>
                </c:pt>
                <c:pt idx="324">
                  <c:v>13.71</c:v>
                </c:pt>
                <c:pt idx="325">
                  <c:v>25.89</c:v>
                </c:pt>
                <c:pt idx="326">
                  <c:v>39.119999999999997</c:v>
                </c:pt>
                <c:pt idx="327">
                  <c:v>44.71</c:v>
                </c:pt>
                <c:pt idx="328">
                  <c:v>25.05</c:v>
                </c:pt>
                <c:pt idx="329">
                  <c:v>15.8</c:v>
                </c:pt>
                <c:pt idx="330">
                  <c:v>26.32</c:v>
                </c:pt>
                <c:pt idx="331">
                  <c:v>14.88</c:v>
                </c:pt>
                <c:pt idx="332">
                  <c:v>15.07</c:v>
                </c:pt>
                <c:pt idx="333">
                  <c:v>18.329999999999998</c:v>
                </c:pt>
                <c:pt idx="334">
                  <c:v>18.13</c:v>
                </c:pt>
                <c:pt idx="335">
                  <c:v>29.14</c:v>
                </c:pt>
                <c:pt idx="336">
                  <c:v>17.93</c:v>
                </c:pt>
                <c:pt idx="337">
                  <c:v>18.23</c:v>
                </c:pt>
                <c:pt idx="338">
                  <c:v>14.78</c:v>
                </c:pt>
                <c:pt idx="339">
                  <c:v>46.98</c:v>
                </c:pt>
                <c:pt idx="340">
                  <c:v>14.1</c:v>
                </c:pt>
                <c:pt idx="341">
                  <c:v>15.5</c:v>
                </c:pt>
                <c:pt idx="342">
                  <c:v>17.63</c:v>
                </c:pt>
                <c:pt idx="343">
                  <c:v>28.97</c:v>
                </c:pt>
                <c:pt idx="344">
                  <c:v>35.19</c:v>
                </c:pt>
                <c:pt idx="345">
                  <c:v>15.88</c:v>
                </c:pt>
                <c:pt idx="346">
                  <c:v>32</c:v>
                </c:pt>
                <c:pt idx="347">
                  <c:v>43.4</c:v>
                </c:pt>
                <c:pt idx="348">
                  <c:v>25.16</c:v>
                </c:pt>
                <c:pt idx="349">
                  <c:v>29.87</c:v>
                </c:pt>
                <c:pt idx="350">
                  <c:v>15.5</c:v>
                </c:pt>
                <c:pt idx="351">
                  <c:v>34.24</c:v>
                </c:pt>
                <c:pt idx="352">
                  <c:v>30.22</c:v>
                </c:pt>
                <c:pt idx="353">
                  <c:v>18.29</c:v>
                </c:pt>
                <c:pt idx="354">
                  <c:v>26.61</c:v>
                </c:pt>
                <c:pt idx="355">
                  <c:v>18.350000000000001</c:v>
                </c:pt>
                <c:pt idx="356">
                  <c:v>16.25</c:v>
                </c:pt>
                <c:pt idx="357">
                  <c:v>45.49</c:v>
                </c:pt>
                <c:pt idx="358">
                  <c:v>27.97</c:v>
                </c:pt>
                <c:pt idx="359">
                  <c:v>31.05</c:v>
                </c:pt>
                <c:pt idx="360">
                  <c:v>34.89</c:v>
                </c:pt>
                <c:pt idx="361">
                  <c:v>13.78</c:v>
                </c:pt>
                <c:pt idx="362">
                  <c:v>25.13</c:v>
                </c:pt>
                <c:pt idx="363">
                  <c:v>40.450000000000003</c:v>
                </c:pt>
                <c:pt idx="364">
                  <c:v>26.36</c:v>
                </c:pt>
                <c:pt idx="365">
                  <c:v>26.58</c:v>
                </c:pt>
                <c:pt idx="366">
                  <c:v>16.27</c:v>
                </c:pt>
                <c:pt idx="367">
                  <c:v>26.19</c:v>
                </c:pt>
                <c:pt idx="368">
                  <c:v>25.49</c:v>
                </c:pt>
                <c:pt idx="369">
                  <c:v>27.12</c:v>
                </c:pt>
                <c:pt idx="370">
                  <c:v>17.850000000000001</c:v>
                </c:pt>
                <c:pt idx="371">
                  <c:v>43.4</c:v>
                </c:pt>
                <c:pt idx="372">
                  <c:v>31.14</c:v>
                </c:pt>
                <c:pt idx="373">
                  <c:v>26.36</c:v>
                </c:pt>
                <c:pt idx="374">
                  <c:v>29.17</c:v>
                </c:pt>
                <c:pt idx="375">
                  <c:v>30.96</c:v>
                </c:pt>
                <c:pt idx="376">
                  <c:v>25.17</c:v>
                </c:pt>
                <c:pt idx="377">
                  <c:v>16.14</c:v>
                </c:pt>
                <c:pt idx="378">
                  <c:v>15.23</c:v>
                </c:pt>
                <c:pt idx="379">
                  <c:v>29.34</c:v>
                </c:pt>
                <c:pt idx="380">
                  <c:v>16.190000000000001</c:v>
                </c:pt>
                <c:pt idx="381">
                  <c:v>17.010000000000002</c:v>
                </c:pt>
                <c:pt idx="382">
                  <c:v>41.03</c:v>
                </c:pt>
                <c:pt idx="383">
                  <c:v>49.84</c:v>
                </c:pt>
                <c:pt idx="384">
                  <c:v>28.28</c:v>
                </c:pt>
                <c:pt idx="385">
                  <c:v>17.59</c:v>
                </c:pt>
                <c:pt idx="386">
                  <c:v>17.059999999999999</c:v>
                </c:pt>
                <c:pt idx="387">
                  <c:v>28.68</c:v>
                </c:pt>
                <c:pt idx="388">
                  <c:v>16.41</c:v>
                </c:pt>
                <c:pt idx="389">
                  <c:v>27.11</c:v>
                </c:pt>
                <c:pt idx="390">
                  <c:v>31.74</c:v>
                </c:pt>
                <c:pt idx="391">
                  <c:v>12.91</c:v>
                </c:pt>
                <c:pt idx="392">
                  <c:v>14.87</c:v>
                </c:pt>
                <c:pt idx="393">
                  <c:v>37.56</c:v>
                </c:pt>
                <c:pt idx="394">
                  <c:v>35.82</c:v>
                </c:pt>
                <c:pt idx="395">
                  <c:v>39.770000000000003</c:v>
                </c:pt>
                <c:pt idx="396">
                  <c:v>17.399999999999999</c:v>
                </c:pt>
                <c:pt idx="397">
                  <c:v>34.799999999999997</c:v>
                </c:pt>
                <c:pt idx="398">
                  <c:v>17.329999999999998</c:v>
                </c:pt>
                <c:pt idx="399">
                  <c:v>16.48</c:v>
                </c:pt>
                <c:pt idx="400">
                  <c:v>25.58</c:v>
                </c:pt>
                <c:pt idx="401">
                  <c:v>16.559999999999999</c:v>
                </c:pt>
                <c:pt idx="402">
                  <c:v>25.08</c:v>
                </c:pt>
                <c:pt idx="403">
                  <c:v>17.829999999999998</c:v>
                </c:pt>
                <c:pt idx="404">
                  <c:v>17.399999999999999</c:v>
                </c:pt>
                <c:pt idx="405">
                  <c:v>17.05</c:v>
                </c:pt>
                <c:pt idx="406">
                  <c:v>15.65</c:v>
                </c:pt>
                <c:pt idx="407">
                  <c:v>25.28</c:v>
                </c:pt>
                <c:pt idx="408">
                  <c:v>26.01</c:v>
                </c:pt>
                <c:pt idx="409">
                  <c:v>17.2</c:v>
                </c:pt>
                <c:pt idx="410">
                  <c:v>28.49</c:v>
                </c:pt>
                <c:pt idx="411">
                  <c:v>17.61</c:v>
                </c:pt>
                <c:pt idx="412">
                  <c:v>14.74</c:v>
                </c:pt>
                <c:pt idx="413">
                  <c:v>17.440000000000001</c:v>
                </c:pt>
                <c:pt idx="414">
                  <c:v>18.420000000000002</c:v>
                </c:pt>
                <c:pt idx="415">
                  <c:v>17.27</c:v>
                </c:pt>
                <c:pt idx="416">
                  <c:v>26.05</c:v>
                </c:pt>
                <c:pt idx="417">
                  <c:v>26.66</c:v>
                </c:pt>
                <c:pt idx="418">
                  <c:v>27.7</c:v>
                </c:pt>
                <c:pt idx="419">
                  <c:v>12.97</c:v>
                </c:pt>
                <c:pt idx="420">
                  <c:v>14.57</c:v>
                </c:pt>
                <c:pt idx="421">
                  <c:v>26.1</c:v>
                </c:pt>
                <c:pt idx="422">
                  <c:v>25.39</c:v>
                </c:pt>
                <c:pt idx="423">
                  <c:v>26.74</c:v>
                </c:pt>
                <c:pt idx="424">
                  <c:v>27.55</c:v>
                </c:pt>
                <c:pt idx="425">
                  <c:v>26.35</c:v>
                </c:pt>
                <c:pt idx="426">
                  <c:v>27.11</c:v>
                </c:pt>
                <c:pt idx="427">
                  <c:v>17.39</c:v>
                </c:pt>
                <c:pt idx="428">
                  <c:v>16.8</c:v>
                </c:pt>
                <c:pt idx="429">
                  <c:v>26.81</c:v>
                </c:pt>
                <c:pt idx="430">
                  <c:v>14.39</c:v>
                </c:pt>
                <c:pt idx="431">
                  <c:v>27.68</c:v>
                </c:pt>
                <c:pt idx="432">
                  <c:v>26.75</c:v>
                </c:pt>
                <c:pt idx="433">
                  <c:v>17.600000000000001</c:v>
                </c:pt>
                <c:pt idx="434">
                  <c:v>28.46</c:v>
                </c:pt>
                <c:pt idx="435">
                  <c:v>26.46</c:v>
                </c:pt>
                <c:pt idx="436">
                  <c:v>16.989999999999998</c:v>
                </c:pt>
                <c:pt idx="437">
                  <c:v>16.86</c:v>
                </c:pt>
                <c:pt idx="438">
                  <c:v>17.11</c:v>
                </c:pt>
                <c:pt idx="439">
                  <c:v>28.31</c:v>
                </c:pt>
                <c:pt idx="440">
                  <c:v>18.149999999999999</c:v>
                </c:pt>
                <c:pt idx="441">
                  <c:v>27.18</c:v>
                </c:pt>
                <c:pt idx="442">
                  <c:v>28.87</c:v>
                </c:pt>
                <c:pt idx="443">
                  <c:v>26.65</c:v>
                </c:pt>
                <c:pt idx="444">
                  <c:v>17.54</c:v>
                </c:pt>
                <c:pt idx="445">
                  <c:v>26.86</c:v>
                </c:pt>
                <c:pt idx="446">
                  <c:v>25.1</c:v>
                </c:pt>
                <c:pt idx="447">
                  <c:v>26.67</c:v>
                </c:pt>
                <c:pt idx="448">
                  <c:v>15.08</c:v>
                </c:pt>
                <c:pt idx="449">
                  <c:v>18.260000000000002</c:v>
                </c:pt>
                <c:pt idx="450">
                  <c:v>25.73</c:v>
                </c:pt>
                <c:pt idx="451">
                  <c:v>26.47</c:v>
                </c:pt>
                <c:pt idx="452">
                  <c:v>25.35</c:v>
                </c:pt>
                <c:pt idx="453">
                  <c:v>13.03</c:v>
                </c:pt>
                <c:pt idx="454">
                  <c:v>29.56</c:v>
                </c:pt>
                <c:pt idx="455">
                  <c:v>17.940000000000001</c:v>
                </c:pt>
                <c:pt idx="456">
                  <c:v>27.61</c:v>
                </c:pt>
                <c:pt idx="457">
                  <c:v>15.65</c:v>
                </c:pt>
                <c:pt idx="458">
                  <c:v>14.69</c:v>
                </c:pt>
                <c:pt idx="459">
                  <c:v>28.35</c:v>
                </c:pt>
                <c:pt idx="460">
                  <c:v>18.32</c:v>
                </c:pt>
                <c:pt idx="461">
                  <c:v>16.22</c:v>
                </c:pt>
                <c:pt idx="462">
                  <c:v>27.82</c:v>
                </c:pt>
                <c:pt idx="463">
                  <c:v>27.59</c:v>
                </c:pt>
                <c:pt idx="464">
                  <c:v>26.4</c:v>
                </c:pt>
                <c:pt idx="465">
                  <c:v>26.16</c:v>
                </c:pt>
                <c:pt idx="466">
                  <c:v>27.18</c:v>
                </c:pt>
                <c:pt idx="467">
                  <c:v>17.75</c:v>
                </c:pt>
                <c:pt idx="468">
                  <c:v>25.57</c:v>
                </c:pt>
                <c:pt idx="469">
                  <c:v>25.73</c:v>
                </c:pt>
                <c:pt idx="470">
                  <c:v>15.24</c:v>
                </c:pt>
                <c:pt idx="471">
                  <c:v>25.01</c:v>
                </c:pt>
                <c:pt idx="472">
                  <c:v>27.57</c:v>
                </c:pt>
                <c:pt idx="473">
                  <c:v>25.15</c:v>
                </c:pt>
                <c:pt idx="474">
                  <c:v>26.48</c:v>
                </c:pt>
                <c:pt idx="475">
                  <c:v>29.89</c:v>
                </c:pt>
                <c:pt idx="476">
                  <c:v>27.47</c:v>
                </c:pt>
                <c:pt idx="477">
                  <c:v>17.57</c:v>
                </c:pt>
                <c:pt idx="478">
                  <c:v>27.88</c:v>
                </c:pt>
                <c:pt idx="479">
                  <c:v>28.7</c:v>
                </c:pt>
                <c:pt idx="480">
                  <c:v>27.53</c:v>
                </c:pt>
                <c:pt idx="481">
                  <c:v>15.02</c:v>
                </c:pt>
                <c:pt idx="482">
                  <c:v>28.2</c:v>
                </c:pt>
                <c:pt idx="483">
                  <c:v>17.47</c:v>
                </c:pt>
                <c:pt idx="484">
                  <c:v>27.78</c:v>
                </c:pt>
                <c:pt idx="485">
                  <c:v>29.69</c:v>
                </c:pt>
                <c:pt idx="486">
                  <c:v>26.33</c:v>
                </c:pt>
                <c:pt idx="487">
                  <c:v>29.3</c:v>
                </c:pt>
                <c:pt idx="488">
                  <c:v>26.47</c:v>
                </c:pt>
                <c:pt idx="489">
                  <c:v>16.2</c:v>
                </c:pt>
                <c:pt idx="490">
                  <c:v>27.55</c:v>
                </c:pt>
                <c:pt idx="491">
                  <c:v>29.23</c:v>
                </c:pt>
                <c:pt idx="492">
                  <c:v>28.77</c:v>
                </c:pt>
                <c:pt idx="493">
                  <c:v>33.61</c:v>
                </c:pt>
                <c:pt idx="494">
                  <c:v>32.93</c:v>
                </c:pt>
                <c:pt idx="495">
                  <c:v>33.549999999999997</c:v>
                </c:pt>
                <c:pt idx="496">
                  <c:v>15.46</c:v>
                </c:pt>
                <c:pt idx="497">
                  <c:v>30.54</c:v>
                </c:pt>
                <c:pt idx="498">
                  <c:v>34.53</c:v>
                </c:pt>
                <c:pt idx="499">
                  <c:v>33.04</c:v>
                </c:pt>
                <c:pt idx="500">
                  <c:v>32.630000000000003</c:v>
                </c:pt>
                <c:pt idx="501">
                  <c:v>14.85</c:v>
                </c:pt>
                <c:pt idx="502">
                  <c:v>33.200000000000003</c:v>
                </c:pt>
                <c:pt idx="503">
                  <c:v>31.63</c:v>
                </c:pt>
                <c:pt idx="504">
                  <c:v>17.440000000000001</c:v>
                </c:pt>
                <c:pt idx="505">
                  <c:v>30.05</c:v>
                </c:pt>
                <c:pt idx="506">
                  <c:v>15.5</c:v>
                </c:pt>
                <c:pt idx="507">
                  <c:v>33.72</c:v>
                </c:pt>
                <c:pt idx="508">
                  <c:v>30.44</c:v>
                </c:pt>
                <c:pt idx="509">
                  <c:v>30.74</c:v>
                </c:pt>
                <c:pt idx="510">
                  <c:v>31.49</c:v>
                </c:pt>
                <c:pt idx="511">
                  <c:v>16.8</c:v>
                </c:pt>
                <c:pt idx="512">
                  <c:v>30.43</c:v>
                </c:pt>
                <c:pt idx="513">
                  <c:v>31.71</c:v>
                </c:pt>
                <c:pt idx="514">
                  <c:v>17.03</c:v>
                </c:pt>
                <c:pt idx="515">
                  <c:v>14.87</c:v>
                </c:pt>
                <c:pt idx="516">
                  <c:v>33.61</c:v>
                </c:pt>
                <c:pt idx="517">
                  <c:v>30.43</c:v>
                </c:pt>
                <c:pt idx="518">
                  <c:v>27.84</c:v>
                </c:pt>
                <c:pt idx="519">
                  <c:v>29.53</c:v>
                </c:pt>
                <c:pt idx="520">
                  <c:v>28.15</c:v>
                </c:pt>
                <c:pt idx="521">
                  <c:v>25.75</c:v>
                </c:pt>
                <c:pt idx="522">
                  <c:v>31.75</c:v>
                </c:pt>
                <c:pt idx="523">
                  <c:v>17.25</c:v>
                </c:pt>
                <c:pt idx="524">
                  <c:v>17.82</c:v>
                </c:pt>
                <c:pt idx="525">
                  <c:v>29.26</c:v>
                </c:pt>
                <c:pt idx="526">
                  <c:v>25.2</c:v>
                </c:pt>
                <c:pt idx="527">
                  <c:v>16.53</c:v>
                </c:pt>
                <c:pt idx="528">
                  <c:v>17.649999999999999</c:v>
                </c:pt>
                <c:pt idx="529">
                  <c:v>15.42</c:v>
                </c:pt>
                <c:pt idx="530">
                  <c:v>28.27</c:v>
                </c:pt>
                <c:pt idx="531">
                  <c:v>34.53</c:v>
                </c:pt>
                <c:pt idx="532">
                  <c:v>16.54</c:v>
                </c:pt>
                <c:pt idx="533">
                  <c:v>26.41</c:v>
                </c:pt>
                <c:pt idx="534">
                  <c:v>25.02</c:v>
                </c:pt>
                <c:pt idx="535">
                  <c:v>26.01</c:v>
                </c:pt>
                <c:pt idx="536">
                  <c:v>26.39</c:v>
                </c:pt>
                <c:pt idx="537">
                  <c:v>25.33</c:v>
                </c:pt>
                <c:pt idx="538">
                  <c:v>16.09</c:v>
                </c:pt>
                <c:pt idx="539">
                  <c:v>28.52</c:v>
                </c:pt>
                <c:pt idx="540">
                  <c:v>31.75</c:v>
                </c:pt>
                <c:pt idx="541">
                  <c:v>18.09</c:v>
                </c:pt>
                <c:pt idx="542">
                  <c:v>32.72</c:v>
                </c:pt>
                <c:pt idx="543">
                  <c:v>12.85</c:v>
                </c:pt>
                <c:pt idx="544">
                  <c:v>29.97</c:v>
                </c:pt>
                <c:pt idx="545">
                  <c:v>28.46</c:v>
                </c:pt>
                <c:pt idx="546">
                  <c:v>26.08</c:v>
                </c:pt>
                <c:pt idx="547">
                  <c:v>25.7</c:v>
                </c:pt>
                <c:pt idx="548">
                  <c:v>13.82</c:v>
                </c:pt>
                <c:pt idx="549">
                  <c:v>17.91</c:v>
                </c:pt>
                <c:pt idx="550">
                  <c:v>15.73</c:v>
                </c:pt>
                <c:pt idx="551">
                  <c:v>25.56</c:v>
                </c:pt>
                <c:pt idx="552">
                  <c:v>30.34</c:v>
                </c:pt>
                <c:pt idx="553">
                  <c:v>25.14</c:v>
                </c:pt>
                <c:pt idx="554">
                  <c:v>27.34</c:v>
                </c:pt>
                <c:pt idx="555">
                  <c:v>31.44</c:v>
                </c:pt>
                <c:pt idx="556">
                  <c:v>30.26</c:v>
                </c:pt>
                <c:pt idx="557">
                  <c:v>25.41</c:v>
                </c:pt>
                <c:pt idx="558">
                  <c:v>31.13</c:v>
                </c:pt>
                <c:pt idx="559">
                  <c:v>13.38</c:v>
                </c:pt>
                <c:pt idx="560">
                  <c:v>25.54</c:v>
                </c:pt>
                <c:pt idx="561">
                  <c:v>28.56</c:v>
                </c:pt>
                <c:pt idx="562">
                  <c:v>26.32</c:v>
                </c:pt>
                <c:pt idx="563">
                  <c:v>31.41</c:v>
                </c:pt>
                <c:pt idx="564">
                  <c:v>14.07</c:v>
                </c:pt>
                <c:pt idx="565">
                  <c:v>30.18</c:v>
                </c:pt>
                <c:pt idx="566">
                  <c:v>25.86</c:v>
                </c:pt>
                <c:pt idx="567">
                  <c:v>16.010000000000002</c:v>
                </c:pt>
                <c:pt idx="568">
                  <c:v>30.09</c:v>
                </c:pt>
                <c:pt idx="569">
                  <c:v>25.75</c:v>
                </c:pt>
                <c:pt idx="570">
                  <c:v>16.010000000000002</c:v>
                </c:pt>
                <c:pt idx="571">
                  <c:v>25.92</c:v>
                </c:pt>
                <c:pt idx="572">
                  <c:v>30.2</c:v>
                </c:pt>
                <c:pt idx="573">
                  <c:v>25.81</c:v>
                </c:pt>
                <c:pt idx="574">
                  <c:v>21.81</c:v>
                </c:pt>
                <c:pt idx="575">
                  <c:v>22.95</c:v>
                </c:pt>
                <c:pt idx="576">
                  <c:v>22.51</c:v>
                </c:pt>
                <c:pt idx="577">
                  <c:v>20.12</c:v>
                </c:pt>
                <c:pt idx="578">
                  <c:v>24.54</c:v>
                </c:pt>
                <c:pt idx="579">
                  <c:v>21.4</c:v>
                </c:pt>
                <c:pt idx="580">
                  <c:v>21.58</c:v>
                </c:pt>
                <c:pt idx="581">
                  <c:v>19.649999999999999</c:v>
                </c:pt>
                <c:pt idx="582">
                  <c:v>21.64</c:v>
                </c:pt>
                <c:pt idx="583">
                  <c:v>24.16</c:v>
                </c:pt>
                <c:pt idx="584">
                  <c:v>22.64</c:v>
                </c:pt>
                <c:pt idx="585">
                  <c:v>24.55</c:v>
                </c:pt>
                <c:pt idx="586">
                  <c:v>24.75</c:v>
                </c:pt>
                <c:pt idx="587">
                  <c:v>23.05</c:v>
                </c:pt>
                <c:pt idx="588">
                  <c:v>24.78</c:v>
                </c:pt>
                <c:pt idx="589">
                  <c:v>18.670000000000002</c:v>
                </c:pt>
                <c:pt idx="590">
                  <c:v>23.53</c:v>
                </c:pt>
                <c:pt idx="591">
                  <c:v>21.36</c:v>
                </c:pt>
                <c:pt idx="592">
                  <c:v>24.36</c:v>
                </c:pt>
                <c:pt idx="593">
                  <c:v>19.690000000000001</c:v>
                </c:pt>
                <c:pt idx="594">
                  <c:v>24.54</c:v>
                </c:pt>
                <c:pt idx="595">
                  <c:v>24.25</c:v>
                </c:pt>
                <c:pt idx="596">
                  <c:v>22.55</c:v>
                </c:pt>
                <c:pt idx="597">
                  <c:v>19.98</c:v>
                </c:pt>
                <c:pt idx="598">
                  <c:v>19.21</c:v>
                </c:pt>
                <c:pt idx="599">
                  <c:v>24.51</c:v>
                </c:pt>
                <c:pt idx="600">
                  <c:v>24.31</c:v>
                </c:pt>
                <c:pt idx="601">
                  <c:v>23.06</c:v>
                </c:pt>
                <c:pt idx="602">
                  <c:v>20.62</c:v>
                </c:pt>
                <c:pt idx="603">
                  <c:v>23.97</c:v>
                </c:pt>
                <c:pt idx="604">
                  <c:v>19.649999999999999</c:v>
                </c:pt>
                <c:pt idx="605">
                  <c:v>22.1</c:v>
                </c:pt>
                <c:pt idx="606">
                  <c:v>19.350000000000001</c:v>
                </c:pt>
                <c:pt idx="607">
                  <c:v>22.23</c:v>
                </c:pt>
                <c:pt idx="608">
                  <c:v>23.59</c:v>
                </c:pt>
                <c:pt idx="609">
                  <c:v>23.27</c:v>
                </c:pt>
                <c:pt idx="610">
                  <c:v>23.53</c:v>
                </c:pt>
                <c:pt idx="611">
                  <c:v>23.14</c:v>
                </c:pt>
                <c:pt idx="612">
                  <c:v>24.55</c:v>
                </c:pt>
                <c:pt idx="613">
                  <c:v>23.56</c:v>
                </c:pt>
                <c:pt idx="614">
                  <c:v>24.31</c:v>
                </c:pt>
                <c:pt idx="615">
                  <c:v>20.100000000000001</c:v>
                </c:pt>
                <c:pt idx="616">
                  <c:v>21.63</c:v>
                </c:pt>
                <c:pt idx="617">
                  <c:v>24.16</c:v>
                </c:pt>
                <c:pt idx="618">
                  <c:v>24.91</c:v>
                </c:pt>
                <c:pt idx="619">
                  <c:v>23.95</c:v>
                </c:pt>
                <c:pt idx="620">
                  <c:v>21.16</c:v>
                </c:pt>
                <c:pt idx="621">
                  <c:v>21.04</c:v>
                </c:pt>
                <c:pt idx="622">
                  <c:v>20.2</c:v>
                </c:pt>
                <c:pt idx="623">
                  <c:v>23.84</c:v>
                </c:pt>
                <c:pt idx="624">
                  <c:v>19.489999999999998</c:v>
                </c:pt>
                <c:pt idx="625">
                  <c:v>24.76</c:v>
                </c:pt>
                <c:pt idx="626">
                  <c:v>23.17</c:v>
                </c:pt>
                <c:pt idx="627">
                  <c:v>23.35</c:v>
                </c:pt>
                <c:pt idx="628">
                  <c:v>21</c:v>
                </c:pt>
                <c:pt idx="629">
                  <c:v>22.07</c:v>
                </c:pt>
                <c:pt idx="630">
                  <c:v>21.8</c:v>
                </c:pt>
                <c:pt idx="631">
                  <c:v>19.09</c:v>
                </c:pt>
                <c:pt idx="632">
                  <c:v>19.45</c:v>
                </c:pt>
                <c:pt idx="633">
                  <c:v>22.14</c:v>
                </c:pt>
                <c:pt idx="634">
                  <c:v>23.81</c:v>
                </c:pt>
                <c:pt idx="635">
                  <c:v>19.72</c:v>
                </c:pt>
                <c:pt idx="636">
                  <c:v>22.72</c:v>
                </c:pt>
                <c:pt idx="637">
                  <c:v>19.02</c:v>
                </c:pt>
                <c:pt idx="638">
                  <c:v>23.2</c:v>
                </c:pt>
                <c:pt idx="639">
                  <c:v>20.83</c:v>
                </c:pt>
                <c:pt idx="640">
                  <c:v>24.19</c:v>
                </c:pt>
                <c:pt idx="641">
                  <c:v>20.29</c:v>
                </c:pt>
                <c:pt idx="642">
                  <c:v>24.22</c:v>
                </c:pt>
                <c:pt idx="643">
                  <c:v>22.67</c:v>
                </c:pt>
                <c:pt idx="644">
                  <c:v>21.29</c:v>
                </c:pt>
                <c:pt idx="645">
                  <c:v>19.55</c:v>
                </c:pt>
                <c:pt idx="646">
                  <c:v>23.23</c:v>
                </c:pt>
                <c:pt idx="647">
                  <c:v>22.48</c:v>
                </c:pt>
                <c:pt idx="648">
                  <c:v>23.48</c:v>
                </c:pt>
                <c:pt idx="649">
                  <c:v>23.22</c:v>
                </c:pt>
                <c:pt idx="650">
                  <c:v>24.21</c:v>
                </c:pt>
                <c:pt idx="651">
                  <c:v>21.83</c:v>
                </c:pt>
                <c:pt idx="652">
                  <c:v>23.79</c:v>
                </c:pt>
                <c:pt idx="653">
                  <c:v>23.02</c:v>
                </c:pt>
                <c:pt idx="654">
                  <c:v>23.28</c:v>
                </c:pt>
                <c:pt idx="655">
                  <c:v>22.48</c:v>
                </c:pt>
                <c:pt idx="656">
                  <c:v>19.5</c:v>
                </c:pt>
                <c:pt idx="657">
                  <c:v>27.93</c:v>
                </c:pt>
                <c:pt idx="658">
                  <c:v>29.56</c:v>
                </c:pt>
                <c:pt idx="659">
                  <c:v>28.92</c:v>
                </c:pt>
                <c:pt idx="660">
                  <c:v>30.12</c:v>
                </c:pt>
                <c:pt idx="661">
                  <c:v>19.11</c:v>
                </c:pt>
                <c:pt idx="662">
                  <c:v>18.07</c:v>
                </c:pt>
                <c:pt idx="663">
                  <c:v>19.43</c:v>
                </c:pt>
                <c:pt idx="664">
                  <c:v>25.67</c:v>
                </c:pt>
                <c:pt idx="665">
                  <c:v>22.28</c:v>
                </c:pt>
                <c:pt idx="666">
                  <c:v>20.88</c:v>
                </c:pt>
                <c:pt idx="667">
                  <c:v>28.88</c:v>
                </c:pt>
                <c:pt idx="668">
                  <c:v>26.02</c:v>
                </c:pt>
                <c:pt idx="669">
                  <c:v>18.760000000000002</c:v>
                </c:pt>
                <c:pt idx="670">
                  <c:v>23.52</c:v>
                </c:pt>
                <c:pt idx="671">
                  <c:v>22.43</c:v>
                </c:pt>
                <c:pt idx="672">
                  <c:v>20.059999999999999</c:v>
                </c:pt>
                <c:pt idx="673">
                  <c:v>31.53</c:v>
                </c:pt>
                <c:pt idx="674">
                  <c:v>26.79</c:v>
                </c:pt>
                <c:pt idx="675">
                  <c:v>21.02</c:v>
                </c:pt>
                <c:pt idx="676">
                  <c:v>16.78</c:v>
                </c:pt>
                <c:pt idx="677">
                  <c:v>24.96</c:v>
                </c:pt>
                <c:pt idx="678">
                  <c:v>25.55</c:v>
                </c:pt>
                <c:pt idx="679">
                  <c:v>26.43</c:v>
                </c:pt>
                <c:pt idx="680">
                  <c:v>15.02</c:v>
                </c:pt>
                <c:pt idx="681">
                  <c:v>28.12</c:v>
                </c:pt>
                <c:pt idx="682">
                  <c:v>30.59</c:v>
                </c:pt>
                <c:pt idx="683">
                  <c:v>27.35</c:v>
                </c:pt>
                <c:pt idx="684">
                  <c:v>12.73</c:v>
                </c:pt>
                <c:pt idx="685">
                  <c:v>23.75</c:v>
                </c:pt>
                <c:pt idx="686">
                  <c:v>29.34</c:v>
                </c:pt>
                <c:pt idx="687">
                  <c:v>21.26</c:v>
                </c:pt>
                <c:pt idx="688">
                  <c:v>23.64</c:v>
                </c:pt>
                <c:pt idx="689">
                  <c:v>22.76</c:v>
                </c:pt>
                <c:pt idx="690">
                  <c:v>25.73</c:v>
                </c:pt>
                <c:pt idx="691">
                  <c:v>26.98</c:v>
                </c:pt>
                <c:pt idx="692">
                  <c:v>32.42</c:v>
                </c:pt>
                <c:pt idx="693">
                  <c:v>22.98</c:v>
                </c:pt>
                <c:pt idx="694">
                  <c:v>24.13</c:v>
                </c:pt>
                <c:pt idx="695">
                  <c:v>22.41</c:v>
                </c:pt>
                <c:pt idx="696">
                  <c:v>21.45</c:v>
                </c:pt>
                <c:pt idx="697">
                  <c:v>20.63</c:v>
                </c:pt>
                <c:pt idx="698">
                  <c:v>20.61</c:v>
                </c:pt>
                <c:pt idx="699">
                  <c:v>18.37</c:v>
                </c:pt>
                <c:pt idx="700">
                  <c:v>18.100000000000001</c:v>
                </c:pt>
                <c:pt idx="701">
                  <c:v>26.99</c:v>
                </c:pt>
                <c:pt idx="702">
                  <c:v>14.59</c:v>
                </c:pt>
                <c:pt idx="703">
                  <c:v>18.12</c:v>
                </c:pt>
                <c:pt idx="704">
                  <c:v>30.66</c:v>
                </c:pt>
                <c:pt idx="705">
                  <c:v>21.34</c:v>
                </c:pt>
                <c:pt idx="706">
                  <c:v>21.23</c:v>
                </c:pt>
                <c:pt idx="707">
                  <c:v>22.57</c:v>
                </c:pt>
                <c:pt idx="708">
                  <c:v>19.059999999999999</c:v>
                </c:pt>
                <c:pt idx="709">
                  <c:v>26.96</c:v>
                </c:pt>
                <c:pt idx="710">
                  <c:v>19.010000000000002</c:v>
                </c:pt>
                <c:pt idx="711">
                  <c:v>30.63</c:v>
                </c:pt>
                <c:pt idx="712">
                  <c:v>29.61</c:v>
                </c:pt>
                <c:pt idx="713">
                  <c:v>15.72</c:v>
                </c:pt>
                <c:pt idx="714">
                  <c:v>27.96</c:v>
                </c:pt>
                <c:pt idx="715">
                  <c:v>23.79</c:v>
                </c:pt>
                <c:pt idx="716">
                  <c:v>21.45</c:v>
                </c:pt>
                <c:pt idx="717">
                  <c:v>25.65</c:v>
                </c:pt>
                <c:pt idx="718">
                  <c:v>27.69</c:v>
                </c:pt>
                <c:pt idx="719">
                  <c:v>15.14</c:v>
                </c:pt>
                <c:pt idx="720">
                  <c:v>25.42</c:v>
                </c:pt>
                <c:pt idx="721">
                  <c:v>23.79</c:v>
                </c:pt>
                <c:pt idx="722">
                  <c:v>28.09</c:v>
                </c:pt>
                <c:pt idx="723">
                  <c:v>26.64</c:v>
                </c:pt>
                <c:pt idx="724">
                  <c:v>29.21</c:v>
                </c:pt>
                <c:pt idx="725">
                  <c:v>25.49</c:v>
                </c:pt>
                <c:pt idx="726">
                  <c:v>13.36</c:v>
                </c:pt>
                <c:pt idx="727">
                  <c:v>19.88</c:v>
                </c:pt>
                <c:pt idx="728">
                  <c:v>28.69</c:v>
                </c:pt>
                <c:pt idx="729">
                  <c:v>24.44</c:v>
                </c:pt>
                <c:pt idx="730">
                  <c:v>27.52</c:v>
                </c:pt>
                <c:pt idx="731">
                  <c:v>29.83</c:v>
                </c:pt>
                <c:pt idx="732">
                  <c:v>27.79</c:v>
                </c:pt>
                <c:pt idx="733">
                  <c:v>21.84</c:v>
                </c:pt>
                <c:pt idx="734">
                  <c:v>26.69</c:v>
                </c:pt>
                <c:pt idx="735">
                  <c:v>23.93</c:v>
                </c:pt>
                <c:pt idx="736">
                  <c:v>23.76</c:v>
                </c:pt>
                <c:pt idx="737">
                  <c:v>21.78</c:v>
                </c:pt>
                <c:pt idx="738">
                  <c:v>17.77</c:v>
                </c:pt>
                <c:pt idx="739">
                  <c:v>20.420000000000002</c:v>
                </c:pt>
                <c:pt idx="740">
                  <c:v>26.75</c:v>
                </c:pt>
                <c:pt idx="741">
                  <c:v>29.46</c:v>
                </c:pt>
                <c:pt idx="742">
                  <c:v>27.94</c:v>
                </c:pt>
                <c:pt idx="743">
                  <c:v>22.89</c:v>
                </c:pt>
                <c:pt idx="744">
                  <c:v>21.53</c:v>
                </c:pt>
                <c:pt idx="745">
                  <c:v>18.66</c:v>
                </c:pt>
                <c:pt idx="746">
                  <c:v>26.47</c:v>
                </c:pt>
                <c:pt idx="747">
                  <c:v>16.52</c:v>
                </c:pt>
                <c:pt idx="748">
                  <c:v>17.88</c:v>
                </c:pt>
                <c:pt idx="749">
                  <c:v>14.93</c:v>
                </c:pt>
                <c:pt idx="750">
                  <c:v>24.5</c:v>
                </c:pt>
                <c:pt idx="751">
                  <c:v>26.99</c:v>
                </c:pt>
                <c:pt idx="752">
                  <c:v>26.54</c:v>
                </c:pt>
                <c:pt idx="753">
                  <c:v>25.54</c:v>
                </c:pt>
                <c:pt idx="754">
                  <c:v>22.82</c:v>
                </c:pt>
                <c:pt idx="755">
                  <c:v>22.54</c:v>
                </c:pt>
                <c:pt idx="756">
                  <c:v>16.28</c:v>
                </c:pt>
                <c:pt idx="757">
                  <c:v>23.73</c:v>
                </c:pt>
                <c:pt idx="758">
                  <c:v>23.53</c:v>
                </c:pt>
                <c:pt idx="759">
                  <c:v>16.559999999999999</c:v>
                </c:pt>
                <c:pt idx="760">
                  <c:v>18.88</c:v>
                </c:pt>
                <c:pt idx="761">
                  <c:v>17.72</c:v>
                </c:pt>
                <c:pt idx="762">
                  <c:v>26.22</c:v>
                </c:pt>
                <c:pt idx="763">
                  <c:v>22.79</c:v>
                </c:pt>
                <c:pt idx="764">
                  <c:v>19.45</c:v>
                </c:pt>
                <c:pt idx="765">
                  <c:v>13.51</c:v>
                </c:pt>
                <c:pt idx="766">
                  <c:v>25.69</c:v>
                </c:pt>
                <c:pt idx="767">
                  <c:v>23.81</c:v>
                </c:pt>
                <c:pt idx="768">
                  <c:v>15.61</c:v>
                </c:pt>
                <c:pt idx="769">
                  <c:v>22.26</c:v>
                </c:pt>
                <c:pt idx="770">
                  <c:v>19.690000000000001</c:v>
                </c:pt>
                <c:pt idx="771">
                  <c:v>18.53</c:v>
                </c:pt>
                <c:pt idx="772">
                  <c:v>32.340000000000003</c:v>
                </c:pt>
                <c:pt idx="773">
                  <c:v>35.93</c:v>
                </c:pt>
                <c:pt idx="774">
                  <c:v>17.920000000000002</c:v>
                </c:pt>
                <c:pt idx="775">
                  <c:v>19.690000000000001</c:v>
                </c:pt>
                <c:pt idx="776">
                  <c:v>22.17</c:v>
                </c:pt>
                <c:pt idx="777">
                  <c:v>38.159999999999997</c:v>
                </c:pt>
                <c:pt idx="778">
                  <c:v>15.43</c:v>
                </c:pt>
                <c:pt idx="779">
                  <c:v>33.4</c:v>
                </c:pt>
                <c:pt idx="780">
                  <c:v>20.38</c:v>
                </c:pt>
                <c:pt idx="781">
                  <c:v>17.7</c:v>
                </c:pt>
                <c:pt idx="782">
                  <c:v>33.799999999999997</c:v>
                </c:pt>
                <c:pt idx="783">
                  <c:v>17.32</c:v>
                </c:pt>
                <c:pt idx="784">
                  <c:v>13.81</c:v>
                </c:pt>
                <c:pt idx="785">
                  <c:v>18.239999999999998</c:v>
                </c:pt>
                <c:pt idx="786">
                  <c:v>20.7</c:v>
                </c:pt>
                <c:pt idx="787">
                  <c:v>15.75</c:v>
                </c:pt>
                <c:pt idx="788">
                  <c:v>20.14</c:v>
                </c:pt>
                <c:pt idx="789">
                  <c:v>18.440000000000001</c:v>
                </c:pt>
                <c:pt idx="790">
                  <c:v>23.8</c:v>
                </c:pt>
                <c:pt idx="791">
                  <c:v>20.76</c:v>
                </c:pt>
                <c:pt idx="792">
                  <c:v>40.1</c:v>
                </c:pt>
                <c:pt idx="793">
                  <c:v>34.18</c:v>
                </c:pt>
                <c:pt idx="794">
                  <c:v>22.19</c:v>
                </c:pt>
                <c:pt idx="795">
                  <c:v>34.06</c:v>
                </c:pt>
                <c:pt idx="796">
                  <c:v>45.43</c:v>
                </c:pt>
                <c:pt idx="797">
                  <c:v>23.88</c:v>
                </c:pt>
                <c:pt idx="798">
                  <c:v>31.61</c:v>
                </c:pt>
                <c:pt idx="799">
                  <c:v>18.190000000000001</c:v>
                </c:pt>
                <c:pt idx="800">
                  <c:v>21.16</c:v>
                </c:pt>
                <c:pt idx="801">
                  <c:v>12.32</c:v>
                </c:pt>
                <c:pt idx="802">
                  <c:v>13.95</c:v>
                </c:pt>
                <c:pt idx="803">
                  <c:v>22.44</c:v>
                </c:pt>
                <c:pt idx="804">
                  <c:v>23.64</c:v>
                </c:pt>
                <c:pt idx="805">
                  <c:v>36.29</c:v>
                </c:pt>
                <c:pt idx="806">
                  <c:v>45.14</c:v>
                </c:pt>
                <c:pt idx="807">
                  <c:v>31.4</c:v>
                </c:pt>
                <c:pt idx="808">
                  <c:v>16.66</c:v>
                </c:pt>
                <c:pt idx="809">
                  <c:v>22.96</c:v>
                </c:pt>
                <c:pt idx="810">
                  <c:v>23.7</c:v>
                </c:pt>
                <c:pt idx="811">
                  <c:v>37.76</c:v>
                </c:pt>
                <c:pt idx="812">
                  <c:v>36.25</c:v>
                </c:pt>
                <c:pt idx="813">
                  <c:v>23.79</c:v>
                </c:pt>
                <c:pt idx="814">
                  <c:v>24.23</c:v>
                </c:pt>
                <c:pt idx="815">
                  <c:v>41.6</c:v>
                </c:pt>
                <c:pt idx="816">
                  <c:v>42.3</c:v>
                </c:pt>
                <c:pt idx="817">
                  <c:v>20.55</c:v>
                </c:pt>
                <c:pt idx="818">
                  <c:v>17.89</c:v>
                </c:pt>
                <c:pt idx="819">
                  <c:v>32.51</c:v>
                </c:pt>
                <c:pt idx="820">
                  <c:v>13.98</c:v>
                </c:pt>
                <c:pt idx="821">
                  <c:v>30.89</c:v>
                </c:pt>
                <c:pt idx="822">
                  <c:v>19.37</c:v>
                </c:pt>
                <c:pt idx="823">
                  <c:v>24.37</c:v>
                </c:pt>
                <c:pt idx="824">
                  <c:v>15.31</c:v>
                </c:pt>
                <c:pt idx="825">
                  <c:v>20.86</c:v>
                </c:pt>
                <c:pt idx="826">
                  <c:v>40.26</c:v>
                </c:pt>
                <c:pt idx="827">
                  <c:v>22.31</c:v>
                </c:pt>
                <c:pt idx="828">
                  <c:v>30.4</c:v>
                </c:pt>
                <c:pt idx="829">
                  <c:v>23.09</c:v>
                </c:pt>
                <c:pt idx="830">
                  <c:v>33.5</c:v>
                </c:pt>
                <c:pt idx="831">
                  <c:v>35.79</c:v>
                </c:pt>
                <c:pt idx="832">
                  <c:v>23.74</c:v>
                </c:pt>
                <c:pt idx="833">
                  <c:v>33.33</c:v>
                </c:pt>
                <c:pt idx="834">
                  <c:v>21.78</c:v>
                </c:pt>
                <c:pt idx="835">
                  <c:v>31.26</c:v>
                </c:pt>
                <c:pt idx="836">
                  <c:v>20.55</c:v>
                </c:pt>
                <c:pt idx="837">
                  <c:v>14.54</c:v>
                </c:pt>
                <c:pt idx="838">
                  <c:v>12.47</c:v>
                </c:pt>
                <c:pt idx="839">
                  <c:v>22.69</c:v>
                </c:pt>
                <c:pt idx="840">
                  <c:v>38.76</c:v>
                </c:pt>
                <c:pt idx="841">
                  <c:v>30.64</c:v>
                </c:pt>
                <c:pt idx="842">
                  <c:v>19.88</c:v>
                </c:pt>
                <c:pt idx="843">
                  <c:v>19.670000000000002</c:v>
                </c:pt>
                <c:pt idx="844">
                  <c:v>14.61</c:v>
                </c:pt>
                <c:pt idx="845">
                  <c:v>36.450000000000003</c:v>
                </c:pt>
                <c:pt idx="846">
                  <c:v>23.51</c:v>
                </c:pt>
                <c:pt idx="847">
                  <c:v>21.26</c:v>
                </c:pt>
                <c:pt idx="848">
                  <c:v>31.31</c:v>
                </c:pt>
                <c:pt idx="849">
                  <c:v>20.16</c:v>
                </c:pt>
                <c:pt idx="850">
                  <c:v>32.659999999999997</c:v>
                </c:pt>
                <c:pt idx="851">
                  <c:v>20.38</c:v>
                </c:pt>
                <c:pt idx="852">
                  <c:v>17.61</c:v>
                </c:pt>
                <c:pt idx="853">
                  <c:v>34.92</c:v>
                </c:pt>
                <c:pt idx="854">
                  <c:v>24.25</c:v>
                </c:pt>
                <c:pt idx="855">
                  <c:v>21.72</c:v>
                </c:pt>
                <c:pt idx="856">
                  <c:v>24.34</c:v>
                </c:pt>
                <c:pt idx="857">
                  <c:v>41.56</c:v>
                </c:pt>
                <c:pt idx="858">
                  <c:v>20.28</c:v>
                </c:pt>
                <c:pt idx="859">
                  <c:v>44.1</c:v>
                </c:pt>
                <c:pt idx="860">
                  <c:v>33.380000000000003</c:v>
                </c:pt>
                <c:pt idx="861">
                  <c:v>14.36</c:v>
                </c:pt>
                <c:pt idx="862">
                  <c:v>19.440000000000001</c:v>
                </c:pt>
                <c:pt idx="863">
                  <c:v>22.51</c:v>
                </c:pt>
                <c:pt idx="864">
                  <c:v>40.71</c:v>
                </c:pt>
                <c:pt idx="865">
                  <c:v>18.670000000000002</c:v>
                </c:pt>
                <c:pt idx="866">
                  <c:v>29.26</c:v>
                </c:pt>
                <c:pt idx="867">
                  <c:v>15.59</c:v>
                </c:pt>
                <c:pt idx="868">
                  <c:v>19.739999999999998</c:v>
                </c:pt>
                <c:pt idx="869">
                  <c:v>21.8</c:v>
                </c:pt>
                <c:pt idx="870">
                  <c:v>29.95</c:v>
                </c:pt>
                <c:pt idx="871">
                  <c:v>19.760000000000002</c:v>
                </c:pt>
                <c:pt idx="872">
                  <c:v>39.159999999999997</c:v>
                </c:pt>
                <c:pt idx="873">
                  <c:v>21.87</c:v>
                </c:pt>
                <c:pt idx="874">
                  <c:v>26.77</c:v>
                </c:pt>
                <c:pt idx="875">
                  <c:v>12.67</c:v>
                </c:pt>
                <c:pt idx="876">
                  <c:v>25.85</c:v>
                </c:pt>
                <c:pt idx="877">
                  <c:v>35.18</c:v>
                </c:pt>
                <c:pt idx="878">
                  <c:v>32.69</c:v>
                </c:pt>
                <c:pt idx="879">
                  <c:v>36.020000000000003</c:v>
                </c:pt>
                <c:pt idx="880">
                  <c:v>20.2</c:v>
                </c:pt>
                <c:pt idx="881">
                  <c:v>28.05</c:v>
                </c:pt>
                <c:pt idx="882">
                  <c:v>21.27</c:v>
                </c:pt>
                <c:pt idx="883">
                  <c:v>18.39</c:v>
                </c:pt>
                <c:pt idx="884">
                  <c:v>21.26</c:v>
                </c:pt>
                <c:pt idx="885">
                  <c:v>34.68</c:v>
                </c:pt>
                <c:pt idx="886">
                  <c:v>20.75</c:v>
                </c:pt>
                <c:pt idx="887">
                  <c:v>20.71</c:v>
                </c:pt>
                <c:pt idx="888">
                  <c:v>17.93</c:v>
                </c:pt>
                <c:pt idx="889">
                  <c:v>34.29</c:v>
                </c:pt>
                <c:pt idx="890">
                  <c:v>26.84</c:v>
                </c:pt>
                <c:pt idx="891">
                  <c:v>40.090000000000003</c:v>
                </c:pt>
                <c:pt idx="892">
                  <c:v>23.73</c:v>
                </c:pt>
                <c:pt idx="893">
                  <c:v>17.600000000000001</c:v>
                </c:pt>
                <c:pt idx="894">
                  <c:v>26.64</c:v>
                </c:pt>
                <c:pt idx="895">
                  <c:v>21.07</c:v>
                </c:pt>
                <c:pt idx="896">
                  <c:v>18.350000000000001</c:v>
                </c:pt>
                <c:pt idx="897">
                  <c:v>32.700000000000003</c:v>
                </c:pt>
                <c:pt idx="898">
                  <c:v>33.450000000000003</c:v>
                </c:pt>
                <c:pt idx="899">
                  <c:v>25.98</c:v>
                </c:pt>
                <c:pt idx="900">
                  <c:v>27.66</c:v>
                </c:pt>
                <c:pt idx="901">
                  <c:v>17.510000000000002</c:v>
                </c:pt>
                <c:pt idx="902">
                  <c:v>14.85</c:v>
                </c:pt>
                <c:pt idx="903">
                  <c:v>16.5</c:v>
                </c:pt>
                <c:pt idx="904">
                  <c:v>29.1</c:v>
                </c:pt>
                <c:pt idx="905">
                  <c:v>15.49</c:v>
                </c:pt>
                <c:pt idx="906">
                  <c:v>27.74</c:v>
                </c:pt>
                <c:pt idx="907">
                  <c:v>37.74</c:v>
                </c:pt>
                <c:pt idx="908">
                  <c:v>23.94</c:v>
                </c:pt>
                <c:pt idx="909">
                  <c:v>30.07</c:v>
                </c:pt>
                <c:pt idx="910">
                  <c:v>24.28</c:v>
                </c:pt>
                <c:pt idx="911">
                  <c:v>28.41</c:v>
                </c:pt>
                <c:pt idx="912">
                  <c:v>42.63</c:v>
                </c:pt>
                <c:pt idx="913">
                  <c:v>32.69</c:v>
                </c:pt>
                <c:pt idx="914">
                  <c:v>37.869999999999997</c:v>
                </c:pt>
                <c:pt idx="915">
                  <c:v>21.48</c:v>
                </c:pt>
                <c:pt idx="916">
                  <c:v>34.83</c:v>
                </c:pt>
                <c:pt idx="917">
                  <c:v>32.24</c:v>
                </c:pt>
                <c:pt idx="918">
                  <c:v>46.9</c:v>
                </c:pt>
                <c:pt idx="919">
                  <c:v>29.49</c:v>
                </c:pt>
                <c:pt idx="920">
                  <c:v>20.83</c:v>
                </c:pt>
                <c:pt idx="921">
                  <c:v>22.64</c:v>
                </c:pt>
                <c:pt idx="922">
                  <c:v>25.62</c:v>
                </c:pt>
                <c:pt idx="923">
                  <c:v>26.1</c:v>
                </c:pt>
                <c:pt idx="924">
                  <c:v>36.950000000000003</c:v>
                </c:pt>
                <c:pt idx="925">
                  <c:v>28.97</c:v>
                </c:pt>
                <c:pt idx="926">
                  <c:v>29.98</c:v>
                </c:pt>
                <c:pt idx="927">
                  <c:v>30.47</c:v>
                </c:pt>
                <c:pt idx="928">
                  <c:v>14.6</c:v>
                </c:pt>
                <c:pt idx="929">
                  <c:v>38.49</c:v>
                </c:pt>
                <c:pt idx="930">
                  <c:v>37.979999999999997</c:v>
                </c:pt>
                <c:pt idx="931">
                  <c:v>21.67</c:v>
                </c:pt>
                <c:pt idx="932">
                  <c:v>22.31</c:v>
                </c:pt>
                <c:pt idx="933">
                  <c:v>26.68</c:v>
                </c:pt>
                <c:pt idx="934">
                  <c:v>30.19</c:v>
                </c:pt>
                <c:pt idx="935">
                  <c:v>23.1</c:v>
                </c:pt>
                <c:pt idx="936">
                  <c:v>16.97</c:v>
                </c:pt>
                <c:pt idx="937">
                  <c:v>15.51</c:v>
                </c:pt>
                <c:pt idx="938">
                  <c:v>27.85</c:v>
                </c:pt>
                <c:pt idx="939">
                  <c:v>18.45</c:v>
                </c:pt>
                <c:pt idx="940">
                  <c:v>20.11</c:v>
                </c:pt>
                <c:pt idx="941">
                  <c:v>34.5</c:v>
                </c:pt>
                <c:pt idx="942">
                  <c:v>29.88</c:v>
                </c:pt>
                <c:pt idx="943">
                  <c:v>28.78</c:v>
                </c:pt>
                <c:pt idx="944">
                  <c:v>28.02</c:v>
                </c:pt>
                <c:pt idx="945">
                  <c:v>39.299999999999997</c:v>
                </c:pt>
                <c:pt idx="946">
                  <c:v>15.92</c:v>
                </c:pt>
                <c:pt idx="947">
                  <c:v>21.06</c:v>
                </c:pt>
                <c:pt idx="948">
                  <c:v>24.36</c:v>
                </c:pt>
                <c:pt idx="949">
                  <c:v>24.78</c:v>
                </c:pt>
                <c:pt idx="950">
                  <c:v>31.3</c:v>
                </c:pt>
                <c:pt idx="951">
                  <c:v>20.76</c:v>
                </c:pt>
                <c:pt idx="952">
                  <c:v>23.75</c:v>
                </c:pt>
                <c:pt idx="953">
                  <c:v>25.11</c:v>
                </c:pt>
                <c:pt idx="954">
                  <c:v>27.92</c:v>
                </c:pt>
                <c:pt idx="955">
                  <c:v>20.07</c:v>
                </c:pt>
                <c:pt idx="956">
                  <c:v>33.97</c:v>
                </c:pt>
                <c:pt idx="957">
                  <c:v>27.58</c:v>
                </c:pt>
                <c:pt idx="958">
                  <c:v>21.67</c:v>
                </c:pt>
                <c:pt idx="959">
                  <c:v>14.3</c:v>
                </c:pt>
                <c:pt idx="960">
                  <c:v>33.07</c:v>
                </c:pt>
                <c:pt idx="961">
                  <c:v>22.15</c:v>
                </c:pt>
                <c:pt idx="962">
                  <c:v>30.49</c:v>
                </c:pt>
                <c:pt idx="963">
                  <c:v>13.23</c:v>
                </c:pt>
                <c:pt idx="964">
                  <c:v>40.79</c:v>
                </c:pt>
                <c:pt idx="965">
                  <c:v>44.26</c:v>
                </c:pt>
                <c:pt idx="966">
                  <c:v>16.23</c:v>
                </c:pt>
                <c:pt idx="967">
                  <c:v>27.84</c:v>
                </c:pt>
                <c:pt idx="968">
                  <c:v>46.94</c:v>
                </c:pt>
                <c:pt idx="969">
                  <c:v>18.46</c:v>
                </c:pt>
                <c:pt idx="970">
                  <c:v>28.44</c:v>
                </c:pt>
                <c:pt idx="971">
                  <c:v>21.34</c:v>
                </c:pt>
                <c:pt idx="972">
                  <c:v>40.090000000000003</c:v>
                </c:pt>
              </c:numCache>
            </c:numRef>
          </c:xVal>
          <c:yVal>
            <c:numRef>
              <c:f>'Sub-Dataset'!$AB$3:$AB$975</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21.7</c:v>
                </c:pt>
                <c:pt idx="216">
                  <c:v>0</c:v>
                </c:pt>
                <c:pt idx="217">
                  <c:v>0</c:v>
                </c:pt>
                <c:pt idx="218">
                  <c:v>0</c:v>
                </c:pt>
                <c:pt idx="219">
                  <c:v>20.8</c:v>
                </c:pt>
                <c:pt idx="220">
                  <c:v>0</c:v>
                </c:pt>
                <c:pt idx="221">
                  <c:v>0</c:v>
                </c:pt>
                <c:pt idx="222">
                  <c:v>0</c:v>
                </c:pt>
                <c:pt idx="223">
                  <c:v>20.399999999999999</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23.2</c:v>
                </c:pt>
                <c:pt idx="242">
                  <c:v>0</c:v>
                </c:pt>
                <c:pt idx="243">
                  <c:v>0</c:v>
                </c:pt>
                <c:pt idx="244">
                  <c:v>0</c:v>
                </c:pt>
                <c:pt idx="245">
                  <c:v>0</c:v>
                </c:pt>
                <c:pt idx="246">
                  <c:v>20.5</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24.4</c:v>
                </c:pt>
                <c:pt idx="273">
                  <c:v>0</c:v>
                </c:pt>
                <c:pt idx="274">
                  <c:v>0</c:v>
                </c:pt>
                <c:pt idx="275">
                  <c:v>0</c:v>
                </c:pt>
                <c:pt idx="276">
                  <c:v>0</c:v>
                </c:pt>
                <c:pt idx="277">
                  <c:v>24.4</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23.1</c:v>
                </c:pt>
                <c:pt idx="292">
                  <c:v>23.3</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20.6</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24.1</c:v>
                </c:pt>
                <c:pt idx="328">
                  <c:v>0</c:v>
                </c:pt>
                <c:pt idx="329">
                  <c:v>0</c:v>
                </c:pt>
                <c:pt idx="330">
                  <c:v>0</c:v>
                </c:pt>
                <c:pt idx="331">
                  <c:v>0</c:v>
                </c:pt>
                <c:pt idx="332">
                  <c:v>0</c:v>
                </c:pt>
                <c:pt idx="333">
                  <c:v>0</c:v>
                </c:pt>
                <c:pt idx="334">
                  <c:v>0</c:v>
                </c:pt>
                <c:pt idx="335">
                  <c:v>0</c:v>
                </c:pt>
                <c:pt idx="336">
                  <c:v>0</c:v>
                </c:pt>
                <c:pt idx="337">
                  <c:v>0</c:v>
                </c:pt>
                <c:pt idx="338">
                  <c:v>0</c:v>
                </c:pt>
                <c:pt idx="339">
                  <c:v>21.2</c:v>
                </c:pt>
                <c:pt idx="340">
                  <c:v>0</c:v>
                </c:pt>
                <c:pt idx="341">
                  <c:v>0</c:v>
                </c:pt>
                <c:pt idx="342">
                  <c:v>0</c:v>
                </c:pt>
                <c:pt idx="343">
                  <c:v>0</c:v>
                </c:pt>
                <c:pt idx="344">
                  <c:v>0</c:v>
                </c:pt>
                <c:pt idx="345">
                  <c:v>0</c:v>
                </c:pt>
                <c:pt idx="346">
                  <c:v>0</c:v>
                </c:pt>
                <c:pt idx="347">
                  <c:v>22.1</c:v>
                </c:pt>
                <c:pt idx="348">
                  <c:v>0</c:v>
                </c:pt>
                <c:pt idx="349">
                  <c:v>0</c:v>
                </c:pt>
                <c:pt idx="350">
                  <c:v>0</c:v>
                </c:pt>
                <c:pt idx="351">
                  <c:v>0</c:v>
                </c:pt>
                <c:pt idx="352">
                  <c:v>0</c:v>
                </c:pt>
                <c:pt idx="353">
                  <c:v>0</c:v>
                </c:pt>
                <c:pt idx="354">
                  <c:v>0</c:v>
                </c:pt>
                <c:pt idx="355">
                  <c:v>0</c:v>
                </c:pt>
                <c:pt idx="356">
                  <c:v>0</c:v>
                </c:pt>
                <c:pt idx="357">
                  <c:v>20.399999999999999</c:v>
                </c:pt>
                <c:pt idx="358">
                  <c:v>0</c:v>
                </c:pt>
                <c:pt idx="359">
                  <c:v>0</c:v>
                </c:pt>
                <c:pt idx="360">
                  <c:v>0</c:v>
                </c:pt>
                <c:pt idx="361">
                  <c:v>0</c:v>
                </c:pt>
                <c:pt idx="362">
                  <c:v>0</c:v>
                </c:pt>
                <c:pt idx="363">
                  <c:v>20.5</c:v>
                </c:pt>
                <c:pt idx="364">
                  <c:v>0</c:v>
                </c:pt>
                <c:pt idx="365">
                  <c:v>0</c:v>
                </c:pt>
                <c:pt idx="366">
                  <c:v>0</c:v>
                </c:pt>
                <c:pt idx="367">
                  <c:v>0</c:v>
                </c:pt>
                <c:pt idx="368">
                  <c:v>0</c:v>
                </c:pt>
                <c:pt idx="369">
                  <c:v>0</c:v>
                </c:pt>
                <c:pt idx="370">
                  <c:v>0</c:v>
                </c:pt>
                <c:pt idx="371">
                  <c:v>21.7</c:v>
                </c:pt>
                <c:pt idx="372">
                  <c:v>0</c:v>
                </c:pt>
                <c:pt idx="373">
                  <c:v>0</c:v>
                </c:pt>
                <c:pt idx="374">
                  <c:v>0</c:v>
                </c:pt>
                <c:pt idx="375">
                  <c:v>0</c:v>
                </c:pt>
                <c:pt idx="376">
                  <c:v>0</c:v>
                </c:pt>
                <c:pt idx="377">
                  <c:v>0</c:v>
                </c:pt>
                <c:pt idx="378">
                  <c:v>0</c:v>
                </c:pt>
                <c:pt idx="379">
                  <c:v>0</c:v>
                </c:pt>
                <c:pt idx="380">
                  <c:v>0</c:v>
                </c:pt>
                <c:pt idx="381">
                  <c:v>0</c:v>
                </c:pt>
                <c:pt idx="382">
                  <c:v>24.9</c:v>
                </c:pt>
                <c:pt idx="383">
                  <c:v>21.4</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29.3</c:v>
                </c:pt>
                <c:pt idx="793">
                  <c:v>0</c:v>
                </c:pt>
                <c:pt idx="794">
                  <c:v>0</c:v>
                </c:pt>
                <c:pt idx="795">
                  <c:v>0</c:v>
                </c:pt>
                <c:pt idx="796">
                  <c:v>29.8</c:v>
                </c:pt>
                <c:pt idx="797">
                  <c:v>0</c:v>
                </c:pt>
                <c:pt idx="798">
                  <c:v>0</c:v>
                </c:pt>
                <c:pt idx="799">
                  <c:v>0</c:v>
                </c:pt>
                <c:pt idx="800">
                  <c:v>0</c:v>
                </c:pt>
                <c:pt idx="801">
                  <c:v>0</c:v>
                </c:pt>
                <c:pt idx="802">
                  <c:v>0</c:v>
                </c:pt>
                <c:pt idx="803">
                  <c:v>0</c:v>
                </c:pt>
                <c:pt idx="804">
                  <c:v>0</c:v>
                </c:pt>
                <c:pt idx="805">
                  <c:v>0</c:v>
                </c:pt>
                <c:pt idx="806">
                  <c:v>25.1</c:v>
                </c:pt>
                <c:pt idx="807">
                  <c:v>0</c:v>
                </c:pt>
                <c:pt idx="808">
                  <c:v>0</c:v>
                </c:pt>
                <c:pt idx="809">
                  <c:v>0</c:v>
                </c:pt>
                <c:pt idx="810">
                  <c:v>0</c:v>
                </c:pt>
                <c:pt idx="811">
                  <c:v>0</c:v>
                </c:pt>
                <c:pt idx="812">
                  <c:v>0</c:v>
                </c:pt>
                <c:pt idx="813">
                  <c:v>0</c:v>
                </c:pt>
                <c:pt idx="814">
                  <c:v>0</c:v>
                </c:pt>
                <c:pt idx="815">
                  <c:v>27.3</c:v>
                </c:pt>
                <c:pt idx="816">
                  <c:v>25</c:v>
                </c:pt>
                <c:pt idx="817">
                  <c:v>0</c:v>
                </c:pt>
                <c:pt idx="818">
                  <c:v>0</c:v>
                </c:pt>
                <c:pt idx="819">
                  <c:v>0</c:v>
                </c:pt>
                <c:pt idx="820">
                  <c:v>0</c:v>
                </c:pt>
                <c:pt idx="821">
                  <c:v>0</c:v>
                </c:pt>
                <c:pt idx="822">
                  <c:v>0</c:v>
                </c:pt>
                <c:pt idx="823">
                  <c:v>0</c:v>
                </c:pt>
                <c:pt idx="824">
                  <c:v>0</c:v>
                </c:pt>
                <c:pt idx="825">
                  <c:v>0</c:v>
                </c:pt>
                <c:pt idx="826">
                  <c:v>29.3</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28.5</c:v>
                </c:pt>
                <c:pt idx="858">
                  <c:v>0</c:v>
                </c:pt>
                <c:pt idx="859">
                  <c:v>25.6</c:v>
                </c:pt>
                <c:pt idx="860">
                  <c:v>0</c:v>
                </c:pt>
                <c:pt idx="861">
                  <c:v>0</c:v>
                </c:pt>
                <c:pt idx="862">
                  <c:v>0</c:v>
                </c:pt>
                <c:pt idx="863">
                  <c:v>0</c:v>
                </c:pt>
                <c:pt idx="864">
                  <c:v>27.1</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27.6</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27.3</c:v>
                </c:pt>
                <c:pt idx="913">
                  <c:v>0</c:v>
                </c:pt>
                <c:pt idx="914">
                  <c:v>0</c:v>
                </c:pt>
                <c:pt idx="915">
                  <c:v>0</c:v>
                </c:pt>
                <c:pt idx="916">
                  <c:v>0</c:v>
                </c:pt>
                <c:pt idx="917">
                  <c:v>0</c:v>
                </c:pt>
                <c:pt idx="918">
                  <c:v>27.6</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27.3</c:v>
                </c:pt>
                <c:pt idx="965">
                  <c:v>29.5</c:v>
                </c:pt>
                <c:pt idx="966">
                  <c:v>0</c:v>
                </c:pt>
                <c:pt idx="967">
                  <c:v>0</c:v>
                </c:pt>
                <c:pt idx="968">
                  <c:v>28.7</c:v>
                </c:pt>
                <c:pt idx="969">
                  <c:v>0</c:v>
                </c:pt>
                <c:pt idx="970">
                  <c:v>0</c:v>
                </c:pt>
                <c:pt idx="971">
                  <c:v>0</c:v>
                </c:pt>
                <c:pt idx="972">
                  <c:v>25.9</c:v>
                </c:pt>
              </c:numCache>
            </c:numRef>
          </c:yVal>
          <c:smooth val="0"/>
          <c:extLst>
            <c:ext xmlns:c16="http://schemas.microsoft.com/office/drawing/2014/chart" uri="{C3380CC4-5D6E-409C-BE32-E72D297353CC}">
              <c16:uniqueId val="{00000006-C162-4DD6-9BF3-9E290A925409}"/>
            </c:ext>
          </c:extLst>
        </c:ser>
        <c:dLbls>
          <c:showLegendKey val="0"/>
          <c:showVal val="0"/>
          <c:showCatName val="0"/>
          <c:showSerName val="0"/>
          <c:showPercent val="0"/>
          <c:showBubbleSize val="0"/>
        </c:dLbls>
        <c:axId val="1926665296"/>
        <c:axId val="1926671536"/>
      </c:scatterChart>
      <c:valAx>
        <c:axId val="192666529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BMI Level</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6671536"/>
        <c:crosses val="autoZero"/>
        <c:crossBetween val="midCat"/>
      </c:valAx>
      <c:valAx>
        <c:axId val="1926671536"/>
        <c:scaling>
          <c:orientation val="minMax"/>
          <c:min val="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Fat %</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666529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Exp Level: Workout Freq &amp; Session Duration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1916159132806804E-2"/>
          <c:y val="0.15225297727290313"/>
          <c:w val="0.87488613172926644"/>
          <c:h val="0.55347261380459678"/>
        </c:manualLayout>
      </c:layout>
      <c:scatterChart>
        <c:scatterStyle val="lineMarker"/>
        <c:varyColors val="0"/>
        <c:ser>
          <c:idx val="0"/>
          <c:order val="0"/>
          <c:tx>
            <c:strRef>
              <c:f>'Sub-Dataset'!$AI$2</c:f>
              <c:strCache>
                <c:ptCount val="1"/>
                <c:pt idx="0">
                  <c:v>Level 1</c:v>
                </c:pt>
              </c:strCache>
            </c:strRef>
          </c:tx>
          <c:spPr>
            <a:ln w="19050" cap="rnd">
              <a:noFill/>
              <a:round/>
            </a:ln>
            <a:effectLst/>
          </c:spPr>
          <c:marker>
            <c:symbol val="circle"/>
            <c:size val="5"/>
            <c:spPr>
              <a:solidFill>
                <a:schemeClr val="accent1"/>
              </a:solidFill>
              <a:ln w="9525">
                <a:solidFill>
                  <a:schemeClr val="accent1"/>
                </a:solidFill>
              </a:ln>
              <a:effectLst/>
            </c:spPr>
          </c:marker>
          <c:xVal>
            <c:numRef>
              <c:f>'Sub-Dataset'!$AH$3:$AH$975</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'Sub-Dataset'!$AI$3:$AI$975</c:f>
              <c:numCache>
                <c:formatCode>General</c:formatCode>
                <c:ptCount val="973"/>
                <c:pt idx="0">
                  <c:v>0</c:v>
                </c:pt>
                <c:pt idx="1">
                  <c:v>3</c:v>
                </c:pt>
                <c:pt idx="2">
                  <c:v>2</c:v>
                </c:pt>
                <c:pt idx="3">
                  <c:v>2</c:v>
                </c:pt>
                <c:pt idx="4">
                  <c:v>3</c:v>
                </c:pt>
                <c:pt idx="5">
                  <c:v>3</c:v>
                </c:pt>
                <c:pt idx="6">
                  <c:v>0</c:v>
                </c:pt>
                <c:pt idx="7">
                  <c:v>0</c:v>
                </c:pt>
                <c:pt idx="8">
                  <c:v>0</c:v>
                </c:pt>
                <c:pt idx="9">
                  <c:v>0</c:v>
                </c:pt>
                <c:pt idx="10">
                  <c:v>3</c:v>
                </c:pt>
                <c:pt idx="11">
                  <c:v>0</c:v>
                </c:pt>
                <c:pt idx="12">
                  <c:v>0</c:v>
                </c:pt>
                <c:pt idx="13">
                  <c:v>0</c:v>
                </c:pt>
                <c:pt idx="14">
                  <c:v>0</c:v>
                </c:pt>
                <c:pt idx="15">
                  <c:v>2</c:v>
                </c:pt>
                <c:pt idx="16">
                  <c:v>0</c:v>
                </c:pt>
                <c:pt idx="17">
                  <c:v>0</c:v>
                </c:pt>
                <c:pt idx="18">
                  <c:v>0</c:v>
                </c:pt>
                <c:pt idx="19">
                  <c:v>3</c:v>
                </c:pt>
                <c:pt idx="20">
                  <c:v>0</c:v>
                </c:pt>
                <c:pt idx="21">
                  <c:v>3</c:v>
                </c:pt>
                <c:pt idx="22">
                  <c:v>0</c:v>
                </c:pt>
                <c:pt idx="23">
                  <c:v>0</c:v>
                </c:pt>
                <c:pt idx="24">
                  <c:v>0</c:v>
                </c:pt>
                <c:pt idx="25">
                  <c:v>0</c:v>
                </c:pt>
                <c:pt idx="26">
                  <c:v>3</c:v>
                </c:pt>
                <c:pt idx="27">
                  <c:v>0</c:v>
                </c:pt>
                <c:pt idx="28">
                  <c:v>0</c:v>
                </c:pt>
                <c:pt idx="29">
                  <c:v>0</c:v>
                </c:pt>
                <c:pt idx="30">
                  <c:v>0</c:v>
                </c:pt>
                <c:pt idx="31">
                  <c:v>0</c:v>
                </c:pt>
                <c:pt idx="32">
                  <c:v>3</c:v>
                </c:pt>
                <c:pt idx="33">
                  <c:v>2</c:v>
                </c:pt>
                <c:pt idx="34">
                  <c:v>3</c:v>
                </c:pt>
                <c:pt idx="35">
                  <c:v>3</c:v>
                </c:pt>
                <c:pt idx="36">
                  <c:v>2</c:v>
                </c:pt>
                <c:pt idx="37">
                  <c:v>3</c:v>
                </c:pt>
                <c:pt idx="38">
                  <c:v>0</c:v>
                </c:pt>
                <c:pt idx="39">
                  <c:v>0</c:v>
                </c:pt>
                <c:pt idx="40">
                  <c:v>0</c:v>
                </c:pt>
                <c:pt idx="41">
                  <c:v>0</c:v>
                </c:pt>
                <c:pt idx="42">
                  <c:v>0</c:v>
                </c:pt>
                <c:pt idx="43">
                  <c:v>0</c:v>
                </c:pt>
                <c:pt idx="44">
                  <c:v>0</c:v>
                </c:pt>
                <c:pt idx="45">
                  <c:v>2</c:v>
                </c:pt>
                <c:pt idx="46">
                  <c:v>3</c:v>
                </c:pt>
                <c:pt idx="47">
                  <c:v>0</c:v>
                </c:pt>
                <c:pt idx="48">
                  <c:v>3</c:v>
                </c:pt>
                <c:pt idx="49">
                  <c:v>0</c:v>
                </c:pt>
                <c:pt idx="50">
                  <c:v>2</c:v>
                </c:pt>
                <c:pt idx="51">
                  <c:v>0</c:v>
                </c:pt>
                <c:pt idx="52">
                  <c:v>0</c:v>
                </c:pt>
                <c:pt idx="53">
                  <c:v>2</c:v>
                </c:pt>
                <c:pt idx="54">
                  <c:v>0</c:v>
                </c:pt>
                <c:pt idx="55">
                  <c:v>2</c:v>
                </c:pt>
                <c:pt idx="56">
                  <c:v>0</c:v>
                </c:pt>
                <c:pt idx="57">
                  <c:v>0</c:v>
                </c:pt>
                <c:pt idx="58">
                  <c:v>0</c:v>
                </c:pt>
                <c:pt idx="59">
                  <c:v>0</c:v>
                </c:pt>
                <c:pt idx="60">
                  <c:v>3</c:v>
                </c:pt>
                <c:pt idx="61">
                  <c:v>0</c:v>
                </c:pt>
                <c:pt idx="62">
                  <c:v>0</c:v>
                </c:pt>
                <c:pt idx="63">
                  <c:v>0</c:v>
                </c:pt>
                <c:pt idx="64">
                  <c:v>0</c:v>
                </c:pt>
                <c:pt idx="65">
                  <c:v>2</c:v>
                </c:pt>
                <c:pt idx="66">
                  <c:v>0</c:v>
                </c:pt>
                <c:pt idx="67">
                  <c:v>2</c:v>
                </c:pt>
                <c:pt idx="68">
                  <c:v>2</c:v>
                </c:pt>
                <c:pt idx="69">
                  <c:v>0</c:v>
                </c:pt>
                <c:pt idx="70">
                  <c:v>0</c:v>
                </c:pt>
                <c:pt idx="71">
                  <c:v>0</c:v>
                </c:pt>
                <c:pt idx="72">
                  <c:v>2</c:v>
                </c:pt>
                <c:pt idx="73">
                  <c:v>0</c:v>
                </c:pt>
                <c:pt idx="74">
                  <c:v>2</c:v>
                </c:pt>
                <c:pt idx="75">
                  <c:v>3</c:v>
                </c:pt>
                <c:pt idx="76">
                  <c:v>2</c:v>
                </c:pt>
                <c:pt idx="77">
                  <c:v>0</c:v>
                </c:pt>
                <c:pt idx="78">
                  <c:v>0</c:v>
                </c:pt>
                <c:pt idx="79">
                  <c:v>3</c:v>
                </c:pt>
                <c:pt idx="80">
                  <c:v>0</c:v>
                </c:pt>
                <c:pt idx="81">
                  <c:v>0</c:v>
                </c:pt>
                <c:pt idx="82">
                  <c:v>0</c:v>
                </c:pt>
                <c:pt idx="83">
                  <c:v>2</c:v>
                </c:pt>
                <c:pt idx="84">
                  <c:v>2</c:v>
                </c:pt>
                <c:pt idx="85">
                  <c:v>3</c:v>
                </c:pt>
                <c:pt idx="86">
                  <c:v>0</c:v>
                </c:pt>
                <c:pt idx="87">
                  <c:v>0</c:v>
                </c:pt>
                <c:pt idx="88">
                  <c:v>0</c:v>
                </c:pt>
                <c:pt idx="89">
                  <c:v>0</c:v>
                </c:pt>
                <c:pt idx="90">
                  <c:v>0</c:v>
                </c:pt>
                <c:pt idx="91">
                  <c:v>3</c:v>
                </c:pt>
                <c:pt idx="92">
                  <c:v>3</c:v>
                </c:pt>
                <c:pt idx="93">
                  <c:v>3</c:v>
                </c:pt>
                <c:pt idx="94">
                  <c:v>2</c:v>
                </c:pt>
                <c:pt idx="95">
                  <c:v>0</c:v>
                </c:pt>
                <c:pt idx="96">
                  <c:v>0</c:v>
                </c:pt>
                <c:pt idx="97">
                  <c:v>0</c:v>
                </c:pt>
                <c:pt idx="98">
                  <c:v>0</c:v>
                </c:pt>
                <c:pt idx="99">
                  <c:v>3</c:v>
                </c:pt>
                <c:pt idx="100">
                  <c:v>3</c:v>
                </c:pt>
                <c:pt idx="101">
                  <c:v>0</c:v>
                </c:pt>
                <c:pt idx="102">
                  <c:v>0</c:v>
                </c:pt>
                <c:pt idx="103">
                  <c:v>0</c:v>
                </c:pt>
                <c:pt idx="104">
                  <c:v>2</c:v>
                </c:pt>
                <c:pt idx="105">
                  <c:v>2</c:v>
                </c:pt>
                <c:pt idx="106">
                  <c:v>0</c:v>
                </c:pt>
                <c:pt idx="107">
                  <c:v>2</c:v>
                </c:pt>
                <c:pt idx="108">
                  <c:v>0</c:v>
                </c:pt>
                <c:pt idx="109">
                  <c:v>3</c:v>
                </c:pt>
                <c:pt idx="110">
                  <c:v>0</c:v>
                </c:pt>
                <c:pt idx="111">
                  <c:v>0</c:v>
                </c:pt>
                <c:pt idx="112">
                  <c:v>3</c:v>
                </c:pt>
                <c:pt idx="113">
                  <c:v>0</c:v>
                </c:pt>
                <c:pt idx="114">
                  <c:v>0</c:v>
                </c:pt>
                <c:pt idx="115">
                  <c:v>0</c:v>
                </c:pt>
                <c:pt idx="116">
                  <c:v>0</c:v>
                </c:pt>
                <c:pt idx="117">
                  <c:v>0</c:v>
                </c:pt>
                <c:pt idx="118">
                  <c:v>3</c:v>
                </c:pt>
                <c:pt idx="119">
                  <c:v>2</c:v>
                </c:pt>
                <c:pt idx="120">
                  <c:v>0</c:v>
                </c:pt>
                <c:pt idx="121">
                  <c:v>2</c:v>
                </c:pt>
                <c:pt idx="122">
                  <c:v>0</c:v>
                </c:pt>
                <c:pt idx="123">
                  <c:v>0</c:v>
                </c:pt>
                <c:pt idx="124">
                  <c:v>0</c:v>
                </c:pt>
                <c:pt idx="125">
                  <c:v>0</c:v>
                </c:pt>
                <c:pt idx="126">
                  <c:v>3</c:v>
                </c:pt>
                <c:pt idx="127">
                  <c:v>3</c:v>
                </c:pt>
                <c:pt idx="128">
                  <c:v>0</c:v>
                </c:pt>
                <c:pt idx="129">
                  <c:v>3</c:v>
                </c:pt>
                <c:pt idx="130">
                  <c:v>0</c:v>
                </c:pt>
                <c:pt idx="131">
                  <c:v>0</c:v>
                </c:pt>
                <c:pt idx="132">
                  <c:v>2</c:v>
                </c:pt>
                <c:pt idx="133">
                  <c:v>2</c:v>
                </c:pt>
                <c:pt idx="134">
                  <c:v>0</c:v>
                </c:pt>
                <c:pt idx="135">
                  <c:v>0</c:v>
                </c:pt>
                <c:pt idx="136">
                  <c:v>2</c:v>
                </c:pt>
                <c:pt idx="137">
                  <c:v>0</c:v>
                </c:pt>
                <c:pt idx="138">
                  <c:v>0</c:v>
                </c:pt>
                <c:pt idx="139">
                  <c:v>0</c:v>
                </c:pt>
                <c:pt idx="140">
                  <c:v>0</c:v>
                </c:pt>
                <c:pt idx="141">
                  <c:v>0</c:v>
                </c:pt>
                <c:pt idx="142">
                  <c:v>0</c:v>
                </c:pt>
                <c:pt idx="143">
                  <c:v>0</c:v>
                </c:pt>
                <c:pt idx="144">
                  <c:v>0</c:v>
                </c:pt>
                <c:pt idx="145">
                  <c:v>0</c:v>
                </c:pt>
                <c:pt idx="146">
                  <c:v>3</c:v>
                </c:pt>
                <c:pt idx="147">
                  <c:v>3</c:v>
                </c:pt>
                <c:pt idx="148">
                  <c:v>0</c:v>
                </c:pt>
                <c:pt idx="149">
                  <c:v>2</c:v>
                </c:pt>
                <c:pt idx="150">
                  <c:v>0</c:v>
                </c:pt>
                <c:pt idx="151">
                  <c:v>0</c:v>
                </c:pt>
                <c:pt idx="152">
                  <c:v>0</c:v>
                </c:pt>
                <c:pt idx="153">
                  <c:v>2</c:v>
                </c:pt>
                <c:pt idx="154">
                  <c:v>0</c:v>
                </c:pt>
                <c:pt idx="155">
                  <c:v>0</c:v>
                </c:pt>
                <c:pt idx="156">
                  <c:v>0</c:v>
                </c:pt>
                <c:pt idx="157">
                  <c:v>0</c:v>
                </c:pt>
                <c:pt idx="158">
                  <c:v>0</c:v>
                </c:pt>
                <c:pt idx="159">
                  <c:v>0</c:v>
                </c:pt>
                <c:pt idx="160">
                  <c:v>0</c:v>
                </c:pt>
                <c:pt idx="161">
                  <c:v>2</c:v>
                </c:pt>
                <c:pt idx="162">
                  <c:v>3</c:v>
                </c:pt>
                <c:pt idx="163">
                  <c:v>2</c:v>
                </c:pt>
                <c:pt idx="164">
                  <c:v>3</c:v>
                </c:pt>
                <c:pt idx="165">
                  <c:v>3</c:v>
                </c:pt>
                <c:pt idx="166">
                  <c:v>0</c:v>
                </c:pt>
                <c:pt idx="167">
                  <c:v>0</c:v>
                </c:pt>
                <c:pt idx="168">
                  <c:v>0</c:v>
                </c:pt>
                <c:pt idx="169">
                  <c:v>0</c:v>
                </c:pt>
                <c:pt idx="170">
                  <c:v>2</c:v>
                </c:pt>
                <c:pt idx="171">
                  <c:v>0</c:v>
                </c:pt>
                <c:pt idx="172">
                  <c:v>0</c:v>
                </c:pt>
                <c:pt idx="173">
                  <c:v>0</c:v>
                </c:pt>
                <c:pt idx="174">
                  <c:v>0</c:v>
                </c:pt>
                <c:pt idx="175">
                  <c:v>0</c:v>
                </c:pt>
                <c:pt idx="176">
                  <c:v>2</c:v>
                </c:pt>
                <c:pt idx="177">
                  <c:v>3</c:v>
                </c:pt>
                <c:pt idx="178">
                  <c:v>0</c:v>
                </c:pt>
                <c:pt idx="179">
                  <c:v>0</c:v>
                </c:pt>
                <c:pt idx="180">
                  <c:v>3</c:v>
                </c:pt>
                <c:pt idx="181">
                  <c:v>0</c:v>
                </c:pt>
                <c:pt idx="182">
                  <c:v>0</c:v>
                </c:pt>
                <c:pt idx="183">
                  <c:v>2</c:v>
                </c:pt>
                <c:pt idx="184">
                  <c:v>0</c:v>
                </c:pt>
                <c:pt idx="185">
                  <c:v>3</c:v>
                </c:pt>
                <c:pt idx="186">
                  <c:v>0</c:v>
                </c:pt>
                <c:pt idx="187">
                  <c:v>2</c:v>
                </c:pt>
                <c:pt idx="188">
                  <c:v>3</c:v>
                </c:pt>
                <c:pt idx="189">
                  <c:v>0</c:v>
                </c:pt>
                <c:pt idx="190">
                  <c:v>2</c:v>
                </c:pt>
                <c:pt idx="191">
                  <c:v>3</c:v>
                </c:pt>
                <c:pt idx="192">
                  <c:v>0</c:v>
                </c:pt>
                <c:pt idx="193">
                  <c:v>3</c:v>
                </c:pt>
                <c:pt idx="194">
                  <c:v>0</c:v>
                </c:pt>
                <c:pt idx="195">
                  <c:v>0</c:v>
                </c:pt>
                <c:pt idx="196">
                  <c:v>3</c:v>
                </c:pt>
                <c:pt idx="197">
                  <c:v>2</c:v>
                </c:pt>
                <c:pt idx="198">
                  <c:v>0</c:v>
                </c:pt>
                <c:pt idx="199">
                  <c:v>2</c:v>
                </c:pt>
                <c:pt idx="200">
                  <c:v>0</c:v>
                </c:pt>
                <c:pt idx="201">
                  <c:v>2</c:v>
                </c:pt>
                <c:pt idx="202">
                  <c:v>0</c:v>
                </c:pt>
                <c:pt idx="203">
                  <c:v>0</c:v>
                </c:pt>
                <c:pt idx="204">
                  <c:v>0</c:v>
                </c:pt>
                <c:pt idx="205">
                  <c:v>0</c:v>
                </c:pt>
                <c:pt idx="206">
                  <c:v>0</c:v>
                </c:pt>
                <c:pt idx="207">
                  <c:v>0</c:v>
                </c:pt>
                <c:pt idx="208">
                  <c:v>0</c:v>
                </c:pt>
                <c:pt idx="209">
                  <c:v>2</c:v>
                </c:pt>
                <c:pt idx="210">
                  <c:v>2</c:v>
                </c:pt>
                <c:pt idx="211">
                  <c:v>2</c:v>
                </c:pt>
                <c:pt idx="212">
                  <c:v>3</c:v>
                </c:pt>
                <c:pt idx="213">
                  <c:v>0</c:v>
                </c:pt>
                <c:pt idx="214">
                  <c:v>3</c:v>
                </c:pt>
                <c:pt idx="215">
                  <c:v>0</c:v>
                </c:pt>
                <c:pt idx="216">
                  <c:v>0</c:v>
                </c:pt>
                <c:pt idx="217">
                  <c:v>2</c:v>
                </c:pt>
                <c:pt idx="218">
                  <c:v>0</c:v>
                </c:pt>
                <c:pt idx="219">
                  <c:v>2</c:v>
                </c:pt>
                <c:pt idx="220">
                  <c:v>2</c:v>
                </c:pt>
                <c:pt idx="221">
                  <c:v>3</c:v>
                </c:pt>
                <c:pt idx="222">
                  <c:v>0</c:v>
                </c:pt>
                <c:pt idx="223">
                  <c:v>0</c:v>
                </c:pt>
                <c:pt idx="224">
                  <c:v>2</c:v>
                </c:pt>
                <c:pt idx="225">
                  <c:v>0</c:v>
                </c:pt>
                <c:pt idx="226">
                  <c:v>0</c:v>
                </c:pt>
                <c:pt idx="227">
                  <c:v>2</c:v>
                </c:pt>
                <c:pt idx="228">
                  <c:v>3</c:v>
                </c:pt>
                <c:pt idx="229">
                  <c:v>0</c:v>
                </c:pt>
                <c:pt idx="230">
                  <c:v>0</c:v>
                </c:pt>
                <c:pt idx="231">
                  <c:v>0</c:v>
                </c:pt>
                <c:pt idx="232">
                  <c:v>2</c:v>
                </c:pt>
                <c:pt idx="233">
                  <c:v>3</c:v>
                </c:pt>
                <c:pt idx="234">
                  <c:v>0</c:v>
                </c:pt>
                <c:pt idx="235">
                  <c:v>3</c:v>
                </c:pt>
                <c:pt idx="236">
                  <c:v>0</c:v>
                </c:pt>
                <c:pt idx="237">
                  <c:v>0</c:v>
                </c:pt>
                <c:pt idx="238">
                  <c:v>2</c:v>
                </c:pt>
                <c:pt idx="239">
                  <c:v>2</c:v>
                </c:pt>
                <c:pt idx="240">
                  <c:v>0</c:v>
                </c:pt>
                <c:pt idx="241">
                  <c:v>0</c:v>
                </c:pt>
                <c:pt idx="242">
                  <c:v>2</c:v>
                </c:pt>
                <c:pt idx="243">
                  <c:v>2</c:v>
                </c:pt>
                <c:pt idx="244">
                  <c:v>2</c:v>
                </c:pt>
                <c:pt idx="245">
                  <c:v>0</c:v>
                </c:pt>
                <c:pt idx="246">
                  <c:v>2</c:v>
                </c:pt>
                <c:pt idx="247">
                  <c:v>0</c:v>
                </c:pt>
                <c:pt idx="248">
                  <c:v>2</c:v>
                </c:pt>
                <c:pt idx="249">
                  <c:v>0</c:v>
                </c:pt>
                <c:pt idx="250">
                  <c:v>2</c:v>
                </c:pt>
                <c:pt idx="251">
                  <c:v>0</c:v>
                </c:pt>
                <c:pt idx="252">
                  <c:v>0</c:v>
                </c:pt>
                <c:pt idx="253">
                  <c:v>3</c:v>
                </c:pt>
                <c:pt idx="254">
                  <c:v>0</c:v>
                </c:pt>
                <c:pt idx="255">
                  <c:v>2</c:v>
                </c:pt>
                <c:pt idx="256">
                  <c:v>2</c:v>
                </c:pt>
                <c:pt idx="257">
                  <c:v>2</c:v>
                </c:pt>
                <c:pt idx="258">
                  <c:v>0</c:v>
                </c:pt>
                <c:pt idx="259">
                  <c:v>3</c:v>
                </c:pt>
                <c:pt idx="260">
                  <c:v>0</c:v>
                </c:pt>
                <c:pt idx="261">
                  <c:v>2</c:v>
                </c:pt>
                <c:pt idx="262">
                  <c:v>0</c:v>
                </c:pt>
                <c:pt idx="263">
                  <c:v>3</c:v>
                </c:pt>
                <c:pt idx="264">
                  <c:v>2</c:v>
                </c:pt>
                <c:pt idx="265">
                  <c:v>2</c:v>
                </c:pt>
                <c:pt idx="266">
                  <c:v>0</c:v>
                </c:pt>
                <c:pt idx="267">
                  <c:v>2</c:v>
                </c:pt>
                <c:pt idx="268">
                  <c:v>0</c:v>
                </c:pt>
                <c:pt idx="269">
                  <c:v>0</c:v>
                </c:pt>
                <c:pt idx="270">
                  <c:v>0</c:v>
                </c:pt>
                <c:pt idx="271">
                  <c:v>3</c:v>
                </c:pt>
                <c:pt idx="272">
                  <c:v>3</c:v>
                </c:pt>
                <c:pt idx="273">
                  <c:v>3</c:v>
                </c:pt>
                <c:pt idx="274">
                  <c:v>0</c:v>
                </c:pt>
                <c:pt idx="275">
                  <c:v>2</c:v>
                </c:pt>
                <c:pt idx="276">
                  <c:v>0</c:v>
                </c:pt>
                <c:pt idx="277">
                  <c:v>0</c:v>
                </c:pt>
                <c:pt idx="278">
                  <c:v>3</c:v>
                </c:pt>
                <c:pt idx="279">
                  <c:v>0</c:v>
                </c:pt>
                <c:pt idx="280">
                  <c:v>2</c:v>
                </c:pt>
                <c:pt idx="281">
                  <c:v>3</c:v>
                </c:pt>
                <c:pt idx="282">
                  <c:v>0</c:v>
                </c:pt>
                <c:pt idx="283">
                  <c:v>3</c:v>
                </c:pt>
                <c:pt idx="284">
                  <c:v>2</c:v>
                </c:pt>
                <c:pt idx="285">
                  <c:v>2</c:v>
                </c:pt>
                <c:pt idx="286">
                  <c:v>2</c:v>
                </c:pt>
                <c:pt idx="287">
                  <c:v>0</c:v>
                </c:pt>
                <c:pt idx="288">
                  <c:v>3</c:v>
                </c:pt>
                <c:pt idx="289">
                  <c:v>3</c:v>
                </c:pt>
                <c:pt idx="290">
                  <c:v>3</c:v>
                </c:pt>
                <c:pt idx="291">
                  <c:v>0</c:v>
                </c:pt>
                <c:pt idx="292">
                  <c:v>0</c:v>
                </c:pt>
                <c:pt idx="293">
                  <c:v>0</c:v>
                </c:pt>
                <c:pt idx="294">
                  <c:v>0</c:v>
                </c:pt>
                <c:pt idx="295">
                  <c:v>2</c:v>
                </c:pt>
                <c:pt idx="296">
                  <c:v>0</c:v>
                </c:pt>
                <c:pt idx="297">
                  <c:v>0</c:v>
                </c:pt>
                <c:pt idx="298">
                  <c:v>0</c:v>
                </c:pt>
                <c:pt idx="299">
                  <c:v>3</c:v>
                </c:pt>
                <c:pt idx="300">
                  <c:v>2</c:v>
                </c:pt>
                <c:pt idx="301">
                  <c:v>0</c:v>
                </c:pt>
                <c:pt idx="302">
                  <c:v>3</c:v>
                </c:pt>
                <c:pt idx="303">
                  <c:v>0</c:v>
                </c:pt>
                <c:pt idx="304">
                  <c:v>2</c:v>
                </c:pt>
                <c:pt idx="305">
                  <c:v>0</c:v>
                </c:pt>
                <c:pt idx="306">
                  <c:v>0</c:v>
                </c:pt>
                <c:pt idx="307">
                  <c:v>0</c:v>
                </c:pt>
                <c:pt idx="308">
                  <c:v>0</c:v>
                </c:pt>
                <c:pt idx="309">
                  <c:v>0</c:v>
                </c:pt>
                <c:pt idx="310">
                  <c:v>0</c:v>
                </c:pt>
                <c:pt idx="311">
                  <c:v>3</c:v>
                </c:pt>
                <c:pt idx="312">
                  <c:v>3</c:v>
                </c:pt>
                <c:pt idx="313">
                  <c:v>3</c:v>
                </c:pt>
                <c:pt idx="314">
                  <c:v>0</c:v>
                </c:pt>
                <c:pt idx="315">
                  <c:v>0</c:v>
                </c:pt>
                <c:pt idx="316">
                  <c:v>3</c:v>
                </c:pt>
                <c:pt idx="317">
                  <c:v>3</c:v>
                </c:pt>
                <c:pt idx="318">
                  <c:v>0</c:v>
                </c:pt>
                <c:pt idx="319">
                  <c:v>0</c:v>
                </c:pt>
                <c:pt idx="320">
                  <c:v>0</c:v>
                </c:pt>
                <c:pt idx="321">
                  <c:v>0</c:v>
                </c:pt>
                <c:pt idx="322">
                  <c:v>0</c:v>
                </c:pt>
                <c:pt idx="323">
                  <c:v>2</c:v>
                </c:pt>
                <c:pt idx="324">
                  <c:v>3</c:v>
                </c:pt>
                <c:pt idx="325">
                  <c:v>2</c:v>
                </c:pt>
                <c:pt idx="326">
                  <c:v>0</c:v>
                </c:pt>
                <c:pt idx="327">
                  <c:v>0</c:v>
                </c:pt>
                <c:pt idx="328">
                  <c:v>0</c:v>
                </c:pt>
                <c:pt idx="329">
                  <c:v>3</c:v>
                </c:pt>
                <c:pt idx="330">
                  <c:v>0</c:v>
                </c:pt>
                <c:pt idx="331">
                  <c:v>0</c:v>
                </c:pt>
                <c:pt idx="332">
                  <c:v>3</c:v>
                </c:pt>
                <c:pt idx="333">
                  <c:v>2</c:v>
                </c:pt>
                <c:pt idx="334">
                  <c:v>0</c:v>
                </c:pt>
                <c:pt idx="335">
                  <c:v>3</c:v>
                </c:pt>
                <c:pt idx="336">
                  <c:v>0</c:v>
                </c:pt>
                <c:pt idx="337">
                  <c:v>0</c:v>
                </c:pt>
                <c:pt idx="338">
                  <c:v>0</c:v>
                </c:pt>
                <c:pt idx="339">
                  <c:v>0</c:v>
                </c:pt>
                <c:pt idx="340">
                  <c:v>3</c:v>
                </c:pt>
                <c:pt idx="341">
                  <c:v>2</c:v>
                </c:pt>
                <c:pt idx="342">
                  <c:v>0</c:v>
                </c:pt>
                <c:pt idx="343">
                  <c:v>3</c:v>
                </c:pt>
                <c:pt idx="344">
                  <c:v>2</c:v>
                </c:pt>
                <c:pt idx="345">
                  <c:v>2</c:v>
                </c:pt>
                <c:pt idx="346">
                  <c:v>0</c:v>
                </c:pt>
                <c:pt idx="347">
                  <c:v>0</c:v>
                </c:pt>
                <c:pt idx="348">
                  <c:v>2</c:v>
                </c:pt>
                <c:pt idx="349">
                  <c:v>0</c:v>
                </c:pt>
                <c:pt idx="350">
                  <c:v>0</c:v>
                </c:pt>
                <c:pt idx="351">
                  <c:v>3</c:v>
                </c:pt>
                <c:pt idx="352">
                  <c:v>3</c:v>
                </c:pt>
                <c:pt idx="353">
                  <c:v>3</c:v>
                </c:pt>
                <c:pt idx="354">
                  <c:v>0</c:v>
                </c:pt>
                <c:pt idx="355">
                  <c:v>3</c:v>
                </c:pt>
                <c:pt idx="356">
                  <c:v>2</c:v>
                </c:pt>
                <c:pt idx="357">
                  <c:v>0</c:v>
                </c:pt>
                <c:pt idx="358">
                  <c:v>0</c:v>
                </c:pt>
                <c:pt idx="359">
                  <c:v>0</c:v>
                </c:pt>
                <c:pt idx="360">
                  <c:v>0</c:v>
                </c:pt>
                <c:pt idx="361">
                  <c:v>3</c:v>
                </c:pt>
                <c:pt idx="362">
                  <c:v>3</c:v>
                </c:pt>
                <c:pt idx="363">
                  <c:v>3</c:v>
                </c:pt>
                <c:pt idx="364">
                  <c:v>0</c:v>
                </c:pt>
                <c:pt idx="365">
                  <c:v>0</c:v>
                </c:pt>
                <c:pt idx="366">
                  <c:v>3</c:v>
                </c:pt>
                <c:pt idx="367">
                  <c:v>0</c:v>
                </c:pt>
                <c:pt idx="368">
                  <c:v>3</c:v>
                </c:pt>
                <c:pt idx="369">
                  <c:v>2</c:v>
                </c:pt>
                <c:pt idx="370">
                  <c:v>0</c:v>
                </c:pt>
                <c:pt idx="371">
                  <c:v>3</c:v>
                </c:pt>
                <c:pt idx="372">
                  <c:v>0</c:v>
                </c:pt>
                <c:pt idx="373">
                  <c:v>2</c:v>
                </c:pt>
                <c:pt idx="374">
                  <c:v>0</c:v>
                </c:pt>
                <c:pt idx="375">
                  <c:v>2</c:v>
                </c:pt>
                <c:pt idx="376">
                  <c:v>3</c:v>
                </c:pt>
                <c:pt idx="377">
                  <c:v>2</c:v>
                </c:pt>
                <c:pt idx="378">
                  <c:v>0</c:v>
                </c:pt>
                <c:pt idx="379">
                  <c:v>2</c:v>
                </c:pt>
                <c:pt idx="380">
                  <c:v>3</c:v>
                </c:pt>
                <c:pt idx="381">
                  <c:v>0</c:v>
                </c:pt>
                <c:pt idx="382">
                  <c:v>2</c:v>
                </c:pt>
                <c:pt idx="383">
                  <c:v>0</c:v>
                </c:pt>
                <c:pt idx="384">
                  <c:v>0</c:v>
                </c:pt>
                <c:pt idx="385">
                  <c:v>0</c:v>
                </c:pt>
                <c:pt idx="386">
                  <c:v>2</c:v>
                </c:pt>
                <c:pt idx="387">
                  <c:v>3</c:v>
                </c:pt>
                <c:pt idx="388">
                  <c:v>0</c:v>
                </c:pt>
                <c:pt idx="389">
                  <c:v>0</c:v>
                </c:pt>
                <c:pt idx="390">
                  <c:v>0</c:v>
                </c:pt>
                <c:pt idx="391">
                  <c:v>3</c:v>
                </c:pt>
                <c:pt idx="392">
                  <c:v>3</c:v>
                </c:pt>
                <c:pt idx="393">
                  <c:v>3</c:v>
                </c:pt>
                <c:pt idx="394">
                  <c:v>2</c:v>
                </c:pt>
                <c:pt idx="395">
                  <c:v>0</c:v>
                </c:pt>
                <c:pt idx="396">
                  <c:v>0</c:v>
                </c:pt>
                <c:pt idx="397">
                  <c:v>0</c:v>
                </c:pt>
                <c:pt idx="398">
                  <c:v>2</c:v>
                </c:pt>
                <c:pt idx="399">
                  <c:v>2</c:v>
                </c:pt>
                <c:pt idx="400">
                  <c:v>0</c:v>
                </c:pt>
                <c:pt idx="401">
                  <c:v>0</c:v>
                </c:pt>
                <c:pt idx="402">
                  <c:v>0</c:v>
                </c:pt>
                <c:pt idx="403">
                  <c:v>0</c:v>
                </c:pt>
                <c:pt idx="404">
                  <c:v>0</c:v>
                </c:pt>
                <c:pt idx="405">
                  <c:v>2</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2</c:v>
                </c:pt>
                <c:pt idx="420">
                  <c:v>0</c:v>
                </c:pt>
                <c:pt idx="421">
                  <c:v>0</c:v>
                </c:pt>
                <c:pt idx="422">
                  <c:v>0</c:v>
                </c:pt>
                <c:pt idx="423">
                  <c:v>0</c:v>
                </c:pt>
                <c:pt idx="424">
                  <c:v>0</c:v>
                </c:pt>
                <c:pt idx="425">
                  <c:v>0</c:v>
                </c:pt>
                <c:pt idx="426">
                  <c:v>0</c:v>
                </c:pt>
                <c:pt idx="427">
                  <c:v>2</c:v>
                </c:pt>
                <c:pt idx="428">
                  <c:v>2</c:v>
                </c:pt>
                <c:pt idx="429">
                  <c:v>0</c:v>
                </c:pt>
                <c:pt idx="430">
                  <c:v>3</c:v>
                </c:pt>
                <c:pt idx="431">
                  <c:v>0</c:v>
                </c:pt>
                <c:pt idx="432">
                  <c:v>0</c:v>
                </c:pt>
                <c:pt idx="433">
                  <c:v>0</c:v>
                </c:pt>
                <c:pt idx="434">
                  <c:v>0</c:v>
                </c:pt>
                <c:pt idx="435">
                  <c:v>0</c:v>
                </c:pt>
                <c:pt idx="436">
                  <c:v>2</c:v>
                </c:pt>
                <c:pt idx="437">
                  <c:v>0</c:v>
                </c:pt>
                <c:pt idx="438">
                  <c:v>0</c:v>
                </c:pt>
                <c:pt idx="439">
                  <c:v>0</c:v>
                </c:pt>
                <c:pt idx="440">
                  <c:v>3</c:v>
                </c:pt>
                <c:pt idx="441">
                  <c:v>0</c:v>
                </c:pt>
                <c:pt idx="442">
                  <c:v>2</c:v>
                </c:pt>
                <c:pt idx="443">
                  <c:v>0</c:v>
                </c:pt>
                <c:pt idx="444">
                  <c:v>0</c:v>
                </c:pt>
                <c:pt idx="445">
                  <c:v>2</c:v>
                </c:pt>
                <c:pt idx="446">
                  <c:v>0</c:v>
                </c:pt>
                <c:pt idx="447">
                  <c:v>3</c:v>
                </c:pt>
                <c:pt idx="448">
                  <c:v>3</c:v>
                </c:pt>
                <c:pt idx="449">
                  <c:v>0</c:v>
                </c:pt>
                <c:pt idx="450">
                  <c:v>3</c:v>
                </c:pt>
                <c:pt idx="451">
                  <c:v>0</c:v>
                </c:pt>
                <c:pt idx="452">
                  <c:v>0</c:v>
                </c:pt>
                <c:pt idx="453">
                  <c:v>2</c:v>
                </c:pt>
                <c:pt idx="454">
                  <c:v>2</c:v>
                </c:pt>
                <c:pt idx="455">
                  <c:v>0</c:v>
                </c:pt>
                <c:pt idx="456">
                  <c:v>0</c:v>
                </c:pt>
                <c:pt idx="457">
                  <c:v>0</c:v>
                </c:pt>
                <c:pt idx="458">
                  <c:v>0</c:v>
                </c:pt>
                <c:pt idx="459">
                  <c:v>0</c:v>
                </c:pt>
                <c:pt idx="460">
                  <c:v>0</c:v>
                </c:pt>
                <c:pt idx="461">
                  <c:v>0</c:v>
                </c:pt>
                <c:pt idx="462">
                  <c:v>0</c:v>
                </c:pt>
                <c:pt idx="463">
                  <c:v>0</c:v>
                </c:pt>
                <c:pt idx="464">
                  <c:v>0</c:v>
                </c:pt>
                <c:pt idx="465">
                  <c:v>2</c:v>
                </c:pt>
                <c:pt idx="466">
                  <c:v>0</c:v>
                </c:pt>
                <c:pt idx="467">
                  <c:v>0</c:v>
                </c:pt>
                <c:pt idx="468">
                  <c:v>0</c:v>
                </c:pt>
                <c:pt idx="469">
                  <c:v>2</c:v>
                </c:pt>
                <c:pt idx="470">
                  <c:v>2</c:v>
                </c:pt>
                <c:pt idx="471">
                  <c:v>0</c:v>
                </c:pt>
                <c:pt idx="472">
                  <c:v>0</c:v>
                </c:pt>
                <c:pt idx="473">
                  <c:v>0</c:v>
                </c:pt>
                <c:pt idx="474">
                  <c:v>0</c:v>
                </c:pt>
                <c:pt idx="475">
                  <c:v>0</c:v>
                </c:pt>
                <c:pt idx="476">
                  <c:v>3</c:v>
                </c:pt>
                <c:pt idx="477">
                  <c:v>0</c:v>
                </c:pt>
                <c:pt idx="478">
                  <c:v>0</c:v>
                </c:pt>
                <c:pt idx="479">
                  <c:v>0</c:v>
                </c:pt>
                <c:pt idx="480">
                  <c:v>0</c:v>
                </c:pt>
                <c:pt idx="481">
                  <c:v>2</c:v>
                </c:pt>
                <c:pt idx="482">
                  <c:v>3</c:v>
                </c:pt>
                <c:pt idx="483">
                  <c:v>0</c:v>
                </c:pt>
                <c:pt idx="484">
                  <c:v>0</c:v>
                </c:pt>
                <c:pt idx="485">
                  <c:v>0</c:v>
                </c:pt>
                <c:pt idx="486">
                  <c:v>0</c:v>
                </c:pt>
                <c:pt idx="487">
                  <c:v>2</c:v>
                </c:pt>
                <c:pt idx="488">
                  <c:v>0</c:v>
                </c:pt>
                <c:pt idx="489">
                  <c:v>0</c:v>
                </c:pt>
                <c:pt idx="490">
                  <c:v>0</c:v>
                </c:pt>
                <c:pt idx="491">
                  <c:v>0</c:v>
                </c:pt>
                <c:pt idx="492">
                  <c:v>0</c:v>
                </c:pt>
                <c:pt idx="493">
                  <c:v>0</c:v>
                </c:pt>
                <c:pt idx="494">
                  <c:v>0</c:v>
                </c:pt>
                <c:pt idx="495">
                  <c:v>0</c:v>
                </c:pt>
                <c:pt idx="496">
                  <c:v>2</c:v>
                </c:pt>
                <c:pt idx="497">
                  <c:v>0</c:v>
                </c:pt>
                <c:pt idx="498">
                  <c:v>0</c:v>
                </c:pt>
                <c:pt idx="499">
                  <c:v>0</c:v>
                </c:pt>
                <c:pt idx="500">
                  <c:v>0</c:v>
                </c:pt>
                <c:pt idx="501">
                  <c:v>0</c:v>
                </c:pt>
                <c:pt idx="502">
                  <c:v>0</c:v>
                </c:pt>
                <c:pt idx="503">
                  <c:v>0</c:v>
                </c:pt>
                <c:pt idx="504">
                  <c:v>0</c:v>
                </c:pt>
                <c:pt idx="505">
                  <c:v>0</c:v>
                </c:pt>
                <c:pt idx="506">
                  <c:v>2</c:v>
                </c:pt>
                <c:pt idx="507">
                  <c:v>0</c:v>
                </c:pt>
                <c:pt idx="508">
                  <c:v>2</c:v>
                </c:pt>
                <c:pt idx="509">
                  <c:v>0</c:v>
                </c:pt>
                <c:pt idx="510">
                  <c:v>0</c:v>
                </c:pt>
                <c:pt idx="511">
                  <c:v>3</c:v>
                </c:pt>
                <c:pt idx="512">
                  <c:v>0</c:v>
                </c:pt>
                <c:pt idx="513">
                  <c:v>0</c:v>
                </c:pt>
                <c:pt idx="514">
                  <c:v>0</c:v>
                </c:pt>
                <c:pt idx="515">
                  <c:v>2</c:v>
                </c:pt>
                <c:pt idx="516">
                  <c:v>0</c:v>
                </c:pt>
                <c:pt idx="517">
                  <c:v>0</c:v>
                </c:pt>
                <c:pt idx="518">
                  <c:v>0</c:v>
                </c:pt>
                <c:pt idx="519">
                  <c:v>2</c:v>
                </c:pt>
                <c:pt idx="520">
                  <c:v>0</c:v>
                </c:pt>
                <c:pt idx="521">
                  <c:v>0</c:v>
                </c:pt>
                <c:pt idx="522">
                  <c:v>0</c:v>
                </c:pt>
                <c:pt idx="523">
                  <c:v>3</c:v>
                </c:pt>
                <c:pt idx="524">
                  <c:v>0</c:v>
                </c:pt>
                <c:pt idx="525">
                  <c:v>3</c:v>
                </c:pt>
                <c:pt idx="526">
                  <c:v>0</c:v>
                </c:pt>
                <c:pt idx="527">
                  <c:v>0</c:v>
                </c:pt>
                <c:pt idx="528">
                  <c:v>0</c:v>
                </c:pt>
                <c:pt idx="529">
                  <c:v>0</c:v>
                </c:pt>
                <c:pt idx="530">
                  <c:v>0</c:v>
                </c:pt>
                <c:pt idx="531">
                  <c:v>0</c:v>
                </c:pt>
                <c:pt idx="532">
                  <c:v>3</c:v>
                </c:pt>
                <c:pt idx="533">
                  <c:v>0</c:v>
                </c:pt>
                <c:pt idx="534">
                  <c:v>3</c:v>
                </c:pt>
                <c:pt idx="535">
                  <c:v>0</c:v>
                </c:pt>
                <c:pt idx="536">
                  <c:v>0</c:v>
                </c:pt>
                <c:pt idx="537">
                  <c:v>0</c:v>
                </c:pt>
                <c:pt idx="538">
                  <c:v>0</c:v>
                </c:pt>
                <c:pt idx="539">
                  <c:v>0</c:v>
                </c:pt>
                <c:pt idx="540">
                  <c:v>0</c:v>
                </c:pt>
                <c:pt idx="541">
                  <c:v>0</c:v>
                </c:pt>
                <c:pt idx="542">
                  <c:v>0</c:v>
                </c:pt>
                <c:pt idx="543">
                  <c:v>0</c:v>
                </c:pt>
                <c:pt idx="544">
                  <c:v>0</c:v>
                </c:pt>
                <c:pt idx="545">
                  <c:v>3</c:v>
                </c:pt>
                <c:pt idx="546">
                  <c:v>0</c:v>
                </c:pt>
                <c:pt idx="547">
                  <c:v>0</c:v>
                </c:pt>
                <c:pt idx="548">
                  <c:v>0</c:v>
                </c:pt>
                <c:pt idx="549">
                  <c:v>2</c:v>
                </c:pt>
                <c:pt idx="550">
                  <c:v>2</c:v>
                </c:pt>
                <c:pt idx="551">
                  <c:v>0</c:v>
                </c:pt>
                <c:pt idx="552">
                  <c:v>2</c:v>
                </c:pt>
                <c:pt idx="553">
                  <c:v>0</c:v>
                </c:pt>
                <c:pt idx="554">
                  <c:v>0</c:v>
                </c:pt>
                <c:pt idx="555">
                  <c:v>0</c:v>
                </c:pt>
                <c:pt idx="556">
                  <c:v>3</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2</c:v>
                </c:pt>
                <c:pt idx="571">
                  <c:v>0</c:v>
                </c:pt>
                <c:pt idx="572">
                  <c:v>0</c:v>
                </c:pt>
                <c:pt idx="573">
                  <c:v>0</c:v>
                </c:pt>
                <c:pt idx="574">
                  <c:v>0</c:v>
                </c:pt>
                <c:pt idx="575">
                  <c:v>2</c:v>
                </c:pt>
                <c:pt idx="576">
                  <c:v>0</c:v>
                </c:pt>
                <c:pt idx="577">
                  <c:v>2</c:v>
                </c:pt>
                <c:pt idx="578">
                  <c:v>0</c:v>
                </c:pt>
                <c:pt idx="579">
                  <c:v>2</c:v>
                </c:pt>
                <c:pt idx="580">
                  <c:v>2</c:v>
                </c:pt>
                <c:pt idx="581">
                  <c:v>0</c:v>
                </c:pt>
                <c:pt idx="582">
                  <c:v>0</c:v>
                </c:pt>
                <c:pt idx="583">
                  <c:v>0</c:v>
                </c:pt>
                <c:pt idx="584">
                  <c:v>2</c:v>
                </c:pt>
                <c:pt idx="585">
                  <c:v>2</c:v>
                </c:pt>
                <c:pt idx="586">
                  <c:v>3</c:v>
                </c:pt>
                <c:pt idx="587">
                  <c:v>3</c:v>
                </c:pt>
                <c:pt idx="588">
                  <c:v>0</c:v>
                </c:pt>
                <c:pt idx="589">
                  <c:v>2</c:v>
                </c:pt>
                <c:pt idx="590">
                  <c:v>0</c:v>
                </c:pt>
                <c:pt idx="591">
                  <c:v>0</c:v>
                </c:pt>
                <c:pt idx="592">
                  <c:v>2</c:v>
                </c:pt>
                <c:pt idx="593">
                  <c:v>0</c:v>
                </c:pt>
                <c:pt idx="594">
                  <c:v>0</c:v>
                </c:pt>
                <c:pt idx="595">
                  <c:v>0</c:v>
                </c:pt>
                <c:pt idx="596">
                  <c:v>0</c:v>
                </c:pt>
                <c:pt idx="597">
                  <c:v>0</c:v>
                </c:pt>
                <c:pt idx="598">
                  <c:v>0</c:v>
                </c:pt>
                <c:pt idx="599">
                  <c:v>0</c:v>
                </c:pt>
                <c:pt idx="600">
                  <c:v>2</c:v>
                </c:pt>
                <c:pt idx="601">
                  <c:v>0</c:v>
                </c:pt>
                <c:pt idx="602">
                  <c:v>2</c:v>
                </c:pt>
                <c:pt idx="603">
                  <c:v>0</c:v>
                </c:pt>
                <c:pt idx="604">
                  <c:v>3</c:v>
                </c:pt>
                <c:pt idx="605">
                  <c:v>2</c:v>
                </c:pt>
                <c:pt idx="606">
                  <c:v>0</c:v>
                </c:pt>
                <c:pt idx="607">
                  <c:v>3</c:v>
                </c:pt>
                <c:pt idx="608">
                  <c:v>0</c:v>
                </c:pt>
                <c:pt idx="609">
                  <c:v>0</c:v>
                </c:pt>
                <c:pt idx="610">
                  <c:v>0</c:v>
                </c:pt>
                <c:pt idx="611">
                  <c:v>2</c:v>
                </c:pt>
                <c:pt idx="612">
                  <c:v>2</c:v>
                </c:pt>
                <c:pt idx="613">
                  <c:v>0</c:v>
                </c:pt>
                <c:pt idx="614">
                  <c:v>0</c:v>
                </c:pt>
                <c:pt idx="615">
                  <c:v>2</c:v>
                </c:pt>
                <c:pt idx="616">
                  <c:v>0</c:v>
                </c:pt>
                <c:pt idx="617">
                  <c:v>0</c:v>
                </c:pt>
                <c:pt idx="618">
                  <c:v>0</c:v>
                </c:pt>
                <c:pt idx="619">
                  <c:v>0</c:v>
                </c:pt>
                <c:pt idx="620">
                  <c:v>3</c:v>
                </c:pt>
                <c:pt idx="621">
                  <c:v>0</c:v>
                </c:pt>
                <c:pt idx="622">
                  <c:v>0</c:v>
                </c:pt>
                <c:pt idx="623">
                  <c:v>0</c:v>
                </c:pt>
                <c:pt idx="624">
                  <c:v>3</c:v>
                </c:pt>
                <c:pt idx="625">
                  <c:v>0</c:v>
                </c:pt>
                <c:pt idx="626">
                  <c:v>3</c:v>
                </c:pt>
                <c:pt idx="627">
                  <c:v>0</c:v>
                </c:pt>
                <c:pt idx="628">
                  <c:v>2</c:v>
                </c:pt>
                <c:pt idx="629">
                  <c:v>0</c:v>
                </c:pt>
                <c:pt idx="630">
                  <c:v>3</c:v>
                </c:pt>
                <c:pt idx="631">
                  <c:v>0</c:v>
                </c:pt>
                <c:pt idx="632">
                  <c:v>0</c:v>
                </c:pt>
                <c:pt idx="633">
                  <c:v>0</c:v>
                </c:pt>
                <c:pt idx="634">
                  <c:v>0</c:v>
                </c:pt>
                <c:pt idx="635">
                  <c:v>0</c:v>
                </c:pt>
                <c:pt idx="636">
                  <c:v>0</c:v>
                </c:pt>
                <c:pt idx="637">
                  <c:v>2</c:v>
                </c:pt>
                <c:pt idx="638">
                  <c:v>2</c:v>
                </c:pt>
                <c:pt idx="639">
                  <c:v>0</c:v>
                </c:pt>
                <c:pt idx="640">
                  <c:v>3</c:v>
                </c:pt>
                <c:pt idx="641">
                  <c:v>2</c:v>
                </c:pt>
                <c:pt idx="642">
                  <c:v>3</c:v>
                </c:pt>
                <c:pt idx="643">
                  <c:v>0</c:v>
                </c:pt>
                <c:pt idx="644">
                  <c:v>2</c:v>
                </c:pt>
                <c:pt idx="645">
                  <c:v>2</c:v>
                </c:pt>
                <c:pt idx="646">
                  <c:v>0</c:v>
                </c:pt>
                <c:pt idx="647">
                  <c:v>0</c:v>
                </c:pt>
                <c:pt idx="648">
                  <c:v>0</c:v>
                </c:pt>
                <c:pt idx="649">
                  <c:v>0</c:v>
                </c:pt>
                <c:pt idx="650">
                  <c:v>0</c:v>
                </c:pt>
                <c:pt idx="651">
                  <c:v>0</c:v>
                </c:pt>
                <c:pt idx="652">
                  <c:v>0</c:v>
                </c:pt>
                <c:pt idx="653">
                  <c:v>3</c:v>
                </c:pt>
                <c:pt idx="654">
                  <c:v>3</c:v>
                </c:pt>
                <c:pt idx="655">
                  <c:v>0</c:v>
                </c:pt>
                <c:pt idx="656">
                  <c:v>0</c:v>
                </c:pt>
                <c:pt idx="657">
                  <c:v>0</c:v>
                </c:pt>
                <c:pt idx="658">
                  <c:v>0</c:v>
                </c:pt>
                <c:pt idx="659">
                  <c:v>2</c:v>
                </c:pt>
                <c:pt idx="660">
                  <c:v>0</c:v>
                </c:pt>
                <c:pt idx="661">
                  <c:v>0</c:v>
                </c:pt>
                <c:pt idx="662">
                  <c:v>3</c:v>
                </c:pt>
                <c:pt idx="663">
                  <c:v>0</c:v>
                </c:pt>
                <c:pt idx="664">
                  <c:v>3</c:v>
                </c:pt>
                <c:pt idx="665">
                  <c:v>0</c:v>
                </c:pt>
                <c:pt idx="666">
                  <c:v>3</c:v>
                </c:pt>
                <c:pt idx="667">
                  <c:v>3</c:v>
                </c:pt>
                <c:pt idx="668">
                  <c:v>0</c:v>
                </c:pt>
                <c:pt idx="669">
                  <c:v>0</c:v>
                </c:pt>
                <c:pt idx="670">
                  <c:v>0</c:v>
                </c:pt>
                <c:pt idx="671">
                  <c:v>0</c:v>
                </c:pt>
                <c:pt idx="672">
                  <c:v>0</c:v>
                </c:pt>
                <c:pt idx="673">
                  <c:v>0</c:v>
                </c:pt>
                <c:pt idx="674">
                  <c:v>3</c:v>
                </c:pt>
                <c:pt idx="675">
                  <c:v>0</c:v>
                </c:pt>
                <c:pt idx="676">
                  <c:v>3</c:v>
                </c:pt>
                <c:pt idx="677">
                  <c:v>0</c:v>
                </c:pt>
                <c:pt idx="678">
                  <c:v>3</c:v>
                </c:pt>
                <c:pt idx="679">
                  <c:v>0</c:v>
                </c:pt>
                <c:pt idx="680">
                  <c:v>2</c:v>
                </c:pt>
                <c:pt idx="681">
                  <c:v>0</c:v>
                </c:pt>
                <c:pt idx="682">
                  <c:v>0</c:v>
                </c:pt>
                <c:pt idx="683">
                  <c:v>0</c:v>
                </c:pt>
                <c:pt idx="684">
                  <c:v>0</c:v>
                </c:pt>
                <c:pt idx="685">
                  <c:v>0</c:v>
                </c:pt>
                <c:pt idx="686">
                  <c:v>0</c:v>
                </c:pt>
                <c:pt idx="687">
                  <c:v>0</c:v>
                </c:pt>
                <c:pt idx="688">
                  <c:v>0</c:v>
                </c:pt>
                <c:pt idx="689">
                  <c:v>3</c:v>
                </c:pt>
                <c:pt idx="690">
                  <c:v>0</c:v>
                </c:pt>
                <c:pt idx="691">
                  <c:v>3</c:v>
                </c:pt>
                <c:pt idx="692">
                  <c:v>0</c:v>
                </c:pt>
                <c:pt idx="693">
                  <c:v>0</c:v>
                </c:pt>
                <c:pt idx="694">
                  <c:v>2</c:v>
                </c:pt>
                <c:pt idx="695">
                  <c:v>0</c:v>
                </c:pt>
                <c:pt idx="696">
                  <c:v>0</c:v>
                </c:pt>
                <c:pt idx="697">
                  <c:v>2</c:v>
                </c:pt>
                <c:pt idx="698">
                  <c:v>0</c:v>
                </c:pt>
                <c:pt idx="699">
                  <c:v>3</c:v>
                </c:pt>
                <c:pt idx="700">
                  <c:v>2</c:v>
                </c:pt>
                <c:pt idx="701">
                  <c:v>0</c:v>
                </c:pt>
                <c:pt idx="702">
                  <c:v>3</c:v>
                </c:pt>
                <c:pt idx="703">
                  <c:v>3</c:v>
                </c:pt>
                <c:pt idx="704">
                  <c:v>0</c:v>
                </c:pt>
                <c:pt idx="705">
                  <c:v>2</c:v>
                </c:pt>
                <c:pt idx="706">
                  <c:v>0</c:v>
                </c:pt>
                <c:pt idx="707">
                  <c:v>0</c:v>
                </c:pt>
                <c:pt idx="708">
                  <c:v>0</c:v>
                </c:pt>
                <c:pt idx="709">
                  <c:v>2</c:v>
                </c:pt>
                <c:pt idx="710">
                  <c:v>2</c:v>
                </c:pt>
                <c:pt idx="711">
                  <c:v>0</c:v>
                </c:pt>
                <c:pt idx="712">
                  <c:v>0</c:v>
                </c:pt>
                <c:pt idx="713">
                  <c:v>0</c:v>
                </c:pt>
                <c:pt idx="714">
                  <c:v>0</c:v>
                </c:pt>
                <c:pt idx="715">
                  <c:v>0</c:v>
                </c:pt>
                <c:pt idx="716">
                  <c:v>0</c:v>
                </c:pt>
                <c:pt idx="717">
                  <c:v>3</c:v>
                </c:pt>
                <c:pt idx="718">
                  <c:v>0</c:v>
                </c:pt>
                <c:pt idx="719">
                  <c:v>0</c:v>
                </c:pt>
                <c:pt idx="720">
                  <c:v>3</c:v>
                </c:pt>
                <c:pt idx="721">
                  <c:v>3</c:v>
                </c:pt>
                <c:pt idx="722">
                  <c:v>0</c:v>
                </c:pt>
                <c:pt idx="723">
                  <c:v>0</c:v>
                </c:pt>
                <c:pt idx="724">
                  <c:v>2</c:v>
                </c:pt>
                <c:pt idx="725">
                  <c:v>0</c:v>
                </c:pt>
                <c:pt idx="726">
                  <c:v>3</c:v>
                </c:pt>
                <c:pt idx="727">
                  <c:v>0</c:v>
                </c:pt>
                <c:pt idx="728">
                  <c:v>2</c:v>
                </c:pt>
                <c:pt idx="729">
                  <c:v>3</c:v>
                </c:pt>
                <c:pt idx="730">
                  <c:v>2</c:v>
                </c:pt>
                <c:pt idx="731">
                  <c:v>0</c:v>
                </c:pt>
                <c:pt idx="732">
                  <c:v>0</c:v>
                </c:pt>
                <c:pt idx="733">
                  <c:v>2</c:v>
                </c:pt>
                <c:pt idx="734">
                  <c:v>3</c:v>
                </c:pt>
                <c:pt idx="735">
                  <c:v>0</c:v>
                </c:pt>
                <c:pt idx="736">
                  <c:v>0</c:v>
                </c:pt>
                <c:pt idx="737">
                  <c:v>0</c:v>
                </c:pt>
                <c:pt idx="738">
                  <c:v>0</c:v>
                </c:pt>
                <c:pt idx="739">
                  <c:v>3</c:v>
                </c:pt>
                <c:pt idx="740">
                  <c:v>2</c:v>
                </c:pt>
                <c:pt idx="741">
                  <c:v>2</c:v>
                </c:pt>
                <c:pt idx="742">
                  <c:v>0</c:v>
                </c:pt>
                <c:pt idx="743">
                  <c:v>0</c:v>
                </c:pt>
                <c:pt idx="744">
                  <c:v>0</c:v>
                </c:pt>
                <c:pt idx="745">
                  <c:v>2</c:v>
                </c:pt>
                <c:pt idx="746">
                  <c:v>0</c:v>
                </c:pt>
                <c:pt idx="747">
                  <c:v>0</c:v>
                </c:pt>
                <c:pt idx="748">
                  <c:v>0</c:v>
                </c:pt>
                <c:pt idx="749">
                  <c:v>0</c:v>
                </c:pt>
                <c:pt idx="750">
                  <c:v>0</c:v>
                </c:pt>
                <c:pt idx="751">
                  <c:v>2</c:v>
                </c:pt>
                <c:pt idx="752">
                  <c:v>3</c:v>
                </c:pt>
                <c:pt idx="753">
                  <c:v>3</c:v>
                </c:pt>
                <c:pt idx="754">
                  <c:v>2</c:v>
                </c:pt>
                <c:pt idx="755">
                  <c:v>0</c:v>
                </c:pt>
                <c:pt idx="756">
                  <c:v>0</c:v>
                </c:pt>
                <c:pt idx="757">
                  <c:v>0</c:v>
                </c:pt>
                <c:pt idx="758">
                  <c:v>0</c:v>
                </c:pt>
                <c:pt idx="759">
                  <c:v>0</c:v>
                </c:pt>
                <c:pt idx="760">
                  <c:v>2</c:v>
                </c:pt>
                <c:pt idx="761">
                  <c:v>2</c:v>
                </c:pt>
                <c:pt idx="762">
                  <c:v>0</c:v>
                </c:pt>
                <c:pt idx="763">
                  <c:v>0</c:v>
                </c:pt>
                <c:pt idx="764">
                  <c:v>2</c:v>
                </c:pt>
                <c:pt idx="765">
                  <c:v>0</c:v>
                </c:pt>
                <c:pt idx="766">
                  <c:v>2</c:v>
                </c:pt>
                <c:pt idx="767">
                  <c:v>0</c:v>
                </c:pt>
                <c:pt idx="768">
                  <c:v>3</c:v>
                </c:pt>
                <c:pt idx="769">
                  <c:v>3</c:v>
                </c:pt>
                <c:pt idx="770">
                  <c:v>0</c:v>
                </c:pt>
                <c:pt idx="771">
                  <c:v>2</c:v>
                </c:pt>
                <c:pt idx="772">
                  <c:v>0</c:v>
                </c:pt>
                <c:pt idx="773">
                  <c:v>0</c:v>
                </c:pt>
                <c:pt idx="774">
                  <c:v>0</c:v>
                </c:pt>
                <c:pt idx="775">
                  <c:v>0</c:v>
                </c:pt>
                <c:pt idx="776">
                  <c:v>2</c:v>
                </c:pt>
                <c:pt idx="777">
                  <c:v>2</c:v>
                </c:pt>
                <c:pt idx="778">
                  <c:v>0</c:v>
                </c:pt>
                <c:pt idx="779">
                  <c:v>3</c:v>
                </c:pt>
                <c:pt idx="780">
                  <c:v>3</c:v>
                </c:pt>
                <c:pt idx="781">
                  <c:v>2</c:v>
                </c:pt>
                <c:pt idx="782">
                  <c:v>0</c:v>
                </c:pt>
                <c:pt idx="783">
                  <c:v>3</c:v>
                </c:pt>
                <c:pt idx="784">
                  <c:v>3</c:v>
                </c:pt>
                <c:pt idx="785">
                  <c:v>0</c:v>
                </c:pt>
                <c:pt idx="786">
                  <c:v>0</c:v>
                </c:pt>
                <c:pt idx="787">
                  <c:v>0</c:v>
                </c:pt>
                <c:pt idx="788">
                  <c:v>3</c:v>
                </c:pt>
                <c:pt idx="789">
                  <c:v>0</c:v>
                </c:pt>
                <c:pt idx="790">
                  <c:v>0</c:v>
                </c:pt>
                <c:pt idx="791">
                  <c:v>2</c:v>
                </c:pt>
                <c:pt idx="792">
                  <c:v>2</c:v>
                </c:pt>
                <c:pt idx="793">
                  <c:v>3</c:v>
                </c:pt>
                <c:pt idx="794">
                  <c:v>0</c:v>
                </c:pt>
                <c:pt idx="795">
                  <c:v>2</c:v>
                </c:pt>
                <c:pt idx="796">
                  <c:v>0</c:v>
                </c:pt>
                <c:pt idx="797">
                  <c:v>3</c:v>
                </c:pt>
                <c:pt idx="798">
                  <c:v>2</c:v>
                </c:pt>
                <c:pt idx="799">
                  <c:v>0</c:v>
                </c:pt>
                <c:pt idx="800">
                  <c:v>0</c:v>
                </c:pt>
                <c:pt idx="801">
                  <c:v>0</c:v>
                </c:pt>
                <c:pt idx="802">
                  <c:v>0</c:v>
                </c:pt>
                <c:pt idx="803">
                  <c:v>3</c:v>
                </c:pt>
                <c:pt idx="804">
                  <c:v>0</c:v>
                </c:pt>
                <c:pt idx="805">
                  <c:v>2</c:v>
                </c:pt>
                <c:pt idx="806">
                  <c:v>0</c:v>
                </c:pt>
                <c:pt idx="807">
                  <c:v>0</c:v>
                </c:pt>
                <c:pt idx="808">
                  <c:v>0</c:v>
                </c:pt>
                <c:pt idx="809">
                  <c:v>0</c:v>
                </c:pt>
                <c:pt idx="810">
                  <c:v>0</c:v>
                </c:pt>
                <c:pt idx="811">
                  <c:v>3</c:v>
                </c:pt>
                <c:pt idx="812">
                  <c:v>0</c:v>
                </c:pt>
                <c:pt idx="813">
                  <c:v>0</c:v>
                </c:pt>
                <c:pt idx="814">
                  <c:v>0</c:v>
                </c:pt>
                <c:pt idx="815">
                  <c:v>0</c:v>
                </c:pt>
                <c:pt idx="816">
                  <c:v>0</c:v>
                </c:pt>
                <c:pt idx="817">
                  <c:v>0</c:v>
                </c:pt>
                <c:pt idx="818">
                  <c:v>0</c:v>
                </c:pt>
                <c:pt idx="819">
                  <c:v>0</c:v>
                </c:pt>
                <c:pt idx="820">
                  <c:v>3</c:v>
                </c:pt>
                <c:pt idx="821">
                  <c:v>2</c:v>
                </c:pt>
                <c:pt idx="822">
                  <c:v>2</c:v>
                </c:pt>
                <c:pt idx="823">
                  <c:v>0</c:v>
                </c:pt>
                <c:pt idx="824">
                  <c:v>3</c:v>
                </c:pt>
                <c:pt idx="825">
                  <c:v>0</c:v>
                </c:pt>
                <c:pt idx="826">
                  <c:v>0</c:v>
                </c:pt>
                <c:pt idx="827">
                  <c:v>3</c:v>
                </c:pt>
                <c:pt idx="828">
                  <c:v>0</c:v>
                </c:pt>
                <c:pt idx="829">
                  <c:v>0</c:v>
                </c:pt>
                <c:pt idx="830">
                  <c:v>0</c:v>
                </c:pt>
                <c:pt idx="831">
                  <c:v>0</c:v>
                </c:pt>
                <c:pt idx="832">
                  <c:v>3</c:v>
                </c:pt>
                <c:pt idx="833">
                  <c:v>0</c:v>
                </c:pt>
                <c:pt idx="834">
                  <c:v>0</c:v>
                </c:pt>
                <c:pt idx="835">
                  <c:v>3</c:v>
                </c:pt>
                <c:pt idx="836">
                  <c:v>3</c:v>
                </c:pt>
                <c:pt idx="837">
                  <c:v>0</c:v>
                </c:pt>
                <c:pt idx="838">
                  <c:v>0</c:v>
                </c:pt>
                <c:pt idx="839">
                  <c:v>3</c:v>
                </c:pt>
                <c:pt idx="840">
                  <c:v>3</c:v>
                </c:pt>
                <c:pt idx="841">
                  <c:v>0</c:v>
                </c:pt>
                <c:pt idx="842">
                  <c:v>0</c:v>
                </c:pt>
                <c:pt idx="843">
                  <c:v>0</c:v>
                </c:pt>
                <c:pt idx="844">
                  <c:v>0</c:v>
                </c:pt>
                <c:pt idx="845">
                  <c:v>0</c:v>
                </c:pt>
                <c:pt idx="846">
                  <c:v>0</c:v>
                </c:pt>
                <c:pt idx="847">
                  <c:v>0</c:v>
                </c:pt>
                <c:pt idx="848">
                  <c:v>2</c:v>
                </c:pt>
                <c:pt idx="849">
                  <c:v>0</c:v>
                </c:pt>
                <c:pt idx="850">
                  <c:v>0</c:v>
                </c:pt>
                <c:pt idx="851">
                  <c:v>0</c:v>
                </c:pt>
                <c:pt idx="852">
                  <c:v>2</c:v>
                </c:pt>
                <c:pt idx="853">
                  <c:v>2</c:v>
                </c:pt>
                <c:pt idx="854">
                  <c:v>3</c:v>
                </c:pt>
                <c:pt idx="855">
                  <c:v>2</c:v>
                </c:pt>
                <c:pt idx="856">
                  <c:v>0</c:v>
                </c:pt>
                <c:pt idx="857">
                  <c:v>0</c:v>
                </c:pt>
                <c:pt idx="858">
                  <c:v>0</c:v>
                </c:pt>
                <c:pt idx="859">
                  <c:v>3</c:v>
                </c:pt>
                <c:pt idx="860">
                  <c:v>2</c:v>
                </c:pt>
                <c:pt idx="861">
                  <c:v>0</c:v>
                </c:pt>
                <c:pt idx="862">
                  <c:v>0</c:v>
                </c:pt>
                <c:pt idx="863">
                  <c:v>0</c:v>
                </c:pt>
                <c:pt idx="864">
                  <c:v>2</c:v>
                </c:pt>
                <c:pt idx="865">
                  <c:v>0</c:v>
                </c:pt>
                <c:pt idx="866">
                  <c:v>0</c:v>
                </c:pt>
                <c:pt idx="867">
                  <c:v>0</c:v>
                </c:pt>
                <c:pt idx="868">
                  <c:v>0</c:v>
                </c:pt>
                <c:pt idx="869">
                  <c:v>0</c:v>
                </c:pt>
                <c:pt idx="870">
                  <c:v>3</c:v>
                </c:pt>
                <c:pt idx="871">
                  <c:v>3</c:v>
                </c:pt>
                <c:pt idx="872">
                  <c:v>0</c:v>
                </c:pt>
                <c:pt idx="873">
                  <c:v>0</c:v>
                </c:pt>
                <c:pt idx="874">
                  <c:v>3</c:v>
                </c:pt>
                <c:pt idx="875">
                  <c:v>2</c:v>
                </c:pt>
                <c:pt idx="876">
                  <c:v>0</c:v>
                </c:pt>
                <c:pt idx="877">
                  <c:v>2</c:v>
                </c:pt>
                <c:pt idx="878">
                  <c:v>0</c:v>
                </c:pt>
                <c:pt idx="879">
                  <c:v>0</c:v>
                </c:pt>
                <c:pt idx="880">
                  <c:v>0</c:v>
                </c:pt>
                <c:pt idx="881">
                  <c:v>0</c:v>
                </c:pt>
                <c:pt idx="882">
                  <c:v>2</c:v>
                </c:pt>
                <c:pt idx="883">
                  <c:v>2</c:v>
                </c:pt>
                <c:pt idx="884">
                  <c:v>0</c:v>
                </c:pt>
                <c:pt idx="885">
                  <c:v>2</c:v>
                </c:pt>
                <c:pt idx="886">
                  <c:v>0</c:v>
                </c:pt>
                <c:pt idx="887">
                  <c:v>2</c:v>
                </c:pt>
                <c:pt idx="888">
                  <c:v>3</c:v>
                </c:pt>
                <c:pt idx="889">
                  <c:v>2</c:v>
                </c:pt>
                <c:pt idx="890">
                  <c:v>0</c:v>
                </c:pt>
                <c:pt idx="891">
                  <c:v>3</c:v>
                </c:pt>
                <c:pt idx="892">
                  <c:v>0</c:v>
                </c:pt>
                <c:pt idx="893">
                  <c:v>0</c:v>
                </c:pt>
                <c:pt idx="894">
                  <c:v>2</c:v>
                </c:pt>
                <c:pt idx="895">
                  <c:v>0</c:v>
                </c:pt>
                <c:pt idx="896">
                  <c:v>0</c:v>
                </c:pt>
                <c:pt idx="897">
                  <c:v>0</c:v>
                </c:pt>
                <c:pt idx="898">
                  <c:v>0</c:v>
                </c:pt>
                <c:pt idx="899">
                  <c:v>0</c:v>
                </c:pt>
                <c:pt idx="900">
                  <c:v>3</c:v>
                </c:pt>
                <c:pt idx="901">
                  <c:v>2</c:v>
                </c:pt>
                <c:pt idx="902">
                  <c:v>0</c:v>
                </c:pt>
                <c:pt idx="903">
                  <c:v>2</c:v>
                </c:pt>
                <c:pt idx="904">
                  <c:v>3</c:v>
                </c:pt>
                <c:pt idx="905">
                  <c:v>0</c:v>
                </c:pt>
                <c:pt idx="906">
                  <c:v>3</c:v>
                </c:pt>
                <c:pt idx="907">
                  <c:v>0</c:v>
                </c:pt>
                <c:pt idx="908">
                  <c:v>0</c:v>
                </c:pt>
                <c:pt idx="909">
                  <c:v>3</c:v>
                </c:pt>
                <c:pt idx="910">
                  <c:v>0</c:v>
                </c:pt>
                <c:pt idx="911">
                  <c:v>0</c:v>
                </c:pt>
                <c:pt idx="912">
                  <c:v>3</c:v>
                </c:pt>
                <c:pt idx="913">
                  <c:v>3</c:v>
                </c:pt>
                <c:pt idx="914">
                  <c:v>3</c:v>
                </c:pt>
                <c:pt idx="915">
                  <c:v>3</c:v>
                </c:pt>
                <c:pt idx="916">
                  <c:v>2</c:v>
                </c:pt>
                <c:pt idx="917">
                  <c:v>0</c:v>
                </c:pt>
                <c:pt idx="918">
                  <c:v>0</c:v>
                </c:pt>
                <c:pt idx="919">
                  <c:v>0</c:v>
                </c:pt>
                <c:pt idx="920">
                  <c:v>3</c:v>
                </c:pt>
                <c:pt idx="921">
                  <c:v>3</c:v>
                </c:pt>
                <c:pt idx="922">
                  <c:v>2</c:v>
                </c:pt>
                <c:pt idx="923">
                  <c:v>2</c:v>
                </c:pt>
                <c:pt idx="924">
                  <c:v>0</c:v>
                </c:pt>
                <c:pt idx="925">
                  <c:v>2</c:v>
                </c:pt>
                <c:pt idx="926">
                  <c:v>0</c:v>
                </c:pt>
                <c:pt idx="927">
                  <c:v>2</c:v>
                </c:pt>
                <c:pt idx="928">
                  <c:v>3</c:v>
                </c:pt>
                <c:pt idx="929">
                  <c:v>0</c:v>
                </c:pt>
                <c:pt idx="930">
                  <c:v>2</c:v>
                </c:pt>
                <c:pt idx="931">
                  <c:v>0</c:v>
                </c:pt>
                <c:pt idx="932">
                  <c:v>0</c:v>
                </c:pt>
                <c:pt idx="933">
                  <c:v>0</c:v>
                </c:pt>
                <c:pt idx="934">
                  <c:v>2</c:v>
                </c:pt>
                <c:pt idx="935">
                  <c:v>2</c:v>
                </c:pt>
                <c:pt idx="936">
                  <c:v>0</c:v>
                </c:pt>
                <c:pt idx="937">
                  <c:v>2</c:v>
                </c:pt>
                <c:pt idx="938">
                  <c:v>0</c:v>
                </c:pt>
                <c:pt idx="939">
                  <c:v>0</c:v>
                </c:pt>
                <c:pt idx="940">
                  <c:v>0</c:v>
                </c:pt>
                <c:pt idx="941">
                  <c:v>3</c:v>
                </c:pt>
                <c:pt idx="942">
                  <c:v>0</c:v>
                </c:pt>
                <c:pt idx="943">
                  <c:v>0</c:v>
                </c:pt>
                <c:pt idx="944">
                  <c:v>2</c:v>
                </c:pt>
                <c:pt idx="945">
                  <c:v>0</c:v>
                </c:pt>
                <c:pt idx="946">
                  <c:v>2</c:v>
                </c:pt>
                <c:pt idx="947">
                  <c:v>0</c:v>
                </c:pt>
                <c:pt idx="948">
                  <c:v>0</c:v>
                </c:pt>
                <c:pt idx="949">
                  <c:v>2</c:v>
                </c:pt>
                <c:pt idx="950">
                  <c:v>0</c:v>
                </c:pt>
                <c:pt idx="951">
                  <c:v>0</c:v>
                </c:pt>
                <c:pt idx="952">
                  <c:v>0</c:v>
                </c:pt>
                <c:pt idx="953">
                  <c:v>2</c:v>
                </c:pt>
                <c:pt idx="954">
                  <c:v>0</c:v>
                </c:pt>
                <c:pt idx="955">
                  <c:v>0</c:v>
                </c:pt>
                <c:pt idx="956">
                  <c:v>2</c:v>
                </c:pt>
                <c:pt idx="957">
                  <c:v>0</c:v>
                </c:pt>
                <c:pt idx="958">
                  <c:v>0</c:v>
                </c:pt>
                <c:pt idx="959">
                  <c:v>2</c:v>
                </c:pt>
                <c:pt idx="960">
                  <c:v>3</c:v>
                </c:pt>
                <c:pt idx="961">
                  <c:v>3</c:v>
                </c:pt>
                <c:pt idx="962">
                  <c:v>2</c:v>
                </c:pt>
                <c:pt idx="963">
                  <c:v>3</c:v>
                </c:pt>
                <c:pt idx="964">
                  <c:v>2</c:v>
                </c:pt>
                <c:pt idx="965">
                  <c:v>3</c:v>
                </c:pt>
                <c:pt idx="966">
                  <c:v>3</c:v>
                </c:pt>
                <c:pt idx="967">
                  <c:v>0</c:v>
                </c:pt>
                <c:pt idx="968">
                  <c:v>2</c:v>
                </c:pt>
                <c:pt idx="969">
                  <c:v>3</c:v>
                </c:pt>
                <c:pt idx="970">
                  <c:v>0</c:v>
                </c:pt>
                <c:pt idx="971">
                  <c:v>0</c:v>
                </c:pt>
                <c:pt idx="972">
                  <c:v>3</c:v>
                </c:pt>
              </c:numCache>
            </c:numRef>
          </c:yVal>
          <c:smooth val="0"/>
          <c:extLst>
            <c:ext xmlns:c16="http://schemas.microsoft.com/office/drawing/2014/chart" uri="{C3380CC4-5D6E-409C-BE32-E72D297353CC}">
              <c16:uniqueId val="{00000000-E8EF-40B4-8F8E-3CB030DA8513}"/>
            </c:ext>
          </c:extLst>
        </c:ser>
        <c:ser>
          <c:idx val="1"/>
          <c:order val="1"/>
          <c:tx>
            <c:strRef>
              <c:f>'Sub-Dataset'!$AJ$2</c:f>
              <c:strCache>
                <c:ptCount val="1"/>
                <c:pt idx="0">
                  <c:v>Level 2</c:v>
                </c:pt>
              </c:strCache>
            </c:strRef>
          </c:tx>
          <c:spPr>
            <a:ln w="19050" cap="rnd">
              <a:noFill/>
              <a:round/>
            </a:ln>
            <a:effectLst/>
          </c:spPr>
          <c:marker>
            <c:symbol val="circle"/>
            <c:size val="5"/>
            <c:spPr>
              <a:solidFill>
                <a:schemeClr val="accent2"/>
              </a:solidFill>
              <a:ln w="9525">
                <a:solidFill>
                  <a:schemeClr val="accent2"/>
                </a:solidFill>
              </a:ln>
              <a:effectLst/>
            </c:spPr>
          </c:marker>
          <c:xVal>
            <c:numRef>
              <c:f>'Sub-Dataset'!$AH$3:$AH$975</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'Sub-Dataset'!$AJ$3:$AJ$975</c:f>
              <c:numCache>
                <c:formatCode>General</c:formatCode>
                <c:ptCount val="973"/>
                <c:pt idx="0">
                  <c:v>4</c:v>
                </c:pt>
                <c:pt idx="1">
                  <c:v>0</c:v>
                </c:pt>
                <c:pt idx="2">
                  <c:v>0</c:v>
                </c:pt>
                <c:pt idx="3">
                  <c:v>0</c:v>
                </c:pt>
                <c:pt idx="4">
                  <c:v>0</c:v>
                </c:pt>
                <c:pt idx="5">
                  <c:v>0</c:v>
                </c:pt>
                <c:pt idx="6">
                  <c:v>3</c:v>
                </c:pt>
                <c:pt idx="7">
                  <c:v>0</c:v>
                </c:pt>
                <c:pt idx="8">
                  <c:v>3</c:v>
                </c:pt>
                <c:pt idx="9">
                  <c:v>0</c:v>
                </c:pt>
                <c:pt idx="10">
                  <c:v>0</c:v>
                </c:pt>
                <c:pt idx="11">
                  <c:v>3</c:v>
                </c:pt>
                <c:pt idx="12">
                  <c:v>4</c:v>
                </c:pt>
                <c:pt idx="13">
                  <c:v>3</c:v>
                </c:pt>
                <c:pt idx="14">
                  <c:v>0</c:v>
                </c:pt>
                <c:pt idx="15">
                  <c:v>0</c:v>
                </c:pt>
                <c:pt idx="16">
                  <c:v>0</c:v>
                </c:pt>
                <c:pt idx="17">
                  <c:v>4</c:v>
                </c:pt>
                <c:pt idx="18">
                  <c:v>3</c:v>
                </c:pt>
                <c:pt idx="19">
                  <c:v>0</c:v>
                </c:pt>
                <c:pt idx="20">
                  <c:v>0</c:v>
                </c:pt>
                <c:pt idx="21">
                  <c:v>0</c:v>
                </c:pt>
                <c:pt idx="22">
                  <c:v>0</c:v>
                </c:pt>
                <c:pt idx="23">
                  <c:v>3</c:v>
                </c:pt>
                <c:pt idx="24">
                  <c:v>0</c:v>
                </c:pt>
                <c:pt idx="25">
                  <c:v>0</c:v>
                </c:pt>
                <c:pt idx="26">
                  <c:v>0</c:v>
                </c:pt>
                <c:pt idx="27">
                  <c:v>0</c:v>
                </c:pt>
                <c:pt idx="28">
                  <c:v>0</c:v>
                </c:pt>
                <c:pt idx="29">
                  <c:v>4</c:v>
                </c:pt>
                <c:pt idx="30">
                  <c:v>0</c:v>
                </c:pt>
                <c:pt idx="31">
                  <c:v>4</c:v>
                </c:pt>
                <c:pt idx="32">
                  <c:v>0</c:v>
                </c:pt>
                <c:pt idx="33">
                  <c:v>0</c:v>
                </c:pt>
                <c:pt idx="34">
                  <c:v>0</c:v>
                </c:pt>
                <c:pt idx="35">
                  <c:v>0</c:v>
                </c:pt>
                <c:pt idx="36">
                  <c:v>0</c:v>
                </c:pt>
                <c:pt idx="37">
                  <c:v>0</c:v>
                </c:pt>
                <c:pt idx="38">
                  <c:v>0</c:v>
                </c:pt>
                <c:pt idx="39">
                  <c:v>0</c:v>
                </c:pt>
                <c:pt idx="40">
                  <c:v>0</c:v>
                </c:pt>
                <c:pt idx="41">
                  <c:v>3</c:v>
                </c:pt>
                <c:pt idx="42">
                  <c:v>0</c:v>
                </c:pt>
                <c:pt idx="43">
                  <c:v>4</c:v>
                </c:pt>
                <c:pt idx="44">
                  <c:v>4</c:v>
                </c:pt>
                <c:pt idx="45">
                  <c:v>0</c:v>
                </c:pt>
                <c:pt idx="46">
                  <c:v>0</c:v>
                </c:pt>
                <c:pt idx="47">
                  <c:v>3</c:v>
                </c:pt>
                <c:pt idx="48">
                  <c:v>0</c:v>
                </c:pt>
                <c:pt idx="49">
                  <c:v>0</c:v>
                </c:pt>
                <c:pt idx="50">
                  <c:v>0</c:v>
                </c:pt>
                <c:pt idx="51">
                  <c:v>3</c:v>
                </c:pt>
                <c:pt idx="52">
                  <c:v>3</c:v>
                </c:pt>
                <c:pt idx="53">
                  <c:v>0</c:v>
                </c:pt>
                <c:pt idx="54">
                  <c:v>4</c:v>
                </c:pt>
                <c:pt idx="55">
                  <c:v>0</c:v>
                </c:pt>
                <c:pt idx="56">
                  <c:v>0</c:v>
                </c:pt>
                <c:pt idx="57">
                  <c:v>3</c:v>
                </c:pt>
                <c:pt idx="58">
                  <c:v>0</c:v>
                </c:pt>
                <c:pt idx="59">
                  <c:v>0</c:v>
                </c:pt>
                <c:pt idx="60">
                  <c:v>0</c:v>
                </c:pt>
                <c:pt idx="61">
                  <c:v>0</c:v>
                </c:pt>
                <c:pt idx="62">
                  <c:v>0</c:v>
                </c:pt>
                <c:pt idx="63">
                  <c:v>0</c:v>
                </c:pt>
                <c:pt idx="64">
                  <c:v>3</c:v>
                </c:pt>
                <c:pt idx="65">
                  <c:v>0</c:v>
                </c:pt>
                <c:pt idx="66">
                  <c:v>0</c:v>
                </c:pt>
                <c:pt idx="67">
                  <c:v>0</c:v>
                </c:pt>
                <c:pt idx="68">
                  <c:v>0</c:v>
                </c:pt>
                <c:pt idx="69">
                  <c:v>4</c:v>
                </c:pt>
                <c:pt idx="70">
                  <c:v>0</c:v>
                </c:pt>
                <c:pt idx="71">
                  <c:v>4</c:v>
                </c:pt>
                <c:pt idx="72">
                  <c:v>0</c:v>
                </c:pt>
                <c:pt idx="73">
                  <c:v>0</c:v>
                </c:pt>
                <c:pt idx="74">
                  <c:v>0</c:v>
                </c:pt>
                <c:pt idx="75">
                  <c:v>0</c:v>
                </c:pt>
                <c:pt idx="76">
                  <c:v>0</c:v>
                </c:pt>
                <c:pt idx="77">
                  <c:v>4</c:v>
                </c:pt>
                <c:pt idx="78">
                  <c:v>3</c:v>
                </c:pt>
                <c:pt idx="79">
                  <c:v>0</c:v>
                </c:pt>
                <c:pt idx="80">
                  <c:v>3</c:v>
                </c:pt>
                <c:pt idx="81">
                  <c:v>0</c:v>
                </c:pt>
                <c:pt idx="82">
                  <c:v>4</c:v>
                </c:pt>
                <c:pt idx="83">
                  <c:v>0</c:v>
                </c:pt>
                <c:pt idx="84">
                  <c:v>0</c:v>
                </c:pt>
                <c:pt idx="85">
                  <c:v>0</c:v>
                </c:pt>
                <c:pt idx="86">
                  <c:v>3</c:v>
                </c:pt>
                <c:pt idx="87">
                  <c:v>4</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4</c:v>
                </c:pt>
                <c:pt idx="102">
                  <c:v>3</c:v>
                </c:pt>
                <c:pt idx="103">
                  <c:v>4</c:v>
                </c:pt>
                <c:pt idx="104">
                  <c:v>0</c:v>
                </c:pt>
                <c:pt idx="105">
                  <c:v>0</c:v>
                </c:pt>
                <c:pt idx="106">
                  <c:v>0</c:v>
                </c:pt>
                <c:pt idx="107">
                  <c:v>0</c:v>
                </c:pt>
                <c:pt idx="108">
                  <c:v>3</c:v>
                </c:pt>
                <c:pt idx="109">
                  <c:v>0</c:v>
                </c:pt>
                <c:pt idx="110">
                  <c:v>4</c:v>
                </c:pt>
                <c:pt idx="111">
                  <c:v>4</c:v>
                </c:pt>
                <c:pt idx="112">
                  <c:v>0</c:v>
                </c:pt>
                <c:pt idx="113">
                  <c:v>4</c:v>
                </c:pt>
                <c:pt idx="114">
                  <c:v>3</c:v>
                </c:pt>
                <c:pt idx="115">
                  <c:v>0</c:v>
                </c:pt>
                <c:pt idx="116">
                  <c:v>4</c:v>
                </c:pt>
                <c:pt idx="117">
                  <c:v>3</c:v>
                </c:pt>
                <c:pt idx="118">
                  <c:v>0</c:v>
                </c:pt>
                <c:pt idx="119">
                  <c:v>0</c:v>
                </c:pt>
                <c:pt idx="120">
                  <c:v>0</c:v>
                </c:pt>
                <c:pt idx="121">
                  <c:v>0</c:v>
                </c:pt>
                <c:pt idx="122">
                  <c:v>3</c:v>
                </c:pt>
                <c:pt idx="123">
                  <c:v>4</c:v>
                </c:pt>
                <c:pt idx="124">
                  <c:v>3</c:v>
                </c:pt>
                <c:pt idx="125">
                  <c:v>3</c:v>
                </c:pt>
                <c:pt idx="126">
                  <c:v>0</c:v>
                </c:pt>
                <c:pt idx="127">
                  <c:v>0</c:v>
                </c:pt>
                <c:pt idx="128">
                  <c:v>0</c:v>
                </c:pt>
                <c:pt idx="129">
                  <c:v>0</c:v>
                </c:pt>
                <c:pt idx="130">
                  <c:v>3</c:v>
                </c:pt>
                <c:pt idx="131">
                  <c:v>0</c:v>
                </c:pt>
                <c:pt idx="132">
                  <c:v>0</c:v>
                </c:pt>
                <c:pt idx="133">
                  <c:v>0</c:v>
                </c:pt>
                <c:pt idx="134">
                  <c:v>0</c:v>
                </c:pt>
                <c:pt idx="135">
                  <c:v>3</c:v>
                </c:pt>
                <c:pt idx="136">
                  <c:v>0</c:v>
                </c:pt>
                <c:pt idx="137">
                  <c:v>3</c:v>
                </c:pt>
                <c:pt idx="138">
                  <c:v>3</c:v>
                </c:pt>
                <c:pt idx="139">
                  <c:v>4</c:v>
                </c:pt>
                <c:pt idx="140">
                  <c:v>4</c:v>
                </c:pt>
                <c:pt idx="141">
                  <c:v>0</c:v>
                </c:pt>
                <c:pt idx="142">
                  <c:v>0</c:v>
                </c:pt>
                <c:pt idx="143">
                  <c:v>4</c:v>
                </c:pt>
                <c:pt idx="144">
                  <c:v>3</c:v>
                </c:pt>
                <c:pt idx="145">
                  <c:v>0</c:v>
                </c:pt>
                <c:pt idx="146">
                  <c:v>0</c:v>
                </c:pt>
                <c:pt idx="147">
                  <c:v>0</c:v>
                </c:pt>
                <c:pt idx="148">
                  <c:v>4</c:v>
                </c:pt>
                <c:pt idx="149">
                  <c:v>0</c:v>
                </c:pt>
                <c:pt idx="150">
                  <c:v>0</c:v>
                </c:pt>
                <c:pt idx="151">
                  <c:v>0</c:v>
                </c:pt>
                <c:pt idx="152">
                  <c:v>3</c:v>
                </c:pt>
                <c:pt idx="153">
                  <c:v>0</c:v>
                </c:pt>
                <c:pt idx="154">
                  <c:v>0</c:v>
                </c:pt>
                <c:pt idx="155">
                  <c:v>0</c:v>
                </c:pt>
                <c:pt idx="156">
                  <c:v>3</c:v>
                </c:pt>
                <c:pt idx="157">
                  <c:v>0</c:v>
                </c:pt>
                <c:pt idx="158">
                  <c:v>4</c:v>
                </c:pt>
                <c:pt idx="159">
                  <c:v>0</c:v>
                </c:pt>
                <c:pt idx="160">
                  <c:v>4</c:v>
                </c:pt>
                <c:pt idx="161">
                  <c:v>0</c:v>
                </c:pt>
                <c:pt idx="162">
                  <c:v>0</c:v>
                </c:pt>
                <c:pt idx="163">
                  <c:v>0</c:v>
                </c:pt>
                <c:pt idx="164">
                  <c:v>0</c:v>
                </c:pt>
                <c:pt idx="165">
                  <c:v>0</c:v>
                </c:pt>
                <c:pt idx="166">
                  <c:v>0</c:v>
                </c:pt>
                <c:pt idx="167">
                  <c:v>4</c:v>
                </c:pt>
                <c:pt idx="168">
                  <c:v>4</c:v>
                </c:pt>
                <c:pt idx="169">
                  <c:v>3</c:v>
                </c:pt>
                <c:pt idx="170">
                  <c:v>0</c:v>
                </c:pt>
                <c:pt idx="171">
                  <c:v>3</c:v>
                </c:pt>
                <c:pt idx="172">
                  <c:v>3</c:v>
                </c:pt>
                <c:pt idx="173">
                  <c:v>4</c:v>
                </c:pt>
                <c:pt idx="174">
                  <c:v>4</c:v>
                </c:pt>
                <c:pt idx="175">
                  <c:v>4</c:v>
                </c:pt>
                <c:pt idx="176">
                  <c:v>0</c:v>
                </c:pt>
                <c:pt idx="177">
                  <c:v>0</c:v>
                </c:pt>
                <c:pt idx="178">
                  <c:v>4</c:v>
                </c:pt>
                <c:pt idx="179">
                  <c:v>4</c:v>
                </c:pt>
                <c:pt idx="180">
                  <c:v>0</c:v>
                </c:pt>
                <c:pt idx="181">
                  <c:v>4</c:v>
                </c:pt>
                <c:pt idx="182">
                  <c:v>3</c:v>
                </c:pt>
                <c:pt idx="183">
                  <c:v>0</c:v>
                </c:pt>
                <c:pt idx="184">
                  <c:v>3</c:v>
                </c:pt>
                <c:pt idx="185">
                  <c:v>0</c:v>
                </c:pt>
                <c:pt idx="186">
                  <c:v>3</c:v>
                </c:pt>
                <c:pt idx="187">
                  <c:v>0</c:v>
                </c:pt>
                <c:pt idx="188">
                  <c:v>0</c:v>
                </c:pt>
                <c:pt idx="189">
                  <c:v>3</c:v>
                </c:pt>
                <c:pt idx="190">
                  <c:v>0</c:v>
                </c:pt>
                <c:pt idx="191">
                  <c:v>0</c:v>
                </c:pt>
                <c:pt idx="192">
                  <c:v>4</c:v>
                </c:pt>
                <c:pt idx="193">
                  <c:v>0</c:v>
                </c:pt>
                <c:pt idx="194">
                  <c:v>4</c:v>
                </c:pt>
                <c:pt idx="195">
                  <c:v>3</c:v>
                </c:pt>
                <c:pt idx="196">
                  <c:v>0</c:v>
                </c:pt>
                <c:pt idx="197">
                  <c:v>0</c:v>
                </c:pt>
                <c:pt idx="198">
                  <c:v>3</c:v>
                </c:pt>
                <c:pt idx="199">
                  <c:v>0</c:v>
                </c:pt>
                <c:pt idx="200">
                  <c:v>3</c:v>
                </c:pt>
                <c:pt idx="201">
                  <c:v>0</c:v>
                </c:pt>
                <c:pt idx="202">
                  <c:v>4</c:v>
                </c:pt>
                <c:pt idx="203">
                  <c:v>3</c:v>
                </c:pt>
                <c:pt idx="204">
                  <c:v>3</c:v>
                </c:pt>
                <c:pt idx="205">
                  <c:v>3</c:v>
                </c:pt>
                <c:pt idx="206">
                  <c:v>4</c:v>
                </c:pt>
                <c:pt idx="207">
                  <c:v>4</c:v>
                </c:pt>
                <c:pt idx="208">
                  <c:v>4</c:v>
                </c:pt>
                <c:pt idx="209">
                  <c:v>0</c:v>
                </c:pt>
                <c:pt idx="210">
                  <c:v>0</c:v>
                </c:pt>
                <c:pt idx="211">
                  <c:v>0</c:v>
                </c:pt>
                <c:pt idx="212">
                  <c:v>0</c:v>
                </c:pt>
                <c:pt idx="213">
                  <c:v>3</c:v>
                </c:pt>
                <c:pt idx="214">
                  <c:v>0</c:v>
                </c:pt>
                <c:pt idx="215">
                  <c:v>4</c:v>
                </c:pt>
                <c:pt idx="216">
                  <c:v>4</c:v>
                </c:pt>
                <c:pt idx="217">
                  <c:v>0</c:v>
                </c:pt>
                <c:pt idx="218">
                  <c:v>4</c:v>
                </c:pt>
                <c:pt idx="219">
                  <c:v>0</c:v>
                </c:pt>
                <c:pt idx="220">
                  <c:v>0</c:v>
                </c:pt>
                <c:pt idx="221">
                  <c:v>0</c:v>
                </c:pt>
                <c:pt idx="222">
                  <c:v>4</c:v>
                </c:pt>
                <c:pt idx="223">
                  <c:v>4</c:v>
                </c:pt>
                <c:pt idx="224">
                  <c:v>0</c:v>
                </c:pt>
                <c:pt idx="225">
                  <c:v>3</c:v>
                </c:pt>
                <c:pt idx="226">
                  <c:v>4</c:v>
                </c:pt>
                <c:pt idx="227">
                  <c:v>0</c:v>
                </c:pt>
                <c:pt idx="228">
                  <c:v>0</c:v>
                </c:pt>
                <c:pt idx="229">
                  <c:v>3</c:v>
                </c:pt>
                <c:pt idx="230">
                  <c:v>4</c:v>
                </c:pt>
                <c:pt idx="231">
                  <c:v>3</c:v>
                </c:pt>
                <c:pt idx="232">
                  <c:v>0</c:v>
                </c:pt>
                <c:pt idx="233">
                  <c:v>0</c:v>
                </c:pt>
                <c:pt idx="234">
                  <c:v>3</c:v>
                </c:pt>
                <c:pt idx="235">
                  <c:v>0</c:v>
                </c:pt>
                <c:pt idx="236">
                  <c:v>4</c:v>
                </c:pt>
                <c:pt idx="237">
                  <c:v>4</c:v>
                </c:pt>
                <c:pt idx="238">
                  <c:v>0</c:v>
                </c:pt>
                <c:pt idx="239">
                  <c:v>0</c:v>
                </c:pt>
                <c:pt idx="240">
                  <c:v>4</c:v>
                </c:pt>
                <c:pt idx="241">
                  <c:v>4</c:v>
                </c:pt>
                <c:pt idx="242">
                  <c:v>0</c:v>
                </c:pt>
                <c:pt idx="243">
                  <c:v>0</c:v>
                </c:pt>
                <c:pt idx="244">
                  <c:v>0</c:v>
                </c:pt>
                <c:pt idx="245">
                  <c:v>3</c:v>
                </c:pt>
                <c:pt idx="246">
                  <c:v>0</c:v>
                </c:pt>
                <c:pt idx="247">
                  <c:v>3</c:v>
                </c:pt>
                <c:pt idx="248">
                  <c:v>0</c:v>
                </c:pt>
                <c:pt idx="249">
                  <c:v>4</c:v>
                </c:pt>
                <c:pt idx="250">
                  <c:v>0</c:v>
                </c:pt>
                <c:pt idx="251">
                  <c:v>4</c:v>
                </c:pt>
                <c:pt idx="252">
                  <c:v>4</c:v>
                </c:pt>
                <c:pt idx="253">
                  <c:v>0</c:v>
                </c:pt>
                <c:pt idx="254">
                  <c:v>4</c:v>
                </c:pt>
                <c:pt idx="255">
                  <c:v>0</c:v>
                </c:pt>
                <c:pt idx="256">
                  <c:v>0</c:v>
                </c:pt>
                <c:pt idx="257">
                  <c:v>0</c:v>
                </c:pt>
                <c:pt idx="258">
                  <c:v>3</c:v>
                </c:pt>
                <c:pt idx="259">
                  <c:v>0</c:v>
                </c:pt>
                <c:pt idx="260">
                  <c:v>4</c:v>
                </c:pt>
                <c:pt idx="261">
                  <c:v>0</c:v>
                </c:pt>
                <c:pt idx="262">
                  <c:v>3</c:v>
                </c:pt>
                <c:pt idx="263">
                  <c:v>0</c:v>
                </c:pt>
                <c:pt idx="264">
                  <c:v>0</c:v>
                </c:pt>
                <c:pt idx="265">
                  <c:v>0</c:v>
                </c:pt>
                <c:pt idx="266">
                  <c:v>4</c:v>
                </c:pt>
                <c:pt idx="267">
                  <c:v>0</c:v>
                </c:pt>
                <c:pt idx="268">
                  <c:v>4</c:v>
                </c:pt>
                <c:pt idx="269">
                  <c:v>4</c:v>
                </c:pt>
                <c:pt idx="270">
                  <c:v>3</c:v>
                </c:pt>
                <c:pt idx="271">
                  <c:v>0</c:v>
                </c:pt>
                <c:pt idx="272">
                  <c:v>0</c:v>
                </c:pt>
                <c:pt idx="273">
                  <c:v>0</c:v>
                </c:pt>
                <c:pt idx="274">
                  <c:v>4</c:v>
                </c:pt>
                <c:pt idx="275">
                  <c:v>0</c:v>
                </c:pt>
                <c:pt idx="276">
                  <c:v>3</c:v>
                </c:pt>
                <c:pt idx="277">
                  <c:v>3</c:v>
                </c:pt>
                <c:pt idx="278">
                  <c:v>0</c:v>
                </c:pt>
                <c:pt idx="279">
                  <c:v>3</c:v>
                </c:pt>
                <c:pt idx="280">
                  <c:v>0</c:v>
                </c:pt>
                <c:pt idx="281">
                  <c:v>0</c:v>
                </c:pt>
                <c:pt idx="282">
                  <c:v>3</c:v>
                </c:pt>
                <c:pt idx="283">
                  <c:v>0</c:v>
                </c:pt>
                <c:pt idx="284">
                  <c:v>0</c:v>
                </c:pt>
                <c:pt idx="285">
                  <c:v>0</c:v>
                </c:pt>
                <c:pt idx="286">
                  <c:v>0</c:v>
                </c:pt>
                <c:pt idx="287">
                  <c:v>3</c:v>
                </c:pt>
                <c:pt idx="288">
                  <c:v>0</c:v>
                </c:pt>
                <c:pt idx="289">
                  <c:v>0</c:v>
                </c:pt>
                <c:pt idx="290">
                  <c:v>0</c:v>
                </c:pt>
                <c:pt idx="291">
                  <c:v>4</c:v>
                </c:pt>
                <c:pt idx="292">
                  <c:v>4</c:v>
                </c:pt>
                <c:pt idx="293">
                  <c:v>4</c:v>
                </c:pt>
                <c:pt idx="294">
                  <c:v>3</c:v>
                </c:pt>
                <c:pt idx="295">
                  <c:v>0</c:v>
                </c:pt>
                <c:pt idx="296">
                  <c:v>4</c:v>
                </c:pt>
                <c:pt idx="297">
                  <c:v>4</c:v>
                </c:pt>
                <c:pt idx="298">
                  <c:v>3</c:v>
                </c:pt>
                <c:pt idx="299">
                  <c:v>0</c:v>
                </c:pt>
                <c:pt idx="300">
                  <c:v>0</c:v>
                </c:pt>
                <c:pt idx="301">
                  <c:v>4</c:v>
                </c:pt>
                <c:pt idx="302">
                  <c:v>0</c:v>
                </c:pt>
                <c:pt idx="303">
                  <c:v>4</c:v>
                </c:pt>
                <c:pt idx="304">
                  <c:v>0</c:v>
                </c:pt>
                <c:pt idx="305">
                  <c:v>4</c:v>
                </c:pt>
                <c:pt idx="306">
                  <c:v>3</c:v>
                </c:pt>
                <c:pt idx="307">
                  <c:v>3</c:v>
                </c:pt>
                <c:pt idx="308">
                  <c:v>4</c:v>
                </c:pt>
                <c:pt idx="309">
                  <c:v>4</c:v>
                </c:pt>
                <c:pt idx="310">
                  <c:v>4</c:v>
                </c:pt>
                <c:pt idx="311">
                  <c:v>0</c:v>
                </c:pt>
                <c:pt idx="312">
                  <c:v>0</c:v>
                </c:pt>
                <c:pt idx="313">
                  <c:v>0</c:v>
                </c:pt>
                <c:pt idx="314">
                  <c:v>4</c:v>
                </c:pt>
                <c:pt idx="315">
                  <c:v>3</c:v>
                </c:pt>
                <c:pt idx="316">
                  <c:v>0</c:v>
                </c:pt>
                <c:pt idx="317">
                  <c:v>0</c:v>
                </c:pt>
                <c:pt idx="318">
                  <c:v>4</c:v>
                </c:pt>
                <c:pt idx="319">
                  <c:v>4</c:v>
                </c:pt>
                <c:pt idx="320">
                  <c:v>4</c:v>
                </c:pt>
                <c:pt idx="321">
                  <c:v>3</c:v>
                </c:pt>
                <c:pt idx="322">
                  <c:v>3</c:v>
                </c:pt>
                <c:pt idx="323">
                  <c:v>0</c:v>
                </c:pt>
                <c:pt idx="324">
                  <c:v>0</c:v>
                </c:pt>
                <c:pt idx="325">
                  <c:v>0</c:v>
                </c:pt>
                <c:pt idx="326">
                  <c:v>4</c:v>
                </c:pt>
                <c:pt idx="327">
                  <c:v>3</c:v>
                </c:pt>
                <c:pt idx="328">
                  <c:v>4</c:v>
                </c:pt>
                <c:pt idx="329">
                  <c:v>0</c:v>
                </c:pt>
                <c:pt idx="330">
                  <c:v>3</c:v>
                </c:pt>
                <c:pt idx="331">
                  <c:v>3</c:v>
                </c:pt>
                <c:pt idx="332">
                  <c:v>0</c:v>
                </c:pt>
                <c:pt idx="333">
                  <c:v>0</c:v>
                </c:pt>
                <c:pt idx="334">
                  <c:v>4</c:v>
                </c:pt>
                <c:pt idx="335">
                  <c:v>0</c:v>
                </c:pt>
                <c:pt idx="336">
                  <c:v>3</c:v>
                </c:pt>
                <c:pt idx="337">
                  <c:v>0</c:v>
                </c:pt>
                <c:pt idx="338">
                  <c:v>4</c:v>
                </c:pt>
                <c:pt idx="339">
                  <c:v>4</c:v>
                </c:pt>
                <c:pt idx="340">
                  <c:v>0</c:v>
                </c:pt>
                <c:pt idx="341">
                  <c:v>0</c:v>
                </c:pt>
                <c:pt idx="342">
                  <c:v>4</c:v>
                </c:pt>
                <c:pt idx="343">
                  <c:v>0</c:v>
                </c:pt>
                <c:pt idx="344">
                  <c:v>0</c:v>
                </c:pt>
                <c:pt idx="345">
                  <c:v>0</c:v>
                </c:pt>
                <c:pt idx="346">
                  <c:v>4</c:v>
                </c:pt>
                <c:pt idx="347">
                  <c:v>3</c:v>
                </c:pt>
                <c:pt idx="348">
                  <c:v>0</c:v>
                </c:pt>
                <c:pt idx="349">
                  <c:v>4</c:v>
                </c:pt>
                <c:pt idx="350">
                  <c:v>3</c:v>
                </c:pt>
                <c:pt idx="351">
                  <c:v>0</c:v>
                </c:pt>
                <c:pt idx="352">
                  <c:v>0</c:v>
                </c:pt>
                <c:pt idx="353">
                  <c:v>0</c:v>
                </c:pt>
                <c:pt idx="354">
                  <c:v>3</c:v>
                </c:pt>
                <c:pt idx="355">
                  <c:v>0</c:v>
                </c:pt>
                <c:pt idx="356">
                  <c:v>0</c:v>
                </c:pt>
                <c:pt idx="357">
                  <c:v>4</c:v>
                </c:pt>
                <c:pt idx="358">
                  <c:v>4</c:v>
                </c:pt>
                <c:pt idx="359">
                  <c:v>4</c:v>
                </c:pt>
                <c:pt idx="360">
                  <c:v>4</c:v>
                </c:pt>
                <c:pt idx="361">
                  <c:v>0</c:v>
                </c:pt>
                <c:pt idx="362">
                  <c:v>0</c:v>
                </c:pt>
                <c:pt idx="363">
                  <c:v>0</c:v>
                </c:pt>
                <c:pt idx="364">
                  <c:v>3</c:v>
                </c:pt>
                <c:pt idx="365">
                  <c:v>4</c:v>
                </c:pt>
                <c:pt idx="366">
                  <c:v>0</c:v>
                </c:pt>
                <c:pt idx="367">
                  <c:v>4</c:v>
                </c:pt>
                <c:pt idx="368">
                  <c:v>0</c:v>
                </c:pt>
                <c:pt idx="369">
                  <c:v>0</c:v>
                </c:pt>
                <c:pt idx="370">
                  <c:v>0</c:v>
                </c:pt>
                <c:pt idx="371">
                  <c:v>0</c:v>
                </c:pt>
                <c:pt idx="372">
                  <c:v>3</c:v>
                </c:pt>
                <c:pt idx="373">
                  <c:v>0</c:v>
                </c:pt>
                <c:pt idx="374">
                  <c:v>4</c:v>
                </c:pt>
                <c:pt idx="375">
                  <c:v>0</c:v>
                </c:pt>
                <c:pt idx="376">
                  <c:v>0</c:v>
                </c:pt>
                <c:pt idx="377">
                  <c:v>0</c:v>
                </c:pt>
                <c:pt idx="378">
                  <c:v>3</c:v>
                </c:pt>
                <c:pt idx="379">
                  <c:v>0</c:v>
                </c:pt>
                <c:pt idx="380">
                  <c:v>0</c:v>
                </c:pt>
                <c:pt idx="381">
                  <c:v>3</c:v>
                </c:pt>
                <c:pt idx="382">
                  <c:v>0</c:v>
                </c:pt>
                <c:pt idx="383">
                  <c:v>4</c:v>
                </c:pt>
                <c:pt idx="384">
                  <c:v>3</c:v>
                </c:pt>
                <c:pt idx="385">
                  <c:v>3</c:v>
                </c:pt>
                <c:pt idx="386">
                  <c:v>0</c:v>
                </c:pt>
                <c:pt idx="387">
                  <c:v>0</c:v>
                </c:pt>
                <c:pt idx="388">
                  <c:v>4</c:v>
                </c:pt>
                <c:pt idx="389">
                  <c:v>3</c:v>
                </c:pt>
                <c:pt idx="390">
                  <c:v>3</c:v>
                </c:pt>
                <c:pt idx="391">
                  <c:v>0</c:v>
                </c:pt>
                <c:pt idx="392">
                  <c:v>0</c:v>
                </c:pt>
                <c:pt idx="393">
                  <c:v>0</c:v>
                </c:pt>
                <c:pt idx="394">
                  <c:v>0</c:v>
                </c:pt>
                <c:pt idx="395">
                  <c:v>3</c:v>
                </c:pt>
                <c:pt idx="396">
                  <c:v>4</c:v>
                </c:pt>
                <c:pt idx="397">
                  <c:v>3</c:v>
                </c:pt>
                <c:pt idx="398">
                  <c:v>0</c:v>
                </c:pt>
                <c:pt idx="399">
                  <c:v>0</c:v>
                </c:pt>
                <c:pt idx="400">
                  <c:v>0</c:v>
                </c:pt>
                <c:pt idx="401">
                  <c:v>4</c:v>
                </c:pt>
                <c:pt idx="402">
                  <c:v>0</c:v>
                </c:pt>
                <c:pt idx="403">
                  <c:v>4</c:v>
                </c:pt>
                <c:pt idx="404">
                  <c:v>4</c:v>
                </c:pt>
                <c:pt idx="405">
                  <c:v>0</c:v>
                </c:pt>
                <c:pt idx="406">
                  <c:v>4</c:v>
                </c:pt>
                <c:pt idx="407">
                  <c:v>0</c:v>
                </c:pt>
                <c:pt idx="408">
                  <c:v>0</c:v>
                </c:pt>
                <c:pt idx="409">
                  <c:v>0</c:v>
                </c:pt>
                <c:pt idx="410">
                  <c:v>0</c:v>
                </c:pt>
                <c:pt idx="411">
                  <c:v>4</c:v>
                </c:pt>
                <c:pt idx="412">
                  <c:v>3</c:v>
                </c:pt>
                <c:pt idx="413">
                  <c:v>3</c:v>
                </c:pt>
                <c:pt idx="414">
                  <c:v>0</c:v>
                </c:pt>
                <c:pt idx="415">
                  <c:v>4</c:v>
                </c:pt>
                <c:pt idx="416">
                  <c:v>0</c:v>
                </c:pt>
                <c:pt idx="417">
                  <c:v>0</c:v>
                </c:pt>
                <c:pt idx="418">
                  <c:v>0</c:v>
                </c:pt>
                <c:pt idx="419">
                  <c:v>0</c:v>
                </c:pt>
                <c:pt idx="420">
                  <c:v>4</c:v>
                </c:pt>
                <c:pt idx="421">
                  <c:v>0</c:v>
                </c:pt>
                <c:pt idx="422">
                  <c:v>0</c:v>
                </c:pt>
                <c:pt idx="423">
                  <c:v>0</c:v>
                </c:pt>
                <c:pt idx="424">
                  <c:v>0</c:v>
                </c:pt>
                <c:pt idx="425">
                  <c:v>0</c:v>
                </c:pt>
                <c:pt idx="426">
                  <c:v>0</c:v>
                </c:pt>
                <c:pt idx="427">
                  <c:v>0</c:v>
                </c:pt>
                <c:pt idx="428">
                  <c:v>0</c:v>
                </c:pt>
                <c:pt idx="429">
                  <c:v>0</c:v>
                </c:pt>
                <c:pt idx="430">
                  <c:v>0</c:v>
                </c:pt>
                <c:pt idx="431">
                  <c:v>0</c:v>
                </c:pt>
                <c:pt idx="432">
                  <c:v>0</c:v>
                </c:pt>
                <c:pt idx="433">
                  <c:v>4</c:v>
                </c:pt>
                <c:pt idx="434">
                  <c:v>0</c:v>
                </c:pt>
                <c:pt idx="435">
                  <c:v>0</c:v>
                </c:pt>
                <c:pt idx="436">
                  <c:v>0</c:v>
                </c:pt>
                <c:pt idx="437">
                  <c:v>4</c:v>
                </c:pt>
                <c:pt idx="438">
                  <c:v>3</c:v>
                </c:pt>
                <c:pt idx="439">
                  <c:v>4</c:v>
                </c:pt>
                <c:pt idx="440">
                  <c:v>0</c:v>
                </c:pt>
                <c:pt idx="441">
                  <c:v>0</c:v>
                </c:pt>
                <c:pt idx="442">
                  <c:v>0</c:v>
                </c:pt>
                <c:pt idx="443">
                  <c:v>4</c:v>
                </c:pt>
                <c:pt idx="444">
                  <c:v>0</c:v>
                </c:pt>
                <c:pt idx="445">
                  <c:v>0</c:v>
                </c:pt>
                <c:pt idx="446">
                  <c:v>0</c:v>
                </c:pt>
                <c:pt idx="447">
                  <c:v>0</c:v>
                </c:pt>
                <c:pt idx="448">
                  <c:v>0</c:v>
                </c:pt>
                <c:pt idx="449">
                  <c:v>4</c:v>
                </c:pt>
                <c:pt idx="450">
                  <c:v>0</c:v>
                </c:pt>
                <c:pt idx="451">
                  <c:v>3</c:v>
                </c:pt>
                <c:pt idx="452">
                  <c:v>3</c:v>
                </c:pt>
                <c:pt idx="453">
                  <c:v>0</c:v>
                </c:pt>
                <c:pt idx="454">
                  <c:v>0</c:v>
                </c:pt>
                <c:pt idx="455">
                  <c:v>0</c:v>
                </c:pt>
                <c:pt idx="456">
                  <c:v>0</c:v>
                </c:pt>
                <c:pt idx="457">
                  <c:v>4</c:v>
                </c:pt>
                <c:pt idx="458">
                  <c:v>3</c:v>
                </c:pt>
                <c:pt idx="459">
                  <c:v>4</c:v>
                </c:pt>
                <c:pt idx="460">
                  <c:v>4</c:v>
                </c:pt>
                <c:pt idx="461">
                  <c:v>3</c:v>
                </c:pt>
                <c:pt idx="462">
                  <c:v>3</c:v>
                </c:pt>
                <c:pt idx="463">
                  <c:v>0</c:v>
                </c:pt>
                <c:pt idx="464">
                  <c:v>3</c:v>
                </c:pt>
                <c:pt idx="465">
                  <c:v>0</c:v>
                </c:pt>
                <c:pt idx="466">
                  <c:v>3</c:v>
                </c:pt>
                <c:pt idx="467">
                  <c:v>4</c:v>
                </c:pt>
                <c:pt idx="468">
                  <c:v>4</c:v>
                </c:pt>
                <c:pt idx="469">
                  <c:v>0</c:v>
                </c:pt>
                <c:pt idx="470">
                  <c:v>0</c:v>
                </c:pt>
                <c:pt idx="471">
                  <c:v>0</c:v>
                </c:pt>
                <c:pt idx="472">
                  <c:v>4</c:v>
                </c:pt>
                <c:pt idx="473">
                  <c:v>0</c:v>
                </c:pt>
                <c:pt idx="474">
                  <c:v>0</c:v>
                </c:pt>
                <c:pt idx="475">
                  <c:v>4</c:v>
                </c:pt>
                <c:pt idx="476">
                  <c:v>0</c:v>
                </c:pt>
                <c:pt idx="477">
                  <c:v>0</c:v>
                </c:pt>
                <c:pt idx="478">
                  <c:v>3</c:v>
                </c:pt>
                <c:pt idx="479">
                  <c:v>0</c:v>
                </c:pt>
                <c:pt idx="480">
                  <c:v>0</c:v>
                </c:pt>
                <c:pt idx="481">
                  <c:v>0</c:v>
                </c:pt>
                <c:pt idx="482">
                  <c:v>0</c:v>
                </c:pt>
                <c:pt idx="483">
                  <c:v>3</c:v>
                </c:pt>
                <c:pt idx="484">
                  <c:v>4</c:v>
                </c:pt>
                <c:pt idx="485">
                  <c:v>4</c:v>
                </c:pt>
                <c:pt idx="486">
                  <c:v>4</c:v>
                </c:pt>
                <c:pt idx="487">
                  <c:v>0</c:v>
                </c:pt>
                <c:pt idx="488">
                  <c:v>4</c:v>
                </c:pt>
                <c:pt idx="489">
                  <c:v>4</c:v>
                </c:pt>
                <c:pt idx="490">
                  <c:v>0</c:v>
                </c:pt>
                <c:pt idx="491">
                  <c:v>4</c:v>
                </c:pt>
                <c:pt idx="492">
                  <c:v>0</c:v>
                </c:pt>
                <c:pt idx="493">
                  <c:v>4</c:v>
                </c:pt>
                <c:pt idx="494">
                  <c:v>0</c:v>
                </c:pt>
                <c:pt idx="495">
                  <c:v>0</c:v>
                </c:pt>
                <c:pt idx="496">
                  <c:v>0</c:v>
                </c:pt>
                <c:pt idx="497">
                  <c:v>0</c:v>
                </c:pt>
                <c:pt idx="498">
                  <c:v>0</c:v>
                </c:pt>
                <c:pt idx="499">
                  <c:v>0</c:v>
                </c:pt>
                <c:pt idx="500">
                  <c:v>0</c:v>
                </c:pt>
                <c:pt idx="501">
                  <c:v>3</c:v>
                </c:pt>
                <c:pt idx="502">
                  <c:v>0</c:v>
                </c:pt>
                <c:pt idx="503">
                  <c:v>0</c:v>
                </c:pt>
                <c:pt idx="504">
                  <c:v>4</c:v>
                </c:pt>
                <c:pt idx="505">
                  <c:v>0</c:v>
                </c:pt>
                <c:pt idx="506">
                  <c:v>0</c:v>
                </c:pt>
                <c:pt idx="507">
                  <c:v>0</c:v>
                </c:pt>
                <c:pt idx="508">
                  <c:v>0</c:v>
                </c:pt>
                <c:pt idx="509">
                  <c:v>0</c:v>
                </c:pt>
                <c:pt idx="510">
                  <c:v>3</c:v>
                </c:pt>
                <c:pt idx="511">
                  <c:v>0</c:v>
                </c:pt>
                <c:pt idx="512">
                  <c:v>4</c:v>
                </c:pt>
                <c:pt idx="513">
                  <c:v>0</c:v>
                </c:pt>
                <c:pt idx="514">
                  <c:v>3</c:v>
                </c:pt>
                <c:pt idx="515">
                  <c:v>0</c:v>
                </c:pt>
                <c:pt idx="516">
                  <c:v>0</c:v>
                </c:pt>
                <c:pt idx="517">
                  <c:v>0</c:v>
                </c:pt>
                <c:pt idx="518">
                  <c:v>0</c:v>
                </c:pt>
                <c:pt idx="519">
                  <c:v>0</c:v>
                </c:pt>
                <c:pt idx="520">
                  <c:v>4</c:v>
                </c:pt>
                <c:pt idx="521">
                  <c:v>0</c:v>
                </c:pt>
                <c:pt idx="522">
                  <c:v>0</c:v>
                </c:pt>
                <c:pt idx="523">
                  <c:v>0</c:v>
                </c:pt>
                <c:pt idx="524">
                  <c:v>4</c:v>
                </c:pt>
                <c:pt idx="525">
                  <c:v>0</c:v>
                </c:pt>
                <c:pt idx="526">
                  <c:v>0</c:v>
                </c:pt>
                <c:pt idx="527">
                  <c:v>4</c:v>
                </c:pt>
                <c:pt idx="528">
                  <c:v>3</c:v>
                </c:pt>
                <c:pt idx="529">
                  <c:v>4</c:v>
                </c:pt>
                <c:pt idx="530">
                  <c:v>0</c:v>
                </c:pt>
                <c:pt idx="531">
                  <c:v>0</c:v>
                </c:pt>
                <c:pt idx="532">
                  <c:v>0</c:v>
                </c:pt>
                <c:pt idx="533">
                  <c:v>4</c:v>
                </c:pt>
                <c:pt idx="534">
                  <c:v>0</c:v>
                </c:pt>
                <c:pt idx="535">
                  <c:v>0</c:v>
                </c:pt>
                <c:pt idx="536">
                  <c:v>0</c:v>
                </c:pt>
                <c:pt idx="537">
                  <c:v>0</c:v>
                </c:pt>
                <c:pt idx="538">
                  <c:v>4</c:v>
                </c:pt>
                <c:pt idx="539">
                  <c:v>4</c:v>
                </c:pt>
                <c:pt idx="540">
                  <c:v>0</c:v>
                </c:pt>
                <c:pt idx="541">
                  <c:v>3</c:v>
                </c:pt>
                <c:pt idx="542">
                  <c:v>0</c:v>
                </c:pt>
                <c:pt idx="543">
                  <c:v>3</c:v>
                </c:pt>
                <c:pt idx="544">
                  <c:v>0</c:v>
                </c:pt>
                <c:pt idx="545">
                  <c:v>0</c:v>
                </c:pt>
                <c:pt idx="546">
                  <c:v>0</c:v>
                </c:pt>
                <c:pt idx="547">
                  <c:v>0</c:v>
                </c:pt>
                <c:pt idx="548">
                  <c:v>3</c:v>
                </c:pt>
                <c:pt idx="549">
                  <c:v>0</c:v>
                </c:pt>
                <c:pt idx="550">
                  <c:v>0</c:v>
                </c:pt>
                <c:pt idx="551">
                  <c:v>0</c:v>
                </c:pt>
                <c:pt idx="552">
                  <c:v>0</c:v>
                </c:pt>
                <c:pt idx="553">
                  <c:v>0</c:v>
                </c:pt>
                <c:pt idx="554">
                  <c:v>3</c:v>
                </c:pt>
                <c:pt idx="555">
                  <c:v>0</c:v>
                </c:pt>
                <c:pt idx="556">
                  <c:v>0</c:v>
                </c:pt>
                <c:pt idx="557">
                  <c:v>3</c:v>
                </c:pt>
                <c:pt idx="558">
                  <c:v>0</c:v>
                </c:pt>
                <c:pt idx="559">
                  <c:v>3</c:v>
                </c:pt>
                <c:pt idx="560">
                  <c:v>0</c:v>
                </c:pt>
                <c:pt idx="561">
                  <c:v>3</c:v>
                </c:pt>
                <c:pt idx="562">
                  <c:v>3</c:v>
                </c:pt>
                <c:pt idx="563">
                  <c:v>3</c:v>
                </c:pt>
                <c:pt idx="564">
                  <c:v>3</c:v>
                </c:pt>
                <c:pt idx="565">
                  <c:v>4</c:v>
                </c:pt>
                <c:pt idx="566">
                  <c:v>0</c:v>
                </c:pt>
                <c:pt idx="567">
                  <c:v>3</c:v>
                </c:pt>
                <c:pt idx="568">
                  <c:v>0</c:v>
                </c:pt>
                <c:pt idx="569">
                  <c:v>0</c:v>
                </c:pt>
                <c:pt idx="570">
                  <c:v>0</c:v>
                </c:pt>
                <c:pt idx="571">
                  <c:v>0</c:v>
                </c:pt>
                <c:pt idx="572">
                  <c:v>0</c:v>
                </c:pt>
                <c:pt idx="573">
                  <c:v>0</c:v>
                </c:pt>
                <c:pt idx="574">
                  <c:v>3</c:v>
                </c:pt>
                <c:pt idx="575">
                  <c:v>0</c:v>
                </c:pt>
                <c:pt idx="576">
                  <c:v>4</c:v>
                </c:pt>
                <c:pt idx="577">
                  <c:v>0</c:v>
                </c:pt>
                <c:pt idx="578">
                  <c:v>0</c:v>
                </c:pt>
                <c:pt idx="579">
                  <c:v>0</c:v>
                </c:pt>
                <c:pt idx="580">
                  <c:v>0</c:v>
                </c:pt>
                <c:pt idx="581">
                  <c:v>0</c:v>
                </c:pt>
                <c:pt idx="582">
                  <c:v>3</c:v>
                </c:pt>
                <c:pt idx="583">
                  <c:v>4</c:v>
                </c:pt>
                <c:pt idx="584">
                  <c:v>0</c:v>
                </c:pt>
                <c:pt idx="585">
                  <c:v>0</c:v>
                </c:pt>
                <c:pt idx="586">
                  <c:v>0</c:v>
                </c:pt>
                <c:pt idx="587">
                  <c:v>0</c:v>
                </c:pt>
                <c:pt idx="588">
                  <c:v>0</c:v>
                </c:pt>
                <c:pt idx="589">
                  <c:v>0</c:v>
                </c:pt>
                <c:pt idx="590">
                  <c:v>3</c:v>
                </c:pt>
                <c:pt idx="591">
                  <c:v>0</c:v>
                </c:pt>
                <c:pt idx="592">
                  <c:v>0</c:v>
                </c:pt>
                <c:pt idx="593">
                  <c:v>4</c:v>
                </c:pt>
                <c:pt idx="594">
                  <c:v>3</c:v>
                </c:pt>
                <c:pt idx="595">
                  <c:v>4</c:v>
                </c:pt>
                <c:pt idx="596">
                  <c:v>4</c:v>
                </c:pt>
                <c:pt idx="597">
                  <c:v>3</c:v>
                </c:pt>
                <c:pt idx="598">
                  <c:v>3</c:v>
                </c:pt>
                <c:pt idx="599">
                  <c:v>0</c:v>
                </c:pt>
                <c:pt idx="600">
                  <c:v>0</c:v>
                </c:pt>
                <c:pt idx="601">
                  <c:v>0</c:v>
                </c:pt>
                <c:pt idx="602">
                  <c:v>0</c:v>
                </c:pt>
                <c:pt idx="603">
                  <c:v>3</c:v>
                </c:pt>
                <c:pt idx="604">
                  <c:v>0</c:v>
                </c:pt>
                <c:pt idx="605">
                  <c:v>0</c:v>
                </c:pt>
                <c:pt idx="606">
                  <c:v>4</c:v>
                </c:pt>
                <c:pt idx="607">
                  <c:v>0</c:v>
                </c:pt>
                <c:pt idx="608">
                  <c:v>0</c:v>
                </c:pt>
                <c:pt idx="609">
                  <c:v>0</c:v>
                </c:pt>
                <c:pt idx="610">
                  <c:v>4</c:v>
                </c:pt>
                <c:pt idx="611">
                  <c:v>0</c:v>
                </c:pt>
                <c:pt idx="612">
                  <c:v>0</c:v>
                </c:pt>
                <c:pt idx="613">
                  <c:v>4</c:v>
                </c:pt>
                <c:pt idx="614">
                  <c:v>4</c:v>
                </c:pt>
                <c:pt idx="615">
                  <c:v>0</c:v>
                </c:pt>
                <c:pt idx="616">
                  <c:v>4</c:v>
                </c:pt>
                <c:pt idx="617">
                  <c:v>0</c:v>
                </c:pt>
                <c:pt idx="618">
                  <c:v>4</c:v>
                </c:pt>
                <c:pt idx="619">
                  <c:v>4</c:v>
                </c:pt>
                <c:pt idx="620">
                  <c:v>0</c:v>
                </c:pt>
                <c:pt idx="621">
                  <c:v>4</c:v>
                </c:pt>
                <c:pt idx="622">
                  <c:v>3</c:v>
                </c:pt>
                <c:pt idx="623">
                  <c:v>4</c:v>
                </c:pt>
                <c:pt idx="624">
                  <c:v>0</c:v>
                </c:pt>
                <c:pt idx="625">
                  <c:v>4</c:v>
                </c:pt>
                <c:pt idx="626">
                  <c:v>0</c:v>
                </c:pt>
                <c:pt idx="627">
                  <c:v>0</c:v>
                </c:pt>
                <c:pt idx="628">
                  <c:v>0</c:v>
                </c:pt>
                <c:pt idx="629">
                  <c:v>0</c:v>
                </c:pt>
                <c:pt idx="630">
                  <c:v>0</c:v>
                </c:pt>
                <c:pt idx="631">
                  <c:v>3</c:v>
                </c:pt>
                <c:pt idx="632">
                  <c:v>3</c:v>
                </c:pt>
                <c:pt idx="633">
                  <c:v>4</c:v>
                </c:pt>
                <c:pt idx="634">
                  <c:v>0</c:v>
                </c:pt>
                <c:pt idx="635">
                  <c:v>4</c:v>
                </c:pt>
                <c:pt idx="636">
                  <c:v>0</c:v>
                </c:pt>
                <c:pt idx="637">
                  <c:v>0</c:v>
                </c:pt>
                <c:pt idx="638">
                  <c:v>0</c:v>
                </c:pt>
                <c:pt idx="639">
                  <c:v>3</c:v>
                </c:pt>
                <c:pt idx="640">
                  <c:v>0</c:v>
                </c:pt>
                <c:pt idx="641">
                  <c:v>0</c:v>
                </c:pt>
                <c:pt idx="642">
                  <c:v>0</c:v>
                </c:pt>
                <c:pt idx="643">
                  <c:v>4</c:v>
                </c:pt>
                <c:pt idx="644">
                  <c:v>0</c:v>
                </c:pt>
                <c:pt idx="645">
                  <c:v>0</c:v>
                </c:pt>
                <c:pt idx="646">
                  <c:v>4</c:v>
                </c:pt>
                <c:pt idx="647">
                  <c:v>0</c:v>
                </c:pt>
                <c:pt idx="648">
                  <c:v>0</c:v>
                </c:pt>
                <c:pt idx="649">
                  <c:v>4</c:v>
                </c:pt>
                <c:pt idx="650">
                  <c:v>3</c:v>
                </c:pt>
                <c:pt idx="651">
                  <c:v>4</c:v>
                </c:pt>
                <c:pt idx="652">
                  <c:v>0</c:v>
                </c:pt>
                <c:pt idx="653">
                  <c:v>0</c:v>
                </c:pt>
                <c:pt idx="654">
                  <c:v>0</c:v>
                </c:pt>
                <c:pt idx="655">
                  <c:v>0</c:v>
                </c:pt>
                <c:pt idx="656">
                  <c:v>0</c:v>
                </c:pt>
                <c:pt idx="657">
                  <c:v>0</c:v>
                </c:pt>
                <c:pt idx="658">
                  <c:v>4</c:v>
                </c:pt>
                <c:pt idx="659">
                  <c:v>0</c:v>
                </c:pt>
                <c:pt idx="660">
                  <c:v>0</c:v>
                </c:pt>
                <c:pt idx="661">
                  <c:v>4</c:v>
                </c:pt>
                <c:pt idx="662">
                  <c:v>0</c:v>
                </c:pt>
                <c:pt idx="663">
                  <c:v>3</c:v>
                </c:pt>
                <c:pt idx="664">
                  <c:v>0</c:v>
                </c:pt>
                <c:pt idx="665">
                  <c:v>0</c:v>
                </c:pt>
                <c:pt idx="666">
                  <c:v>0</c:v>
                </c:pt>
                <c:pt idx="667">
                  <c:v>0</c:v>
                </c:pt>
                <c:pt idx="668">
                  <c:v>0</c:v>
                </c:pt>
                <c:pt idx="669">
                  <c:v>0</c:v>
                </c:pt>
                <c:pt idx="670">
                  <c:v>0</c:v>
                </c:pt>
                <c:pt idx="671">
                  <c:v>0</c:v>
                </c:pt>
                <c:pt idx="672">
                  <c:v>3</c:v>
                </c:pt>
                <c:pt idx="673">
                  <c:v>0</c:v>
                </c:pt>
                <c:pt idx="674">
                  <c:v>0</c:v>
                </c:pt>
                <c:pt idx="675">
                  <c:v>4</c:v>
                </c:pt>
                <c:pt idx="676">
                  <c:v>0</c:v>
                </c:pt>
                <c:pt idx="677">
                  <c:v>3</c:v>
                </c:pt>
                <c:pt idx="678">
                  <c:v>0</c:v>
                </c:pt>
                <c:pt idx="679">
                  <c:v>4</c:v>
                </c:pt>
                <c:pt idx="680">
                  <c:v>0</c:v>
                </c:pt>
                <c:pt idx="681">
                  <c:v>0</c:v>
                </c:pt>
                <c:pt idx="682">
                  <c:v>4</c:v>
                </c:pt>
                <c:pt idx="683">
                  <c:v>0</c:v>
                </c:pt>
                <c:pt idx="684">
                  <c:v>3</c:v>
                </c:pt>
                <c:pt idx="685">
                  <c:v>3</c:v>
                </c:pt>
                <c:pt idx="686">
                  <c:v>4</c:v>
                </c:pt>
                <c:pt idx="687">
                  <c:v>0</c:v>
                </c:pt>
                <c:pt idx="688">
                  <c:v>4</c:v>
                </c:pt>
                <c:pt idx="689">
                  <c:v>0</c:v>
                </c:pt>
                <c:pt idx="690">
                  <c:v>0</c:v>
                </c:pt>
                <c:pt idx="691">
                  <c:v>0</c:v>
                </c:pt>
                <c:pt idx="692">
                  <c:v>0</c:v>
                </c:pt>
                <c:pt idx="693">
                  <c:v>4</c:v>
                </c:pt>
                <c:pt idx="694">
                  <c:v>0</c:v>
                </c:pt>
                <c:pt idx="695">
                  <c:v>0</c:v>
                </c:pt>
                <c:pt idx="696">
                  <c:v>0</c:v>
                </c:pt>
                <c:pt idx="697">
                  <c:v>0</c:v>
                </c:pt>
                <c:pt idx="698">
                  <c:v>0</c:v>
                </c:pt>
                <c:pt idx="699">
                  <c:v>0</c:v>
                </c:pt>
                <c:pt idx="700">
                  <c:v>0</c:v>
                </c:pt>
                <c:pt idx="701">
                  <c:v>4</c:v>
                </c:pt>
                <c:pt idx="702">
                  <c:v>0</c:v>
                </c:pt>
                <c:pt idx="703">
                  <c:v>0</c:v>
                </c:pt>
                <c:pt idx="704">
                  <c:v>0</c:v>
                </c:pt>
                <c:pt idx="705">
                  <c:v>0</c:v>
                </c:pt>
                <c:pt idx="706">
                  <c:v>4</c:v>
                </c:pt>
                <c:pt idx="707">
                  <c:v>0</c:v>
                </c:pt>
                <c:pt idx="708">
                  <c:v>4</c:v>
                </c:pt>
                <c:pt idx="709">
                  <c:v>0</c:v>
                </c:pt>
                <c:pt idx="710">
                  <c:v>0</c:v>
                </c:pt>
                <c:pt idx="711">
                  <c:v>0</c:v>
                </c:pt>
                <c:pt idx="712">
                  <c:v>3</c:v>
                </c:pt>
                <c:pt idx="713">
                  <c:v>4</c:v>
                </c:pt>
                <c:pt idx="714">
                  <c:v>3</c:v>
                </c:pt>
                <c:pt idx="715">
                  <c:v>0</c:v>
                </c:pt>
                <c:pt idx="716">
                  <c:v>0</c:v>
                </c:pt>
                <c:pt idx="717">
                  <c:v>0</c:v>
                </c:pt>
                <c:pt idx="718">
                  <c:v>3</c:v>
                </c:pt>
                <c:pt idx="719">
                  <c:v>4</c:v>
                </c:pt>
                <c:pt idx="720">
                  <c:v>0</c:v>
                </c:pt>
                <c:pt idx="721">
                  <c:v>0</c:v>
                </c:pt>
                <c:pt idx="722">
                  <c:v>3</c:v>
                </c:pt>
                <c:pt idx="723">
                  <c:v>4</c:v>
                </c:pt>
                <c:pt idx="724">
                  <c:v>0</c:v>
                </c:pt>
                <c:pt idx="725">
                  <c:v>3</c:v>
                </c:pt>
                <c:pt idx="726">
                  <c:v>0</c:v>
                </c:pt>
                <c:pt idx="727">
                  <c:v>3</c:v>
                </c:pt>
                <c:pt idx="728">
                  <c:v>0</c:v>
                </c:pt>
                <c:pt idx="729">
                  <c:v>0</c:v>
                </c:pt>
                <c:pt idx="730">
                  <c:v>0</c:v>
                </c:pt>
                <c:pt idx="731">
                  <c:v>4</c:v>
                </c:pt>
                <c:pt idx="732">
                  <c:v>4</c:v>
                </c:pt>
                <c:pt idx="733">
                  <c:v>0</c:v>
                </c:pt>
                <c:pt idx="734">
                  <c:v>0</c:v>
                </c:pt>
                <c:pt idx="735">
                  <c:v>0</c:v>
                </c:pt>
                <c:pt idx="736">
                  <c:v>3</c:v>
                </c:pt>
                <c:pt idx="737">
                  <c:v>3</c:v>
                </c:pt>
                <c:pt idx="738">
                  <c:v>3</c:v>
                </c:pt>
                <c:pt idx="739">
                  <c:v>0</c:v>
                </c:pt>
                <c:pt idx="740">
                  <c:v>0</c:v>
                </c:pt>
                <c:pt idx="741">
                  <c:v>0</c:v>
                </c:pt>
                <c:pt idx="742">
                  <c:v>4</c:v>
                </c:pt>
                <c:pt idx="743">
                  <c:v>4</c:v>
                </c:pt>
                <c:pt idx="744">
                  <c:v>0</c:v>
                </c:pt>
                <c:pt idx="745">
                  <c:v>0</c:v>
                </c:pt>
                <c:pt idx="746">
                  <c:v>4</c:v>
                </c:pt>
                <c:pt idx="747">
                  <c:v>3</c:v>
                </c:pt>
                <c:pt idx="748">
                  <c:v>0</c:v>
                </c:pt>
                <c:pt idx="749">
                  <c:v>3</c:v>
                </c:pt>
                <c:pt idx="750">
                  <c:v>3</c:v>
                </c:pt>
                <c:pt idx="751">
                  <c:v>0</c:v>
                </c:pt>
                <c:pt idx="752">
                  <c:v>0</c:v>
                </c:pt>
                <c:pt idx="753">
                  <c:v>0</c:v>
                </c:pt>
                <c:pt idx="754">
                  <c:v>0</c:v>
                </c:pt>
                <c:pt idx="755">
                  <c:v>3</c:v>
                </c:pt>
                <c:pt idx="756">
                  <c:v>4</c:v>
                </c:pt>
                <c:pt idx="757">
                  <c:v>0</c:v>
                </c:pt>
                <c:pt idx="758">
                  <c:v>0</c:v>
                </c:pt>
                <c:pt idx="759">
                  <c:v>3</c:v>
                </c:pt>
                <c:pt idx="760">
                  <c:v>0</c:v>
                </c:pt>
                <c:pt idx="761">
                  <c:v>0</c:v>
                </c:pt>
                <c:pt idx="762">
                  <c:v>3</c:v>
                </c:pt>
                <c:pt idx="763">
                  <c:v>3</c:v>
                </c:pt>
                <c:pt idx="764">
                  <c:v>0</c:v>
                </c:pt>
                <c:pt idx="765">
                  <c:v>3</c:v>
                </c:pt>
                <c:pt idx="766">
                  <c:v>0</c:v>
                </c:pt>
                <c:pt idx="767">
                  <c:v>0</c:v>
                </c:pt>
                <c:pt idx="768">
                  <c:v>0</c:v>
                </c:pt>
                <c:pt idx="769">
                  <c:v>0</c:v>
                </c:pt>
                <c:pt idx="770">
                  <c:v>3</c:v>
                </c:pt>
                <c:pt idx="771">
                  <c:v>0</c:v>
                </c:pt>
                <c:pt idx="772">
                  <c:v>4</c:v>
                </c:pt>
                <c:pt idx="773">
                  <c:v>3</c:v>
                </c:pt>
                <c:pt idx="774">
                  <c:v>4</c:v>
                </c:pt>
                <c:pt idx="775">
                  <c:v>0</c:v>
                </c:pt>
                <c:pt idx="776">
                  <c:v>0</c:v>
                </c:pt>
                <c:pt idx="777">
                  <c:v>0</c:v>
                </c:pt>
                <c:pt idx="778">
                  <c:v>4</c:v>
                </c:pt>
                <c:pt idx="779">
                  <c:v>0</c:v>
                </c:pt>
                <c:pt idx="780">
                  <c:v>0</c:v>
                </c:pt>
                <c:pt idx="781">
                  <c:v>0</c:v>
                </c:pt>
                <c:pt idx="782">
                  <c:v>4</c:v>
                </c:pt>
                <c:pt idx="783">
                  <c:v>0</c:v>
                </c:pt>
                <c:pt idx="784">
                  <c:v>0</c:v>
                </c:pt>
                <c:pt idx="785">
                  <c:v>4</c:v>
                </c:pt>
                <c:pt idx="786">
                  <c:v>3</c:v>
                </c:pt>
                <c:pt idx="787">
                  <c:v>4</c:v>
                </c:pt>
                <c:pt idx="788">
                  <c:v>0</c:v>
                </c:pt>
                <c:pt idx="789">
                  <c:v>0</c:v>
                </c:pt>
                <c:pt idx="790">
                  <c:v>3</c:v>
                </c:pt>
                <c:pt idx="791">
                  <c:v>0</c:v>
                </c:pt>
                <c:pt idx="792">
                  <c:v>0</c:v>
                </c:pt>
                <c:pt idx="793">
                  <c:v>0</c:v>
                </c:pt>
                <c:pt idx="794">
                  <c:v>4</c:v>
                </c:pt>
                <c:pt idx="795">
                  <c:v>0</c:v>
                </c:pt>
                <c:pt idx="796">
                  <c:v>3</c:v>
                </c:pt>
                <c:pt idx="797">
                  <c:v>0</c:v>
                </c:pt>
                <c:pt idx="798">
                  <c:v>0</c:v>
                </c:pt>
                <c:pt idx="799">
                  <c:v>4</c:v>
                </c:pt>
                <c:pt idx="800">
                  <c:v>4</c:v>
                </c:pt>
                <c:pt idx="801">
                  <c:v>3</c:v>
                </c:pt>
                <c:pt idx="802">
                  <c:v>3</c:v>
                </c:pt>
                <c:pt idx="803">
                  <c:v>0</c:v>
                </c:pt>
                <c:pt idx="804">
                  <c:v>4</c:v>
                </c:pt>
                <c:pt idx="805">
                  <c:v>0</c:v>
                </c:pt>
                <c:pt idx="806">
                  <c:v>3</c:v>
                </c:pt>
                <c:pt idx="807">
                  <c:v>4</c:v>
                </c:pt>
                <c:pt idx="808">
                  <c:v>4</c:v>
                </c:pt>
                <c:pt idx="809">
                  <c:v>0</c:v>
                </c:pt>
                <c:pt idx="810">
                  <c:v>3</c:v>
                </c:pt>
                <c:pt idx="811">
                  <c:v>0</c:v>
                </c:pt>
                <c:pt idx="812">
                  <c:v>4</c:v>
                </c:pt>
                <c:pt idx="813">
                  <c:v>0</c:v>
                </c:pt>
                <c:pt idx="814">
                  <c:v>4</c:v>
                </c:pt>
                <c:pt idx="815">
                  <c:v>4</c:v>
                </c:pt>
                <c:pt idx="816">
                  <c:v>4</c:v>
                </c:pt>
                <c:pt idx="817">
                  <c:v>0</c:v>
                </c:pt>
                <c:pt idx="818">
                  <c:v>3</c:v>
                </c:pt>
                <c:pt idx="819">
                  <c:v>4</c:v>
                </c:pt>
                <c:pt idx="820">
                  <c:v>0</c:v>
                </c:pt>
                <c:pt idx="821">
                  <c:v>0</c:v>
                </c:pt>
                <c:pt idx="822">
                  <c:v>0</c:v>
                </c:pt>
                <c:pt idx="823">
                  <c:v>4</c:v>
                </c:pt>
                <c:pt idx="824">
                  <c:v>0</c:v>
                </c:pt>
                <c:pt idx="825">
                  <c:v>0</c:v>
                </c:pt>
                <c:pt idx="826">
                  <c:v>3</c:v>
                </c:pt>
                <c:pt idx="827">
                  <c:v>0</c:v>
                </c:pt>
                <c:pt idx="828">
                  <c:v>4</c:v>
                </c:pt>
                <c:pt idx="829">
                  <c:v>0</c:v>
                </c:pt>
                <c:pt idx="830">
                  <c:v>3</c:v>
                </c:pt>
                <c:pt idx="831">
                  <c:v>4</c:v>
                </c:pt>
                <c:pt idx="832">
                  <c:v>0</c:v>
                </c:pt>
                <c:pt idx="833">
                  <c:v>4</c:v>
                </c:pt>
                <c:pt idx="834">
                  <c:v>0</c:v>
                </c:pt>
                <c:pt idx="835">
                  <c:v>0</c:v>
                </c:pt>
                <c:pt idx="836">
                  <c:v>0</c:v>
                </c:pt>
                <c:pt idx="837">
                  <c:v>3</c:v>
                </c:pt>
                <c:pt idx="838">
                  <c:v>4</c:v>
                </c:pt>
                <c:pt idx="839">
                  <c:v>0</c:v>
                </c:pt>
                <c:pt idx="840">
                  <c:v>0</c:v>
                </c:pt>
                <c:pt idx="841">
                  <c:v>3</c:v>
                </c:pt>
                <c:pt idx="842">
                  <c:v>0</c:v>
                </c:pt>
                <c:pt idx="843">
                  <c:v>3</c:v>
                </c:pt>
                <c:pt idx="844">
                  <c:v>4</c:v>
                </c:pt>
                <c:pt idx="845">
                  <c:v>4</c:v>
                </c:pt>
                <c:pt idx="846">
                  <c:v>0</c:v>
                </c:pt>
                <c:pt idx="847">
                  <c:v>0</c:v>
                </c:pt>
                <c:pt idx="848">
                  <c:v>0</c:v>
                </c:pt>
                <c:pt idx="849">
                  <c:v>3</c:v>
                </c:pt>
                <c:pt idx="850">
                  <c:v>4</c:v>
                </c:pt>
                <c:pt idx="851">
                  <c:v>0</c:v>
                </c:pt>
                <c:pt idx="852">
                  <c:v>0</c:v>
                </c:pt>
                <c:pt idx="853">
                  <c:v>0</c:v>
                </c:pt>
                <c:pt idx="854">
                  <c:v>0</c:v>
                </c:pt>
                <c:pt idx="855">
                  <c:v>0</c:v>
                </c:pt>
                <c:pt idx="856">
                  <c:v>4</c:v>
                </c:pt>
                <c:pt idx="857">
                  <c:v>3</c:v>
                </c:pt>
                <c:pt idx="858">
                  <c:v>3</c:v>
                </c:pt>
                <c:pt idx="859">
                  <c:v>0</c:v>
                </c:pt>
                <c:pt idx="860">
                  <c:v>0</c:v>
                </c:pt>
                <c:pt idx="861">
                  <c:v>3</c:v>
                </c:pt>
                <c:pt idx="862">
                  <c:v>0</c:v>
                </c:pt>
                <c:pt idx="863">
                  <c:v>3</c:v>
                </c:pt>
                <c:pt idx="864">
                  <c:v>0</c:v>
                </c:pt>
                <c:pt idx="865">
                  <c:v>4</c:v>
                </c:pt>
                <c:pt idx="866">
                  <c:v>4</c:v>
                </c:pt>
                <c:pt idx="867">
                  <c:v>4</c:v>
                </c:pt>
                <c:pt idx="868">
                  <c:v>4</c:v>
                </c:pt>
                <c:pt idx="869">
                  <c:v>0</c:v>
                </c:pt>
                <c:pt idx="870">
                  <c:v>0</c:v>
                </c:pt>
                <c:pt idx="871">
                  <c:v>0</c:v>
                </c:pt>
                <c:pt idx="872">
                  <c:v>3</c:v>
                </c:pt>
                <c:pt idx="873">
                  <c:v>0</c:v>
                </c:pt>
                <c:pt idx="874">
                  <c:v>0</c:v>
                </c:pt>
                <c:pt idx="875">
                  <c:v>0</c:v>
                </c:pt>
                <c:pt idx="876">
                  <c:v>4</c:v>
                </c:pt>
                <c:pt idx="877">
                  <c:v>0</c:v>
                </c:pt>
                <c:pt idx="878">
                  <c:v>3</c:v>
                </c:pt>
                <c:pt idx="879">
                  <c:v>3</c:v>
                </c:pt>
                <c:pt idx="880">
                  <c:v>4</c:v>
                </c:pt>
                <c:pt idx="881">
                  <c:v>3</c:v>
                </c:pt>
                <c:pt idx="882">
                  <c:v>0</c:v>
                </c:pt>
                <c:pt idx="883">
                  <c:v>0</c:v>
                </c:pt>
                <c:pt idx="884">
                  <c:v>3</c:v>
                </c:pt>
                <c:pt idx="885">
                  <c:v>0</c:v>
                </c:pt>
                <c:pt idx="886">
                  <c:v>3</c:v>
                </c:pt>
                <c:pt idx="887">
                  <c:v>0</c:v>
                </c:pt>
                <c:pt idx="888">
                  <c:v>0</c:v>
                </c:pt>
                <c:pt idx="889">
                  <c:v>0</c:v>
                </c:pt>
                <c:pt idx="890">
                  <c:v>3</c:v>
                </c:pt>
                <c:pt idx="891">
                  <c:v>0</c:v>
                </c:pt>
                <c:pt idx="892">
                  <c:v>0</c:v>
                </c:pt>
                <c:pt idx="893">
                  <c:v>3</c:v>
                </c:pt>
                <c:pt idx="894">
                  <c:v>0</c:v>
                </c:pt>
                <c:pt idx="895">
                  <c:v>0</c:v>
                </c:pt>
                <c:pt idx="896">
                  <c:v>4</c:v>
                </c:pt>
                <c:pt idx="897">
                  <c:v>3</c:v>
                </c:pt>
                <c:pt idx="898">
                  <c:v>3</c:v>
                </c:pt>
                <c:pt idx="899">
                  <c:v>4</c:v>
                </c:pt>
                <c:pt idx="900">
                  <c:v>0</c:v>
                </c:pt>
                <c:pt idx="901">
                  <c:v>0</c:v>
                </c:pt>
                <c:pt idx="902">
                  <c:v>4</c:v>
                </c:pt>
                <c:pt idx="903">
                  <c:v>0</c:v>
                </c:pt>
                <c:pt idx="904">
                  <c:v>0</c:v>
                </c:pt>
                <c:pt idx="905">
                  <c:v>4</c:v>
                </c:pt>
                <c:pt idx="906">
                  <c:v>0</c:v>
                </c:pt>
                <c:pt idx="907">
                  <c:v>3</c:v>
                </c:pt>
                <c:pt idx="908">
                  <c:v>4</c:v>
                </c:pt>
                <c:pt idx="909">
                  <c:v>0</c:v>
                </c:pt>
                <c:pt idx="910">
                  <c:v>4</c:v>
                </c:pt>
                <c:pt idx="911">
                  <c:v>4</c:v>
                </c:pt>
                <c:pt idx="912">
                  <c:v>0</c:v>
                </c:pt>
                <c:pt idx="913">
                  <c:v>0</c:v>
                </c:pt>
                <c:pt idx="914">
                  <c:v>0</c:v>
                </c:pt>
                <c:pt idx="915">
                  <c:v>0</c:v>
                </c:pt>
                <c:pt idx="916">
                  <c:v>0</c:v>
                </c:pt>
                <c:pt idx="917">
                  <c:v>4</c:v>
                </c:pt>
                <c:pt idx="918">
                  <c:v>3</c:v>
                </c:pt>
                <c:pt idx="919">
                  <c:v>4</c:v>
                </c:pt>
                <c:pt idx="920">
                  <c:v>0</c:v>
                </c:pt>
                <c:pt idx="921">
                  <c:v>0</c:v>
                </c:pt>
                <c:pt idx="922">
                  <c:v>0</c:v>
                </c:pt>
                <c:pt idx="923">
                  <c:v>0</c:v>
                </c:pt>
                <c:pt idx="924">
                  <c:v>3</c:v>
                </c:pt>
                <c:pt idx="925">
                  <c:v>0</c:v>
                </c:pt>
                <c:pt idx="926">
                  <c:v>3</c:v>
                </c:pt>
                <c:pt idx="927">
                  <c:v>0</c:v>
                </c:pt>
                <c:pt idx="928">
                  <c:v>0</c:v>
                </c:pt>
                <c:pt idx="929">
                  <c:v>3</c:v>
                </c:pt>
                <c:pt idx="930">
                  <c:v>0</c:v>
                </c:pt>
                <c:pt idx="931">
                  <c:v>3</c:v>
                </c:pt>
                <c:pt idx="932">
                  <c:v>0</c:v>
                </c:pt>
                <c:pt idx="933">
                  <c:v>4</c:v>
                </c:pt>
                <c:pt idx="934">
                  <c:v>0</c:v>
                </c:pt>
                <c:pt idx="935">
                  <c:v>0</c:v>
                </c:pt>
                <c:pt idx="936">
                  <c:v>3</c:v>
                </c:pt>
                <c:pt idx="937">
                  <c:v>0</c:v>
                </c:pt>
                <c:pt idx="938">
                  <c:v>3</c:v>
                </c:pt>
                <c:pt idx="939">
                  <c:v>0</c:v>
                </c:pt>
                <c:pt idx="940">
                  <c:v>4</c:v>
                </c:pt>
                <c:pt idx="941">
                  <c:v>0</c:v>
                </c:pt>
                <c:pt idx="942">
                  <c:v>3</c:v>
                </c:pt>
                <c:pt idx="943">
                  <c:v>4</c:v>
                </c:pt>
                <c:pt idx="944">
                  <c:v>0</c:v>
                </c:pt>
                <c:pt idx="945">
                  <c:v>3</c:v>
                </c:pt>
                <c:pt idx="946">
                  <c:v>0</c:v>
                </c:pt>
                <c:pt idx="947">
                  <c:v>3</c:v>
                </c:pt>
                <c:pt idx="948">
                  <c:v>0</c:v>
                </c:pt>
                <c:pt idx="949">
                  <c:v>0</c:v>
                </c:pt>
                <c:pt idx="950">
                  <c:v>4</c:v>
                </c:pt>
                <c:pt idx="951">
                  <c:v>4</c:v>
                </c:pt>
                <c:pt idx="952">
                  <c:v>0</c:v>
                </c:pt>
                <c:pt idx="953">
                  <c:v>0</c:v>
                </c:pt>
                <c:pt idx="954">
                  <c:v>3</c:v>
                </c:pt>
                <c:pt idx="955">
                  <c:v>3</c:v>
                </c:pt>
                <c:pt idx="956">
                  <c:v>0</c:v>
                </c:pt>
                <c:pt idx="957">
                  <c:v>3</c:v>
                </c:pt>
                <c:pt idx="958">
                  <c:v>3</c:v>
                </c:pt>
                <c:pt idx="959">
                  <c:v>0</c:v>
                </c:pt>
                <c:pt idx="960">
                  <c:v>0</c:v>
                </c:pt>
                <c:pt idx="961">
                  <c:v>0</c:v>
                </c:pt>
                <c:pt idx="962">
                  <c:v>0</c:v>
                </c:pt>
                <c:pt idx="963">
                  <c:v>0</c:v>
                </c:pt>
                <c:pt idx="964">
                  <c:v>0</c:v>
                </c:pt>
                <c:pt idx="965">
                  <c:v>0</c:v>
                </c:pt>
                <c:pt idx="966">
                  <c:v>0</c:v>
                </c:pt>
                <c:pt idx="967">
                  <c:v>3</c:v>
                </c:pt>
                <c:pt idx="968">
                  <c:v>0</c:v>
                </c:pt>
                <c:pt idx="969">
                  <c:v>0</c:v>
                </c:pt>
                <c:pt idx="970">
                  <c:v>3</c:v>
                </c:pt>
                <c:pt idx="971">
                  <c:v>4</c:v>
                </c:pt>
                <c:pt idx="972">
                  <c:v>0</c:v>
                </c:pt>
              </c:numCache>
            </c:numRef>
          </c:yVal>
          <c:smooth val="0"/>
          <c:extLst>
            <c:ext xmlns:c16="http://schemas.microsoft.com/office/drawing/2014/chart" uri="{C3380CC4-5D6E-409C-BE32-E72D297353CC}">
              <c16:uniqueId val="{00000001-E8EF-40B4-8F8E-3CB030DA8513}"/>
            </c:ext>
          </c:extLst>
        </c:ser>
        <c:ser>
          <c:idx val="2"/>
          <c:order val="2"/>
          <c:tx>
            <c:strRef>
              <c:f>'Sub-Dataset'!$AK$2</c:f>
              <c:strCache>
                <c:ptCount val="1"/>
                <c:pt idx="0">
                  <c:v>Level 3</c:v>
                </c:pt>
              </c:strCache>
            </c:strRef>
          </c:tx>
          <c:spPr>
            <a:ln w="19050" cap="rnd">
              <a:noFill/>
              <a:round/>
            </a:ln>
            <a:effectLst/>
          </c:spPr>
          <c:marker>
            <c:symbol val="circle"/>
            <c:size val="5"/>
            <c:spPr>
              <a:solidFill>
                <a:schemeClr val="accent3"/>
              </a:solidFill>
              <a:ln w="9525">
                <a:solidFill>
                  <a:schemeClr val="accent3"/>
                </a:solidFill>
              </a:ln>
              <a:effectLst/>
            </c:spPr>
          </c:marker>
          <c:xVal>
            <c:numRef>
              <c:f>'Sub-Dataset'!$AH$3:$AH$975</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'Sub-Dataset'!$AK$3:$AK$975</c:f>
              <c:numCache>
                <c:formatCode>General</c:formatCode>
                <c:ptCount val="973"/>
                <c:pt idx="0">
                  <c:v>0</c:v>
                </c:pt>
                <c:pt idx="1">
                  <c:v>0</c:v>
                </c:pt>
                <c:pt idx="2">
                  <c:v>0</c:v>
                </c:pt>
                <c:pt idx="3">
                  <c:v>0</c:v>
                </c:pt>
                <c:pt idx="4">
                  <c:v>0</c:v>
                </c:pt>
                <c:pt idx="5">
                  <c:v>0</c:v>
                </c:pt>
                <c:pt idx="6">
                  <c:v>0</c:v>
                </c:pt>
                <c:pt idx="7">
                  <c:v>4</c:v>
                </c:pt>
                <c:pt idx="8">
                  <c:v>0</c:v>
                </c:pt>
                <c:pt idx="9">
                  <c:v>5</c:v>
                </c:pt>
                <c:pt idx="10">
                  <c:v>0</c:v>
                </c:pt>
                <c:pt idx="11">
                  <c:v>0</c:v>
                </c:pt>
                <c:pt idx="12">
                  <c:v>0</c:v>
                </c:pt>
                <c:pt idx="13">
                  <c:v>0</c:v>
                </c:pt>
                <c:pt idx="14">
                  <c:v>5</c:v>
                </c:pt>
                <c:pt idx="15">
                  <c:v>0</c:v>
                </c:pt>
                <c:pt idx="16">
                  <c:v>4</c:v>
                </c:pt>
                <c:pt idx="17">
                  <c:v>0</c:v>
                </c:pt>
                <c:pt idx="18">
                  <c:v>0</c:v>
                </c:pt>
                <c:pt idx="19">
                  <c:v>0</c:v>
                </c:pt>
                <c:pt idx="20">
                  <c:v>4</c:v>
                </c:pt>
                <c:pt idx="21">
                  <c:v>0</c:v>
                </c:pt>
                <c:pt idx="22">
                  <c:v>5</c:v>
                </c:pt>
                <c:pt idx="23">
                  <c:v>0</c:v>
                </c:pt>
                <c:pt idx="24">
                  <c:v>5</c:v>
                </c:pt>
                <c:pt idx="25">
                  <c:v>5</c:v>
                </c:pt>
                <c:pt idx="26">
                  <c:v>0</c:v>
                </c:pt>
                <c:pt idx="27">
                  <c:v>4</c:v>
                </c:pt>
                <c:pt idx="28">
                  <c:v>5</c:v>
                </c:pt>
                <c:pt idx="29">
                  <c:v>0</c:v>
                </c:pt>
                <c:pt idx="30">
                  <c:v>4</c:v>
                </c:pt>
                <c:pt idx="31">
                  <c:v>0</c:v>
                </c:pt>
                <c:pt idx="32">
                  <c:v>0</c:v>
                </c:pt>
                <c:pt idx="33">
                  <c:v>0</c:v>
                </c:pt>
                <c:pt idx="34">
                  <c:v>0</c:v>
                </c:pt>
                <c:pt idx="35">
                  <c:v>0</c:v>
                </c:pt>
                <c:pt idx="36">
                  <c:v>0</c:v>
                </c:pt>
                <c:pt idx="37">
                  <c:v>0</c:v>
                </c:pt>
                <c:pt idx="38">
                  <c:v>5</c:v>
                </c:pt>
                <c:pt idx="39">
                  <c:v>4</c:v>
                </c:pt>
                <c:pt idx="40">
                  <c:v>4</c:v>
                </c:pt>
                <c:pt idx="41">
                  <c:v>0</c:v>
                </c:pt>
                <c:pt idx="42">
                  <c:v>5</c:v>
                </c:pt>
                <c:pt idx="43">
                  <c:v>0</c:v>
                </c:pt>
                <c:pt idx="44">
                  <c:v>0</c:v>
                </c:pt>
                <c:pt idx="45">
                  <c:v>0</c:v>
                </c:pt>
                <c:pt idx="46">
                  <c:v>0</c:v>
                </c:pt>
                <c:pt idx="47">
                  <c:v>0</c:v>
                </c:pt>
                <c:pt idx="48">
                  <c:v>0</c:v>
                </c:pt>
                <c:pt idx="49">
                  <c:v>4</c:v>
                </c:pt>
                <c:pt idx="50">
                  <c:v>0</c:v>
                </c:pt>
                <c:pt idx="51">
                  <c:v>0</c:v>
                </c:pt>
                <c:pt idx="52">
                  <c:v>0</c:v>
                </c:pt>
                <c:pt idx="53">
                  <c:v>0</c:v>
                </c:pt>
                <c:pt idx="54">
                  <c:v>0</c:v>
                </c:pt>
                <c:pt idx="55">
                  <c:v>0</c:v>
                </c:pt>
                <c:pt idx="56">
                  <c:v>4</c:v>
                </c:pt>
                <c:pt idx="57">
                  <c:v>0</c:v>
                </c:pt>
                <c:pt idx="58">
                  <c:v>5</c:v>
                </c:pt>
                <c:pt idx="59">
                  <c:v>5</c:v>
                </c:pt>
                <c:pt idx="60">
                  <c:v>0</c:v>
                </c:pt>
                <c:pt idx="61">
                  <c:v>5</c:v>
                </c:pt>
                <c:pt idx="62">
                  <c:v>4</c:v>
                </c:pt>
                <c:pt idx="63">
                  <c:v>5</c:v>
                </c:pt>
                <c:pt idx="64">
                  <c:v>0</c:v>
                </c:pt>
                <c:pt idx="65">
                  <c:v>0</c:v>
                </c:pt>
                <c:pt idx="66">
                  <c:v>5</c:v>
                </c:pt>
                <c:pt idx="67">
                  <c:v>0</c:v>
                </c:pt>
                <c:pt idx="68">
                  <c:v>0</c:v>
                </c:pt>
                <c:pt idx="69">
                  <c:v>0</c:v>
                </c:pt>
                <c:pt idx="70">
                  <c:v>5</c:v>
                </c:pt>
                <c:pt idx="71">
                  <c:v>0</c:v>
                </c:pt>
                <c:pt idx="72">
                  <c:v>0</c:v>
                </c:pt>
                <c:pt idx="73">
                  <c:v>4</c:v>
                </c:pt>
                <c:pt idx="74">
                  <c:v>0</c:v>
                </c:pt>
                <c:pt idx="75">
                  <c:v>0</c:v>
                </c:pt>
                <c:pt idx="76">
                  <c:v>0</c:v>
                </c:pt>
                <c:pt idx="77">
                  <c:v>0</c:v>
                </c:pt>
                <c:pt idx="78">
                  <c:v>0</c:v>
                </c:pt>
                <c:pt idx="79">
                  <c:v>0</c:v>
                </c:pt>
                <c:pt idx="80">
                  <c:v>0</c:v>
                </c:pt>
                <c:pt idx="81">
                  <c:v>5</c:v>
                </c:pt>
                <c:pt idx="82">
                  <c:v>0</c:v>
                </c:pt>
                <c:pt idx="83">
                  <c:v>0</c:v>
                </c:pt>
                <c:pt idx="84">
                  <c:v>0</c:v>
                </c:pt>
                <c:pt idx="85">
                  <c:v>0</c:v>
                </c:pt>
                <c:pt idx="86">
                  <c:v>0</c:v>
                </c:pt>
                <c:pt idx="87">
                  <c:v>0</c:v>
                </c:pt>
                <c:pt idx="88">
                  <c:v>4</c:v>
                </c:pt>
                <c:pt idx="89">
                  <c:v>5</c:v>
                </c:pt>
                <c:pt idx="90">
                  <c:v>4</c:v>
                </c:pt>
                <c:pt idx="91">
                  <c:v>0</c:v>
                </c:pt>
                <c:pt idx="92">
                  <c:v>0</c:v>
                </c:pt>
                <c:pt idx="93">
                  <c:v>0</c:v>
                </c:pt>
                <c:pt idx="94">
                  <c:v>0</c:v>
                </c:pt>
                <c:pt idx="95">
                  <c:v>5</c:v>
                </c:pt>
                <c:pt idx="96">
                  <c:v>5</c:v>
                </c:pt>
                <c:pt idx="97">
                  <c:v>4</c:v>
                </c:pt>
                <c:pt idx="98">
                  <c:v>5</c:v>
                </c:pt>
                <c:pt idx="99">
                  <c:v>0</c:v>
                </c:pt>
                <c:pt idx="100">
                  <c:v>0</c:v>
                </c:pt>
                <c:pt idx="101">
                  <c:v>0</c:v>
                </c:pt>
                <c:pt idx="102">
                  <c:v>0</c:v>
                </c:pt>
                <c:pt idx="103">
                  <c:v>0</c:v>
                </c:pt>
                <c:pt idx="104">
                  <c:v>0</c:v>
                </c:pt>
                <c:pt idx="105">
                  <c:v>0</c:v>
                </c:pt>
                <c:pt idx="106">
                  <c:v>4</c:v>
                </c:pt>
                <c:pt idx="107">
                  <c:v>0</c:v>
                </c:pt>
                <c:pt idx="108">
                  <c:v>0</c:v>
                </c:pt>
                <c:pt idx="109">
                  <c:v>0</c:v>
                </c:pt>
                <c:pt idx="110">
                  <c:v>0</c:v>
                </c:pt>
                <c:pt idx="111">
                  <c:v>0</c:v>
                </c:pt>
                <c:pt idx="112">
                  <c:v>0</c:v>
                </c:pt>
                <c:pt idx="113">
                  <c:v>0</c:v>
                </c:pt>
                <c:pt idx="114">
                  <c:v>0</c:v>
                </c:pt>
                <c:pt idx="115">
                  <c:v>5</c:v>
                </c:pt>
                <c:pt idx="116">
                  <c:v>0</c:v>
                </c:pt>
                <c:pt idx="117">
                  <c:v>0</c:v>
                </c:pt>
                <c:pt idx="118">
                  <c:v>0</c:v>
                </c:pt>
                <c:pt idx="119">
                  <c:v>0</c:v>
                </c:pt>
                <c:pt idx="120">
                  <c:v>5</c:v>
                </c:pt>
                <c:pt idx="121">
                  <c:v>0</c:v>
                </c:pt>
                <c:pt idx="122">
                  <c:v>0</c:v>
                </c:pt>
                <c:pt idx="123">
                  <c:v>0</c:v>
                </c:pt>
                <c:pt idx="124">
                  <c:v>0</c:v>
                </c:pt>
                <c:pt idx="125">
                  <c:v>0</c:v>
                </c:pt>
                <c:pt idx="126">
                  <c:v>0</c:v>
                </c:pt>
                <c:pt idx="127">
                  <c:v>0</c:v>
                </c:pt>
                <c:pt idx="128">
                  <c:v>5</c:v>
                </c:pt>
                <c:pt idx="129">
                  <c:v>0</c:v>
                </c:pt>
                <c:pt idx="130">
                  <c:v>0</c:v>
                </c:pt>
                <c:pt idx="131">
                  <c:v>4</c:v>
                </c:pt>
                <c:pt idx="132">
                  <c:v>0</c:v>
                </c:pt>
                <c:pt idx="133">
                  <c:v>0</c:v>
                </c:pt>
                <c:pt idx="134">
                  <c:v>4</c:v>
                </c:pt>
                <c:pt idx="135">
                  <c:v>0</c:v>
                </c:pt>
                <c:pt idx="136">
                  <c:v>0</c:v>
                </c:pt>
                <c:pt idx="137">
                  <c:v>0</c:v>
                </c:pt>
                <c:pt idx="138">
                  <c:v>0</c:v>
                </c:pt>
                <c:pt idx="139">
                  <c:v>0</c:v>
                </c:pt>
                <c:pt idx="140">
                  <c:v>0</c:v>
                </c:pt>
                <c:pt idx="141">
                  <c:v>4</c:v>
                </c:pt>
                <c:pt idx="142">
                  <c:v>5</c:v>
                </c:pt>
                <c:pt idx="143">
                  <c:v>0</c:v>
                </c:pt>
                <c:pt idx="144">
                  <c:v>0</c:v>
                </c:pt>
                <c:pt idx="145">
                  <c:v>4</c:v>
                </c:pt>
                <c:pt idx="146">
                  <c:v>0</c:v>
                </c:pt>
                <c:pt idx="147">
                  <c:v>0</c:v>
                </c:pt>
                <c:pt idx="148">
                  <c:v>0</c:v>
                </c:pt>
                <c:pt idx="149">
                  <c:v>0</c:v>
                </c:pt>
                <c:pt idx="150">
                  <c:v>5</c:v>
                </c:pt>
                <c:pt idx="151">
                  <c:v>5</c:v>
                </c:pt>
                <c:pt idx="152">
                  <c:v>0</c:v>
                </c:pt>
                <c:pt idx="153">
                  <c:v>0</c:v>
                </c:pt>
                <c:pt idx="154">
                  <c:v>5</c:v>
                </c:pt>
                <c:pt idx="155">
                  <c:v>5</c:v>
                </c:pt>
                <c:pt idx="156">
                  <c:v>0</c:v>
                </c:pt>
                <c:pt idx="157">
                  <c:v>5</c:v>
                </c:pt>
                <c:pt idx="158">
                  <c:v>0</c:v>
                </c:pt>
                <c:pt idx="159">
                  <c:v>4</c:v>
                </c:pt>
                <c:pt idx="160">
                  <c:v>0</c:v>
                </c:pt>
                <c:pt idx="161">
                  <c:v>0</c:v>
                </c:pt>
                <c:pt idx="162">
                  <c:v>0</c:v>
                </c:pt>
                <c:pt idx="163">
                  <c:v>0</c:v>
                </c:pt>
                <c:pt idx="164">
                  <c:v>0</c:v>
                </c:pt>
                <c:pt idx="165">
                  <c:v>0</c:v>
                </c:pt>
                <c:pt idx="166">
                  <c:v>4</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4</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4</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5</c:v>
                </c:pt>
                <c:pt idx="401">
                  <c:v>0</c:v>
                </c:pt>
                <c:pt idx="402">
                  <c:v>5</c:v>
                </c:pt>
                <c:pt idx="403">
                  <c:v>0</c:v>
                </c:pt>
                <c:pt idx="404">
                  <c:v>0</c:v>
                </c:pt>
                <c:pt idx="405">
                  <c:v>0</c:v>
                </c:pt>
                <c:pt idx="406">
                  <c:v>0</c:v>
                </c:pt>
                <c:pt idx="407">
                  <c:v>4</c:v>
                </c:pt>
                <c:pt idx="408">
                  <c:v>5</c:v>
                </c:pt>
                <c:pt idx="409">
                  <c:v>5</c:v>
                </c:pt>
                <c:pt idx="410">
                  <c:v>5</c:v>
                </c:pt>
                <c:pt idx="411">
                  <c:v>0</c:v>
                </c:pt>
                <c:pt idx="412">
                  <c:v>0</c:v>
                </c:pt>
                <c:pt idx="413">
                  <c:v>0</c:v>
                </c:pt>
                <c:pt idx="414">
                  <c:v>4</c:v>
                </c:pt>
                <c:pt idx="415">
                  <c:v>0</c:v>
                </c:pt>
                <c:pt idx="416">
                  <c:v>5</c:v>
                </c:pt>
                <c:pt idx="417">
                  <c:v>4</c:v>
                </c:pt>
                <c:pt idx="418">
                  <c:v>5</c:v>
                </c:pt>
                <c:pt idx="419">
                  <c:v>0</c:v>
                </c:pt>
                <c:pt idx="420">
                  <c:v>0</c:v>
                </c:pt>
                <c:pt idx="421">
                  <c:v>4</c:v>
                </c:pt>
                <c:pt idx="422">
                  <c:v>5</c:v>
                </c:pt>
                <c:pt idx="423">
                  <c:v>5</c:v>
                </c:pt>
                <c:pt idx="424">
                  <c:v>4</c:v>
                </c:pt>
                <c:pt idx="425">
                  <c:v>4</c:v>
                </c:pt>
                <c:pt idx="426">
                  <c:v>4</c:v>
                </c:pt>
                <c:pt idx="427">
                  <c:v>0</c:v>
                </c:pt>
                <c:pt idx="428">
                  <c:v>0</c:v>
                </c:pt>
                <c:pt idx="429">
                  <c:v>4</c:v>
                </c:pt>
                <c:pt idx="430">
                  <c:v>0</c:v>
                </c:pt>
                <c:pt idx="431">
                  <c:v>5</c:v>
                </c:pt>
                <c:pt idx="432">
                  <c:v>5</c:v>
                </c:pt>
                <c:pt idx="433">
                  <c:v>0</c:v>
                </c:pt>
                <c:pt idx="434">
                  <c:v>4</c:v>
                </c:pt>
                <c:pt idx="435">
                  <c:v>5</c:v>
                </c:pt>
                <c:pt idx="436">
                  <c:v>0</c:v>
                </c:pt>
                <c:pt idx="437">
                  <c:v>0</c:v>
                </c:pt>
                <c:pt idx="438">
                  <c:v>0</c:v>
                </c:pt>
                <c:pt idx="439">
                  <c:v>0</c:v>
                </c:pt>
                <c:pt idx="440">
                  <c:v>0</c:v>
                </c:pt>
                <c:pt idx="441">
                  <c:v>5</c:v>
                </c:pt>
                <c:pt idx="442">
                  <c:v>0</c:v>
                </c:pt>
                <c:pt idx="443">
                  <c:v>0</c:v>
                </c:pt>
                <c:pt idx="444">
                  <c:v>5</c:v>
                </c:pt>
                <c:pt idx="445">
                  <c:v>0</c:v>
                </c:pt>
                <c:pt idx="446">
                  <c:v>4</c:v>
                </c:pt>
                <c:pt idx="447">
                  <c:v>0</c:v>
                </c:pt>
                <c:pt idx="448">
                  <c:v>0</c:v>
                </c:pt>
                <c:pt idx="449">
                  <c:v>0</c:v>
                </c:pt>
                <c:pt idx="450">
                  <c:v>0</c:v>
                </c:pt>
                <c:pt idx="451">
                  <c:v>0</c:v>
                </c:pt>
                <c:pt idx="452">
                  <c:v>0</c:v>
                </c:pt>
                <c:pt idx="453">
                  <c:v>0</c:v>
                </c:pt>
                <c:pt idx="454">
                  <c:v>0</c:v>
                </c:pt>
                <c:pt idx="455">
                  <c:v>5</c:v>
                </c:pt>
                <c:pt idx="456">
                  <c:v>5</c:v>
                </c:pt>
                <c:pt idx="457">
                  <c:v>0</c:v>
                </c:pt>
                <c:pt idx="458">
                  <c:v>0</c:v>
                </c:pt>
                <c:pt idx="459">
                  <c:v>0</c:v>
                </c:pt>
                <c:pt idx="460">
                  <c:v>0</c:v>
                </c:pt>
                <c:pt idx="461">
                  <c:v>0</c:v>
                </c:pt>
                <c:pt idx="462">
                  <c:v>0</c:v>
                </c:pt>
                <c:pt idx="463">
                  <c:v>5</c:v>
                </c:pt>
                <c:pt idx="464">
                  <c:v>0</c:v>
                </c:pt>
                <c:pt idx="465">
                  <c:v>0</c:v>
                </c:pt>
                <c:pt idx="466">
                  <c:v>0</c:v>
                </c:pt>
                <c:pt idx="467">
                  <c:v>0</c:v>
                </c:pt>
                <c:pt idx="468">
                  <c:v>0</c:v>
                </c:pt>
                <c:pt idx="469">
                  <c:v>0</c:v>
                </c:pt>
                <c:pt idx="470">
                  <c:v>0</c:v>
                </c:pt>
                <c:pt idx="471">
                  <c:v>5</c:v>
                </c:pt>
                <c:pt idx="472">
                  <c:v>0</c:v>
                </c:pt>
                <c:pt idx="473">
                  <c:v>4</c:v>
                </c:pt>
                <c:pt idx="474">
                  <c:v>4</c:v>
                </c:pt>
                <c:pt idx="475">
                  <c:v>0</c:v>
                </c:pt>
                <c:pt idx="476">
                  <c:v>0</c:v>
                </c:pt>
                <c:pt idx="477">
                  <c:v>5</c:v>
                </c:pt>
                <c:pt idx="478">
                  <c:v>0</c:v>
                </c:pt>
                <c:pt idx="479">
                  <c:v>4</c:v>
                </c:pt>
                <c:pt idx="480">
                  <c:v>4</c:v>
                </c:pt>
                <c:pt idx="481">
                  <c:v>0</c:v>
                </c:pt>
                <c:pt idx="482">
                  <c:v>0</c:v>
                </c:pt>
                <c:pt idx="483">
                  <c:v>0</c:v>
                </c:pt>
                <c:pt idx="484">
                  <c:v>0</c:v>
                </c:pt>
                <c:pt idx="485">
                  <c:v>0</c:v>
                </c:pt>
                <c:pt idx="486">
                  <c:v>0</c:v>
                </c:pt>
                <c:pt idx="487">
                  <c:v>0</c:v>
                </c:pt>
                <c:pt idx="488">
                  <c:v>0</c:v>
                </c:pt>
                <c:pt idx="489">
                  <c:v>0</c:v>
                </c:pt>
                <c:pt idx="490">
                  <c:v>4</c:v>
                </c:pt>
                <c:pt idx="491">
                  <c:v>0</c:v>
                </c:pt>
                <c:pt idx="492">
                  <c:v>4</c:v>
                </c:pt>
                <c:pt idx="493">
                  <c:v>0</c:v>
                </c:pt>
                <c:pt idx="494">
                  <c:v>5</c:v>
                </c:pt>
                <c:pt idx="495">
                  <c:v>5</c:v>
                </c:pt>
                <c:pt idx="496">
                  <c:v>0</c:v>
                </c:pt>
                <c:pt idx="497">
                  <c:v>5</c:v>
                </c:pt>
                <c:pt idx="498">
                  <c:v>4</c:v>
                </c:pt>
                <c:pt idx="499">
                  <c:v>4</c:v>
                </c:pt>
                <c:pt idx="500">
                  <c:v>4</c:v>
                </c:pt>
                <c:pt idx="501">
                  <c:v>0</c:v>
                </c:pt>
                <c:pt idx="502">
                  <c:v>4</c:v>
                </c:pt>
                <c:pt idx="503">
                  <c:v>4</c:v>
                </c:pt>
                <c:pt idx="504">
                  <c:v>0</c:v>
                </c:pt>
                <c:pt idx="505">
                  <c:v>5</c:v>
                </c:pt>
                <c:pt idx="506">
                  <c:v>0</c:v>
                </c:pt>
                <c:pt idx="507">
                  <c:v>5</c:v>
                </c:pt>
                <c:pt idx="508">
                  <c:v>0</c:v>
                </c:pt>
                <c:pt idx="509">
                  <c:v>5</c:v>
                </c:pt>
                <c:pt idx="510">
                  <c:v>0</c:v>
                </c:pt>
                <c:pt idx="511">
                  <c:v>0</c:v>
                </c:pt>
                <c:pt idx="512">
                  <c:v>0</c:v>
                </c:pt>
                <c:pt idx="513">
                  <c:v>4</c:v>
                </c:pt>
                <c:pt idx="514">
                  <c:v>0</c:v>
                </c:pt>
                <c:pt idx="515">
                  <c:v>0</c:v>
                </c:pt>
                <c:pt idx="516">
                  <c:v>4</c:v>
                </c:pt>
                <c:pt idx="517">
                  <c:v>4</c:v>
                </c:pt>
                <c:pt idx="518">
                  <c:v>5</c:v>
                </c:pt>
                <c:pt idx="519">
                  <c:v>0</c:v>
                </c:pt>
                <c:pt idx="520">
                  <c:v>0</c:v>
                </c:pt>
                <c:pt idx="521">
                  <c:v>4</c:v>
                </c:pt>
                <c:pt idx="522">
                  <c:v>5</c:v>
                </c:pt>
                <c:pt idx="523">
                  <c:v>0</c:v>
                </c:pt>
                <c:pt idx="524">
                  <c:v>0</c:v>
                </c:pt>
                <c:pt idx="525">
                  <c:v>0</c:v>
                </c:pt>
                <c:pt idx="526">
                  <c:v>4</c:v>
                </c:pt>
                <c:pt idx="527">
                  <c:v>0</c:v>
                </c:pt>
                <c:pt idx="528">
                  <c:v>0</c:v>
                </c:pt>
                <c:pt idx="529">
                  <c:v>0</c:v>
                </c:pt>
                <c:pt idx="530">
                  <c:v>4</c:v>
                </c:pt>
                <c:pt idx="531">
                  <c:v>5</c:v>
                </c:pt>
                <c:pt idx="532">
                  <c:v>0</c:v>
                </c:pt>
                <c:pt idx="533">
                  <c:v>0</c:v>
                </c:pt>
                <c:pt idx="534">
                  <c:v>0</c:v>
                </c:pt>
                <c:pt idx="535">
                  <c:v>5</c:v>
                </c:pt>
                <c:pt idx="536">
                  <c:v>5</c:v>
                </c:pt>
                <c:pt idx="537">
                  <c:v>5</c:v>
                </c:pt>
                <c:pt idx="538">
                  <c:v>0</c:v>
                </c:pt>
                <c:pt idx="539">
                  <c:v>0</c:v>
                </c:pt>
                <c:pt idx="540">
                  <c:v>5</c:v>
                </c:pt>
                <c:pt idx="541">
                  <c:v>0</c:v>
                </c:pt>
                <c:pt idx="542">
                  <c:v>4</c:v>
                </c:pt>
                <c:pt idx="543">
                  <c:v>0</c:v>
                </c:pt>
                <c:pt idx="544">
                  <c:v>5</c:v>
                </c:pt>
                <c:pt idx="545">
                  <c:v>0</c:v>
                </c:pt>
                <c:pt idx="546">
                  <c:v>4</c:v>
                </c:pt>
                <c:pt idx="547">
                  <c:v>4</c:v>
                </c:pt>
                <c:pt idx="548">
                  <c:v>0</c:v>
                </c:pt>
                <c:pt idx="549">
                  <c:v>0</c:v>
                </c:pt>
                <c:pt idx="550">
                  <c:v>0</c:v>
                </c:pt>
                <c:pt idx="551">
                  <c:v>5</c:v>
                </c:pt>
                <c:pt idx="552">
                  <c:v>0</c:v>
                </c:pt>
                <c:pt idx="553">
                  <c:v>5</c:v>
                </c:pt>
                <c:pt idx="554">
                  <c:v>0</c:v>
                </c:pt>
                <c:pt idx="555">
                  <c:v>4</c:v>
                </c:pt>
                <c:pt idx="556">
                  <c:v>0</c:v>
                </c:pt>
                <c:pt idx="557">
                  <c:v>0</c:v>
                </c:pt>
                <c:pt idx="558">
                  <c:v>4</c:v>
                </c:pt>
                <c:pt idx="559">
                  <c:v>0</c:v>
                </c:pt>
                <c:pt idx="560">
                  <c:v>5</c:v>
                </c:pt>
                <c:pt idx="561">
                  <c:v>0</c:v>
                </c:pt>
                <c:pt idx="562">
                  <c:v>0</c:v>
                </c:pt>
                <c:pt idx="563">
                  <c:v>0</c:v>
                </c:pt>
                <c:pt idx="564">
                  <c:v>0</c:v>
                </c:pt>
                <c:pt idx="565">
                  <c:v>0</c:v>
                </c:pt>
                <c:pt idx="566">
                  <c:v>4</c:v>
                </c:pt>
                <c:pt idx="567">
                  <c:v>0</c:v>
                </c:pt>
                <c:pt idx="568">
                  <c:v>5</c:v>
                </c:pt>
                <c:pt idx="569">
                  <c:v>5</c:v>
                </c:pt>
                <c:pt idx="570">
                  <c:v>0</c:v>
                </c:pt>
                <c:pt idx="571">
                  <c:v>5</c:v>
                </c:pt>
                <c:pt idx="572">
                  <c:v>4</c:v>
                </c:pt>
                <c:pt idx="573">
                  <c:v>4</c:v>
                </c:pt>
                <c:pt idx="574">
                  <c:v>0</c:v>
                </c:pt>
                <c:pt idx="575">
                  <c:v>0</c:v>
                </c:pt>
                <c:pt idx="576">
                  <c:v>0</c:v>
                </c:pt>
                <c:pt idx="577">
                  <c:v>0</c:v>
                </c:pt>
                <c:pt idx="578">
                  <c:v>5</c:v>
                </c:pt>
                <c:pt idx="579">
                  <c:v>0</c:v>
                </c:pt>
                <c:pt idx="580">
                  <c:v>0</c:v>
                </c:pt>
                <c:pt idx="581">
                  <c:v>5</c:v>
                </c:pt>
                <c:pt idx="582">
                  <c:v>0</c:v>
                </c:pt>
                <c:pt idx="583">
                  <c:v>0</c:v>
                </c:pt>
                <c:pt idx="584">
                  <c:v>0</c:v>
                </c:pt>
                <c:pt idx="585">
                  <c:v>0</c:v>
                </c:pt>
                <c:pt idx="586">
                  <c:v>0</c:v>
                </c:pt>
                <c:pt idx="587">
                  <c:v>0</c:v>
                </c:pt>
                <c:pt idx="588">
                  <c:v>4</c:v>
                </c:pt>
                <c:pt idx="589">
                  <c:v>0</c:v>
                </c:pt>
                <c:pt idx="590">
                  <c:v>0</c:v>
                </c:pt>
                <c:pt idx="591">
                  <c:v>4</c:v>
                </c:pt>
                <c:pt idx="592">
                  <c:v>0</c:v>
                </c:pt>
                <c:pt idx="593">
                  <c:v>0</c:v>
                </c:pt>
                <c:pt idx="594">
                  <c:v>0</c:v>
                </c:pt>
                <c:pt idx="595">
                  <c:v>0</c:v>
                </c:pt>
                <c:pt idx="596">
                  <c:v>0</c:v>
                </c:pt>
                <c:pt idx="597">
                  <c:v>0</c:v>
                </c:pt>
                <c:pt idx="598">
                  <c:v>0</c:v>
                </c:pt>
                <c:pt idx="599">
                  <c:v>5</c:v>
                </c:pt>
                <c:pt idx="600">
                  <c:v>0</c:v>
                </c:pt>
                <c:pt idx="601">
                  <c:v>4</c:v>
                </c:pt>
                <c:pt idx="602">
                  <c:v>0</c:v>
                </c:pt>
                <c:pt idx="603">
                  <c:v>0</c:v>
                </c:pt>
                <c:pt idx="604">
                  <c:v>0</c:v>
                </c:pt>
                <c:pt idx="605">
                  <c:v>0</c:v>
                </c:pt>
                <c:pt idx="606">
                  <c:v>0</c:v>
                </c:pt>
                <c:pt idx="607">
                  <c:v>0</c:v>
                </c:pt>
                <c:pt idx="608">
                  <c:v>5</c:v>
                </c:pt>
                <c:pt idx="609">
                  <c:v>5</c:v>
                </c:pt>
                <c:pt idx="610">
                  <c:v>0</c:v>
                </c:pt>
                <c:pt idx="611">
                  <c:v>0</c:v>
                </c:pt>
                <c:pt idx="612">
                  <c:v>0</c:v>
                </c:pt>
                <c:pt idx="613">
                  <c:v>0</c:v>
                </c:pt>
                <c:pt idx="614">
                  <c:v>0</c:v>
                </c:pt>
                <c:pt idx="615">
                  <c:v>0</c:v>
                </c:pt>
                <c:pt idx="616">
                  <c:v>0</c:v>
                </c:pt>
                <c:pt idx="617">
                  <c:v>5</c:v>
                </c:pt>
                <c:pt idx="618">
                  <c:v>0</c:v>
                </c:pt>
                <c:pt idx="619">
                  <c:v>0</c:v>
                </c:pt>
                <c:pt idx="620">
                  <c:v>0</c:v>
                </c:pt>
                <c:pt idx="621">
                  <c:v>0</c:v>
                </c:pt>
                <c:pt idx="622">
                  <c:v>0</c:v>
                </c:pt>
                <c:pt idx="623">
                  <c:v>0</c:v>
                </c:pt>
                <c:pt idx="624">
                  <c:v>0</c:v>
                </c:pt>
                <c:pt idx="625">
                  <c:v>0</c:v>
                </c:pt>
                <c:pt idx="626">
                  <c:v>0</c:v>
                </c:pt>
                <c:pt idx="627">
                  <c:v>5</c:v>
                </c:pt>
                <c:pt idx="628">
                  <c:v>0</c:v>
                </c:pt>
                <c:pt idx="629">
                  <c:v>5</c:v>
                </c:pt>
                <c:pt idx="630">
                  <c:v>0</c:v>
                </c:pt>
                <c:pt idx="631">
                  <c:v>0</c:v>
                </c:pt>
                <c:pt idx="632">
                  <c:v>0</c:v>
                </c:pt>
                <c:pt idx="633">
                  <c:v>0</c:v>
                </c:pt>
                <c:pt idx="634">
                  <c:v>5</c:v>
                </c:pt>
                <c:pt idx="635">
                  <c:v>0</c:v>
                </c:pt>
                <c:pt idx="636">
                  <c:v>5</c:v>
                </c:pt>
                <c:pt idx="637">
                  <c:v>0</c:v>
                </c:pt>
                <c:pt idx="638">
                  <c:v>0</c:v>
                </c:pt>
                <c:pt idx="639">
                  <c:v>0</c:v>
                </c:pt>
                <c:pt idx="640">
                  <c:v>0</c:v>
                </c:pt>
                <c:pt idx="641">
                  <c:v>0</c:v>
                </c:pt>
                <c:pt idx="642">
                  <c:v>0</c:v>
                </c:pt>
                <c:pt idx="643">
                  <c:v>0</c:v>
                </c:pt>
                <c:pt idx="644">
                  <c:v>0</c:v>
                </c:pt>
                <c:pt idx="645">
                  <c:v>0</c:v>
                </c:pt>
                <c:pt idx="646">
                  <c:v>0</c:v>
                </c:pt>
                <c:pt idx="647">
                  <c:v>4</c:v>
                </c:pt>
                <c:pt idx="648">
                  <c:v>4</c:v>
                </c:pt>
                <c:pt idx="649">
                  <c:v>0</c:v>
                </c:pt>
                <c:pt idx="650">
                  <c:v>0</c:v>
                </c:pt>
                <c:pt idx="651">
                  <c:v>0</c:v>
                </c:pt>
                <c:pt idx="652">
                  <c:v>5</c:v>
                </c:pt>
                <c:pt idx="653">
                  <c:v>0</c:v>
                </c:pt>
                <c:pt idx="654">
                  <c:v>0</c:v>
                </c:pt>
                <c:pt idx="655">
                  <c:v>5</c:v>
                </c:pt>
                <c:pt idx="656">
                  <c:v>5</c:v>
                </c:pt>
                <c:pt idx="657">
                  <c:v>4</c:v>
                </c:pt>
                <c:pt idx="658">
                  <c:v>0</c:v>
                </c:pt>
                <c:pt idx="659">
                  <c:v>0</c:v>
                </c:pt>
                <c:pt idx="660">
                  <c:v>4</c:v>
                </c:pt>
                <c:pt idx="661">
                  <c:v>0</c:v>
                </c:pt>
                <c:pt idx="662">
                  <c:v>0</c:v>
                </c:pt>
                <c:pt idx="663">
                  <c:v>0</c:v>
                </c:pt>
                <c:pt idx="664">
                  <c:v>0</c:v>
                </c:pt>
                <c:pt idx="665">
                  <c:v>5</c:v>
                </c:pt>
                <c:pt idx="666">
                  <c:v>0</c:v>
                </c:pt>
                <c:pt idx="667">
                  <c:v>0</c:v>
                </c:pt>
                <c:pt idx="668">
                  <c:v>5</c:v>
                </c:pt>
                <c:pt idx="669">
                  <c:v>4</c:v>
                </c:pt>
                <c:pt idx="670">
                  <c:v>4</c:v>
                </c:pt>
                <c:pt idx="671">
                  <c:v>5</c:v>
                </c:pt>
                <c:pt idx="672">
                  <c:v>0</c:v>
                </c:pt>
                <c:pt idx="673">
                  <c:v>5</c:v>
                </c:pt>
                <c:pt idx="674">
                  <c:v>0</c:v>
                </c:pt>
                <c:pt idx="675">
                  <c:v>0</c:v>
                </c:pt>
                <c:pt idx="676">
                  <c:v>0</c:v>
                </c:pt>
                <c:pt idx="677">
                  <c:v>0</c:v>
                </c:pt>
                <c:pt idx="678">
                  <c:v>0</c:v>
                </c:pt>
                <c:pt idx="679">
                  <c:v>0</c:v>
                </c:pt>
                <c:pt idx="680">
                  <c:v>0</c:v>
                </c:pt>
                <c:pt idx="681">
                  <c:v>5</c:v>
                </c:pt>
                <c:pt idx="682">
                  <c:v>0</c:v>
                </c:pt>
                <c:pt idx="683">
                  <c:v>5</c:v>
                </c:pt>
                <c:pt idx="684">
                  <c:v>0</c:v>
                </c:pt>
                <c:pt idx="685">
                  <c:v>0</c:v>
                </c:pt>
                <c:pt idx="686">
                  <c:v>0</c:v>
                </c:pt>
                <c:pt idx="687">
                  <c:v>4</c:v>
                </c:pt>
                <c:pt idx="688">
                  <c:v>0</c:v>
                </c:pt>
                <c:pt idx="689">
                  <c:v>0</c:v>
                </c:pt>
                <c:pt idx="690">
                  <c:v>4</c:v>
                </c:pt>
                <c:pt idx="691">
                  <c:v>0</c:v>
                </c:pt>
                <c:pt idx="692">
                  <c:v>4</c:v>
                </c:pt>
                <c:pt idx="693">
                  <c:v>0</c:v>
                </c:pt>
                <c:pt idx="694">
                  <c:v>0</c:v>
                </c:pt>
                <c:pt idx="695">
                  <c:v>4</c:v>
                </c:pt>
                <c:pt idx="696">
                  <c:v>4</c:v>
                </c:pt>
                <c:pt idx="697">
                  <c:v>0</c:v>
                </c:pt>
                <c:pt idx="698">
                  <c:v>5</c:v>
                </c:pt>
                <c:pt idx="699">
                  <c:v>0</c:v>
                </c:pt>
                <c:pt idx="700">
                  <c:v>0</c:v>
                </c:pt>
                <c:pt idx="701">
                  <c:v>0</c:v>
                </c:pt>
                <c:pt idx="702">
                  <c:v>0</c:v>
                </c:pt>
                <c:pt idx="703">
                  <c:v>0</c:v>
                </c:pt>
                <c:pt idx="704">
                  <c:v>5</c:v>
                </c:pt>
                <c:pt idx="705">
                  <c:v>0</c:v>
                </c:pt>
                <c:pt idx="706">
                  <c:v>0</c:v>
                </c:pt>
                <c:pt idx="707">
                  <c:v>4</c:v>
                </c:pt>
                <c:pt idx="708">
                  <c:v>0</c:v>
                </c:pt>
                <c:pt idx="709">
                  <c:v>0</c:v>
                </c:pt>
                <c:pt idx="710">
                  <c:v>0</c:v>
                </c:pt>
                <c:pt idx="711">
                  <c:v>4</c:v>
                </c:pt>
                <c:pt idx="712">
                  <c:v>0</c:v>
                </c:pt>
                <c:pt idx="713">
                  <c:v>0</c:v>
                </c:pt>
                <c:pt idx="714">
                  <c:v>0</c:v>
                </c:pt>
                <c:pt idx="715">
                  <c:v>5</c:v>
                </c:pt>
                <c:pt idx="716">
                  <c:v>5</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5</c:v>
                </c:pt>
                <c:pt idx="736">
                  <c:v>0</c:v>
                </c:pt>
                <c:pt idx="737">
                  <c:v>0</c:v>
                </c:pt>
                <c:pt idx="738">
                  <c:v>0</c:v>
                </c:pt>
                <c:pt idx="739">
                  <c:v>0</c:v>
                </c:pt>
                <c:pt idx="740">
                  <c:v>0</c:v>
                </c:pt>
                <c:pt idx="741">
                  <c:v>0</c:v>
                </c:pt>
                <c:pt idx="742">
                  <c:v>0</c:v>
                </c:pt>
                <c:pt idx="743">
                  <c:v>0</c:v>
                </c:pt>
                <c:pt idx="744">
                  <c:v>4</c:v>
                </c:pt>
                <c:pt idx="745">
                  <c:v>0</c:v>
                </c:pt>
                <c:pt idx="746">
                  <c:v>0</c:v>
                </c:pt>
                <c:pt idx="747">
                  <c:v>0</c:v>
                </c:pt>
                <c:pt idx="748">
                  <c:v>4</c:v>
                </c:pt>
                <c:pt idx="749">
                  <c:v>0</c:v>
                </c:pt>
                <c:pt idx="750">
                  <c:v>0</c:v>
                </c:pt>
                <c:pt idx="751">
                  <c:v>0</c:v>
                </c:pt>
                <c:pt idx="752">
                  <c:v>0</c:v>
                </c:pt>
                <c:pt idx="753">
                  <c:v>0</c:v>
                </c:pt>
                <c:pt idx="754">
                  <c:v>0</c:v>
                </c:pt>
                <c:pt idx="755">
                  <c:v>0</c:v>
                </c:pt>
                <c:pt idx="756">
                  <c:v>0</c:v>
                </c:pt>
                <c:pt idx="757">
                  <c:v>4</c:v>
                </c:pt>
                <c:pt idx="758">
                  <c:v>5</c:v>
                </c:pt>
                <c:pt idx="759">
                  <c:v>0</c:v>
                </c:pt>
                <c:pt idx="760">
                  <c:v>0</c:v>
                </c:pt>
                <c:pt idx="761">
                  <c:v>0</c:v>
                </c:pt>
                <c:pt idx="762">
                  <c:v>0</c:v>
                </c:pt>
                <c:pt idx="763">
                  <c:v>0</c:v>
                </c:pt>
                <c:pt idx="764">
                  <c:v>0</c:v>
                </c:pt>
                <c:pt idx="765">
                  <c:v>0</c:v>
                </c:pt>
                <c:pt idx="766">
                  <c:v>0</c:v>
                </c:pt>
                <c:pt idx="767">
                  <c:v>4</c:v>
                </c:pt>
                <c:pt idx="768">
                  <c:v>0</c:v>
                </c:pt>
                <c:pt idx="769">
                  <c:v>0</c:v>
                </c:pt>
                <c:pt idx="770">
                  <c:v>0</c:v>
                </c:pt>
                <c:pt idx="771">
                  <c:v>0</c:v>
                </c:pt>
                <c:pt idx="772">
                  <c:v>0</c:v>
                </c:pt>
                <c:pt idx="773">
                  <c:v>0</c:v>
                </c:pt>
                <c:pt idx="774">
                  <c:v>0</c:v>
                </c:pt>
                <c:pt idx="775">
                  <c:v>5</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5</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4</c:v>
                </c:pt>
                <c:pt idx="810">
                  <c:v>0</c:v>
                </c:pt>
                <c:pt idx="811">
                  <c:v>0</c:v>
                </c:pt>
                <c:pt idx="812">
                  <c:v>0</c:v>
                </c:pt>
                <c:pt idx="813">
                  <c:v>4</c:v>
                </c:pt>
                <c:pt idx="814">
                  <c:v>0</c:v>
                </c:pt>
                <c:pt idx="815">
                  <c:v>0</c:v>
                </c:pt>
                <c:pt idx="816">
                  <c:v>0</c:v>
                </c:pt>
                <c:pt idx="817">
                  <c:v>5</c:v>
                </c:pt>
                <c:pt idx="818">
                  <c:v>0</c:v>
                </c:pt>
                <c:pt idx="819">
                  <c:v>0</c:v>
                </c:pt>
                <c:pt idx="820">
                  <c:v>0</c:v>
                </c:pt>
                <c:pt idx="821">
                  <c:v>0</c:v>
                </c:pt>
                <c:pt idx="822">
                  <c:v>0</c:v>
                </c:pt>
                <c:pt idx="823">
                  <c:v>0</c:v>
                </c:pt>
                <c:pt idx="824">
                  <c:v>0</c:v>
                </c:pt>
                <c:pt idx="825">
                  <c:v>4</c:v>
                </c:pt>
                <c:pt idx="826">
                  <c:v>0</c:v>
                </c:pt>
                <c:pt idx="827">
                  <c:v>0</c:v>
                </c:pt>
                <c:pt idx="828">
                  <c:v>0</c:v>
                </c:pt>
                <c:pt idx="829">
                  <c:v>5</c:v>
                </c:pt>
                <c:pt idx="830">
                  <c:v>0</c:v>
                </c:pt>
                <c:pt idx="831">
                  <c:v>0</c:v>
                </c:pt>
                <c:pt idx="832">
                  <c:v>0</c:v>
                </c:pt>
                <c:pt idx="833">
                  <c:v>0</c:v>
                </c:pt>
                <c:pt idx="834">
                  <c:v>5</c:v>
                </c:pt>
                <c:pt idx="835">
                  <c:v>0</c:v>
                </c:pt>
                <c:pt idx="836">
                  <c:v>0</c:v>
                </c:pt>
                <c:pt idx="837">
                  <c:v>0</c:v>
                </c:pt>
                <c:pt idx="838">
                  <c:v>0</c:v>
                </c:pt>
                <c:pt idx="839">
                  <c:v>0</c:v>
                </c:pt>
                <c:pt idx="840">
                  <c:v>0</c:v>
                </c:pt>
                <c:pt idx="841">
                  <c:v>0</c:v>
                </c:pt>
                <c:pt idx="842">
                  <c:v>4</c:v>
                </c:pt>
                <c:pt idx="843">
                  <c:v>0</c:v>
                </c:pt>
                <c:pt idx="844">
                  <c:v>0</c:v>
                </c:pt>
                <c:pt idx="845">
                  <c:v>0</c:v>
                </c:pt>
                <c:pt idx="846">
                  <c:v>4</c:v>
                </c:pt>
                <c:pt idx="847">
                  <c:v>4</c:v>
                </c:pt>
                <c:pt idx="848">
                  <c:v>0</c:v>
                </c:pt>
                <c:pt idx="849">
                  <c:v>0</c:v>
                </c:pt>
                <c:pt idx="850">
                  <c:v>0</c:v>
                </c:pt>
                <c:pt idx="851">
                  <c:v>4</c:v>
                </c:pt>
                <c:pt idx="852">
                  <c:v>0</c:v>
                </c:pt>
                <c:pt idx="853">
                  <c:v>0</c:v>
                </c:pt>
                <c:pt idx="854">
                  <c:v>0</c:v>
                </c:pt>
                <c:pt idx="855">
                  <c:v>0</c:v>
                </c:pt>
                <c:pt idx="856">
                  <c:v>0</c:v>
                </c:pt>
                <c:pt idx="857">
                  <c:v>0</c:v>
                </c:pt>
                <c:pt idx="858">
                  <c:v>0</c:v>
                </c:pt>
                <c:pt idx="859">
                  <c:v>0</c:v>
                </c:pt>
                <c:pt idx="860">
                  <c:v>0</c:v>
                </c:pt>
                <c:pt idx="861">
                  <c:v>0</c:v>
                </c:pt>
                <c:pt idx="862">
                  <c:v>5</c:v>
                </c:pt>
                <c:pt idx="863">
                  <c:v>0</c:v>
                </c:pt>
                <c:pt idx="864">
                  <c:v>0</c:v>
                </c:pt>
                <c:pt idx="865">
                  <c:v>0</c:v>
                </c:pt>
                <c:pt idx="866">
                  <c:v>0</c:v>
                </c:pt>
                <c:pt idx="867">
                  <c:v>0</c:v>
                </c:pt>
                <c:pt idx="868">
                  <c:v>0</c:v>
                </c:pt>
                <c:pt idx="869">
                  <c:v>5</c:v>
                </c:pt>
                <c:pt idx="870">
                  <c:v>0</c:v>
                </c:pt>
                <c:pt idx="871">
                  <c:v>0</c:v>
                </c:pt>
                <c:pt idx="872">
                  <c:v>0</c:v>
                </c:pt>
                <c:pt idx="873">
                  <c:v>4</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4</c:v>
                </c:pt>
                <c:pt idx="893">
                  <c:v>0</c:v>
                </c:pt>
                <c:pt idx="894">
                  <c:v>0</c:v>
                </c:pt>
                <c:pt idx="895">
                  <c:v>5</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5</c:v>
                </c:pt>
                <c:pt idx="933">
                  <c:v>0</c:v>
                </c:pt>
                <c:pt idx="934">
                  <c:v>0</c:v>
                </c:pt>
                <c:pt idx="935">
                  <c:v>0</c:v>
                </c:pt>
                <c:pt idx="936">
                  <c:v>0</c:v>
                </c:pt>
                <c:pt idx="937">
                  <c:v>0</c:v>
                </c:pt>
                <c:pt idx="938">
                  <c:v>0</c:v>
                </c:pt>
                <c:pt idx="939">
                  <c:v>5</c:v>
                </c:pt>
                <c:pt idx="940">
                  <c:v>0</c:v>
                </c:pt>
                <c:pt idx="941">
                  <c:v>0</c:v>
                </c:pt>
                <c:pt idx="942">
                  <c:v>0</c:v>
                </c:pt>
                <c:pt idx="943">
                  <c:v>0</c:v>
                </c:pt>
                <c:pt idx="944">
                  <c:v>0</c:v>
                </c:pt>
                <c:pt idx="945">
                  <c:v>0</c:v>
                </c:pt>
                <c:pt idx="946">
                  <c:v>0</c:v>
                </c:pt>
                <c:pt idx="947">
                  <c:v>0</c:v>
                </c:pt>
                <c:pt idx="948">
                  <c:v>4</c:v>
                </c:pt>
                <c:pt idx="949">
                  <c:v>0</c:v>
                </c:pt>
                <c:pt idx="950">
                  <c:v>0</c:v>
                </c:pt>
                <c:pt idx="951">
                  <c:v>0</c:v>
                </c:pt>
                <c:pt idx="952">
                  <c:v>4</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2-E8EF-40B4-8F8E-3CB030DA8513}"/>
            </c:ext>
          </c:extLst>
        </c:ser>
        <c:dLbls>
          <c:showLegendKey val="0"/>
          <c:showVal val="0"/>
          <c:showCatName val="0"/>
          <c:showSerName val="0"/>
          <c:showPercent val="0"/>
          <c:showBubbleSize val="0"/>
        </c:dLbls>
        <c:axId val="1926669136"/>
        <c:axId val="1926670576"/>
      </c:scatterChart>
      <c:valAx>
        <c:axId val="19266691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dirty="0"/>
                  <a:t>Session Duration (Hour)</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6670576"/>
        <c:crosses val="autoZero"/>
        <c:crossBetween val="midCat"/>
        <c:majorUnit val="0.2"/>
      </c:valAx>
      <c:valAx>
        <c:axId val="1926670576"/>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dirty="0"/>
                  <a:t>Workout Freq</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6669136"/>
        <c:crosses val="autoZero"/>
        <c:crossBetween val="midCat"/>
      </c:valAx>
      <c:spPr>
        <a:noFill/>
        <a:ln>
          <a:noFill/>
        </a:ln>
        <a:effectLst/>
      </c:spPr>
    </c:plotArea>
    <c:legend>
      <c:legendPos val="b"/>
      <c:layout>
        <c:manualLayout>
          <c:xMode val="edge"/>
          <c:yMode val="edge"/>
          <c:x val="0.31647475231877581"/>
          <c:y val="0.89594937925697271"/>
          <c:w val="0.36705049536244838"/>
          <c:h val="0.1040506207430272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a:pPr>
            <a:r>
              <a:rPr lang="en-MY" sz="900" dirty="0"/>
              <a:t>Experience Level Line Fit Plot</a:t>
            </a:r>
          </a:p>
        </c:rich>
      </c:tx>
      <c:overlay val="0"/>
    </c:title>
    <c:autoTitleDeleted val="0"/>
    <c:plotArea>
      <c:layout/>
      <c:scatterChart>
        <c:scatterStyle val="lineMarker"/>
        <c:varyColors val="0"/>
        <c:ser>
          <c:idx val="0"/>
          <c:order val="0"/>
          <c:tx>
            <c:v>Fat Percentage</c:v>
          </c:tx>
          <c:spPr>
            <a:ln w="19050">
              <a:noFill/>
            </a:ln>
          </c:spPr>
          <c:marker>
            <c:symbol val="circle"/>
            <c:size val="3"/>
            <c:spPr>
              <a:solidFill>
                <a:schemeClr val="tx2">
                  <a:lumMod val="40000"/>
                  <a:lumOff val="60000"/>
                </a:schemeClr>
              </a:solidFill>
              <a:ln>
                <a:noFill/>
              </a:ln>
            </c:spPr>
          </c:marker>
          <c:trendline>
            <c:trendlineType val="linear"/>
            <c:dispRSqr val="1"/>
            <c:dispEq val="0"/>
            <c:trendlineLbl>
              <c:layout>
                <c:manualLayout>
                  <c:x val="0.11135779606767261"/>
                  <c:y val="-0.11880421146953404"/>
                </c:manualLayout>
              </c:layout>
              <c:numFmt formatCode="General" sourceLinked="0"/>
            </c:trendlineLbl>
          </c:trendline>
          <c:xVal>
            <c:numRef>
              <c:f>'Sub-Dataset'!$AF$3:$AF$975</c:f>
              <c:numCache>
                <c:formatCode>General</c:formatCode>
                <c:ptCount val="973"/>
                <c:pt idx="0">
                  <c:v>2</c:v>
                </c:pt>
                <c:pt idx="1">
                  <c:v>1</c:v>
                </c:pt>
                <c:pt idx="2">
                  <c:v>1</c:v>
                </c:pt>
                <c:pt idx="3">
                  <c:v>1</c:v>
                </c:pt>
                <c:pt idx="4">
                  <c:v>1</c:v>
                </c:pt>
                <c:pt idx="5">
                  <c:v>1</c:v>
                </c:pt>
                <c:pt idx="6">
                  <c:v>2</c:v>
                </c:pt>
                <c:pt idx="7">
                  <c:v>3</c:v>
                </c:pt>
                <c:pt idx="8">
                  <c:v>2</c:v>
                </c:pt>
                <c:pt idx="9">
                  <c:v>3</c:v>
                </c:pt>
                <c:pt idx="10">
                  <c:v>1</c:v>
                </c:pt>
                <c:pt idx="11">
                  <c:v>2</c:v>
                </c:pt>
                <c:pt idx="12">
                  <c:v>2</c:v>
                </c:pt>
                <c:pt idx="13">
                  <c:v>2</c:v>
                </c:pt>
                <c:pt idx="14">
                  <c:v>3</c:v>
                </c:pt>
                <c:pt idx="15">
                  <c:v>1</c:v>
                </c:pt>
                <c:pt idx="16">
                  <c:v>3</c:v>
                </c:pt>
                <c:pt idx="17">
                  <c:v>2</c:v>
                </c:pt>
                <c:pt idx="18">
                  <c:v>2</c:v>
                </c:pt>
                <c:pt idx="19">
                  <c:v>1</c:v>
                </c:pt>
                <c:pt idx="20">
                  <c:v>3</c:v>
                </c:pt>
                <c:pt idx="21">
                  <c:v>1</c:v>
                </c:pt>
                <c:pt idx="22">
                  <c:v>3</c:v>
                </c:pt>
                <c:pt idx="23">
                  <c:v>2</c:v>
                </c:pt>
                <c:pt idx="24">
                  <c:v>3</c:v>
                </c:pt>
                <c:pt idx="25">
                  <c:v>3</c:v>
                </c:pt>
                <c:pt idx="26">
                  <c:v>1</c:v>
                </c:pt>
                <c:pt idx="27">
                  <c:v>3</c:v>
                </c:pt>
                <c:pt idx="28">
                  <c:v>3</c:v>
                </c:pt>
                <c:pt idx="29">
                  <c:v>2</c:v>
                </c:pt>
                <c:pt idx="30">
                  <c:v>3</c:v>
                </c:pt>
                <c:pt idx="31">
                  <c:v>2</c:v>
                </c:pt>
                <c:pt idx="32">
                  <c:v>1</c:v>
                </c:pt>
                <c:pt idx="33">
                  <c:v>1</c:v>
                </c:pt>
                <c:pt idx="34">
                  <c:v>1</c:v>
                </c:pt>
                <c:pt idx="35">
                  <c:v>1</c:v>
                </c:pt>
                <c:pt idx="36">
                  <c:v>1</c:v>
                </c:pt>
                <c:pt idx="37">
                  <c:v>1</c:v>
                </c:pt>
                <c:pt idx="38">
                  <c:v>3</c:v>
                </c:pt>
                <c:pt idx="39">
                  <c:v>3</c:v>
                </c:pt>
                <c:pt idx="40">
                  <c:v>3</c:v>
                </c:pt>
                <c:pt idx="41">
                  <c:v>2</c:v>
                </c:pt>
                <c:pt idx="42">
                  <c:v>3</c:v>
                </c:pt>
                <c:pt idx="43">
                  <c:v>2</c:v>
                </c:pt>
                <c:pt idx="44">
                  <c:v>2</c:v>
                </c:pt>
                <c:pt idx="45">
                  <c:v>1</c:v>
                </c:pt>
                <c:pt idx="46">
                  <c:v>1</c:v>
                </c:pt>
                <c:pt idx="47">
                  <c:v>2</c:v>
                </c:pt>
                <c:pt idx="48">
                  <c:v>1</c:v>
                </c:pt>
                <c:pt idx="49">
                  <c:v>3</c:v>
                </c:pt>
                <c:pt idx="50">
                  <c:v>1</c:v>
                </c:pt>
                <c:pt idx="51">
                  <c:v>2</c:v>
                </c:pt>
                <c:pt idx="52">
                  <c:v>2</c:v>
                </c:pt>
                <c:pt idx="53">
                  <c:v>1</c:v>
                </c:pt>
                <c:pt idx="54">
                  <c:v>2</c:v>
                </c:pt>
                <c:pt idx="55">
                  <c:v>1</c:v>
                </c:pt>
                <c:pt idx="56">
                  <c:v>3</c:v>
                </c:pt>
                <c:pt idx="57">
                  <c:v>2</c:v>
                </c:pt>
                <c:pt idx="58">
                  <c:v>3</c:v>
                </c:pt>
                <c:pt idx="59">
                  <c:v>3</c:v>
                </c:pt>
                <c:pt idx="60">
                  <c:v>1</c:v>
                </c:pt>
                <c:pt idx="61">
                  <c:v>3</c:v>
                </c:pt>
                <c:pt idx="62">
                  <c:v>3</c:v>
                </c:pt>
                <c:pt idx="63">
                  <c:v>3</c:v>
                </c:pt>
                <c:pt idx="64">
                  <c:v>2</c:v>
                </c:pt>
                <c:pt idx="65">
                  <c:v>1</c:v>
                </c:pt>
                <c:pt idx="66">
                  <c:v>3</c:v>
                </c:pt>
                <c:pt idx="67">
                  <c:v>1</c:v>
                </c:pt>
                <c:pt idx="68">
                  <c:v>1</c:v>
                </c:pt>
                <c:pt idx="69">
                  <c:v>2</c:v>
                </c:pt>
                <c:pt idx="70">
                  <c:v>3</c:v>
                </c:pt>
                <c:pt idx="71">
                  <c:v>2</c:v>
                </c:pt>
                <c:pt idx="72">
                  <c:v>1</c:v>
                </c:pt>
                <c:pt idx="73">
                  <c:v>3</c:v>
                </c:pt>
                <c:pt idx="74">
                  <c:v>1</c:v>
                </c:pt>
                <c:pt idx="75">
                  <c:v>1</c:v>
                </c:pt>
                <c:pt idx="76">
                  <c:v>1</c:v>
                </c:pt>
                <c:pt idx="77">
                  <c:v>2</c:v>
                </c:pt>
                <c:pt idx="78">
                  <c:v>2</c:v>
                </c:pt>
                <c:pt idx="79">
                  <c:v>1</c:v>
                </c:pt>
                <c:pt idx="80">
                  <c:v>2</c:v>
                </c:pt>
                <c:pt idx="81">
                  <c:v>3</c:v>
                </c:pt>
                <c:pt idx="82">
                  <c:v>2</c:v>
                </c:pt>
                <c:pt idx="83">
                  <c:v>1</c:v>
                </c:pt>
                <c:pt idx="84">
                  <c:v>1</c:v>
                </c:pt>
                <c:pt idx="85">
                  <c:v>1</c:v>
                </c:pt>
                <c:pt idx="86">
                  <c:v>2</c:v>
                </c:pt>
                <c:pt idx="87">
                  <c:v>2</c:v>
                </c:pt>
                <c:pt idx="88">
                  <c:v>3</c:v>
                </c:pt>
                <c:pt idx="89">
                  <c:v>3</c:v>
                </c:pt>
                <c:pt idx="90">
                  <c:v>3</c:v>
                </c:pt>
                <c:pt idx="91">
                  <c:v>1</c:v>
                </c:pt>
                <c:pt idx="92">
                  <c:v>1</c:v>
                </c:pt>
                <c:pt idx="93">
                  <c:v>1</c:v>
                </c:pt>
                <c:pt idx="94">
                  <c:v>1</c:v>
                </c:pt>
                <c:pt idx="95">
                  <c:v>3</c:v>
                </c:pt>
                <c:pt idx="96">
                  <c:v>3</c:v>
                </c:pt>
                <c:pt idx="97">
                  <c:v>3</c:v>
                </c:pt>
                <c:pt idx="98">
                  <c:v>3</c:v>
                </c:pt>
                <c:pt idx="99">
                  <c:v>1</c:v>
                </c:pt>
                <c:pt idx="100">
                  <c:v>1</c:v>
                </c:pt>
                <c:pt idx="101">
                  <c:v>2</c:v>
                </c:pt>
                <c:pt idx="102">
                  <c:v>2</c:v>
                </c:pt>
                <c:pt idx="103">
                  <c:v>2</c:v>
                </c:pt>
                <c:pt idx="104">
                  <c:v>1</c:v>
                </c:pt>
                <c:pt idx="105">
                  <c:v>1</c:v>
                </c:pt>
                <c:pt idx="106">
                  <c:v>3</c:v>
                </c:pt>
                <c:pt idx="107">
                  <c:v>1</c:v>
                </c:pt>
                <c:pt idx="108">
                  <c:v>2</c:v>
                </c:pt>
                <c:pt idx="109">
                  <c:v>1</c:v>
                </c:pt>
                <c:pt idx="110">
                  <c:v>2</c:v>
                </c:pt>
                <c:pt idx="111">
                  <c:v>2</c:v>
                </c:pt>
                <c:pt idx="112">
                  <c:v>1</c:v>
                </c:pt>
                <c:pt idx="113">
                  <c:v>2</c:v>
                </c:pt>
                <c:pt idx="114">
                  <c:v>2</c:v>
                </c:pt>
                <c:pt idx="115">
                  <c:v>3</c:v>
                </c:pt>
                <c:pt idx="116">
                  <c:v>2</c:v>
                </c:pt>
                <c:pt idx="117">
                  <c:v>2</c:v>
                </c:pt>
                <c:pt idx="118">
                  <c:v>1</c:v>
                </c:pt>
                <c:pt idx="119">
                  <c:v>1</c:v>
                </c:pt>
                <c:pt idx="120">
                  <c:v>3</c:v>
                </c:pt>
                <c:pt idx="121">
                  <c:v>1</c:v>
                </c:pt>
                <c:pt idx="122">
                  <c:v>2</c:v>
                </c:pt>
                <c:pt idx="123">
                  <c:v>2</c:v>
                </c:pt>
                <c:pt idx="124">
                  <c:v>2</c:v>
                </c:pt>
                <c:pt idx="125">
                  <c:v>2</c:v>
                </c:pt>
                <c:pt idx="126">
                  <c:v>1</c:v>
                </c:pt>
                <c:pt idx="127">
                  <c:v>1</c:v>
                </c:pt>
                <c:pt idx="128">
                  <c:v>3</c:v>
                </c:pt>
                <c:pt idx="129">
                  <c:v>1</c:v>
                </c:pt>
                <c:pt idx="130">
                  <c:v>2</c:v>
                </c:pt>
                <c:pt idx="131">
                  <c:v>3</c:v>
                </c:pt>
                <c:pt idx="132">
                  <c:v>1</c:v>
                </c:pt>
                <c:pt idx="133">
                  <c:v>1</c:v>
                </c:pt>
                <c:pt idx="134">
                  <c:v>3</c:v>
                </c:pt>
                <c:pt idx="135">
                  <c:v>2</c:v>
                </c:pt>
                <c:pt idx="136">
                  <c:v>1</c:v>
                </c:pt>
                <c:pt idx="137">
                  <c:v>2</c:v>
                </c:pt>
                <c:pt idx="138">
                  <c:v>2</c:v>
                </c:pt>
                <c:pt idx="139">
                  <c:v>2</c:v>
                </c:pt>
                <c:pt idx="140">
                  <c:v>2</c:v>
                </c:pt>
                <c:pt idx="141">
                  <c:v>3</c:v>
                </c:pt>
                <c:pt idx="142">
                  <c:v>3</c:v>
                </c:pt>
                <c:pt idx="143">
                  <c:v>2</c:v>
                </c:pt>
                <c:pt idx="144">
                  <c:v>2</c:v>
                </c:pt>
                <c:pt idx="145">
                  <c:v>3</c:v>
                </c:pt>
                <c:pt idx="146">
                  <c:v>1</c:v>
                </c:pt>
                <c:pt idx="147">
                  <c:v>1</c:v>
                </c:pt>
                <c:pt idx="148">
                  <c:v>2</c:v>
                </c:pt>
                <c:pt idx="149">
                  <c:v>1</c:v>
                </c:pt>
                <c:pt idx="150">
                  <c:v>3</c:v>
                </c:pt>
                <c:pt idx="151">
                  <c:v>3</c:v>
                </c:pt>
                <c:pt idx="152">
                  <c:v>2</c:v>
                </c:pt>
                <c:pt idx="153">
                  <c:v>1</c:v>
                </c:pt>
                <c:pt idx="154">
                  <c:v>3</c:v>
                </c:pt>
                <c:pt idx="155">
                  <c:v>3</c:v>
                </c:pt>
                <c:pt idx="156">
                  <c:v>2</c:v>
                </c:pt>
                <c:pt idx="157">
                  <c:v>3</c:v>
                </c:pt>
                <c:pt idx="158">
                  <c:v>2</c:v>
                </c:pt>
                <c:pt idx="159">
                  <c:v>3</c:v>
                </c:pt>
                <c:pt idx="160">
                  <c:v>2</c:v>
                </c:pt>
                <c:pt idx="161">
                  <c:v>1</c:v>
                </c:pt>
                <c:pt idx="162">
                  <c:v>1</c:v>
                </c:pt>
                <c:pt idx="163">
                  <c:v>1</c:v>
                </c:pt>
                <c:pt idx="164">
                  <c:v>1</c:v>
                </c:pt>
                <c:pt idx="165">
                  <c:v>1</c:v>
                </c:pt>
                <c:pt idx="166">
                  <c:v>3</c:v>
                </c:pt>
                <c:pt idx="167">
                  <c:v>2</c:v>
                </c:pt>
                <c:pt idx="168">
                  <c:v>2</c:v>
                </c:pt>
                <c:pt idx="169">
                  <c:v>2</c:v>
                </c:pt>
                <c:pt idx="170">
                  <c:v>1</c:v>
                </c:pt>
                <c:pt idx="171">
                  <c:v>2</c:v>
                </c:pt>
                <c:pt idx="172">
                  <c:v>2</c:v>
                </c:pt>
                <c:pt idx="173">
                  <c:v>2</c:v>
                </c:pt>
                <c:pt idx="174">
                  <c:v>2</c:v>
                </c:pt>
                <c:pt idx="175">
                  <c:v>2</c:v>
                </c:pt>
                <c:pt idx="176">
                  <c:v>1</c:v>
                </c:pt>
                <c:pt idx="177">
                  <c:v>1</c:v>
                </c:pt>
                <c:pt idx="178">
                  <c:v>2</c:v>
                </c:pt>
                <c:pt idx="179">
                  <c:v>2</c:v>
                </c:pt>
                <c:pt idx="180">
                  <c:v>1</c:v>
                </c:pt>
                <c:pt idx="181">
                  <c:v>2</c:v>
                </c:pt>
                <c:pt idx="182">
                  <c:v>2</c:v>
                </c:pt>
                <c:pt idx="183">
                  <c:v>1</c:v>
                </c:pt>
                <c:pt idx="184">
                  <c:v>2</c:v>
                </c:pt>
                <c:pt idx="185">
                  <c:v>1</c:v>
                </c:pt>
                <c:pt idx="186">
                  <c:v>2</c:v>
                </c:pt>
                <c:pt idx="187">
                  <c:v>1</c:v>
                </c:pt>
                <c:pt idx="188">
                  <c:v>1</c:v>
                </c:pt>
                <c:pt idx="189">
                  <c:v>2</c:v>
                </c:pt>
                <c:pt idx="190">
                  <c:v>1</c:v>
                </c:pt>
                <c:pt idx="191">
                  <c:v>1</c:v>
                </c:pt>
                <c:pt idx="192">
                  <c:v>2</c:v>
                </c:pt>
                <c:pt idx="193">
                  <c:v>1</c:v>
                </c:pt>
                <c:pt idx="194">
                  <c:v>2</c:v>
                </c:pt>
                <c:pt idx="195">
                  <c:v>2</c:v>
                </c:pt>
                <c:pt idx="196">
                  <c:v>1</c:v>
                </c:pt>
                <c:pt idx="197">
                  <c:v>1</c:v>
                </c:pt>
                <c:pt idx="198">
                  <c:v>2</c:v>
                </c:pt>
                <c:pt idx="199">
                  <c:v>1</c:v>
                </c:pt>
                <c:pt idx="200">
                  <c:v>2</c:v>
                </c:pt>
                <c:pt idx="201">
                  <c:v>1</c:v>
                </c:pt>
                <c:pt idx="202">
                  <c:v>2</c:v>
                </c:pt>
                <c:pt idx="203">
                  <c:v>2</c:v>
                </c:pt>
                <c:pt idx="204">
                  <c:v>2</c:v>
                </c:pt>
                <c:pt idx="205">
                  <c:v>2</c:v>
                </c:pt>
                <c:pt idx="206">
                  <c:v>2</c:v>
                </c:pt>
                <c:pt idx="207">
                  <c:v>2</c:v>
                </c:pt>
                <c:pt idx="208">
                  <c:v>2</c:v>
                </c:pt>
                <c:pt idx="209">
                  <c:v>1</c:v>
                </c:pt>
                <c:pt idx="210">
                  <c:v>1</c:v>
                </c:pt>
                <c:pt idx="211">
                  <c:v>1</c:v>
                </c:pt>
                <c:pt idx="212">
                  <c:v>1</c:v>
                </c:pt>
                <c:pt idx="213">
                  <c:v>2</c:v>
                </c:pt>
                <c:pt idx="214">
                  <c:v>1</c:v>
                </c:pt>
                <c:pt idx="215">
                  <c:v>2</c:v>
                </c:pt>
                <c:pt idx="216">
                  <c:v>2</c:v>
                </c:pt>
                <c:pt idx="217">
                  <c:v>1</c:v>
                </c:pt>
                <c:pt idx="218">
                  <c:v>2</c:v>
                </c:pt>
                <c:pt idx="219">
                  <c:v>1</c:v>
                </c:pt>
                <c:pt idx="220">
                  <c:v>1</c:v>
                </c:pt>
                <c:pt idx="221">
                  <c:v>1</c:v>
                </c:pt>
                <c:pt idx="222">
                  <c:v>2</c:v>
                </c:pt>
                <c:pt idx="223">
                  <c:v>2</c:v>
                </c:pt>
                <c:pt idx="224">
                  <c:v>1</c:v>
                </c:pt>
                <c:pt idx="225">
                  <c:v>2</c:v>
                </c:pt>
                <c:pt idx="226">
                  <c:v>2</c:v>
                </c:pt>
                <c:pt idx="227">
                  <c:v>1</c:v>
                </c:pt>
                <c:pt idx="228">
                  <c:v>1</c:v>
                </c:pt>
                <c:pt idx="229">
                  <c:v>2</c:v>
                </c:pt>
                <c:pt idx="230">
                  <c:v>2</c:v>
                </c:pt>
                <c:pt idx="231">
                  <c:v>2</c:v>
                </c:pt>
                <c:pt idx="232">
                  <c:v>1</c:v>
                </c:pt>
                <c:pt idx="233">
                  <c:v>1</c:v>
                </c:pt>
                <c:pt idx="234">
                  <c:v>2</c:v>
                </c:pt>
                <c:pt idx="235">
                  <c:v>1</c:v>
                </c:pt>
                <c:pt idx="236">
                  <c:v>2</c:v>
                </c:pt>
                <c:pt idx="237">
                  <c:v>2</c:v>
                </c:pt>
                <c:pt idx="238">
                  <c:v>1</c:v>
                </c:pt>
                <c:pt idx="239">
                  <c:v>1</c:v>
                </c:pt>
                <c:pt idx="240">
                  <c:v>2</c:v>
                </c:pt>
                <c:pt idx="241">
                  <c:v>2</c:v>
                </c:pt>
                <c:pt idx="242">
                  <c:v>1</c:v>
                </c:pt>
                <c:pt idx="243">
                  <c:v>1</c:v>
                </c:pt>
                <c:pt idx="244">
                  <c:v>1</c:v>
                </c:pt>
                <c:pt idx="245">
                  <c:v>2</c:v>
                </c:pt>
                <c:pt idx="246">
                  <c:v>1</c:v>
                </c:pt>
                <c:pt idx="247">
                  <c:v>2</c:v>
                </c:pt>
                <c:pt idx="248">
                  <c:v>1</c:v>
                </c:pt>
                <c:pt idx="249">
                  <c:v>2</c:v>
                </c:pt>
                <c:pt idx="250">
                  <c:v>1</c:v>
                </c:pt>
                <c:pt idx="251">
                  <c:v>2</c:v>
                </c:pt>
                <c:pt idx="252">
                  <c:v>2</c:v>
                </c:pt>
                <c:pt idx="253">
                  <c:v>1</c:v>
                </c:pt>
                <c:pt idx="254">
                  <c:v>2</c:v>
                </c:pt>
                <c:pt idx="255">
                  <c:v>1</c:v>
                </c:pt>
                <c:pt idx="256">
                  <c:v>1</c:v>
                </c:pt>
                <c:pt idx="257">
                  <c:v>1</c:v>
                </c:pt>
                <c:pt idx="258">
                  <c:v>2</c:v>
                </c:pt>
                <c:pt idx="259">
                  <c:v>1</c:v>
                </c:pt>
                <c:pt idx="260">
                  <c:v>2</c:v>
                </c:pt>
                <c:pt idx="261">
                  <c:v>1</c:v>
                </c:pt>
                <c:pt idx="262">
                  <c:v>2</c:v>
                </c:pt>
                <c:pt idx="263">
                  <c:v>1</c:v>
                </c:pt>
                <c:pt idx="264">
                  <c:v>1</c:v>
                </c:pt>
                <c:pt idx="265">
                  <c:v>1</c:v>
                </c:pt>
                <c:pt idx="266">
                  <c:v>2</c:v>
                </c:pt>
                <c:pt idx="267">
                  <c:v>1</c:v>
                </c:pt>
                <c:pt idx="268">
                  <c:v>2</c:v>
                </c:pt>
                <c:pt idx="269">
                  <c:v>2</c:v>
                </c:pt>
                <c:pt idx="270">
                  <c:v>2</c:v>
                </c:pt>
                <c:pt idx="271">
                  <c:v>1</c:v>
                </c:pt>
                <c:pt idx="272">
                  <c:v>1</c:v>
                </c:pt>
                <c:pt idx="273">
                  <c:v>1</c:v>
                </c:pt>
                <c:pt idx="274">
                  <c:v>2</c:v>
                </c:pt>
                <c:pt idx="275">
                  <c:v>1</c:v>
                </c:pt>
                <c:pt idx="276">
                  <c:v>2</c:v>
                </c:pt>
                <c:pt idx="277">
                  <c:v>2</c:v>
                </c:pt>
                <c:pt idx="278">
                  <c:v>1</c:v>
                </c:pt>
                <c:pt idx="279">
                  <c:v>2</c:v>
                </c:pt>
                <c:pt idx="280">
                  <c:v>1</c:v>
                </c:pt>
                <c:pt idx="281">
                  <c:v>1</c:v>
                </c:pt>
                <c:pt idx="282">
                  <c:v>2</c:v>
                </c:pt>
                <c:pt idx="283">
                  <c:v>1</c:v>
                </c:pt>
                <c:pt idx="284">
                  <c:v>1</c:v>
                </c:pt>
                <c:pt idx="285">
                  <c:v>1</c:v>
                </c:pt>
                <c:pt idx="286">
                  <c:v>1</c:v>
                </c:pt>
                <c:pt idx="287">
                  <c:v>2</c:v>
                </c:pt>
                <c:pt idx="288">
                  <c:v>1</c:v>
                </c:pt>
                <c:pt idx="289">
                  <c:v>1</c:v>
                </c:pt>
                <c:pt idx="290">
                  <c:v>1</c:v>
                </c:pt>
                <c:pt idx="291">
                  <c:v>2</c:v>
                </c:pt>
                <c:pt idx="292">
                  <c:v>2</c:v>
                </c:pt>
                <c:pt idx="293">
                  <c:v>2</c:v>
                </c:pt>
                <c:pt idx="294">
                  <c:v>2</c:v>
                </c:pt>
                <c:pt idx="295">
                  <c:v>1</c:v>
                </c:pt>
                <c:pt idx="296">
                  <c:v>2</c:v>
                </c:pt>
                <c:pt idx="297">
                  <c:v>2</c:v>
                </c:pt>
                <c:pt idx="298">
                  <c:v>2</c:v>
                </c:pt>
                <c:pt idx="299">
                  <c:v>1</c:v>
                </c:pt>
                <c:pt idx="300">
                  <c:v>1</c:v>
                </c:pt>
                <c:pt idx="301">
                  <c:v>2</c:v>
                </c:pt>
                <c:pt idx="302">
                  <c:v>1</c:v>
                </c:pt>
                <c:pt idx="303">
                  <c:v>2</c:v>
                </c:pt>
                <c:pt idx="304">
                  <c:v>1</c:v>
                </c:pt>
                <c:pt idx="305">
                  <c:v>2</c:v>
                </c:pt>
                <c:pt idx="306">
                  <c:v>2</c:v>
                </c:pt>
                <c:pt idx="307">
                  <c:v>2</c:v>
                </c:pt>
                <c:pt idx="308">
                  <c:v>2</c:v>
                </c:pt>
                <c:pt idx="309">
                  <c:v>2</c:v>
                </c:pt>
                <c:pt idx="310">
                  <c:v>2</c:v>
                </c:pt>
                <c:pt idx="311">
                  <c:v>1</c:v>
                </c:pt>
                <c:pt idx="312">
                  <c:v>1</c:v>
                </c:pt>
                <c:pt idx="313">
                  <c:v>1</c:v>
                </c:pt>
                <c:pt idx="314">
                  <c:v>2</c:v>
                </c:pt>
                <c:pt idx="315">
                  <c:v>2</c:v>
                </c:pt>
                <c:pt idx="316">
                  <c:v>1</c:v>
                </c:pt>
                <c:pt idx="317">
                  <c:v>1</c:v>
                </c:pt>
                <c:pt idx="318">
                  <c:v>2</c:v>
                </c:pt>
                <c:pt idx="319">
                  <c:v>2</c:v>
                </c:pt>
                <c:pt idx="320">
                  <c:v>2</c:v>
                </c:pt>
                <c:pt idx="321">
                  <c:v>2</c:v>
                </c:pt>
                <c:pt idx="322">
                  <c:v>2</c:v>
                </c:pt>
                <c:pt idx="323">
                  <c:v>1</c:v>
                </c:pt>
                <c:pt idx="324">
                  <c:v>1</c:v>
                </c:pt>
                <c:pt idx="325">
                  <c:v>1</c:v>
                </c:pt>
                <c:pt idx="326">
                  <c:v>2</c:v>
                </c:pt>
                <c:pt idx="327">
                  <c:v>2</c:v>
                </c:pt>
                <c:pt idx="328">
                  <c:v>2</c:v>
                </c:pt>
                <c:pt idx="329">
                  <c:v>1</c:v>
                </c:pt>
                <c:pt idx="330">
                  <c:v>2</c:v>
                </c:pt>
                <c:pt idx="331">
                  <c:v>2</c:v>
                </c:pt>
                <c:pt idx="332">
                  <c:v>1</c:v>
                </c:pt>
                <c:pt idx="333">
                  <c:v>1</c:v>
                </c:pt>
                <c:pt idx="334">
                  <c:v>2</c:v>
                </c:pt>
                <c:pt idx="335">
                  <c:v>1</c:v>
                </c:pt>
                <c:pt idx="336">
                  <c:v>2</c:v>
                </c:pt>
                <c:pt idx="337">
                  <c:v>3</c:v>
                </c:pt>
                <c:pt idx="338">
                  <c:v>2</c:v>
                </c:pt>
                <c:pt idx="339">
                  <c:v>2</c:v>
                </c:pt>
                <c:pt idx="340">
                  <c:v>1</c:v>
                </c:pt>
                <c:pt idx="341">
                  <c:v>1</c:v>
                </c:pt>
                <c:pt idx="342">
                  <c:v>2</c:v>
                </c:pt>
                <c:pt idx="343">
                  <c:v>1</c:v>
                </c:pt>
                <c:pt idx="344">
                  <c:v>1</c:v>
                </c:pt>
                <c:pt idx="345">
                  <c:v>1</c:v>
                </c:pt>
                <c:pt idx="346">
                  <c:v>2</c:v>
                </c:pt>
                <c:pt idx="347">
                  <c:v>2</c:v>
                </c:pt>
                <c:pt idx="348">
                  <c:v>1</c:v>
                </c:pt>
                <c:pt idx="349">
                  <c:v>2</c:v>
                </c:pt>
                <c:pt idx="350">
                  <c:v>2</c:v>
                </c:pt>
                <c:pt idx="351">
                  <c:v>1</c:v>
                </c:pt>
                <c:pt idx="352">
                  <c:v>1</c:v>
                </c:pt>
                <c:pt idx="353">
                  <c:v>1</c:v>
                </c:pt>
                <c:pt idx="354">
                  <c:v>2</c:v>
                </c:pt>
                <c:pt idx="355">
                  <c:v>1</c:v>
                </c:pt>
                <c:pt idx="356">
                  <c:v>1</c:v>
                </c:pt>
                <c:pt idx="357">
                  <c:v>2</c:v>
                </c:pt>
                <c:pt idx="358">
                  <c:v>2</c:v>
                </c:pt>
                <c:pt idx="359">
                  <c:v>2</c:v>
                </c:pt>
                <c:pt idx="360">
                  <c:v>2</c:v>
                </c:pt>
                <c:pt idx="361">
                  <c:v>1</c:v>
                </c:pt>
                <c:pt idx="362">
                  <c:v>1</c:v>
                </c:pt>
                <c:pt idx="363">
                  <c:v>1</c:v>
                </c:pt>
                <c:pt idx="364">
                  <c:v>2</c:v>
                </c:pt>
                <c:pt idx="365">
                  <c:v>2</c:v>
                </c:pt>
                <c:pt idx="366">
                  <c:v>1</c:v>
                </c:pt>
                <c:pt idx="367">
                  <c:v>2</c:v>
                </c:pt>
                <c:pt idx="368">
                  <c:v>1</c:v>
                </c:pt>
                <c:pt idx="369">
                  <c:v>1</c:v>
                </c:pt>
                <c:pt idx="370">
                  <c:v>3</c:v>
                </c:pt>
                <c:pt idx="371">
                  <c:v>1</c:v>
                </c:pt>
                <c:pt idx="372">
                  <c:v>2</c:v>
                </c:pt>
                <c:pt idx="373">
                  <c:v>1</c:v>
                </c:pt>
                <c:pt idx="374">
                  <c:v>2</c:v>
                </c:pt>
                <c:pt idx="375">
                  <c:v>1</c:v>
                </c:pt>
                <c:pt idx="376">
                  <c:v>1</c:v>
                </c:pt>
                <c:pt idx="377">
                  <c:v>1</c:v>
                </c:pt>
                <c:pt idx="378">
                  <c:v>2</c:v>
                </c:pt>
                <c:pt idx="379">
                  <c:v>1</c:v>
                </c:pt>
                <c:pt idx="380">
                  <c:v>1</c:v>
                </c:pt>
                <c:pt idx="381">
                  <c:v>2</c:v>
                </c:pt>
                <c:pt idx="382">
                  <c:v>1</c:v>
                </c:pt>
                <c:pt idx="383">
                  <c:v>2</c:v>
                </c:pt>
                <c:pt idx="384">
                  <c:v>2</c:v>
                </c:pt>
                <c:pt idx="385">
                  <c:v>2</c:v>
                </c:pt>
                <c:pt idx="386">
                  <c:v>1</c:v>
                </c:pt>
                <c:pt idx="387">
                  <c:v>1</c:v>
                </c:pt>
                <c:pt idx="388">
                  <c:v>2</c:v>
                </c:pt>
                <c:pt idx="389">
                  <c:v>2</c:v>
                </c:pt>
                <c:pt idx="390">
                  <c:v>2</c:v>
                </c:pt>
                <c:pt idx="391">
                  <c:v>1</c:v>
                </c:pt>
                <c:pt idx="392">
                  <c:v>1</c:v>
                </c:pt>
                <c:pt idx="393">
                  <c:v>1</c:v>
                </c:pt>
                <c:pt idx="394">
                  <c:v>1</c:v>
                </c:pt>
                <c:pt idx="395">
                  <c:v>2</c:v>
                </c:pt>
                <c:pt idx="396">
                  <c:v>2</c:v>
                </c:pt>
                <c:pt idx="397">
                  <c:v>2</c:v>
                </c:pt>
                <c:pt idx="398">
                  <c:v>1</c:v>
                </c:pt>
                <c:pt idx="399">
                  <c:v>1</c:v>
                </c:pt>
                <c:pt idx="400">
                  <c:v>3</c:v>
                </c:pt>
                <c:pt idx="401">
                  <c:v>2</c:v>
                </c:pt>
                <c:pt idx="402">
                  <c:v>3</c:v>
                </c:pt>
                <c:pt idx="403">
                  <c:v>2</c:v>
                </c:pt>
                <c:pt idx="404">
                  <c:v>2</c:v>
                </c:pt>
                <c:pt idx="405">
                  <c:v>1</c:v>
                </c:pt>
                <c:pt idx="406">
                  <c:v>2</c:v>
                </c:pt>
                <c:pt idx="407">
                  <c:v>3</c:v>
                </c:pt>
                <c:pt idx="408">
                  <c:v>3</c:v>
                </c:pt>
                <c:pt idx="409">
                  <c:v>3</c:v>
                </c:pt>
                <c:pt idx="410">
                  <c:v>3</c:v>
                </c:pt>
                <c:pt idx="411">
                  <c:v>2</c:v>
                </c:pt>
                <c:pt idx="412">
                  <c:v>2</c:v>
                </c:pt>
                <c:pt idx="413">
                  <c:v>2</c:v>
                </c:pt>
                <c:pt idx="414">
                  <c:v>3</c:v>
                </c:pt>
                <c:pt idx="415">
                  <c:v>2</c:v>
                </c:pt>
                <c:pt idx="416">
                  <c:v>3</c:v>
                </c:pt>
                <c:pt idx="417">
                  <c:v>3</c:v>
                </c:pt>
                <c:pt idx="418">
                  <c:v>3</c:v>
                </c:pt>
                <c:pt idx="419">
                  <c:v>1</c:v>
                </c:pt>
                <c:pt idx="420">
                  <c:v>2</c:v>
                </c:pt>
                <c:pt idx="421">
                  <c:v>3</c:v>
                </c:pt>
                <c:pt idx="422">
                  <c:v>3</c:v>
                </c:pt>
                <c:pt idx="423">
                  <c:v>3</c:v>
                </c:pt>
                <c:pt idx="424">
                  <c:v>3</c:v>
                </c:pt>
                <c:pt idx="425">
                  <c:v>3</c:v>
                </c:pt>
                <c:pt idx="426">
                  <c:v>3</c:v>
                </c:pt>
                <c:pt idx="427">
                  <c:v>1</c:v>
                </c:pt>
                <c:pt idx="428">
                  <c:v>1</c:v>
                </c:pt>
                <c:pt idx="429">
                  <c:v>3</c:v>
                </c:pt>
                <c:pt idx="430">
                  <c:v>1</c:v>
                </c:pt>
                <c:pt idx="431">
                  <c:v>3</c:v>
                </c:pt>
                <c:pt idx="432">
                  <c:v>3</c:v>
                </c:pt>
                <c:pt idx="433">
                  <c:v>2</c:v>
                </c:pt>
                <c:pt idx="434">
                  <c:v>3</c:v>
                </c:pt>
                <c:pt idx="435">
                  <c:v>3</c:v>
                </c:pt>
                <c:pt idx="436">
                  <c:v>1</c:v>
                </c:pt>
                <c:pt idx="437">
                  <c:v>2</c:v>
                </c:pt>
                <c:pt idx="438">
                  <c:v>2</c:v>
                </c:pt>
                <c:pt idx="439">
                  <c:v>2</c:v>
                </c:pt>
                <c:pt idx="440">
                  <c:v>1</c:v>
                </c:pt>
                <c:pt idx="441">
                  <c:v>3</c:v>
                </c:pt>
                <c:pt idx="442">
                  <c:v>1</c:v>
                </c:pt>
                <c:pt idx="443">
                  <c:v>2</c:v>
                </c:pt>
                <c:pt idx="444">
                  <c:v>3</c:v>
                </c:pt>
                <c:pt idx="445">
                  <c:v>1</c:v>
                </c:pt>
                <c:pt idx="446">
                  <c:v>3</c:v>
                </c:pt>
                <c:pt idx="447">
                  <c:v>1</c:v>
                </c:pt>
                <c:pt idx="448">
                  <c:v>1</c:v>
                </c:pt>
                <c:pt idx="449">
                  <c:v>2</c:v>
                </c:pt>
                <c:pt idx="450">
                  <c:v>1</c:v>
                </c:pt>
                <c:pt idx="451">
                  <c:v>2</c:v>
                </c:pt>
                <c:pt idx="452">
                  <c:v>2</c:v>
                </c:pt>
                <c:pt idx="453">
                  <c:v>1</c:v>
                </c:pt>
                <c:pt idx="454">
                  <c:v>1</c:v>
                </c:pt>
                <c:pt idx="455">
                  <c:v>3</c:v>
                </c:pt>
                <c:pt idx="456">
                  <c:v>3</c:v>
                </c:pt>
                <c:pt idx="457">
                  <c:v>2</c:v>
                </c:pt>
                <c:pt idx="458">
                  <c:v>2</c:v>
                </c:pt>
                <c:pt idx="459">
                  <c:v>2</c:v>
                </c:pt>
                <c:pt idx="460">
                  <c:v>2</c:v>
                </c:pt>
                <c:pt idx="461">
                  <c:v>2</c:v>
                </c:pt>
                <c:pt idx="462">
                  <c:v>2</c:v>
                </c:pt>
                <c:pt idx="463">
                  <c:v>3</c:v>
                </c:pt>
                <c:pt idx="464">
                  <c:v>2</c:v>
                </c:pt>
                <c:pt idx="465">
                  <c:v>1</c:v>
                </c:pt>
                <c:pt idx="466">
                  <c:v>2</c:v>
                </c:pt>
                <c:pt idx="467">
                  <c:v>2</c:v>
                </c:pt>
                <c:pt idx="468">
                  <c:v>2</c:v>
                </c:pt>
                <c:pt idx="469">
                  <c:v>1</c:v>
                </c:pt>
                <c:pt idx="470">
                  <c:v>1</c:v>
                </c:pt>
                <c:pt idx="471">
                  <c:v>3</c:v>
                </c:pt>
                <c:pt idx="472">
                  <c:v>2</c:v>
                </c:pt>
                <c:pt idx="473">
                  <c:v>3</c:v>
                </c:pt>
                <c:pt idx="474">
                  <c:v>3</c:v>
                </c:pt>
                <c:pt idx="475">
                  <c:v>2</c:v>
                </c:pt>
                <c:pt idx="476">
                  <c:v>1</c:v>
                </c:pt>
                <c:pt idx="477">
                  <c:v>3</c:v>
                </c:pt>
                <c:pt idx="478">
                  <c:v>2</c:v>
                </c:pt>
                <c:pt idx="479">
                  <c:v>3</c:v>
                </c:pt>
                <c:pt idx="480">
                  <c:v>3</c:v>
                </c:pt>
                <c:pt idx="481">
                  <c:v>1</c:v>
                </c:pt>
                <c:pt idx="482">
                  <c:v>1</c:v>
                </c:pt>
                <c:pt idx="483">
                  <c:v>2</c:v>
                </c:pt>
                <c:pt idx="484">
                  <c:v>2</c:v>
                </c:pt>
                <c:pt idx="485">
                  <c:v>2</c:v>
                </c:pt>
                <c:pt idx="486">
                  <c:v>2</c:v>
                </c:pt>
                <c:pt idx="487">
                  <c:v>1</c:v>
                </c:pt>
                <c:pt idx="488">
                  <c:v>2</c:v>
                </c:pt>
                <c:pt idx="489">
                  <c:v>2</c:v>
                </c:pt>
                <c:pt idx="490">
                  <c:v>3</c:v>
                </c:pt>
                <c:pt idx="491">
                  <c:v>2</c:v>
                </c:pt>
                <c:pt idx="492">
                  <c:v>3</c:v>
                </c:pt>
                <c:pt idx="493">
                  <c:v>2</c:v>
                </c:pt>
                <c:pt idx="494">
                  <c:v>3</c:v>
                </c:pt>
                <c:pt idx="495">
                  <c:v>3</c:v>
                </c:pt>
                <c:pt idx="496">
                  <c:v>1</c:v>
                </c:pt>
                <c:pt idx="497">
                  <c:v>3</c:v>
                </c:pt>
                <c:pt idx="498">
                  <c:v>3</c:v>
                </c:pt>
                <c:pt idx="499">
                  <c:v>3</c:v>
                </c:pt>
                <c:pt idx="500">
                  <c:v>3</c:v>
                </c:pt>
                <c:pt idx="501">
                  <c:v>2</c:v>
                </c:pt>
                <c:pt idx="502">
                  <c:v>3</c:v>
                </c:pt>
                <c:pt idx="503">
                  <c:v>3</c:v>
                </c:pt>
                <c:pt idx="504">
                  <c:v>2</c:v>
                </c:pt>
                <c:pt idx="505">
                  <c:v>3</c:v>
                </c:pt>
                <c:pt idx="506">
                  <c:v>1</c:v>
                </c:pt>
                <c:pt idx="507">
                  <c:v>3</c:v>
                </c:pt>
                <c:pt idx="508">
                  <c:v>1</c:v>
                </c:pt>
                <c:pt idx="509">
                  <c:v>3</c:v>
                </c:pt>
                <c:pt idx="510">
                  <c:v>2</c:v>
                </c:pt>
                <c:pt idx="511">
                  <c:v>1</c:v>
                </c:pt>
                <c:pt idx="512">
                  <c:v>2</c:v>
                </c:pt>
                <c:pt idx="513">
                  <c:v>3</c:v>
                </c:pt>
                <c:pt idx="514">
                  <c:v>2</c:v>
                </c:pt>
                <c:pt idx="515">
                  <c:v>1</c:v>
                </c:pt>
                <c:pt idx="516">
                  <c:v>3</c:v>
                </c:pt>
                <c:pt idx="517">
                  <c:v>3</c:v>
                </c:pt>
                <c:pt idx="518">
                  <c:v>3</c:v>
                </c:pt>
                <c:pt idx="519">
                  <c:v>1</c:v>
                </c:pt>
                <c:pt idx="520">
                  <c:v>2</c:v>
                </c:pt>
                <c:pt idx="521">
                  <c:v>3</c:v>
                </c:pt>
                <c:pt idx="522">
                  <c:v>3</c:v>
                </c:pt>
                <c:pt idx="523">
                  <c:v>1</c:v>
                </c:pt>
                <c:pt idx="524">
                  <c:v>2</c:v>
                </c:pt>
                <c:pt idx="525">
                  <c:v>1</c:v>
                </c:pt>
                <c:pt idx="526">
                  <c:v>3</c:v>
                </c:pt>
                <c:pt idx="527">
                  <c:v>2</c:v>
                </c:pt>
                <c:pt idx="528">
                  <c:v>2</c:v>
                </c:pt>
                <c:pt idx="529">
                  <c:v>2</c:v>
                </c:pt>
                <c:pt idx="530">
                  <c:v>3</c:v>
                </c:pt>
                <c:pt idx="531">
                  <c:v>3</c:v>
                </c:pt>
                <c:pt idx="532">
                  <c:v>1</c:v>
                </c:pt>
                <c:pt idx="533">
                  <c:v>2</c:v>
                </c:pt>
                <c:pt idx="534">
                  <c:v>1</c:v>
                </c:pt>
                <c:pt idx="535">
                  <c:v>3</c:v>
                </c:pt>
                <c:pt idx="536">
                  <c:v>3</c:v>
                </c:pt>
                <c:pt idx="537">
                  <c:v>3</c:v>
                </c:pt>
                <c:pt idx="538">
                  <c:v>2</c:v>
                </c:pt>
                <c:pt idx="539">
                  <c:v>2</c:v>
                </c:pt>
                <c:pt idx="540">
                  <c:v>3</c:v>
                </c:pt>
                <c:pt idx="541">
                  <c:v>2</c:v>
                </c:pt>
                <c:pt idx="542">
                  <c:v>3</c:v>
                </c:pt>
                <c:pt idx="543">
                  <c:v>2</c:v>
                </c:pt>
                <c:pt idx="544">
                  <c:v>3</c:v>
                </c:pt>
                <c:pt idx="545">
                  <c:v>1</c:v>
                </c:pt>
                <c:pt idx="546">
                  <c:v>3</c:v>
                </c:pt>
                <c:pt idx="547">
                  <c:v>3</c:v>
                </c:pt>
                <c:pt idx="548">
                  <c:v>2</c:v>
                </c:pt>
                <c:pt idx="549">
                  <c:v>1</c:v>
                </c:pt>
                <c:pt idx="550">
                  <c:v>1</c:v>
                </c:pt>
                <c:pt idx="551">
                  <c:v>3</c:v>
                </c:pt>
                <c:pt idx="552">
                  <c:v>1</c:v>
                </c:pt>
                <c:pt idx="553">
                  <c:v>3</c:v>
                </c:pt>
                <c:pt idx="554">
                  <c:v>2</c:v>
                </c:pt>
                <c:pt idx="555">
                  <c:v>3</c:v>
                </c:pt>
                <c:pt idx="556">
                  <c:v>1</c:v>
                </c:pt>
                <c:pt idx="557">
                  <c:v>2</c:v>
                </c:pt>
                <c:pt idx="558">
                  <c:v>3</c:v>
                </c:pt>
                <c:pt idx="559">
                  <c:v>2</c:v>
                </c:pt>
                <c:pt idx="560">
                  <c:v>3</c:v>
                </c:pt>
                <c:pt idx="561">
                  <c:v>2</c:v>
                </c:pt>
                <c:pt idx="562">
                  <c:v>2</c:v>
                </c:pt>
                <c:pt idx="563">
                  <c:v>2</c:v>
                </c:pt>
                <c:pt idx="564">
                  <c:v>2</c:v>
                </c:pt>
                <c:pt idx="565">
                  <c:v>2</c:v>
                </c:pt>
                <c:pt idx="566">
                  <c:v>3</c:v>
                </c:pt>
                <c:pt idx="567">
                  <c:v>2</c:v>
                </c:pt>
                <c:pt idx="568">
                  <c:v>3</c:v>
                </c:pt>
                <c:pt idx="569">
                  <c:v>3</c:v>
                </c:pt>
                <c:pt idx="570">
                  <c:v>1</c:v>
                </c:pt>
                <c:pt idx="571">
                  <c:v>3</c:v>
                </c:pt>
                <c:pt idx="572">
                  <c:v>3</c:v>
                </c:pt>
                <c:pt idx="573">
                  <c:v>3</c:v>
                </c:pt>
                <c:pt idx="574">
                  <c:v>2</c:v>
                </c:pt>
                <c:pt idx="575">
                  <c:v>1</c:v>
                </c:pt>
                <c:pt idx="576">
                  <c:v>2</c:v>
                </c:pt>
                <c:pt idx="577">
                  <c:v>1</c:v>
                </c:pt>
                <c:pt idx="578">
                  <c:v>3</c:v>
                </c:pt>
                <c:pt idx="579">
                  <c:v>1</c:v>
                </c:pt>
                <c:pt idx="580">
                  <c:v>1</c:v>
                </c:pt>
                <c:pt idx="581">
                  <c:v>3</c:v>
                </c:pt>
                <c:pt idx="582">
                  <c:v>2</c:v>
                </c:pt>
                <c:pt idx="583">
                  <c:v>2</c:v>
                </c:pt>
                <c:pt idx="584">
                  <c:v>1</c:v>
                </c:pt>
                <c:pt idx="585">
                  <c:v>1</c:v>
                </c:pt>
                <c:pt idx="586">
                  <c:v>1</c:v>
                </c:pt>
                <c:pt idx="587">
                  <c:v>1</c:v>
                </c:pt>
                <c:pt idx="588">
                  <c:v>3</c:v>
                </c:pt>
                <c:pt idx="589">
                  <c:v>1</c:v>
                </c:pt>
                <c:pt idx="590">
                  <c:v>2</c:v>
                </c:pt>
                <c:pt idx="591">
                  <c:v>3</c:v>
                </c:pt>
                <c:pt idx="592">
                  <c:v>1</c:v>
                </c:pt>
                <c:pt idx="593">
                  <c:v>2</c:v>
                </c:pt>
                <c:pt idx="594">
                  <c:v>2</c:v>
                </c:pt>
                <c:pt idx="595">
                  <c:v>2</c:v>
                </c:pt>
                <c:pt idx="596">
                  <c:v>2</c:v>
                </c:pt>
                <c:pt idx="597">
                  <c:v>2</c:v>
                </c:pt>
                <c:pt idx="598">
                  <c:v>2</c:v>
                </c:pt>
                <c:pt idx="599">
                  <c:v>3</c:v>
                </c:pt>
                <c:pt idx="600">
                  <c:v>1</c:v>
                </c:pt>
                <c:pt idx="601">
                  <c:v>3</c:v>
                </c:pt>
                <c:pt idx="602">
                  <c:v>1</c:v>
                </c:pt>
                <c:pt idx="603">
                  <c:v>2</c:v>
                </c:pt>
                <c:pt idx="604">
                  <c:v>1</c:v>
                </c:pt>
                <c:pt idx="605">
                  <c:v>1</c:v>
                </c:pt>
                <c:pt idx="606">
                  <c:v>2</c:v>
                </c:pt>
                <c:pt idx="607">
                  <c:v>1</c:v>
                </c:pt>
                <c:pt idx="608">
                  <c:v>3</c:v>
                </c:pt>
                <c:pt idx="609">
                  <c:v>3</c:v>
                </c:pt>
                <c:pt idx="610">
                  <c:v>2</c:v>
                </c:pt>
                <c:pt idx="611">
                  <c:v>1</c:v>
                </c:pt>
                <c:pt idx="612">
                  <c:v>1</c:v>
                </c:pt>
                <c:pt idx="613">
                  <c:v>2</c:v>
                </c:pt>
                <c:pt idx="614">
                  <c:v>2</c:v>
                </c:pt>
                <c:pt idx="615">
                  <c:v>1</c:v>
                </c:pt>
                <c:pt idx="616">
                  <c:v>2</c:v>
                </c:pt>
                <c:pt idx="617">
                  <c:v>3</c:v>
                </c:pt>
                <c:pt idx="618">
                  <c:v>2</c:v>
                </c:pt>
                <c:pt idx="619">
                  <c:v>2</c:v>
                </c:pt>
                <c:pt idx="620">
                  <c:v>1</c:v>
                </c:pt>
                <c:pt idx="621">
                  <c:v>2</c:v>
                </c:pt>
                <c:pt idx="622">
                  <c:v>2</c:v>
                </c:pt>
                <c:pt idx="623">
                  <c:v>2</c:v>
                </c:pt>
                <c:pt idx="624">
                  <c:v>1</c:v>
                </c:pt>
                <c:pt idx="625">
                  <c:v>2</c:v>
                </c:pt>
                <c:pt idx="626">
                  <c:v>1</c:v>
                </c:pt>
                <c:pt idx="627">
                  <c:v>3</c:v>
                </c:pt>
                <c:pt idx="628">
                  <c:v>1</c:v>
                </c:pt>
                <c:pt idx="629">
                  <c:v>3</c:v>
                </c:pt>
                <c:pt idx="630">
                  <c:v>1</c:v>
                </c:pt>
                <c:pt idx="631">
                  <c:v>2</c:v>
                </c:pt>
                <c:pt idx="632">
                  <c:v>2</c:v>
                </c:pt>
                <c:pt idx="633">
                  <c:v>2</c:v>
                </c:pt>
                <c:pt idx="634">
                  <c:v>3</c:v>
                </c:pt>
                <c:pt idx="635">
                  <c:v>2</c:v>
                </c:pt>
                <c:pt idx="636">
                  <c:v>3</c:v>
                </c:pt>
                <c:pt idx="637">
                  <c:v>1</c:v>
                </c:pt>
                <c:pt idx="638">
                  <c:v>1</c:v>
                </c:pt>
                <c:pt idx="639">
                  <c:v>2</c:v>
                </c:pt>
                <c:pt idx="640">
                  <c:v>1</c:v>
                </c:pt>
                <c:pt idx="641">
                  <c:v>1</c:v>
                </c:pt>
                <c:pt idx="642">
                  <c:v>1</c:v>
                </c:pt>
                <c:pt idx="643">
                  <c:v>2</c:v>
                </c:pt>
                <c:pt idx="644">
                  <c:v>1</c:v>
                </c:pt>
                <c:pt idx="645">
                  <c:v>1</c:v>
                </c:pt>
                <c:pt idx="646">
                  <c:v>2</c:v>
                </c:pt>
                <c:pt idx="647">
                  <c:v>3</c:v>
                </c:pt>
                <c:pt idx="648">
                  <c:v>3</c:v>
                </c:pt>
                <c:pt idx="649">
                  <c:v>2</c:v>
                </c:pt>
                <c:pt idx="650">
                  <c:v>2</c:v>
                </c:pt>
                <c:pt idx="651">
                  <c:v>2</c:v>
                </c:pt>
                <c:pt idx="652">
                  <c:v>3</c:v>
                </c:pt>
                <c:pt idx="653">
                  <c:v>1</c:v>
                </c:pt>
                <c:pt idx="654">
                  <c:v>1</c:v>
                </c:pt>
                <c:pt idx="655">
                  <c:v>3</c:v>
                </c:pt>
                <c:pt idx="656">
                  <c:v>3</c:v>
                </c:pt>
                <c:pt idx="657">
                  <c:v>3</c:v>
                </c:pt>
                <c:pt idx="658">
                  <c:v>2</c:v>
                </c:pt>
                <c:pt idx="659">
                  <c:v>1</c:v>
                </c:pt>
                <c:pt idx="660">
                  <c:v>3</c:v>
                </c:pt>
                <c:pt idx="661">
                  <c:v>2</c:v>
                </c:pt>
                <c:pt idx="662">
                  <c:v>1</c:v>
                </c:pt>
                <c:pt idx="663">
                  <c:v>2</c:v>
                </c:pt>
                <c:pt idx="664">
                  <c:v>1</c:v>
                </c:pt>
                <c:pt idx="665">
                  <c:v>3</c:v>
                </c:pt>
                <c:pt idx="666">
                  <c:v>1</c:v>
                </c:pt>
                <c:pt idx="667">
                  <c:v>1</c:v>
                </c:pt>
                <c:pt idx="668">
                  <c:v>3</c:v>
                </c:pt>
                <c:pt idx="669">
                  <c:v>3</c:v>
                </c:pt>
                <c:pt idx="670">
                  <c:v>3</c:v>
                </c:pt>
                <c:pt idx="671">
                  <c:v>3</c:v>
                </c:pt>
                <c:pt idx="672">
                  <c:v>2</c:v>
                </c:pt>
                <c:pt idx="673">
                  <c:v>3</c:v>
                </c:pt>
                <c:pt idx="674">
                  <c:v>1</c:v>
                </c:pt>
                <c:pt idx="675">
                  <c:v>2</c:v>
                </c:pt>
                <c:pt idx="676">
                  <c:v>1</c:v>
                </c:pt>
                <c:pt idx="677">
                  <c:v>2</c:v>
                </c:pt>
                <c:pt idx="678">
                  <c:v>1</c:v>
                </c:pt>
                <c:pt idx="679">
                  <c:v>2</c:v>
                </c:pt>
                <c:pt idx="680">
                  <c:v>1</c:v>
                </c:pt>
                <c:pt idx="681">
                  <c:v>3</c:v>
                </c:pt>
                <c:pt idx="682">
                  <c:v>2</c:v>
                </c:pt>
                <c:pt idx="683">
                  <c:v>3</c:v>
                </c:pt>
                <c:pt idx="684">
                  <c:v>2</c:v>
                </c:pt>
                <c:pt idx="685">
                  <c:v>2</c:v>
                </c:pt>
                <c:pt idx="686">
                  <c:v>2</c:v>
                </c:pt>
                <c:pt idx="687">
                  <c:v>3</c:v>
                </c:pt>
                <c:pt idx="688">
                  <c:v>2</c:v>
                </c:pt>
                <c:pt idx="689">
                  <c:v>1</c:v>
                </c:pt>
                <c:pt idx="690">
                  <c:v>3</c:v>
                </c:pt>
                <c:pt idx="691">
                  <c:v>1</c:v>
                </c:pt>
                <c:pt idx="692">
                  <c:v>3</c:v>
                </c:pt>
                <c:pt idx="693">
                  <c:v>2</c:v>
                </c:pt>
                <c:pt idx="694">
                  <c:v>1</c:v>
                </c:pt>
                <c:pt idx="695">
                  <c:v>3</c:v>
                </c:pt>
                <c:pt idx="696">
                  <c:v>3</c:v>
                </c:pt>
                <c:pt idx="697">
                  <c:v>1</c:v>
                </c:pt>
                <c:pt idx="698">
                  <c:v>3</c:v>
                </c:pt>
                <c:pt idx="699">
                  <c:v>1</c:v>
                </c:pt>
                <c:pt idx="700">
                  <c:v>1</c:v>
                </c:pt>
                <c:pt idx="701">
                  <c:v>2</c:v>
                </c:pt>
                <c:pt idx="702">
                  <c:v>1</c:v>
                </c:pt>
                <c:pt idx="703">
                  <c:v>1</c:v>
                </c:pt>
                <c:pt idx="704">
                  <c:v>3</c:v>
                </c:pt>
                <c:pt idx="705">
                  <c:v>1</c:v>
                </c:pt>
                <c:pt idx="706">
                  <c:v>2</c:v>
                </c:pt>
                <c:pt idx="707">
                  <c:v>3</c:v>
                </c:pt>
                <c:pt idx="708">
                  <c:v>2</c:v>
                </c:pt>
                <c:pt idx="709">
                  <c:v>1</c:v>
                </c:pt>
                <c:pt idx="710">
                  <c:v>1</c:v>
                </c:pt>
                <c:pt idx="711">
                  <c:v>3</c:v>
                </c:pt>
                <c:pt idx="712">
                  <c:v>2</c:v>
                </c:pt>
                <c:pt idx="713">
                  <c:v>2</c:v>
                </c:pt>
                <c:pt idx="714">
                  <c:v>2</c:v>
                </c:pt>
                <c:pt idx="715">
                  <c:v>3</c:v>
                </c:pt>
                <c:pt idx="716">
                  <c:v>3</c:v>
                </c:pt>
                <c:pt idx="717">
                  <c:v>1</c:v>
                </c:pt>
                <c:pt idx="718">
                  <c:v>2</c:v>
                </c:pt>
                <c:pt idx="719">
                  <c:v>2</c:v>
                </c:pt>
                <c:pt idx="720">
                  <c:v>1</c:v>
                </c:pt>
                <c:pt idx="721">
                  <c:v>1</c:v>
                </c:pt>
                <c:pt idx="722">
                  <c:v>2</c:v>
                </c:pt>
                <c:pt idx="723">
                  <c:v>2</c:v>
                </c:pt>
                <c:pt idx="724">
                  <c:v>1</c:v>
                </c:pt>
                <c:pt idx="725">
                  <c:v>2</c:v>
                </c:pt>
                <c:pt idx="726">
                  <c:v>1</c:v>
                </c:pt>
                <c:pt idx="727">
                  <c:v>2</c:v>
                </c:pt>
                <c:pt idx="728">
                  <c:v>1</c:v>
                </c:pt>
                <c:pt idx="729">
                  <c:v>1</c:v>
                </c:pt>
                <c:pt idx="730">
                  <c:v>1</c:v>
                </c:pt>
                <c:pt idx="731">
                  <c:v>2</c:v>
                </c:pt>
                <c:pt idx="732">
                  <c:v>2</c:v>
                </c:pt>
                <c:pt idx="733">
                  <c:v>1</c:v>
                </c:pt>
                <c:pt idx="734">
                  <c:v>1</c:v>
                </c:pt>
                <c:pt idx="735">
                  <c:v>3</c:v>
                </c:pt>
                <c:pt idx="736">
                  <c:v>2</c:v>
                </c:pt>
                <c:pt idx="737">
                  <c:v>2</c:v>
                </c:pt>
                <c:pt idx="738">
                  <c:v>2</c:v>
                </c:pt>
                <c:pt idx="739">
                  <c:v>1</c:v>
                </c:pt>
                <c:pt idx="740">
                  <c:v>1</c:v>
                </c:pt>
                <c:pt idx="741">
                  <c:v>1</c:v>
                </c:pt>
                <c:pt idx="742">
                  <c:v>2</c:v>
                </c:pt>
                <c:pt idx="743">
                  <c:v>2</c:v>
                </c:pt>
                <c:pt idx="744">
                  <c:v>3</c:v>
                </c:pt>
                <c:pt idx="745">
                  <c:v>1</c:v>
                </c:pt>
                <c:pt idx="746">
                  <c:v>2</c:v>
                </c:pt>
                <c:pt idx="747">
                  <c:v>2</c:v>
                </c:pt>
                <c:pt idx="748">
                  <c:v>3</c:v>
                </c:pt>
                <c:pt idx="749">
                  <c:v>2</c:v>
                </c:pt>
                <c:pt idx="750">
                  <c:v>2</c:v>
                </c:pt>
                <c:pt idx="751">
                  <c:v>1</c:v>
                </c:pt>
                <c:pt idx="752">
                  <c:v>1</c:v>
                </c:pt>
                <c:pt idx="753">
                  <c:v>1</c:v>
                </c:pt>
                <c:pt idx="754">
                  <c:v>1</c:v>
                </c:pt>
                <c:pt idx="755">
                  <c:v>2</c:v>
                </c:pt>
                <c:pt idx="756">
                  <c:v>2</c:v>
                </c:pt>
                <c:pt idx="757">
                  <c:v>3</c:v>
                </c:pt>
                <c:pt idx="758">
                  <c:v>3</c:v>
                </c:pt>
                <c:pt idx="759">
                  <c:v>2</c:v>
                </c:pt>
                <c:pt idx="760">
                  <c:v>1</c:v>
                </c:pt>
                <c:pt idx="761">
                  <c:v>1</c:v>
                </c:pt>
                <c:pt idx="762">
                  <c:v>2</c:v>
                </c:pt>
                <c:pt idx="763">
                  <c:v>2</c:v>
                </c:pt>
                <c:pt idx="764">
                  <c:v>1</c:v>
                </c:pt>
                <c:pt idx="765">
                  <c:v>2</c:v>
                </c:pt>
                <c:pt idx="766">
                  <c:v>1</c:v>
                </c:pt>
                <c:pt idx="767">
                  <c:v>3</c:v>
                </c:pt>
                <c:pt idx="768">
                  <c:v>1</c:v>
                </c:pt>
                <c:pt idx="769">
                  <c:v>1</c:v>
                </c:pt>
                <c:pt idx="770">
                  <c:v>2</c:v>
                </c:pt>
                <c:pt idx="771">
                  <c:v>1</c:v>
                </c:pt>
                <c:pt idx="772">
                  <c:v>2</c:v>
                </c:pt>
                <c:pt idx="773">
                  <c:v>2</c:v>
                </c:pt>
                <c:pt idx="774">
                  <c:v>2</c:v>
                </c:pt>
                <c:pt idx="775">
                  <c:v>3</c:v>
                </c:pt>
                <c:pt idx="776">
                  <c:v>1</c:v>
                </c:pt>
                <c:pt idx="777">
                  <c:v>1</c:v>
                </c:pt>
                <c:pt idx="778">
                  <c:v>2</c:v>
                </c:pt>
                <c:pt idx="779">
                  <c:v>1</c:v>
                </c:pt>
                <c:pt idx="780">
                  <c:v>1</c:v>
                </c:pt>
                <c:pt idx="781">
                  <c:v>1</c:v>
                </c:pt>
                <c:pt idx="782">
                  <c:v>2</c:v>
                </c:pt>
                <c:pt idx="783">
                  <c:v>1</c:v>
                </c:pt>
                <c:pt idx="784">
                  <c:v>1</c:v>
                </c:pt>
                <c:pt idx="785">
                  <c:v>2</c:v>
                </c:pt>
                <c:pt idx="786">
                  <c:v>2</c:v>
                </c:pt>
                <c:pt idx="787">
                  <c:v>2</c:v>
                </c:pt>
                <c:pt idx="788">
                  <c:v>1</c:v>
                </c:pt>
                <c:pt idx="789">
                  <c:v>3</c:v>
                </c:pt>
                <c:pt idx="790">
                  <c:v>2</c:v>
                </c:pt>
                <c:pt idx="791">
                  <c:v>1</c:v>
                </c:pt>
                <c:pt idx="792">
                  <c:v>1</c:v>
                </c:pt>
                <c:pt idx="793">
                  <c:v>1</c:v>
                </c:pt>
                <c:pt idx="794">
                  <c:v>2</c:v>
                </c:pt>
                <c:pt idx="795">
                  <c:v>1</c:v>
                </c:pt>
                <c:pt idx="796">
                  <c:v>2</c:v>
                </c:pt>
                <c:pt idx="797">
                  <c:v>1</c:v>
                </c:pt>
                <c:pt idx="798">
                  <c:v>1</c:v>
                </c:pt>
                <c:pt idx="799">
                  <c:v>2</c:v>
                </c:pt>
                <c:pt idx="800">
                  <c:v>2</c:v>
                </c:pt>
                <c:pt idx="801">
                  <c:v>2</c:v>
                </c:pt>
                <c:pt idx="802">
                  <c:v>2</c:v>
                </c:pt>
                <c:pt idx="803">
                  <c:v>1</c:v>
                </c:pt>
                <c:pt idx="804">
                  <c:v>2</c:v>
                </c:pt>
                <c:pt idx="805">
                  <c:v>1</c:v>
                </c:pt>
                <c:pt idx="806">
                  <c:v>2</c:v>
                </c:pt>
                <c:pt idx="807">
                  <c:v>2</c:v>
                </c:pt>
                <c:pt idx="808">
                  <c:v>2</c:v>
                </c:pt>
                <c:pt idx="809">
                  <c:v>3</c:v>
                </c:pt>
                <c:pt idx="810">
                  <c:v>2</c:v>
                </c:pt>
                <c:pt idx="811">
                  <c:v>1</c:v>
                </c:pt>
                <c:pt idx="812">
                  <c:v>2</c:v>
                </c:pt>
                <c:pt idx="813">
                  <c:v>3</c:v>
                </c:pt>
                <c:pt idx="814">
                  <c:v>2</c:v>
                </c:pt>
                <c:pt idx="815">
                  <c:v>2</c:v>
                </c:pt>
                <c:pt idx="816">
                  <c:v>2</c:v>
                </c:pt>
                <c:pt idx="817">
                  <c:v>3</c:v>
                </c:pt>
                <c:pt idx="818">
                  <c:v>2</c:v>
                </c:pt>
                <c:pt idx="819">
                  <c:v>2</c:v>
                </c:pt>
                <c:pt idx="820">
                  <c:v>1</c:v>
                </c:pt>
                <c:pt idx="821">
                  <c:v>1</c:v>
                </c:pt>
                <c:pt idx="822">
                  <c:v>1</c:v>
                </c:pt>
                <c:pt idx="823">
                  <c:v>2</c:v>
                </c:pt>
                <c:pt idx="824">
                  <c:v>1</c:v>
                </c:pt>
                <c:pt idx="825">
                  <c:v>3</c:v>
                </c:pt>
                <c:pt idx="826">
                  <c:v>2</c:v>
                </c:pt>
                <c:pt idx="827">
                  <c:v>1</c:v>
                </c:pt>
                <c:pt idx="828">
                  <c:v>2</c:v>
                </c:pt>
                <c:pt idx="829">
                  <c:v>3</c:v>
                </c:pt>
                <c:pt idx="830">
                  <c:v>2</c:v>
                </c:pt>
                <c:pt idx="831">
                  <c:v>2</c:v>
                </c:pt>
                <c:pt idx="832">
                  <c:v>1</c:v>
                </c:pt>
                <c:pt idx="833">
                  <c:v>2</c:v>
                </c:pt>
                <c:pt idx="834">
                  <c:v>3</c:v>
                </c:pt>
                <c:pt idx="835">
                  <c:v>1</c:v>
                </c:pt>
                <c:pt idx="836">
                  <c:v>1</c:v>
                </c:pt>
                <c:pt idx="837">
                  <c:v>2</c:v>
                </c:pt>
                <c:pt idx="838">
                  <c:v>2</c:v>
                </c:pt>
                <c:pt idx="839">
                  <c:v>1</c:v>
                </c:pt>
                <c:pt idx="840">
                  <c:v>1</c:v>
                </c:pt>
                <c:pt idx="841">
                  <c:v>2</c:v>
                </c:pt>
                <c:pt idx="842">
                  <c:v>3</c:v>
                </c:pt>
                <c:pt idx="843">
                  <c:v>2</c:v>
                </c:pt>
                <c:pt idx="844">
                  <c:v>2</c:v>
                </c:pt>
                <c:pt idx="845">
                  <c:v>2</c:v>
                </c:pt>
                <c:pt idx="846">
                  <c:v>3</c:v>
                </c:pt>
                <c:pt idx="847">
                  <c:v>3</c:v>
                </c:pt>
                <c:pt idx="848">
                  <c:v>1</c:v>
                </c:pt>
                <c:pt idx="849">
                  <c:v>2</c:v>
                </c:pt>
                <c:pt idx="850">
                  <c:v>2</c:v>
                </c:pt>
                <c:pt idx="851">
                  <c:v>3</c:v>
                </c:pt>
                <c:pt idx="852">
                  <c:v>1</c:v>
                </c:pt>
                <c:pt idx="853">
                  <c:v>1</c:v>
                </c:pt>
                <c:pt idx="854">
                  <c:v>1</c:v>
                </c:pt>
                <c:pt idx="855">
                  <c:v>1</c:v>
                </c:pt>
                <c:pt idx="856">
                  <c:v>2</c:v>
                </c:pt>
                <c:pt idx="857">
                  <c:v>2</c:v>
                </c:pt>
                <c:pt idx="858">
                  <c:v>2</c:v>
                </c:pt>
                <c:pt idx="859">
                  <c:v>1</c:v>
                </c:pt>
                <c:pt idx="860">
                  <c:v>1</c:v>
                </c:pt>
                <c:pt idx="861">
                  <c:v>2</c:v>
                </c:pt>
                <c:pt idx="862">
                  <c:v>3</c:v>
                </c:pt>
                <c:pt idx="863">
                  <c:v>2</c:v>
                </c:pt>
                <c:pt idx="864">
                  <c:v>1</c:v>
                </c:pt>
                <c:pt idx="865">
                  <c:v>2</c:v>
                </c:pt>
                <c:pt idx="866">
                  <c:v>2</c:v>
                </c:pt>
                <c:pt idx="867">
                  <c:v>2</c:v>
                </c:pt>
                <c:pt idx="868">
                  <c:v>2</c:v>
                </c:pt>
                <c:pt idx="869">
                  <c:v>3</c:v>
                </c:pt>
                <c:pt idx="870">
                  <c:v>1</c:v>
                </c:pt>
                <c:pt idx="871">
                  <c:v>1</c:v>
                </c:pt>
                <c:pt idx="872">
                  <c:v>2</c:v>
                </c:pt>
                <c:pt idx="873">
                  <c:v>3</c:v>
                </c:pt>
                <c:pt idx="874">
                  <c:v>1</c:v>
                </c:pt>
                <c:pt idx="875">
                  <c:v>1</c:v>
                </c:pt>
                <c:pt idx="876">
                  <c:v>2</c:v>
                </c:pt>
                <c:pt idx="877">
                  <c:v>1</c:v>
                </c:pt>
                <c:pt idx="878">
                  <c:v>2</c:v>
                </c:pt>
                <c:pt idx="879">
                  <c:v>2</c:v>
                </c:pt>
                <c:pt idx="880">
                  <c:v>2</c:v>
                </c:pt>
                <c:pt idx="881">
                  <c:v>2</c:v>
                </c:pt>
                <c:pt idx="882">
                  <c:v>1</c:v>
                </c:pt>
                <c:pt idx="883">
                  <c:v>1</c:v>
                </c:pt>
                <c:pt idx="884">
                  <c:v>2</c:v>
                </c:pt>
                <c:pt idx="885">
                  <c:v>1</c:v>
                </c:pt>
                <c:pt idx="886">
                  <c:v>2</c:v>
                </c:pt>
                <c:pt idx="887">
                  <c:v>1</c:v>
                </c:pt>
                <c:pt idx="888">
                  <c:v>1</c:v>
                </c:pt>
                <c:pt idx="889">
                  <c:v>1</c:v>
                </c:pt>
                <c:pt idx="890">
                  <c:v>2</c:v>
                </c:pt>
                <c:pt idx="891">
                  <c:v>1</c:v>
                </c:pt>
                <c:pt idx="892">
                  <c:v>3</c:v>
                </c:pt>
                <c:pt idx="893">
                  <c:v>2</c:v>
                </c:pt>
                <c:pt idx="894">
                  <c:v>1</c:v>
                </c:pt>
                <c:pt idx="895">
                  <c:v>3</c:v>
                </c:pt>
                <c:pt idx="896">
                  <c:v>2</c:v>
                </c:pt>
                <c:pt idx="897">
                  <c:v>2</c:v>
                </c:pt>
                <c:pt idx="898">
                  <c:v>2</c:v>
                </c:pt>
                <c:pt idx="899">
                  <c:v>2</c:v>
                </c:pt>
                <c:pt idx="900">
                  <c:v>1</c:v>
                </c:pt>
                <c:pt idx="901">
                  <c:v>1</c:v>
                </c:pt>
                <c:pt idx="902">
                  <c:v>2</c:v>
                </c:pt>
                <c:pt idx="903">
                  <c:v>1</c:v>
                </c:pt>
                <c:pt idx="904">
                  <c:v>1</c:v>
                </c:pt>
                <c:pt idx="905">
                  <c:v>2</c:v>
                </c:pt>
                <c:pt idx="906">
                  <c:v>1</c:v>
                </c:pt>
                <c:pt idx="907">
                  <c:v>2</c:v>
                </c:pt>
                <c:pt idx="908">
                  <c:v>2</c:v>
                </c:pt>
                <c:pt idx="909">
                  <c:v>1</c:v>
                </c:pt>
                <c:pt idx="910">
                  <c:v>2</c:v>
                </c:pt>
                <c:pt idx="911">
                  <c:v>2</c:v>
                </c:pt>
                <c:pt idx="912">
                  <c:v>1</c:v>
                </c:pt>
                <c:pt idx="913">
                  <c:v>1</c:v>
                </c:pt>
                <c:pt idx="914">
                  <c:v>1</c:v>
                </c:pt>
                <c:pt idx="915">
                  <c:v>1</c:v>
                </c:pt>
                <c:pt idx="916">
                  <c:v>1</c:v>
                </c:pt>
                <c:pt idx="917">
                  <c:v>2</c:v>
                </c:pt>
                <c:pt idx="918">
                  <c:v>2</c:v>
                </c:pt>
                <c:pt idx="919">
                  <c:v>2</c:v>
                </c:pt>
                <c:pt idx="920">
                  <c:v>1</c:v>
                </c:pt>
                <c:pt idx="921">
                  <c:v>1</c:v>
                </c:pt>
                <c:pt idx="922">
                  <c:v>1</c:v>
                </c:pt>
                <c:pt idx="923">
                  <c:v>1</c:v>
                </c:pt>
                <c:pt idx="924">
                  <c:v>2</c:v>
                </c:pt>
                <c:pt idx="925">
                  <c:v>1</c:v>
                </c:pt>
                <c:pt idx="926">
                  <c:v>2</c:v>
                </c:pt>
                <c:pt idx="927">
                  <c:v>1</c:v>
                </c:pt>
                <c:pt idx="928">
                  <c:v>1</c:v>
                </c:pt>
                <c:pt idx="929">
                  <c:v>2</c:v>
                </c:pt>
                <c:pt idx="930">
                  <c:v>1</c:v>
                </c:pt>
                <c:pt idx="931">
                  <c:v>2</c:v>
                </c:pt>
                <c:pt idx="932">
                  <c:v>3</c:v>
                </c:pt>
                <c:pt idx="933">
                  <c:v>2</c:v>
                </c:pt>
                <c:pt idx="934">
                  <c:v>1</c:v>
                </c:pt>
                <c:pt idx="935">
                  <c:v>1</c:v>
                </c:pt>
                <c:pt idx="936">
                  <c:v>2</c:v>
                </c:pt>
                <c:pt idx="937">
                  <c:v>1</c:v>
                </c:pt>
                <c:pt idx="938">
                  <c:v>2</c:v>
                </c:pt>
                <c:pt idx="939">
                  <c:v>3</c:v>
                </c:pt>
                <c:pt idx="940">
                  <c:v>2</c:v>
                </c:pt>
                <c:pt idx="941">
                  <c:v>1</c:v>
                </c:pt>
                <c:pt idx="942">
                  <c:v>2</c:v>
                </c:pt>
                <c:pt idx="943">
                  <c:v>2</c:v>
                </c:pt>
                <c:pt idx="944">
                  <c:v>1</c:v>
                </c:pt>
                <c:pt idx="945">
                  <c:v>2</c:v>
                </c:pt>
                <c:pt idx="946">
                  <c:v>1</c:v>
                </c:pt>
                <c:pt idx="947">
                  <c:v>2</c:v>
                </c:pt>
                <c:pt idx="948">
                  <c:v>3</c:v>
                </c:pt>
                <c:pt idx="949">
                  <c:v>1</c:v>
                </c:pt>
                <c:pt idx="950">
                  <c:v>2</c:v>
                </c:pt>
                <c:pt idx="951">
                  <c:v>2</c:v>
                </c:pt>
                <c:pt idx="952">
                  <c:v>3</c:v>
                </c:pt>
                <c:pt idx="953">
                  <c:v>1</c:v>
                </c:pt>
                <c:pt idx="954">
                  <c:v>2</c:v>
                </c:pt>
                <c:pt idx="955">
                  <c:v>2</c:v>
                </c:pt>
                <c:pt idx="956">
                  <c:v>1</c:v>
                </c:pt>
                <c:pt idx="957">
                  <c:v>2</c:v>
                </c:pt>
                <c:pt idx="958">
                  <c:v>2</c:v>
                </c:pt>
                <c:pt idx="959">
                  <c:v>1</c:v>
                </c:pt>
                <c:pt idx="960">
                  <c:v>1</c:v>
                </c:pt>
                <c:pt idx="961">
                  <c:v>1</c:v>
                </c:pt>
                <c:pt idx="962">
                  <c:v>1</c:v>
                </c:pt>
                <c:pt idx="963">
                  <c:v>1</c:v>
                </c:pt>
                <c:pt idx="964">
                  <c:v>1</c:v>
                </c:pt>
                <c:pt idx="965">
                  <c:v>1</c:v>
                </c:pt>
                <c:pt idx="966">
                  <c:v>1</c:v>
                </c:pt>
                <c:pt idx="967">
                  <c:v>2</c:v>
                </c:pt>
                <c:pt idx="968">
                  <c:v>1</c:v>
                </c:pt>
                <c:pt idx="969">
                  <c:v>1</c:v>
                </c:pt>
                <c:pt idx="970">
                  <c:v>2</c:v>
                </c:pt>
                <c:pt idx="971">
                  <c:v>2</c:v>
                </c:pt>
                <c:pt idx="972">
                  <c:v>1</c:v>
                </c:pt>
              </c:numCache>
            </c:numRef>
          </c:xVal>
          <c:yVal>
            <c:numRef>
              <c:f>'Sub-Dataset'!$AE$3:$AE$975</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yVal>
          <c:smooth val="0"/>
          <c:extLst>
            <c:ext xmlns:c16="http://schemas.microsoft.com/office/drawing/2014/chart" uri="{C3380CC4-5D6E-409C-BE32-E72D297353CC}">
              <c16:uniqueId val="{00000000-2FD8-4BBD-9071-E9A6B96A7F37}"/>
            </c:ext>
          </c:extLst>
        </c:ser>
        <c:dLbls>
          <c:showLegendKey val="0"/>
          <c:showVal val="0"/>
          <c:showCatName val="0"/>
          <c:showSerName val="0"/>
          <c:showPercent val="0"/>
          <c:showBubbleSize val="0"/>
        </c:dLbls>
        <c:axId val="2129085296"/>
        <c:axId val="2129079536"/>
      </c:scatterChart>
      <c:valAx>
        <c:axId val="2129085296"/>
        <c:scaling>
          <c:orientation val="minMax"/>
        </c:scaling>
        <c:delete val="0"/>
        <c:axPos val="b"/>
        <c:title>
          <c:tx>
            <c:rich>
              <a:bodyPr/>
              <a:lstStyle/>
              <a:p>
                <a:pPr>
                  <a:defRPr/>
                </a:pPr>
                <a:r>
                  <a:rPr lang="en-MY"/>
                  <a:t>Experience Level</a:t>
                </a:r>
              </a:p>
            </c:rich>
          </c:tx>
          <c:overlay val="0"/>
        </c:title>
        <c:numFmt formatCode="General" sourceLinked="1"/>
        <c:majorTickMark val="out"/>
        <c:minorTickMark val="none"/>
        <c:tickLblPos val="nextTo"/>
        <c:crossAx val="2129079536"/>
        <c:crosses val="autoZero"/>
        <c:crossBetween val="midCat"/>
        <c:majorUnit val="1"/>
      </c:valAx>
      <c:valAx>
        <c:axId val="2129079536"/>
        <c:scaling>
          <c:orientation val="minMax"/>
        </c:scaling>
        <c:delete val="0"/>
        <c:axPos val="l"/>
        <c:title>
          <c:tx>
            <c:rich>
              <a:bodyPr/>
              <a:lstStyle/>
              <a:p>
                <a:pPr>
                  <a:defRPr/>
                </a:pPr>
                <a:r>
                  <a:rPr lang="en-MY"/>
                  <a:t>Fat Percentage</a:t>
                </a:r>
              </a:p>
            </c:rich>
          </c:tx>
          <c:overlay val="0"/>
        </c:title>
        <c:numFmt formatCode="General" sourceLinked="1"/>
        <c:majorTickMark val="out"/>
        <c:minorTickMark val="none"/>
        <c:tickLblPos val="nextTo"/>
        <c:crossAx val="2129085296"/>
        <c:crosses val="autoZero"/>
        <c:crossBetween val="midCat"/>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900" b="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a:pPr>
            <a:r>
              <a:rPr lang="en-MY" sz="900" dirty="0"/>
              <a:t>Workout Frequency (Day / Week) Line Fit Plot</a:t>
            </a:r>
          </a:p>
        </c:rich>
      </c:tx>
      <c:overlay val="0"/>
    </c:title>
    <c:autoTitleDeleted val="0"/>
    <c:plotArea>
      <c:layout/>
      <c:scatterChart>
        <c:scatterStyle val="lineMarker"/>
        <c:varyColors val="0"/>
        <c:ser>
          <c:idx val="0"/>
          <c:order val="0"/>
          <c:tx>
            <c:v>Fat Percentage</c:v>
          </c:tx>
          <c:spPr>
            <a:ln w="19050">
              <a:noFill/>
            </a:ln>
          </c:spPr>
          <c:marker>
            <c:symbol val="circle"/>
            <c:size val="3"/>
            <c:spPr>
              <a:solidFill>
                <a:schemeClr val="tx2">
                  <a:lumMod val="40000"/>
                  <a:lumOff val="60000"/>
                </a:schemeClr>
              </a:solidFill>
              <a:ln>
                <a:noFill/>
              </a:ln>
            </c:spPr>
          </c:marker>
          <c:trendline>
            <c:trendlineType val="linear"/>
            <c:dispRSqr val="1"/>
            <c:dispEq val="0"/>
            <c:trendlineLbl>
              <c:layout>
                <c:manualLayout>
                  <c:x val="0.16336099679926841"/>
                  <c:y val="-9.0106630824372758E-2"/>
                </c:manualLayout>
              </c:layout>
              <c:numFmt formatCode="General" sourceLinked="0"/>
            </c:trendlineLbl>
          </c:trendline>
          <c:xVal>
            <c:numRef>
              <c:f>'Sub-Dataset'!$AG$3:$AG$975</c:f>
              <c:numCache>
                <c:formatCode>General</c:formatCode>
                <c:ptCount val="973"/>
                <c:pt idx="0">
                  <c:v>4</c:v>
                </c:pt>
                <c:pt idx="1">
                  <c:v>3</c:v>
                </c:pt>
                <c:pt idx="2">
                  <c:v>2</c:v>
                </c:pt>
                <c:pt idx="3">
                  <c:v>2</c:v>
                </c:pt>
                <c:pt idx="4">
                  <c:v>3</c:v>
                </c:pt>
                <c:pt idx="5">
                  <c:v>3</c:v>
                </c:pt>
                <c:pt idx="6">
                  <c:v>3</c:v>
                </c:pt>
                <c:pt idx="7">
                  <c:v>4</c:v>
                </c:pt>
                <c:pt idx="8">
                  <c:v>3</c:v>
                </c:pt>
                <c:pt idx="9">
                  <c:v>5</c:v>
                </c:pt>
                <c:pt idx="10">
                  <c:v>3</c:v>
                </c:pt>
                <c:pt idx="11">
                  <c:v>3</c:v>
                </c:pt>
                <c:pt idx="12">
                  <c:v>4</c:v>
                </c:pt>
                <c:pt idx="13">
                  <c:v>3</c:v>
                </c:pt>
                <c:pt idx="14">
                  <c:v>5</c:v>
                </c:pt>
                <c:pt idx="15">
                  <c:v>2</c:v>
                </c:pt>
                <c:pt idx="16">
                  <c:v>4</c:v>
                </c:pt>
                <c:pt idx="17">
                  <c:v>4</c:v>
                </c:pt>
                <c:pt idx="18">
                  <c:v>3</c:v>
                </c:pt>
                <c:pt idx="19">
                  <c:v>3</c:v>
                </c:pt>
                <c:pt idx="20">
                  <c:v>4</c:v>
                </c:pt>
                <c:pt idx="21">
                  <c:v>3</c:v>
                </c:pt>
                <c:pt idx="22">
                  <c:v>5</c:v>
                </c:pt>
                <c:pt idx="23">
                  <c:v>3</c:v>
                </c:pt>
                <c:pt idx="24">
                  <c:v>5</c:v>
                </c:pt>
                <c:pt idx="25">
                  <c:v>5</c:v>
                </c:pt>
                <c:pt idx="26">
                  <c:v>3</c:v>
                </c:pt>
                <c:pt idx="27">
                  <c:v>4</c:v>
                </c:pt>
                <c:pt idx="28">
                  <c:v>5</c:v>
                </c:pt>
                <c:pt idx="29">
                  <c:v>4</c:v>
                </c:pt>
                <c:pt idx="30">
                  <c:v>4</c:v>
                </c:pt>
                <c:pt idx="31">
                  <c:v>4</c:v>
                </c:pt>
                <c:pt idx="32">
                  <c:v>3</c:v>
                </c:pt>
                <c:pt idx="33">
                  <c:v>2</c:v>
                </c:pt>
                <c:pt idx="34">
                  <c:v>3</c:v>
                </c:pt>
                <c:pt idx="35">
                  <c:v>3</c:v>
                </c:pt>
                <c:pt idx="36">
                  <c:v>2</c:v>
                </c:pt>
                <c:pt idx="37">
                  <c:v>3</c:v>
                </c:pt>
                <c:pt idx="38">
                  <c:v>5</c:v>
                </c:pt>
                <c:pt idx="39">
                  <c:v>4</c:v>
                </c:pt>
                <c:pt idx="40">
                  <c:v>4</c:v>
                </c:pt>
                <c:pt idx="41">
                  <c:v>3</c:v>
                </c:pt>
                <c:pt idx="42">
                  <c:v>5</c:v>
                </c:pt>
                <c:pt idx="43">
                  <c:v>4</c:v>
                </c:pt>
                <c:pt idx="44">
                  <c:v>4</c:v>
                </c:pt>
                <c:pt idx="45">
                  <c:v>2</c:v>
                </c:pt>
                <c:pt idx="46">
                  <c:v>3</c:v>
                </c:pt>
                <c:pt idx="47">
                  <c:v>3</c:v>
                </c:pt>
                <c:pt idx="48">
                  <c:v>3</c:v>
                </c:pt>
                <c:pt idx="49">
                  <c:v>4</c:v>
                </c:pt>
                <c:pt idx="50">
                  <c:v>2</c:v>
                </c:pt>
                <c:pt idx="51">
                  <c:v>3</c:v>
                </c:pt>
                <c:pt idx="52">
                  <c:v>3</c:v>
                </c:pt>
                <c:pt idx="53">
                  <c:v>2</c:v>
                </c:pt>
                <c:pt idx="54">
                  <c:v>4</c:v>
                </c:pt>
                <c:pt idx="55">
                  <c:v>2</c:v>
                </c:pt>
                <c:pt idx="56">
                  <c:v>4</c:v>
                </c:pt>
                <c:pt idx="57">
                  <c:v>3</c:v>
                </c:pt>
                <c:pt idx="58">
                  <c:v>5</c:v>
                </c:pt>
                <c:pt idx="59">
                  <c:v>5</c:v>
                </c:pt>
                <c:pt idx="60">
                  <c:v>3</c:v>
                </c:pt>
                <c:pt idx="61">
                  <c:v>5</c:v>
                </c:pt>
                <c:pt idx="62">
                  <c:v>4</c:v>
                </c:pt>
                <c:pt idx="63">
                  <c:v>5</c:v>
                </c:pt>
                <c:pt idx="64">
                  <c:v>3</c:v>
                </c:pt>
                <c:pt idx="65">
                  <c:v>2</c:v>
                </c:pt>
                <c:pt idx="66">
                  <c:v>5</c:v>
                </c:pt>
                <c:pt idx="67">
                  <c:v>2</c:v>
                </c:pt>
                <c:pt idx="68">
                  <c:v>2</c:v>
                </c:pt>
                <c:pt idx="69">
                  <c:v>4</c:v>
                </c:pt>
                <c:pt idx="70">
                  <c:v>5</c:v>
                </c:pt>
                <c:pt idx="71">
                  <c:v>4</c:v>
                </c:pt>
                <c:pt idx="72">
                  <c:v>2</c:v>
                </c:pt>
                <c:pt idx="73">
                  <c:v>4</c:v>
                </c:pt>
                <c:pt idx="74">
                  <c:v>2</c:v>
                </c:pt>
                <c:pt idx="75">
                  <c:v>3</c:v>
                </c:pt>
                <c:pt idx="76">
                  <c:v>2</c:v>
                </c:pt>
                <c:pt idx="77">
                  <c:v>4</c:v>
                </c:pt>
                <c:pt idx="78">
                  <c:v>3</c:v>
                </c:pt>
                <c:pt idx="79">
                  <c:v>3</c:v>
                </c:pt>
                <c:pt idx="80">
                  <c:v>3</c:v>
                </c:pt>
                <c:pt idx="81">
                  <c:v>5</c:v>
                </c:pt>
                <c:pt idx="82">
                  <c:v>4</c:v>
                </c:pt>
                <c:pt idx="83">
                  <c:v>2</c:v>
                </c:pt>
                <c:pt idx="84">
                  <c:v>2</c:v>
                </c:pt>
                <c:pt idx="85">
                  <c:v>3</c:v>
                </c:pt>
                <c:pt idx="86">
                  <c:v>3</c:v>
                </c:pt>
                <c:pt idx="87">
                  <c:v>4</c:v>
                </c:pt>
                <c:pt idx="88">
                  <c:v>4</c:v>
                </c:pt>
                <c:pt idx="89">
                  <c:v>5</c:v>
                </c:pt>
                <c:pt idx="90">
                  <c:v>4</c:v>
                </c:pt>
                <c:pt idx="91">
                  <c:v>3</c:v>
                </c:pt>
                <c:pt idx="92">
                  <c:v>3</c:v>
                </c:pt>
                <c:pt idx="93">
                  <c:v>3</c:v>
                </c:pt>
                <c:pt idx="94">
                  <c:v>2</c:v>
                </c:pt>
                <c:pt idx="95">
                  <c:v>5</c:v>
                </c:pt>
                <c:pt idx="96">
                  <c:v>5</c:v>
                </c:pt>
                <c:pt idx="97">
                  <c:v>4</c:v>
                </c:pt>
                <c:pt idx="98">
                  <c:v>5</c:v>
                </c:pt>
                <c:pt idx="99">
                  <c:v>3</c:v>
                </c:pt>
                <c:pt idx="100">
                  <c:v>3</c:v>
                </c:pt>
                <c:pt idx="101">
                  <c:v>4</c:v>
                </c:pt>
                <c:pt idx="102">
                  <c:v>3</c:v>
                </c:pt>
                <c:pt idx="103">
                  <c:v>4</c:v>
                </c:pt>
                <c:pt idx="104">
                  <c:v>2</c:v>
                </c:pt>
                <c:pt idx="105">
                  <c:v>2</c:v>
                </c:pt>
                <c:pt idx="106">
                  <c:v>4</c:v>
                </c:pt>
                <c:pt idx="107">
                  <c:v>2</c:v>
                </c:pt>
                <c:pt idx="108">
                  <c:v>3</c:v>
                </c:pt>
                <c:pt idx="109">
                  <c:v>3</c:v>
                </c:pt>
                <c:pt idx="110">
                  <c:v>4</c:v>
                </c:pt>
                <c:pt idx="111">
                  <c:v>4</c:v>
                </c:pt>
                <c:pt idx="112">
                  <c:v>3</c:v>
                </c:pt>
                <c:pt idx="113">
                  <c:v>4</c:v>
                </c:pt>
                <c:pt idx="114">
                  <c:v>3</c:v>
                </c:pt>
                <c:pt idx="115">
                  <c:v>5</c:v>
                </c:pt>
                <c:pt idx="116">
                  <c:v>4</c:v>
                </c:pt>
                <c:pt idx="117">
                  <c:v>3</c:v>
                </c:pt>
                <c:pt idx="118">
                  <c:v>3</c:v>
                </c:pt>
                <c:pt idx="119">
                  <c:v>2</c:v>
                </c:pt>
                <c:pt idx="120">
                  <c:v>5</c:v>
                </c:pt>
                <c:pt idx="121">
                  <c:v>2</c:v>
                </c:pt>
                <c:pt idx="122">
                  <c:v>3</c:v>
                </c:pt>
                <c:pt idx="123">
                  <c:v>4</c:v>
                </c:pt>
                <c:pt idx="124">
                  <c:v>3</c:v>
                </c:pt>
                <c:pt idx="125">
                  <c:v>3</c:v>
                </c:pt>
                <c:pt idx="126">
                  <c:v>3</c:v>
                </c:pt>
                <c:pt idx="127">
                  <c:v>3</c:v>
                </c:pt>
                <c:pt idx="128">
                  <c:v>5</c:v>
                </c:pt>
                <c:pt idx="129">
                  <c:v>3</c:v>
                </c:pt>
                <c:pt idx="130">
                  <c:v>3</c:v>
                </c:pt>
                <c:pt idx="131">
                  <c:v>4</c:v>
                </c:pt>
                <c:pt idx="132">
                  <c:v>2</c:v>
                </c:pt>
                <c:pt idx="133">
                  <c:v>2</c:v>
                </c:pt>
                <c:pt idx="134">
                  <c:v>4</c:v>
                </c:pt>
                <c:pt idx="135">
                  <c:v>3</c:v>
                </c:pt>
                <c:pt idx="136">
                  <c:v>2</c:v>
                </c:pt>
                <c:pt idx="137">
                  <c:v>3</c:v>
                </c:pt>
                <c:pt idx="138">
                  <c:v>3</c:v>
                </c:pt>
                <c:pt idx="139">
                  <c:v>4</c:v>
                </c:pt>
                <c:pt idx="140">
                  <c:v>4</c:v>
                </c:pt>
                <c:pt idx="141">
                  <c:v>4</c:v>
                </c:pt>
                <c:pt idx="142">
                  <c:v>5</c:v>
                </c:pt>
                <c:pt idx="143">
                  <c:v>4</c:v>
                </c:pt>
                <c:pt idx="144">
                  <c:v>3</c:v>
                </c:pt>
                <c:pt idx="145">
                  <c:v>4</c:v>
                </c:pt>
                <c:pt idx="146">
                  <c:v>3</c:v>
                </c:pt>
                <c:pt idx="147">
                  <c:v>3</c:v>
                </c:pt>
                <c:pt idx="148">
                  <c:v>4</c:v>
                </c:pt>
                <c:pt idx="149">
                  <c:v>2</c:v>
                </c:pt>
                <c:pt idx="150">
                  <c:v>5</c:v>
                </c:pt>
                <c:pt idx="151">
                  <c:v>5</c:v>
                </c:pt>
                <c:pt idx="152">
                  <c:v>3</c:v>
                </c:pt>
                <c:pt idx="153">
                  <c:v>2</c:v>
                </c:pt>
                <c:pt idx="154">
                  <c:v>5</c:v>
                </c:pt>
                <c:pt idx="155">
                  <c:v>5</c:v>
                </c:pt>
                <c:pt idx="156">
                  <c:v>3</c:v>
                </c:pt>
                <c:pt idx="157">
                  <c:v>5</c:v>
                </c:pt>
                <c:pt idx="158">
                  <c:v>4</c:v>
                </c:pt>
                <c:pt idx="159">
                  <c:v>4</c:v>
                </c:pt>
                <c:pt idx="160">
                  <c:v>4</c:v>
                </c:pt>
                <c:pt idx="161">
                  <c:v>2</c:v>
                </c:pt>
                <c:pt idx="162">
                  <c:v>3</c:v>
                </c:pt>
                <c:pt idx="163">
                  <c:v>2</c:v>
                </c:pt>
                <c:pt idx="164">
                  <c:v>3</c:v>
                </c:pt>
                <c:pt idx="165">
                  <c:v>3</c:v>
                </c:pt>
                <c:pt idx="166">
                  <c:v>4</c:v>
                </c:pt>
                <c:pt idx="167">
                  <c:v>4</c:v>
                </c:pt>
                <c:pt idx="168">
                  <c:v>4</c:v>
                </c:pt>
                <c:pt idx="169">
                  <c:v>3</c:v>
                </c:pt>
                <c:pt idx="170">
                  <c:v>2</c:v>
                </c:pt>
                <c:pt idx="171">
                  <c:v>3</c:v>
                </c:pt>
                <c:pt idx="172">
                  <c:v>3</c:v>
                </c:pt>
                <c:pt idx="173">
                  <c:v>4</c:v>
                </c:pt>
                <c:pt idx="174">
                  <c:v>4</c:v>
                </c:pt>
                <c:pt idx="175">
                  <c:v>4</c:v>
                </c:pt>
                <c:pt idx="176">
                  <c:v>2</c:v>
                </c:pt>
                <c:pt idx="177">
                  <c:v>3</c:v>
                </c:pt>
                <c:pt idx="178">
                  <c:v>4</c:v>
                </c:pt>
                <c:pt idx="179">
                  <c:v>4</c:v>
                </c:pt>
                <c:pt idx="180">
                  <c:v>3</c:v>
                </c:pt>
                <c:pt idx="181">
                  <c:v>4</c:v>
                </c:pt>
                <c:pt idx="182">
                  <c:v>3</c:v>
                </c:pt>
                <c:pt idx="183">
                  <c:v>2</c:v>
                </c:pt>
                <c:pt idx="184">
                  <c:v>3</c:v>
                </c:pt>
                <c:pt idx="185">
                  <c:v>3</c:v>
                </c:pt>
                <c:pt idx="186">
                  <c:v>3</c:v>
                </c:pt>
                <c:pt idx="187">
                  <c:v>2</c:v>
                </c:pt>
                <c:pt idx="188">
                  <c:v>3</c:v>
                </c:pt>
                <c:pt idx="189">
                  <c:v>3</c:v>
                </c:pt>
                <c:pt idx="190">
                  <c:v>2</c:v>
                </c:pt>
                <c:pt idx="191">
                  <c:v>3</c:v>
                </c:pt>
                <c:pt idx="192">
                  <c:v>4</c:v>
                </c:pt>
                <c:pt idx="193">
                  <c:v>3</c:v>
                </c:pt>
                <c:pt idx="194">
                  <c:v>4</c:v>
                </c:pt>
                <c:pt idx="195">
                  <c:v>3</c:v>
                </c:pt>
                <c:pt idx="196">
                  <c:v>3</c:v>
                </c:pt>
                <c:pt idx="197">
                  <c:v>2</c:v>
                </c:pt>
                <c:pt idx="198">
                  <c:v>3</c:v>
                </c:pt>
                <c:pt idx="199">
                  <c:v>2</c:v>
                </c:pt>
                <c:pt idx="200">
                  <c:v>3</c:v>
                </c:pt>
                <c:pt idx="201">
                  <c:v>2</c:v>
                </c:pt>
                <c:pt idx="202">
                  <c:v>4</c:v>
                </c:pt>
                <c:pt idx="203">
                  <c:v>3</c:v>
                </c:pt>
                <c:pt idx="204">
                  <c:v>3</c:v>
                </c:pt>
                <c:pt idx="205">
                  <c:v>3</c:v>
                </c:pt>
                <c:pt idx="206">
                  <c:v>4</c:v>
                </c:pt>
                <c:pt idx="207">
                  <c:v>4</c:v>
                </c:pt>
                <c:pt idx="208">
                  <c:v>4</c:v>
                </c:pt>
                <c:pt idx="209">
                  <c:v>2</c:v>
                </c:pt>
                <c:pt idx="210">
                  <c:v>2</c:v>
                </c:pt>
                <c:pt idx="211">
                  <c:v>2</c:v>
                </c:pt>
                <c:pt idx="212">
                  <c:v>3</c:v>
                </c:pt>
                <c:pt idx="213">
                  <c:v>3</c:v>
                </c:pt>
                <c:pt idx="214">
                  <c:v>3</c:v>
                </c:pt>
                <c:pt idx="215">
                  <c:v>4</c:v>
                </c:pt>
                <c:pt idx="216">
                  <c:v>4</c:v>
                </c:pt>
                <c:pt idx="217">
                  <c:v>2</c:v>
                </c:pt>
                <c:pt idx="218">
                  <c:v>4</c:v>
                </c:pt>
                <c:pt idx="219">
                  <c:v>2</c:v>
                </c:pt>
                <c:pt idx="220">
                  <c:v>2</c:v>
                </c:pt>
                <c:pt idx="221">
                  <c:v>3</c:v>
                </c:pt>
                <c:pt idx="222">
                  <c:v>4</c:v>
                </c:pt>
                <c:pt idx="223">
                  <c:v>4</c:v>
                </c:pt>
                <c:pt idx="224">
                  <c:v>2</c:v>
                </c:pt>
                <c:pt idx="225">
                  <c:v>3</c:v>
                </c:pt>
                <c:pt idx="226">
                  <c:v>4</c:v>
                </c:pt>
                <c:pt idx="227">
                  <c:v>2</c:v>
                </c:pt>
                <c:pt idx="228">
                  <c:v>3</c:v>
                </c:pt>
                <c:pt idx="229">
                  <c:v>3</c:v>
                </c:pt>
                <c:pt idx="230">
                  <c:v>4</c:v>
                </c:pt>
                <c:pt idx="231">
                  <c:v>3</c:v>
                </c:pt>
                <c:pt idx="232">
                  <c:v>2</c:v>
                </c:pt>
                <c:pt idx="233">
                  <c:v>3</c:v>
                </c:pt>
                <c:pt idx="234">
                  <c:v>3</c:v>
                </c:pt>
                <c:pt idx="235">
                  <c:v>3</c:v>
                </c:pt>
                <c:pt idx="236">
                  <c:v>4</c:v>
                </c:pt>
                <c:pt idx="237">
                  <c:v>4</c:v>
                </c:pt>
                <c:pt idx="238">
                  <c:v>2</c:v>
                </c:pt>
                <c:pt idx="239">
                  <c:v>2</c:v>
                </c:pt>
                <c:pt idx="240">
                  <c:v>4</c:v>
                </c:pt>
                <c:pt idx="241">
                  <c:v>4</c:v>
                </c:pt>
                <c:pt idx="242">
                  <c:v>2</c:v>
                </c:pt>
                <c:pt idx="243">
                  <c:v>2</c:v>
                </c:pt>
                <c:pt idx="244">
                  <c:v>2</c:v>
                </c:pt>
                <c:pt idx="245">
                  <c:v>3</c:v>
                </c:pt>
                <c:pt idx="246">
                  <c:v>2</c:v>
                </c:pt>
                <c:pt idx="247">
                  <c:v>3</c:v>
                </c:pt>
                <c:pt idx="248">
                  <c:v>2</c:v>
                </c:pt>
                <c:pt idx="249">
                  <c:v>4</c:v>
                </c:pt>
                <c:pt idx="250">
                  <c:v>2</c:v>
                </c:pt>
                <c:pt idx="251">
                  <c:v>4</c:v>
                </c:pt>
                <c:pt idx="252">
                  <c:v>4</c:v>
                </c:pt>
                <c:pt idx="253">
                  <c:v>3</c:v>
                </c:pt>
                <c:pt idx="254">
                  <c:v>4</c:v>
                </c:pt>
                <c:pt idx="255">
                  <c:v>2</c:v>
                </c:pt>
                <c:pt idx="256">
                  <c:v>2</c:v>
                </c:pt>
                <c:pt idx="257">
                  <c:v>2</c:v>
                </c:pt>
                <c:pt idx="258">
                  <c:v>3</c:v>
                </c:pt>
                <c:pt idx="259">
                  <c:v>3</c:v>
                </c:pt>
                <c:pt idx="260">
                  <c:v>4</c:v>
                </c:pt>
                <c:pt idx="261">
                  <c:v>2</c:v>
                </c:pt>
                <c:pt idx="262">
                  <c:v>3</c:v>
                </c:pt>
                <c:pt idx="263">
                  <c:v>3</c:v>
                </c:pt>
                <c:pt idx="264">
                  <c:v>2</c:v>
                </c:pt>
                <c:pt idx="265">
                  <c:v>2</c:v>
                </c:pt>
                <c:pt idx="266">
                  <c:v>4</c:v>
                </c:pt>
                <c:pt idx="267">
                  <c:v>2</c:v>
                </c:pt>
                <c:pt idx="268">
                  <c:v>4</c:v>
                </c:pt>
                <c:pt idx="269">
                  <c:v>4</c:v>
                </c:pt>
                <c:pt idx="270">
                  <c:v>3</c:v>
                </c:pt>
                <c:pt idx="271">
                  <c:v>3</c:v>
                </c:pt>
                <c:pt idx="272">
                  <c:v>3</c:v>
                </c:pt>
                <c:pt idx="273">
                  <c:v>3</c:v>
                </c:pt>
                <c:pt idx="274">
                  <c:v>4</c:v>
                </c:pt>
                <c:pt idx="275">
                  <c:v>2</c:v>
                </c:pt>
                <c:pt idx="276">
                  <c:v>3</c:v>
                </c:pt>
                <c:pt idx="277">
                  <c:v>3</c:v>
                </c:pt>
                <c:pt idx="278">
                  <c:v>3</c:v>
                </c:pt>
                <c:pt idx="279">
                  <c:v>3</c:v>
                </c:pt>
                <c:pt idx="280">
                  <c:v>2</c:v>
                </c:pt>
                <c:pt idx="281">
                  <c:v>3</c:v>
                </c:pt>
                <c:pt idx="282">
                  <c:v>3</c:v>
                </c:pt>
                <c:pt idx="283">
                  <c:v>3</c:v>
                </c:pt>
                <c:pt idx="284">
                  <c:v>2</c:v>
                </c:pt>
                <c:pt idx="285">
                  <c:v>2</c:v>
                </c:pt>
                <c:pt idx="286">
                  <c:v>2</c:v>
                </c:pt>
                <c:pt idx="287">
                  <c:v>3</c:v>
                </c:pt>
                <c:pt idx="288">
                  <c:v>3</c:v>
                </c:pt>
                <c:pt idx="289">
                  <c:v>3</c:v>
                </c:pt>
                <c:pt idx="290">
                  <c:v>3</c:v>
                </c:pt>
                <c:pt idx="291">
                  <c:v>4</c:v>
                </c:pt>
                <c:pt idx="292">
                  <c:v>4</c:v>
                </c:pt>
                <c:pt idx="293">
                  <c:v>4</c:v>
                </c:pt>
                <c:pt idx="294">
                  <c:v>3</c:v>
                </c:pt>
                <c:pt idx="295">
                  <c:v>2</c:v>
                </c:pt>
                <c:pt idx="296">
                  <c:v>4</c:v>
                </c:pt>
                <c:pt idx="297">
                  <c:v>4</c:v>
                </c:pt>
                <c:pt idx="298">
                  <c:v>3</c:v>
                </c:pt>
                <c:pt idx="299">
                  <c:v>3</c:v>
                </c:pt>
                <c:pt idx="300">
                  <c:v>2</c:v>
                </c:pt>
                <c:pt idx="301">
                  <c:v>4</c:v>
                </c:pt>
                <c:pt idx="302">
                  <c:v>3</c:v>
                </c:pt>
                <c:pt idx="303">
                  <c:v>4</c:v>
                </c:pt>
                <c:pt idx="304">
                  <c:v>2</c:v>
                </c:pt>
                <c:pt idx="305">
                  <c:v>4</c:v>
                </c:pt>
                <c:pt idx="306">
                  <c:v>3</c:v>
                </c:pt>
                <c:pt idx="307">
                  <c:v>3</c:v>
                </c:pt>
                <c:pt idx="308">
                  <c:v>4</c:v>
                </c:pt>
                <c:pt idx="309">
                  <c:v>4</c:v>
                </c:pt>
                <c:pt idx="310">
                  <c:v>4</c:v>
                </c:pt>
                <c:pt idx="311">
                  <c:v>3</c:v>
                </c:pt>
                <c:pt idx="312">
                  <c:v>3</c:v>
                </c:pt>
                <c:pt idx="313">
                  <c:v>3</c:v>
                </c:pt>
                <c:pt idx="314">
                  <c:v>4</c:v>
                </c:pt>
                <c:pt idx="315">
                  <c:v>3</c:v>
                </c:pt>
                <c:pt idx="316">
                  <c:v>3</c:v>
                </c:pt>
                <c:pt idx="317">
                  <c:v>3</c:v>
                </c:pt>
                <c:pt idx="318">
                  <c:v>4</c:v>
                </c:pt>
                <c:pt idx="319">
                  <c:v>4</c:v>
                </c:pt>
                <c:pt idx="320">
                  <c:v>4</c:v>
                </c:pt>
                <c:pt idx="321">
                  <c:v>3</c:v>
                </c:pt>
                <c:pt idx="322">
                  <c:v>3</c:v>
                </c:pt>
                <c:pt idx="323">
                  <c:v>2</c:v>
                </c:pt>
                <c:pt idx="324">
                  <c:v>3</c:v>
                </c:pt>
                <c:pt idx="325">
                  <c:v>2</c:v>
                </c:pt>
                <c:pt idx="326">
                  <c:v>4</c:v>
                </c:pt>
                <c:pt idx="327">
                  <c:v>3</c:v>
                </c:pt>
                <c:pt idx="328">
                  <c:v>4</c:v>
                </c:pt>
                <c:pt idx="329">
                  <c:v>3</c:v>
                </c:pt>
                <c:pt idx="330">
                  <c:v>3</c:v>
                </c:pt>
                <c:pt idx="331">
                  <c:v>3</c:v>
                </c:pt>
                <c:pt idx="332">
                  <c:v>3</c:v>
                </c:pt>
                <c:pt idx="333">
                  <c:v>2</c:v>
                </c:pt>
                <c:pt idx="334">
                  <c:v>4</c:v>
                </c:pt>
                <c:pt idx="335">
                  <c:v>3</c:v>
                </c:pt>
                <c:pt idx="336">
                  <c:v>3</c:v>
                </c:pt>
                <c:pt idx="337">
                  <c:v>4</c:v>
                </c:pt>
                <c:pt idx="338">
                  <c:v>4</c:v>
                </c:pt>
                <c:pt idx="339">
                  <c:v>4</c:v>
                </c:pt>
                <c:pt idx="340">
                  <c:v>3</c:v>
                </c:pt>
                <c:pt idx="341">
                  <c:v>2</c:v>
                </c:pt>
                <c:pt idx="342">
                  <c:v>4</c:v>
                </c:pt>
                <c:pt idx="343">
                  <c:v>3</c:v>
                </c:pt>
                <c:pt idx="344">
                  <c:v>2</c:v>
                </c:pt>
                <c:pt idx="345">
                  <c:v>2</c:v>
                </c:pt>
                <c:pt idx="346">
                  <c:v>4</c:v>
                </c:pt>
                <c:pt idx="347">
                  <c:v>3</c:v>
                </c:pt>
                <c:pt idx="348">
                  <c:v>2</c:v>
                </c:pt>
                <c:pt idx="349">
                  <c:v>4</c:v>
                </c:pt>
                <c:pt idx="350">
                  <c:v>3</c:v>
                </c:pt>
                <c:pt idx="351">
                  <c:v>3</c:v>
                </c:pt>
                <c:pt idx="352">
                  <c:v>3</c:v>
                </c:pt>
                <c:pt idx="353">
                  <c:v>3</c:v>
                </c:pt>
                <c:pt idx="354">
                  <c:v>3</c:v>
                </c:pt>
                <c:pt idx="355">
                  <c:v>3</c:v>
                </c:pt>
                <c:pt idx="356">
                  <c:v>2</c:v>
                </c:pt>
                <c:pt idx="357">
                  <c:v>4</c:v>
                </c:pt>
                <c:pt idx="358">
                  <c:v>4</c:v>
                </c:pt>
                <c:pt idx="359">
                  <c:v>4</c:v>
                </c:pt>
                <c:pt idx="360">
                  <c:v>4</c:v>
                </c:pt>
                <c:pt idx="361">
                  <c:v>3</c:v>
                </c:pt>
                <c:pt idx="362">
                  <c:v>3</c:v>
                </c:pt>
                <c:pt idx="363">
                  <c:v>3</c:v>
                </c:pt>
                <c:pt idx="364">
                  <c:v>3</c:v>
                </c:pt>
                <c:pt idx="365">
                  <c:v>4</c:v>
                </c:pt>
                <c:pt idx="366">
                  <c:v>3</c:v>
                </c:pt>
                <c:pt idx="367">
                  <c:v>4</c:v>
                </c:pt>
                <c:pt idx="368">
                  <c:v>3</c:v>
                </c:pt>
                <c:pt idx="369">
                  <c:v>2</c:v>
                </c:pt>
                <c:pt idx="370">
                  <c:v>4</c:v>
                </c:pt>
                <c:pt idx="371">
                  <c:v>3</c:v>
                </c:pt>
                <c:pt idx="372">
                  <c:v>3</c:v>
                </c:pt>
                <c:pt idx="373">
                  <c:v>2</c:v>
                </c:pt>
                <c:pt idx="374">
                  <c:v>4</c:v>
                </c:pt>
                <c:pt idx="375">
                  <c:v>2</c:v>
                </c:pt>
                <c:pt idx="376">
                  <c:v>3</c:v>
                </c:pt>
                <c:pt idx="377">
                  <c:v>2</c:v>
                </c:pt>
                <c:pt idx="378">
                  <c:v>3</c:v>
                </c:pt>
                <c:pt idx="379">
                  <c:v>2</c:v>
                </c:pt>
                <c:pt idx="380">
                  <c:v>3</c:v>
                </c:pt>
                <c:pt idx="381">
                  <c:v>3</c:v>
                </c:pt>
                <c:pt idx="382">
                  <c:v>2</c:v>
                </c:pt>
                <c:pt idx="383">
                  <c:v>4</c:v>
                </c:pt>
                <c:pt idx="384">
                  <c:v>3</c:v>
                </c:pt>
                <c:pt idx="385">
                  <c:v>3</c:v>
                </c:pt>
                <c:pt idx="386">
                  <c:v>2</c:v>
                </c:pt>
                <c:pt idx="387">
                  <c:v>3</c:v>
                </c:pt>
                <c:pt idx="388">
                  <c:v>4</c:v>
                </c:pt>
                <c:pt idx="389">
                  <c:v>3</c:v>
                </c:pt>
                <c:pt idx="390">
                  <c:v>3</c:v>
                </c:pt>
                <c:pt idx="391">
                  <c:v>3</c:v>
                </c:pt>
                <c:pt idx="392">
                  <c:v>3</c:v>
                </c:pt>
                <c:pt idx="393">
                  <c:v>3</c:v>
                </c:pt>
                <c:pt idx="394">
                  <c:v>2</c:v>
                </c:pt>
                <c:pt idx="395">
                  <c:v>3</c:v>
                </c:pt>
                <c:pt idx="396">
                  <c:v>4</c:v>
                </c:pt>
                <c:pt idx="397">
                  <c:v>3</c:v>
                </c:pt>
                <c:pt idx="398">
                  <c:v>2</c:v>
                </c:pt>
                <c:pt idx="399">
                  <c:v>2</c:v>
                </c:pt>
                <c:pt idx="400">
                  <c:v>5</c:v>
                </c:pt>
                <c:pt idx="401">
                  <c:v>4</c:v>
                </c:pt>
                <c:pt idx="402">
                  <c:v>5</c:v>
                </c:pt>
                <c:pt idx="403">
                  <c:v>4</c:v>
                </c:pt>
                <c:pt idx="404">
                  <c:v>4</c:v>
                </c:pt>
                <c:pt idx="405">
                  <c:v>2</c:v>
                </c:pt>
                <c:pt idx="406">
                  <c:v>4</c:v>
                </c:pt>
                <c:pt idx="407">
                  <c:v>4</c:v>
                </c:pt>
                <c:pt idx="408">
                  <c:v>5</c:v>
                </c:pt>
                <c:pt idx="409">
                  <c:v>5</c:v>
                </c:pt>
                <c:pt idx="410">
                  <c:v>5</c:v>
                </c:pt>
                <c:pt idx="411">
                  <c:v>4</c:v>
                </c:pt>
                <c:pt idx="412">
                  <c:v>3</c:v>
                </c:pt>
                <c:pt idx="413">
                  <c:v>3</c:v>
                </c:pt>
                <c:pt idx="414">
                  <c:v>4</c:v>
                </c:pt>
                <c:pt idx="415">
                  <c:v>4</c:v>
                </c:pt>
                <c:pt idx="416">
                  <c:v>5</c:v>
                </c:pt>
                <c:pt idx="417">
                  <c:v>4</c:v>
                </c:pt>
                <c:pt idx="418">
                  <c:v>5</c:v>
                </c:pt>
                <c:pt idx="419">
                  <c:v>2</c:v>
                </c:pt>
                <c:pt idx="420">
                  <c:v>4</c:v>
                </c:pt>
                <c:pt idx="421">
                  <c:v>4</c:v>
                </c:pt>
                <c:pt idx="422">
                  <c:v>5</c:v>
                </c:pt>
                <c:pt idx="423">
                  <c:v>5</c:v>
                </c:pt>
                <c:pt idx="424">
                  <c:v>4</c:v>
                </c:pt>
                <c:pt idx="425">
                  <c:v>4</c:v>
                </c:pt>
                <c:pt idx="426">
                  <c:v>4</c:v>
                </c:pt>
                <c:pt idx="427">
                  <c:v>2</c:v>
                </c:pt>
                <c:pt idx="428">
                  <c:v>2</c:v>
                </c:pt>
                <c:pt idx="429">
                  <c:v>4</c:v>
                </c:pt>
                <c:pt idx="430">
                  <c:v>3</c:v>
                </c:pt>
                <c:pt idx="431">
                  <c:v>5</c:v>
                </c:pt>
                <c:pt idx="432">
                  <c:v>5</c:v>
                </c:pt>
                <c:pt idx="433">
                  <c:v>4</c:v>
                </c:pt>
                <c:pt idx="434">
                  <c:v>4</c:v>
                </c:pt>
                <c:pt idx="435">
                  <c:v>5</c:v>
                </c:pt>
                <c:pt idx="436">
                  <c:v>2</c:v>
                </c:pt>
                <c:pt idx="437">
                  <c:v>4</c:v>
                </c:pt>
                <c:pt idx="438">
                  <c:v>3</c:v>
                </c:pt>
                <c:pt idx="439">
                  <c:v>4</c:v>
                </c:pt>
                <c:pt idx="440">
                  <c:v>3</c:v>
                </c:pt>
                <c:pt idx="441">
                  <c:v>5</c:v>
                </c:pt>
                <c:pt idx="442">
                  <c:v>2</c:v>
                </c:pt>
                <c:pt idx="443">
                  <c:v>4</c:v>
                </c:pt>
                <c:pt idx="444">
                  <c:v>5</c:v>
                </c:pt>
                <c:pt idx="445">
                  <c:v>2</c:v>
                </c:pt>
                <c:pt idx="446">
                  <c:v>4</c:v>
                </c:pt>
                <c:pt idx="447">
                  <c:v>3</c:v>
                </c:pt>
                <c:pt idx="448">
                  <c:v>3</c:v>
                </c:pt>
                <c:pt idx="449">
                  <c:v>4</c:v>
                </c:pt>
                <c:pt idx="450">
                  <c:v>3</c:v>
                </c:pt>
                <c:pt idx="451">
                  <c:v>3</c:v>
                </c:pt>
                <c:pt idx="452">
                  <c:v>3</c:v>
                </c:pt>
                <c:pt idx="453">
                  <c:v>2</c:v>
                </c:pt>
                <c:pt idx="454">
                  <c:v>2</c:v>
                </c:pt>
                <c:pt idx="455">
                  <c:v>5</c:v>
                </c:pt>
                <c:pt idx="456">
                  <c:v>5</c:v>
                </c:pt>
                <c:pt idx="457">
                  <c:v>4</c:v>
                </c:pt>
                <c:pt idx="458">
                  <c:v>3</c:v>
                </c:pt>
                <c:pt idx="459">
                  <c:v>4</c:v>
                </c:pt>
                <c:pt idx="460">
                  <c:v>4</c:v>
                </c:pt>
                <c:pt idx="461">
                  <c:v>3</c:v>
                </c:pt>
                <c:pt idx="462">
                  <c:v>3</c:v>
                </c:pt>
                <c:pt idx="463">
                  <c:v>5</c:v>
                </c:pt>
                <c:pt idx="464">
                  <c:v>3</c:v>
                </c:pt>
                <c:pt idx="465">
                  <c:v>2</c:v>
                </c:pt>
                <c:pt idx="466">
                  <c:v>3</c:v>
                </c:pt>
                <c:pt idx="467">
                  <c:v>4</c:v>
                </c:pt>
                <c:pt idx="468">
                  <c:v>4</c:v>
                </c:pt>
                <c:pt idx="469">
                  <c:v>2</c:v>
                </c:pt>
                <c:pt idx="470">
                  <c:v>2</c:v>
                </c:pt>
                <c:pt idx="471">
                  <c:v>5</c:v>
                </c:pt>
                <c:pt idx="472">
                  <c:v>4</c:v>
                </c:pt>
                <c:pt idx="473">
                  <c:v>4</c:v>
                </c:pt>
                <c:pt idx="474">
                  <c:v>4</c:v>
                </c:pt>
                <c:pt idx="475">
                  <c:v>4</c:v>
                </c:pt>
                <c:pt idx="476">
                  <c:v>3</c:v>
                </c:pt>
                <c:pt idx="477">
                  <c:v>5</c:v>
                </c:pt>
                <c:pt idx="478">
                  <c:v>3</c:v>
                </c:pt>
                <c:pt idx="479">
                  <c:v>4</c:v>
                </c:pt>
                <c:pt idx="480">
                  <c:v>4</c:v>
                </c:pt>
                <c:pt idx="481">
                  <c:v>2</c:v>
                </c:pt>
                <c:pt idx="482">
                  <c:v>3</c:v>
                </c:pt>
                <c:pt idx="483">
                  <c:v>3</c:v>
                </c:pt>
                <c:pt idx="484">
                  <c:v>4</c:v>
                </c:pt>
                <c:pt idx="485">
                  <c:v>4</c:v>
                </c:pt>
                <c:pt idx="486">
                  <c:v>4</c:v>
                </c:pt>
                <c:pt idx="487">
                  <c:v>2</c:v>
                </c:pt>
                <c:pt idx="488">
                  <c:v>4</c:v>
                </c:pt>
                <c:pt idx="489">
                  <c:v>4</c:v>
                </c:pt>
                <c:pt idx="490">
                  <c:v>4</c:v>
                </c:pt>
                <c:pt idx="491">
                  <c:v>4</c:v>
                </c:pt>
                <c:pt idx="492">
                  <c:v>4</c:v>
                </c:pt>
                <c:pt idx="493">
                  <c:v>4</c:v>
                </c:pt>
                <c:pt idx="494">
                  <c:v>5</c:v>
                </c:pt>
                <c:pt idx="495">
                  <c:v>5</c:v>
                </c:pt>
                <c:pt idx="496">
                  <c:v>2</c:v>
                </c:pt>
                <c:pt idx="497">
                  <c:v>5</c:v>
                </c:pt>
                <c:pt idx="498">
                  <c:v>4</c:v>
                </c:pt>
                <c:pt idx="499">
                  <c:v>4</c:v>
                </c:pt>
                <c:pt idx="500">
                  <c:v>4</c:v>
                </c:pt>
                <c:pt idx="501">
                  <c:v>3</c:v>
                </c:pt>
                <c:pt idx="502">
                  <c:v>4</c:v>
                </c:pt>
                <c:pt idx="503">
                  <c:v>4</c:v>
                </c:pt>
                <c:pt idx="504">
                  <c:v>4</c:v>
                </c:pt>
                <c:pt idx="505">
                  <c:v>5</c:v>
                </c:pt>
                <c:pt idx="506">
                  <c:v>2</c:v>
                </c:pt>
                <c:pt idx="507">
                  <c:v>5</c:v>
                </c:pt>
                <c:pt idx="508">
                  <c:v>2</c:v>
                </c:pt>
                <c:pt idx="509">
                  <c:v>5</c:v>
                </c:pt>
                <c:pt idx="510">
                  <c:v>3</c:v>
                </c:pt>
                <c:pt idx="511">
                  <c:v>3</c:v>
                </c:pt>
                <c:pt idx="512">
                  <c:v>4</c:v>
                </c:pt>
                <c:pt idx="513">
                  <c:v>4</c:v>
                </c:pt>
                <c:pt idx="514">
                  <c:v>3</c:v>
                </c:pt>
                <c:pt idx="515">
                  <c:v>2</c:v>
                </c:pt>
                <c:pt idx="516">
                  <c:v>4</c:v>
                </c:pt>
                <c:pt idx="517">
                  <c:v>4</c:v>
                </c:pt>
                <c:pt idx="518">
                  <c:v>5</c:v>
                </c:pt>
                <c:pt idx="519">
                  <c:v>2</c:v>
                </c:pt>
                <c:pt idx="520">
                  <c:v>4</c:v>
                </c:pt>
                <c:pt idx="521">
                  <c:v>4</c:v>
                </c:pt>
                <c:pt idx="522">
                  <c:v>5</c:v>
                </c:pt>
                <c:pt idx="523">
                  <c:v>3</c:v>
                </c:pt>
                <c:pt idx="524">
                  <c:v>4</c:v>
                </c:pt>
                <c:pt idx="525">
                  <c:v>3</c:v>
                </c:pt>
                <c:pt idx="526">
                  <c:v>4</c:v>
                </c:pt>
                <c:pt idx="527">
                  <c:v>4</c:v>
                </c:pt>
                <c:pt idx="528">
                  <c:v>3</c:v>
                </c:pt>
                <c:pt idx="529">
                  <c:v>4</c:v>
                </c:pt>
                <c:pt idx="530">
                  <c:v>4</c:v>
                </c:pt>
                <c:pt idx="531">
                  <c:v>5</c:v>
                </c:pt>
                <c:pt idx="532">
                  <c:v>3</c:v>
                </c:pt>
                <c:pt idx="533">
                  <c:v>4</c:v>
                </c:pt>
                <c:pt idx="534">
                  <c:v>3</c:v>
                </c:pt>
                <c:pt idx="535">
                  <c:v>5</c:v>
                </c:pt>
                <c:pt idx="536">
                  <c:v>5</c:v>
                </c:pt>
                <c:pt idx="537">
                  <c:v>5</c:v>
                </c:pt>
                <c:pt idx="538">
                  <c:v>4</c:v>
                </c:pt>
                <c:pt idx="539">
                  <c:v>4</c:v>
                </c:pt>
                <c:pt idx="540">
                  <c:v>5</c:v>
                </c:pt>
                <c:pt idx="541">
                  <c:v>3</c:v>
                </c:pt>
                <c:pt idx="542">
                  <c:v>4</c:v>
                </c:pt>
                <c:pt idx="543">
                  <c:v>3</c:v>
                </c:pt>
                <c:pt idx="544">
                  <c:v>5</c:v>
                </c:pt>
                <c:pt idx="545">
                  <c:v>3</c:v>
                </c:pt>
                <c:pt idx="546">
                  <c:v>4</c:v>
                </c:pt>
                <c:pt idx="547">
                  <c:v>4</c:v>
                </c:pt>
                <c:pt idx="548">
                  <c:v>3</c:v>
                </c:pt>
                <c:pt idx="549">
                  <c:v>2</c:v>
                </c:pt>
                <c:pt idx="550">
                  <c:v>2</c:v>
                </c:pt>
                <c:pt idx="551">
                  <c:v>5</c:v>
                </c:pt>
                <c:pt idx="552">
                  <c:v>2</c:v>
                </c:pt>
                <c:pt idx="553">
                  <c:v>5</c:v>
                </c:pt>
                <c:pt idx="554">
                  <c:v>3</c:v>
                </c:pt>
                <c:pt idx="555">
                  <c:v>4</c:v>
                </c:pt>
                <c:pt idx="556">
                  <c:v>3</c:v>
                </c:pt>
                <c:pt idx="557">
                  <c:v>3</c:v>
                </c:pt>
                <c:pt idx="558">
                  <c:v>4</c:v>
                </c:pt>
                <c:pt idx="559">
                  <c:v>3</c:v>
                </c:pt>
                <c:pt idx="560">
                  <c:v>5</c:v>
                </c:pt>
                <c:pt idx="561">
                  <c:v>3</c:v>
                </c:pt>
                <c:pt idx="562">
                  <c:v>3</c:v>
                </c:pt>
                <c:pt idx="563">
                  <c:v>3</c:v>
                </c:pt>
                <c:pt idx="564">
                  <c:v>3</c:v>
                </c:pt>
                <c:pt idx="565">
                  <c:v>4</c:v>
                </c:pt>
                <c:pt idx="566">
                  <c:v>4</c:v>
                </c:pt>
                <c:pt idx="567">
                  <c:v>3</c:v>
                </c:pt>
                <c:pt idx="568">
                  <c:v>5</c:v>
                </c:pt>
                <c:pt idx="569">
                  <c:v>5</c:v>
                </c:pt>
                <c:pt idx="570">
                  <c:v>2</c:v>
                </c:pt>
                <c:pt idx="571">
                  <c:v>5</c:v>
                </c:pt>
                <c:pt idx="572">
                  <c:v>4</c:v>
                </c:pt>
                <c:pt idx="573">
                  <c:v>4</c:v>
                </c:pt>
                <c:pt idx="574">
                  <c:v>3</c:v>
                </c:pt>
                <c:pt idx="575">
                  <c:v>2</c:v>
                </c:pt>
                <c:pt idx="576">
                  <c:v>4</c:v>
                </c:pt>
                <c:pt idx="577">
                  <c:v>2</c:v>
                </c:pt>
                <c:pt idx="578">
                  <c:v>5</c:v>
                </c:pt>
                <c:pt idx="579">
                  <c:v>2</c:v>
                </c:pt>
                <c:pt idx="580">
                  <c:v>2</c:v>
                </c:pt>
                <c:pt idx="581">
                  <c:v>5</c:v>
                </c:pt>
                <c:pt idx="582">
                  <c:v>3</c:v>
                </c:pt>
                <c:pt idx="583">
                  <c:v>4</c:v>
                </c:pt>
                <c:pt idx="584">
                  <c:v>2</c:v>
                </c:pt>
                <c:pt idx="585">
                  <c:v>2</c:v>
                </c:pt>
                <c:pt idx="586">
                  <c:v>3</c:v>
                </c:pt>
                <c:pt idx="587">
                  <c:v>3</c:v>
                </c:pt>
                <c:pt idx="588">
                  <c:v>4</c:v>
                </c:pt>
                <c:pt idx="589">
                  <c:v>2</c:v>
                </c:pt>
                <c:pt idx="590">
                  <c:v>3</c:v>
                </c:pt>
                <c:pt idx="591">
                  <c:v>4</c:v>
                </c:pt>
                <c:pt idx="592">
                  <c:v>2</c:v>
                </c:pt>
                <c:pt idx="593">
                  <c:v>4</c:v>
                </c:pt>
                <c:pt idx="594">
                  <c:v>3</c:v>
                </c:pt>
                <c:pt idx="595">
                  <c:v>4</c:v>
                </c:pt>
                <c:pt idx="596">
                  <c:v>4</c:v>
                </c:pt>
                <c:pt idx="597">
                  <c:v>3</c:v>
                </c:pt>
                <c:pt idx="598">
                  <c:v>3</c:v>
                </c:pt>
                <c:pt idx="599">
                  <c:v>5</c:v>
                </c:pt>
                <c:pt idx="600">
                  <c:v>2</c:v>
                </c:pt>
                <c:pt idx="601">
                  <c:v>4</c:v>
                </c:pt>
                <c:pt idx="602">
                  <c:v>2</c:v>
                </c:pt>
                <c:pt idx="603">
                  <c:v>3</c:v>
                </c:pt>
                <c:pt idx="604">
                  <c:v>3</c:v>
                </c:pt>
                <c:pt idx="605">
                  <c:v>2</c:v>
                </c:pt>
                <c:pt idx="606">
                  <c:v>4</c:v>
                </c:pt>
                <c:pt idx="607">
                  <c:v>3</c:v>
                </c:pt>
                <c:pt idx="608">
                  <c:v>5</c:v>
                </c:pt>
                <c:pt idx="609">
                  <c:v>5</c:v>
                </c:pt>
                <c:pt idx="610">
                  <c:v>4</c:v>
                </c:pt>
                <c:pt idx="611">
                  <c:v>2</c:v>
                </c:pt>
                <c:pt idx="612">
                  <c:v>2</c:v>
                </c:pt>
                <c:pt idx="613">
                  <c:v>4</c:v>
                </c:pt>
                <c:pt idx="614">
                  <c:v>4</c:v>
                </c:pt>
                <c:pt idx="615">
                  <c:v>2</c:v>
                </c:pt>
                <c:pt idx="616">
                  <c:v>4</c:v>
                </c:pt>
                <c:pt idx="617">
                  <c:v>5</c:v>
                </c:pt>
                <c:pt idx="618">
                  <c:v>4</c:v>
                </c:pt>
                <c:pt idx="619">
                  <c:v>4</c:v>
                </c:pt>
                <c:pt idx="620">
                  <c:v>3</c:v>
                </c:pt>
                <c:pt idx="621">
                  <c:v>4</c:v>
                </c:pt>
                <c:pt idx="622">
                  <c:v>3</c:v>
                </c:pt>
                <c:pt idx="623">
                  <c:v>4</c:v>
                </c:pt>
                <c:pt idx="624">
                  <c:v>3</c:v>
                </c:pt>
                <c:pt idx="625">
                  <c:v>4</c:v>
                </c:pt>
                <c:pt idx="626">
                  <c:v>3</c:v>
                </c:pt>
                <c:pt idx="627">
                  <c:v>5</c:v>
                </c:pt>
                <c:pt idx="628">
                  <c:v>2</c:v>
                </c:pt>
                <c:pt idx="629">
                  <c:v>5</c:v>
                </c:pt>
                <c:pt idx="630">
                  <c:v>3</c:v>
                </c:pt>
                <c:pt idx="631">
                  <c:v>3</c:v>
                </c:pt>
                <c:pt idx="632">
                  <c:v>3</c:v>
                </c:pt>
                <c:pt idx="633">
                  <c:v>4</c:v>
                </c:pt>
                <c:pt idx="634">
                  <c:v>5</c:v>
                </c:pt>
                <c:pt idx="635">
                  <c:v>4</c:v>
                </c:pt>
                <c:pt idx="636">
                  <c:v>5</c:v>
                </c:pt>
                <c:pt idx="637">
                  <c:v>2</c:v>
                </c:pt>
                <c:pt idx="638">
                  <c:v>2</c:v>
                </c:pt>
                <c:pt idx="639">
                  <c:v>3</c:v>
                </c:pt>
                <c:pt idx="640">
                  <c:v>3</c:v>
                </c:pt>
                <c:pt idx="641">
                  <c:v>2</c:v>
                </c:pt>
                <c:pt idx="642">
                  <c:v>3</c:v>
                </c:pt>
                <c:pt idx="643">
                  <c:v>4</c:v>
                </c:pt>
                <c:pt idx="644">
                  <c:v>2</c:v>
                </c:pt>
                <c:pt idx="645">
                  <c:v>2</c:v>
                </c:pt>
                <c:pt idx="646">
                  <c:v>4</c:v>
                </c:pt>
                <c:pt idx="647">
                  <c:v>4</c:v>
                </c:pt>
                <c:pt idx="648">
                  <c:v>4</c:v>
                </c:pt>
                <c:pt idx="649">
                  <c:v>4</c:v>
                </c:pt>
                <c:pt idx="650">
                  <c:v>3</c:v>
                </c:pt>
                <c:pt idx="651">
                  <c:v>4</c:v>
                </c:pt>
                <c:pt idx="652">
                  <c:v>5</c:v>
                </c:pt>
                <c:pt idx="653">
                  <c:v>3</c:v>
                </c:pt>
                <c:pt idx="654">
                  <c:v>3</c:v>
                </c:pt>
                <c:pt idx="655">
                  <c:v>5</c:v>
                </c:pt>
                <c:pt idx="656">
                  <c:v>5</c:v>
                </c:pt>
                <c:pt idx="657">
                  <c:v>4</c:v>
                </c:pt>
                <c:pt idx="658">
                  <c:v>4</c:v>
                </c:pt>
                <c:pt idx="659">
                  <c:v>2</c:v>
                </c:pt>
                <c:pt idx="660">
                  <c:v>4</c:v>
                </c:pt>
                <c:pt idx="661">
                  <c:v>4</c:v>
                </c:pt>
                <c:pt idx="662">
                  <c:v>3</c:v>
                </c:pt>
                <c:pt idx="663">
                  <c:v>3</c:v>
                </c:pt>
                <c:pt idx="664">
                  <c:v>3</c:v>
                </c:pt>
                <c:pt idx="665">
                  <c:v>5</c:v>
                </c:pt>
                <c:pt idx="666">
                  <c:v>3</c:v>
                </c:pt>
                <c:pt idx="667">
                  <c:v>3</c:v>
                </c:pt>
                <c:pt idx="668">
                  <c:v>5</c:v>
                </c:pt>
                <c:pt idx="669">
                  <c:v>4</c:v>
                </c:pt>
                <c:pt idx="670">
                  <c:v>4</c:v>
                </c:pt>
                <c:pt idx="671">
                  <c:v>5</c:v>
                </c:pt>
                <c:pt idx="672">
                  <c:v>3</c:v>
                </c:pt>
                <c:pt idx="673">
                  <c:v>5</c:v>
                </c:pt>
                <c:pt idx="674">
                  <c:v>3</c:v>
                </c:pt>
                <c:pt idx="675">
                  <c:v>4</c:v>
                </c:pt>
                <c:pt idx="676">
                  <c:v>3</c:v>
                </c:pt>
                <c:pt idx="677">
                  <c:v>3</c:v>
                </c:pt>
                <c:pt idx="678">
                  <c:v>3</c:v>
                </c:pt>
                <c:pt idx="679">
                  <c:v>4</c:v>
                </c:pt>
                <c:pt idx="680">
                  <c:v>2</c:v>
                </c:pt>
                <c:pt idx="681">
                  <c:v>5</c:v>
                </c:pt>
                <c:pt idx="682">
                  <c:v>4</c:v>
                </c:pt>
                <c:pt idx="683">
                  <c:v>5</c:v>
                </c:pt>
                <c:pt idx="684">
                  <c:v>3</c:v>
                </c:pt>
                <c:pt idx="685">
                  <c:v>3</c:v>
                </c:pt>
                <c:pt idx="686">
                  <c:v>4</c:v>
                </c:pt>
                <c:pt idx="687">
                  <c:v>4</c:v>
                </c:pt>
                <c:pt idx="688">
                  <c:v>4</c:v>
                </c:pt>
                <c:pt idx="689">
                  <c:v>3</c:v>
                </c:pt>
                <c:pt idx="690">
                  <c:v>4</c:v>
                </c:pt>
                <c:pt idx="691">
                  <c:v>3</c:v>
                </c:pt>
                <c:pt idx="692">
                  <c:v>4</c:v>
                </c:pt>
                <c:pt idx="693">
                  <c:v>4</c:v>
                </c:pt>
                <c:pt idx="694">
                  <c:v>2</c:v>
                </c:pt>
                <c:pt idx="695">
                  <c:v>4</c:v>
                </c:pt>
                <c:pt idx="696">
                  <c:v>4</c:v>
                </c:pt>
                <c:pt idx="697">
                  <c:v>2</c:v>
                </c:pt>
                <c:pt idx="698">
                  <c:v>5</c:v>
                </c:pt>
                <c:pt idx="699">
                  <c:v>3</c:v>
                </c:pt>
                <c:pt idx="700">
                  <c:v>2</c:v>
                </c:pt>
                <c:pt idx="701">
                  <c:v>4</c:v>
                </c:pt>
                <c:pt idx="702">
                  <c:v>3</c:v>
                </c:pt>
                <c:pt idx="703">
                  <c:v>3</c:v>
                </c:pt>
                <c:pt idx="704">
                  <c:v>5</c:v>
                </c:pt>
                <c:pt idx="705">
                  <c:v>2</c:v>
                </c:pt>
                <c:pt idx="706">
                  <c:v>4</c:v>
                </c:pt>
                <c:pt idx="707">
                  <c:v>4</c:v>
                </c:pt>
                <c:pt idx="708">
                  <c:v>4</c:v>
                </c:pt>
                <c:pt idx="709">
                  <c:v>2</c:v>
                </c:pt>
                <c:pt idx="710">
                  <c:v>2</c:v>
                </c:pt>
                <c:pt idx="711">
                  <c:v>4</c:v>
                </c:pt>
                <c:pt idx="712">
                  <c:v>3</c:v>
                </c:pt>
                <c:pt idx="713">
                  <c:v>4</c:v>
                </c:pt>
                <c:pt idx="714">
                  <c:v>3</c:v>
                </c:pt>
                <c:pt idx="715">
                  <c:v>5</c:v>
                </c:pt>
                <c:pt idx="716">
                  <c:v>5</c:v>
                </c:pt>
                <c:pt idx="717">
                  <c:v>3</c:v>
                </c:pt>
                <c:pt idx="718">
                  <c:v>3</c:v>
                </c:pt>
                <c:pt idx="719">
                  <c:v>4</c:v>
                </c:pt>
                <c:pt idx="720">
                  <c:v>3</c:v>
                </c:pt>
                <c:pt idx="721">
                  <c:v>3</c:v>
                </c:pt>
                <c:pt idx="722">
                  <c:v>3</c:v>
                </c:pt>
                <c:pt idx="723">
                  <c:v>4</c:v>
                </c:pt>
                <c:pt idx="724">
                  <c:v>2</c:v>
                </c:pt>
                <c:pt idx="725">
                  <c:v>3</c:v>
                </c:pt>
                <c:pt idx="726">
                  <c:v>3</c:v>
                </c:pt>
                <c:pt idx="727">
                  <c:v>3</c:v>
                </c:pt>
                <c:pt idx="728">
                  <c:v>2</c:v>
                </c:pt>
                <c:pt idx="729">
                  <c:v>3</c:v>
                </c:pt>
                <c:pt idx="730">
                  <c:v>2</c:v>
                </c:pt>
                <c:pt idx="731">
                  <c:v>4</c:v>
                </c:pt>
                <c:pt idx="732">
                  <c:v>4</c:v>
                </c:pt>
                <c:pt idx="733">
                  <c:v>2</c:v>
                </c:pt>
                <c:pt idx="734">
                  <c:v>3</c:v>
                </c:pt>
                <c:pt idx="735">
                  <c:v>5</c:v>
                </c:pt>
                <c:pt idx="736">
                  <c:v>3</c:v>
                </c:pt>
                <c:pt idx="737">
                  <c:v>3</c:v>
                </c:pt>
                <c:pt idx="738">
                  <c:v>3</c:v>
                </c:pt>
                <c:pt idx="739">
                  <c:v>3</c:v>
                </c:pt>
                <c:pt idx="740">
                  <c:v>2</c:v>
                </c:pt>
                <c:pt idx="741">
                  <c:v>2</c:v>
                </c:pt>
                <c:pt idx="742">
                  <c:v>4</c:v>
                </c:pt>
                <c:pt idx="743">
                  <c:v>4</c:v>
                </c:pt>
                <c:pt idx="744">
                  <c:v>4</c:v>
                </c:pt>
                <c:pt idx="745">
                  <c:v>2</c:v>
                </c:pt>
                <c:pt idx="746">
                  <c:v>4</c:v>
                </c:pt>
                <c:pt idx="747">
                  <c:v>3</c:v>
                </c:pt>
                <c:pt idx="748">
                  <c:v>4</c:v>
                </c:pt>
                <c:pt idx="749">
                  <c:v>3</c:v>
                </c:pt>
                <c:pt idx="750">
                  <c:v>3</c:v>
                </c:pt>
                <c:pt idx="751">
                  <c:v>2</c:v>
                </c:pt>
                <c:pt idx="752">
                  <c:v>3</c:v>
                </c:pt>
                <c:pt idx="753">
                  <c:v>3</c:v>
                </c:pt>
                <c:pt idx="754">
                  <c:v>2</c:v>
                </c:pt>
                <c:pt idx="755">
                  <c:v>3</c:v>
                </c:pt>
                <c:pt idx="756">
                  <c:v>4</c:v>
                </c:pt>
                <c:pt idx="757">
                  <c:v>4</c:v>
                </c:pt>
                <c:pt idx="758">
                  <c:v>5</c:v>
                </c:pt>
                <c:pt idx="759">
                  <c:v>3</c:v>
                </c:pt>
                <c:pt idx="760">
                  <c:v>2</c:v>
                </c:pt>
                <c:pt idx="761">
                  <c:v>2</c:v>
                </c:pt>
                <c:pt idx="762">
                  <c:v>3</c:v>
                </c:pt>
                <c:pt idx="763">
                  <c:v>3</c:v>
                </c:pt>
                <c:pt idx="764">
                  <c:v>2</c:v>
                </c:pt>
                <c:pt idx="765">
                  <c:v>3</c:v>
                </c:pt>
                <c:pt idx="766">
                  <c:v>2</c:v>
                </c:pt>
                <c:pt idx="767">
                  <c:v>4</c:v>
                </c:pt>
                <c:pt idx="768">
                  <c:v>3</c:v>
                </c:pt>
                <c:pt idx="769">
                  <c:v>3</c:v>
                </c:pt>
                <c:pt idx="770">
                  <c:v>3</c:v>
                </c:pt>
                <c:pt idx="771">
                  <c:v>2</c:v>
                </c:pt>
                <c:pt idx="772">
                  <c:v>4</c:v>
                </c:pt>
                <c:pt idx="773">
                  <c:v>3</c:v>
                </c:pt>
                <c:pt idx="774">
                  <c:v>4</c:v>
                </c:pt>
                <c:pt idx="775">
                  <c:v>5</c:v>
                </c:pt>
                <c:pt idx="776">
                  <c:v>2</c:v>
                </c:pt>
                <c:pt idx="777">
                  <c:v>2</c:v>
                </c:pt>
                <c:pt idx="778">
                  <c:v>4</c:v>
                </c:pt>
                <c:pt idx="779">
                  <c:v>3</c:v>
                </c:pt>
                <c:pt idx="780">
                  <c:v>3</c:v>
                </c:pt>
                <c:pt idx="781">
                  <c:v>2</c:v>
                </c:pt>
                <c:pt idx="782">
                  <c:v>4</c:v>
                </c:pt>
                <c:pt idx="783">
                  <c:v>3</c:v>
                </c:pt>
                <c:pt idx="784">
                  <c:v>3</c:v>
                </c:pt>
                <c:pt idx="785">
                  <c:v>4</c:v>
                </c:pt>
                <c:pt idx="786">
                  <c:v>3</c:v>
                </c:pt>
                <c:pt idx="787">
                  <c:v>4</c:v>
                </c:pt>
                <c:pt idx="788">
                  <c:v>3</c:v>
                </c:pt>
                <c:pt idx="789">
                  <c:v>5</c:v>
                </c:pt>
                <c:pt idx="790">
                  <c:v>3</c:v>
                </c:pt>
                <c:pt idx="791">
                  <c:v>2</c:v>
                </c:pt>
                <c:pt idx="792">
                  <c:v>2</c:v>
                </c:pt>
                <c:pt idx="793">
                  <c:v>3</c:v>
                </c:pt>
                <c:pt idx="794">
                  <c:v>4</c:v>
                </c:pt>
                <c:pt idx="795">
                  <c:v>2</c:v>
                </c:pt>
                <c:pt idx="796">
                  <c:v>3</c:v>
                </c:pt>
                <c:pt idx="797">
                  <c:v>3</c:v>
                </c:pt>
                <c:pt idx="798">
                  <c:v>2</c:v>
                </c:pt>
                <c:pt idx="799">
                  <c:v>4</c:v>
                </c:pt>
                <c:pt idx="800">
                  <c:v>4</c:v>
                </c:pt>
                <c:pt idx="801">
                  <c:v>3</c:v>
                </c:pt>
                <c:pt idx="802">
                  <c:v>3</c:v>
                </c:pt>
                <c:pt idx="803">
                  <c:v>3</c:v>
                </c:pt>
                <c:pt idx="804">
                  <c:v>4</c:v>
                </c:pt>
                <c:pt idx="805">
                  <c:v>2</c:v>
                </c:pt>
                <c:pt idx="806">
                  <c:v>3</c:v>
                </c:pt>
                <c:pt idx="807">
                  <c:v>4</c:v>
                </c:pt>
                <c:pt idx="808">
                  <c:v>4</c:v>
                </c:pt>
                <c:pt idx="809">
                  <c:v>4</c:v>
                </c:pt>
                <c:pt idx="810">
                  <c:v>3</c:v>
                </c:pt>
                <c:pt idx="811">
                  <c:v>3</c:v>
                </c:pt>
                <c:pt idx="812">
                  <c:v>4</c:v>
                </c:pt>
                <c:pt idx="813">
                  <c:v>4</c:v>
                </c:pt>
                <c:pt idx="814">
                  <c:v>4</c:v>
                </c:pt>
                <c:pt idx="815">
                  <c:v>4</c:v>
                </c:pt>
                <c:pt idx="816">
                  <c:v>4</c:v>
                </c:pt>
                <c:pt idx="817">
                  <c:v>5</c:v>
                </c:pt>
                <c:pt idx="818">
                  <c:v>3</c:v>
                </c:pt>
                <c:pt idx="819">
                  <c:v>4</c:v>
                </c:pt>
                <c:pt idx="820">
                  <c:v>3</c:v>
                </c:pt>
                <c:pt idx="821">
                  <c:v>2</c:v>
                </c:pt>
                <c:pt idx="822">
                  <c:v>2</c:v>
                </c:pt>
                <c:pt idx="823">
                  <c:v>4</c:v>
                </c:pt>
                <c:pt idx="824">
                  <c:v>3</c:v>
                </c:pt>
                <c:pt idx="825">
                  <c:v>4</c:v>
                </c:pt>
                <c:pt idx="826">
                  <c:v>3</c:v>
                </c:pt>
                <c:pt idx="827">
                  <c:v>3</c:v>
                </c:pt>
                <c:pt idx="828">
                  <c:v>4</c:v>
                </c:pt>
                <c:pt idx="829">
                  <c:v>5</c:v>
                </c:pt>
                <c:pt idx="830">
                  <c:v>3</c:v>
                </c:pt>
                <c:pt idx="831">
                  <c:v>4</c:v>
                </c:pt>
                <c:pt idx="832">
                  <c:v>3</c:v>
                </c:pt>
                <c:pt idx="833">
                  <c:v>4</c:v>
                </c:pt>
                <c:pt idx="834">
                  <c:v>5</c:v>
                </c:pt>
                <c:pt idx="835">
                  <c:v>3</c:v>
                </c:pt>
                <c:pt idx="836">
                  <c:v>3</c:v>
                </c:pt>
                <c:pt idx="837">
                  <c:v>3</c:v>
                </c:pt>
                <c:pt idx="838">
                  <c:v>4</c:v>
                </c:pt>
                <c:pt idx="839">
                  <c:v>3</c:v>
                </c:pt>
                <c:pt idx="840">
                  <c:v>3</c:v>
                </c:pt>
                <c:pt idx="841">
                  <c:v>3</c:v>
                </c:pt>
                <c:pt idx="842">
                  <c:v>4</c:v>
                </c:pt>
                <c:pt idx="843">
                  <c:v>3</c:v>
                </c:pt>
                <c:pt idx="844">
                  <c:v>4</c:v>
                </c:pt>
                <c:pt idx="845">
                  <c:v>4</c:v>
                </c:pt>
                <c:pt idx="846">
                  <c:v>4</c:v>
                </c:pt>
                <c:pt idx="847">
                  <c:v>4</c:v>
                </c:pt>
                <c:pt idx="848">
                  <c:v>2</c:v>
                </c:pt>
                <c:pt idx="849">
                  <c:v>3</c:v>
                </c:pt>
                <c:pt idx="850">
                  <c:v>4</c:v>
                </c:pt>
                <c:pt idx="851">
                  <c:v>4</c:v>
                </c:pt>
                <c:pt idx="852">
                  <c:v>2</c:v>
                </c:pt>
                <c:pt idx="853">
                  <c:v>2</c:v>
                </c:pt>
                <c:pt idx="854">
                  <c:v>3</c:v>
                </c:pt>
                <c:pt idx="855">
                  <c:v>2</c:v>
                </c:pt>
                <c:pt idx="856">
                  <c:v>4</c:v>
                </c:pt>
                <c:pt idx="857">
                  <c:v>3</c:v>
                </c:pt>
                <c:pt idx="858">
                  <c:v>3</c:v>
                </c:pt>
                <c:pt idx="859">
                  <c:v>3</c:v>
                </c:pt>
                <c:pt idx="860">
                  <c:v>2</c:v>
                </c:pt>
                <c:pt idx="861">
                  <c:v>3</c:v>
                </c:pt>
                <c:pt idx="862">
                  <c:v>5</c:v>
                </c:pt>
                <c:pt idx="863">
                  <c:v>3</c:v>
                </c:pt>
                <c:pt idx="864">
                  <c:v>2</c:v>
                </c:pt>
                <c:pt idx="865">
                  <c:v>4</c:v>
                </c:pt>
                <c:pt idx="866">
                  <c:v>4</c:v>
                </c:pt>
                <c:pt idx="867">
                  <c:v>4</c:v>
                </c:pt>
                <c:pt idx="868">
                  <c:v>4</c:v>
                </c:pt>
                <c:pt idx="869">
                  <c:v>5</c:v>
                </c:pt>
                <c:pt idx="870">
                  <c:v>3</c:v>
                </c:pt>
                <c:pt idx="871">
                  <c:v>3</c:v>
                </c:pt>
                <c:pt idx="872">
                  <c:v>3</c:v>
                </c:pt>
                <c:pt idx="873">
                  <c:v>4</c:v>
                </c:pt>
                <c:pt idx="874">
                  <c:v>3</c:v>
                </c:pt>
                <c:pt idx="875">
                  <c:v>2</c:v>
                </c:pt>
                <c:pt idx="876">
                  <c:v>4</c:v>
                </c:pt>
                <c:pt idx="877">
                  <c:v>2</c:v>
                </c:pt>
                <c:pt idx="878">
                  <c:v>3</c:v>
                </c:pt>
                <c:pt idx="879">
                  <c:v>3</c:v>
                </c:pt>
                <c:pt idx="880">
                  <c:v>4</c:v>
                </c:pt>
                <c:pt idx="881">
                  <c:v>3</c:v>
                </c:pt>
                <c:pt idx="882">
                  <c:v>2</c:v>
                </c:pt>
                <c:pt idx="883">
                  <c:v>2</c:v>
                </c:pt>
                <c:pt idx="884">
                  <c:v>3</c:v>
                </c:pt>
                <c:pt idx="885">
                  <c:v>2</c:v>
                </c:pt>
                <c:pt idx="886">
                  <c:v>3</c:v>
                </c:pt>
                <c:pt idx="887">
                  <c:v>2</c:v>
                </c:pt>
                <c:pt idx="888">
                  <c:v>3</c:v>
                </c:pt>
                <c:pt idx="889">
                  <c:v>2</c:v>
                </c:pt>
                <c:pt idx="890">
                  <c:v>3</c:v>
                </c:pt>
                <c:pt idx="891">
                  <c:v>3</c:v>
                </c:pt>
                <c:pt idx="892">
                  <c:v>4</c:v>
                </c:pt>
                <c:pt idx="893">
                  <c:v>3</c:v>
                </c:pt>
                <c:pt idx="894">
                  <c:v>2</c:v>
                </c:pt>
                <c:pt idx="895">
                  <c:v>5</c:v>
                </c:pt>
                <c:pt idx="896">
                  <c:v>4</c:v>
                </c:pt>
                <c:pt idx="897">
                  <c:v>3</c:v>
                </c:pt>
                <c:pt idx="898">
                  <c:v>3</c:v>
                </c:pt>
                <c:pt idx="899">
                  <c:v>4</c:v>
                </c:pt>
                <c:pt idx="900">
                  <c:v>3</c:v>
                </c:pt>
                <c:pt idx="901">
                  <c:v>2</c:v>
                </c:pt>
                <c:pt idx="902">
                  <c:v>4</c:v>
                </c:pt>
                <c:pt idx="903">
                  <c:v>2</c:v>
                </c:pt>
                <c:pt idx="904">
                  <c:v>3</c:v>
                </c:pt>
                <c:pt idx="905">
                  <c:v>4</c:v>
                </c:pt>
                <c:pt idx="906">
                  <c:v>3</c:v>
                </c:pt>
                <c:pt idx="907">
                  <c:v>3</c:v>
                </c:pt>
                <c:pt idx="908">
                  <c:v>4</c:v>
                </c:pt>
                <c:pt idx="909">
                  <c:v>3</c:v>
                </c:pt>
                <c:pt idx="910">
                  <c:v>4</c:v>
                </c:pt>
                <c:pt idx="911">
                  <c:v>4</c:v>
                </c:pt>
                <c:pt idx="912">
                  <c:v>3</c:v>
                </c:pt>
                <c:pt idx="913">
                  <c:v>3</c:v>
                </c:pt>
                <c:pt idx="914">
                  <c:v>3</c:v>
                </c:pt>
                <c:pt idx="915">
                  <c:v>3</c:v>
                </c:pt>
                <c:pt idx="916">
                  <c:v>2</c:v>
                </c:pt>
                <c:pt idx="917">
                  <c:v>4</c:v>
                </c:pt>
                <c:pt idx="918">
                  <c:v>3</c:v>
                </c:pt>
                <c:pt idx="919">
                  <c:v>4</c:v>
                </c:pt>
                <c:pt idx="920">
                  <c:v>3</c:v>
                </c:pt>
                <c:pt idx="921">
                  <c:v>3</c:v>
                </c:pt>
                <c:pt idx="922">
                  <c:v>2</c:v>
                </c:pt>
                <c:pt idx="923">
                  <c:v>2</c:v>
                </c:pt>
                <c:pt idx="924">
                  <c:v>3</c:v>
                </c:pt>
                <c:pt idx="925">
                  <c:v>2</c:v>
                </c:pt>
                <c:pt idx="926">
                  <c:v>3</c:v>
                </c:pt>
                <c:pt idx="927">
                  <c:v>2</c:v>
                </c:pt>
                <c:pt idx="928">
                  <c:v>3</c:v>
                </c:pt>
                <c:pt idx="929">
                  <c:v>3</c:v>
                </c:pt>
                <c:pt idx="930">
                  <c:v>2</c:v>
                </c:pt>
                <c:pt idx="931">
                  <c:v>3</c:v>
                </c:pt>
                <c:pt idx="932">
                  <c:v>5</c:v>
                </c:pt>
                <c:pt idx="933">
                  <c:v>4</c:v>
                </c:pt>
                <c:pt idx="934">
                  <c:v>2</c:v>
                </c:pt>
                <c:pt idx="935">
                  <c:v>2</c:v>
                </c:pt>
                <c:pt idx="936">
                  <c:v>3</c:v>
                </c:pt>
                <c:pt idx="937">
                  <c:v>2</c:v>
                </c:pt>
                <c:pt idx="938">
                  <c:v>3</c:v>
                </c:pt>
                <c:pt idx="939">
                  <c:v>5</c:v>
                </c:pt>
                <c:pt idx="940">
                  <c:v>4</c:v>
                </c:pt>
                <c:pt idx="941">
                  <c:v>3</c:v>
                </c:pt>
                <c:pt idx="942">
                  <c:v>3</c:v>
                </c:pt>
                <c:pt idx="943">
                  <c:v>4</c:v>
                </c:pt>
                <c:pt idx="944">
                  <c:v>2</c:v>
                </c:pt>
                <c:pt idx="945">
                  <c:v>3</c:v>
                </c:pt>
                <c:pt idx="946">
                  <c:v>2</c:v>
                </c:pt>
                <c:pt idx="947">
                  <c:v>3</c:v>
                </c:pt>
                <c:pt idx="948">
                  <c:v>4</c:v>
                </c:pt>
                <c:pt idx="949">
                  <c:v>2</c:v>
                </c:pt>
                <c:pt idx="950">
                  <c:v>4</c:v>
                </c:pt>
                <c:pt idx="951">
                  <c:v>4</c:v>
                </c:pt>
                <c:pt idx="952">
                  <c:v>4</c:v>
                </c:pt>
                <c:pt idx="953">
                  <c:v>2</c:v>
                </c:pt>
                <c:pt idx="954">
                  <c:v>3</c:v>
                </c:pt>
                <c:pt idx="955">
                  <c:v>3</c:v>
                </c:pt>
                <c:pt idx="956">
                  <c:v>2</c:v>
                </c:pt>
                <c:pt idx="957">
                  <c:v>3</c:v>
                </c:pt>
                <c:pt idx="958">
                  <c:v>3</c:v>
                </c:pt>
                <c:pt idx="959">
                  <c:v>2</c:v>
                </c:pt>
                <c:pt idx="960">
                  <c:v>3</c:v>
                </c:pt>
                <c:pt idx="961">
                  <c:v>3</c:v>
                </c:pt>
                <c:pt idx="962">
                  <c:v>2</c:v>
                </c:pt>
                <c:pt idx="963">
                  <c:v>3</c:v>
                </c:pt>
                <c:pt idx="964">
                  <c:v>2</c:v>
                </c:pt>
                <c:pt idx="965">
                  <c:v>3</c:v>
                </c:pt>
                <c:pt idx="966">
                  <c:v>3</c:v>
                </c:pt>
                <c:pt idx="967">
                  <c:v>3</c:v>
                </c:pt>
                <c:pt idx="968">
                  <c:v>2</c:v>
                </c:pt>
                <c:pt idx="969">
                  <c:v>3</c:v>
                </c:pt>
                <c:pt idx="970">
                  <c:v>3</c:v>
                </c:pt>
                <c:pt idx="971">
                  <c:v>4</c:v>
                </c:pt>
                <c:pt idx="972">
                  <c:v>3</c:v>
                </c:pt>
              </c:numCache>
            </c:numRef>
          </c:xVal>
          <c:yVal>
            <c:numRef>
              <c:f>'Sub-Dataset'!$AE$3:$AE$975</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yVal>
          <c:smooth val="0"/>
          <c:extLst>
            <c:ext xmlns:c16="http://schemas.microsoft.com/office/drawing/2014/chart" uri="{C3380CC4-5D6E-409C-BE32-E72D297353CC}">
              <c16:uniqueId val="{00000000-13BC-49E4-912A-95CA9271C5C6}"/>
            </c:ext>
          </c:extLst>
        </c:ser>
        <c:dLbls>
          <c:showLegendKey val="0"/>
          <c:showVal val="0"/>
          <c:showCatName val="0"/>
          <c:showSerName val="0"/>
          <c:showPercent val="0"/>
          <c:showBubbleSize val="0"/>
        </c:dLbls>
        <c:axId val="2129080016"/>
        <c:axId val="2129085296"/>
      </c:scatterChart>
      <c:valAx>
        <c:axId val="2129080016"/>
        <c:scaling>
          <c:orientation val="minMax"/>
        </c:scaling>
        <c:delete val="0"/>
        <c:axPos val="b"/>
        <c:title>
          <c:tx>
            <c:rich>
              <a:bodyPr/>
              <a:lstStyle/>
              <a:p>
                <a:pPr>
                  <a:defRPr/>
                </a:pPr>
                <a:r>
                  <a:rPr lang="en-MY"/>
                  <a:t>Workout Frequency (Day / Week)</a:t>
                </a:r>
              </a:p>
            </c:rich>
          </c:tx>
          <c:overlay val="0"/>
        </c:title>
        <c:numFmt formatCode="General" sourceLinked="1"/>
        <c:majorTickMark val="out"/>
        <c:minorTickMark val="none"/>
        <c:tickLblPos val="nextTo"/>
        <c:crossAx val="2129085296"/>
        <c:crosses val="autoZero"/>
        <c:crossBetween val="midCat"/>
      </c:valAx>
      <c:valAx>
        <c:axId val="2129085296"/>
        <c:scaling>
          <c:orientation val="minMax"/>
        </c:scaling>
        <c:delete val="0"/>
        <c:axPos val="l"/>
        <c:title>
          <c:tx>
            <c:rich>
              <a:bodyPr/>
              <a:lstStyle/>
              <a:p>
                <a:pPr>
                  <a:defRPr/>
                </a:pPr>
                <a:r>
                  <a:rPr lang="en-MY"/>
                  <a:t>Fat Percentage</a:t>
                </a:r>
              </a:p>
            </c:rich>
          </c:tx>
          <c:overlay val="0"/>
        </c:title>
        <c:numFmt formatCode="General" sourceLinked="1"/>
        <c:majorTickMark val="out"/>
        <c:minorTickMark val="none"/>
        <c:tickLblPos val="nextTo"/>
        <c:crossAx val="2129080016"/>
        <c:crosses val="autoZero"/>
        <c:crossBetween val="midCat"/>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900" b="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a:pPr>
            <a:r>
              <a:rPr lang="en-MY" sz="900" dirty="0"/>
              <a:t>Session Duration (Hours) Line Fit Plot</a:t>
            </a:r>
          </a:p>
        </c:rich>
      </c:tx>
      <c:overlay val="0"/>
    </c:title>
    <c:autoTitleDeleted val="0"/>
    <c:plotArea>
      <c:layout/>
      <c:scatterChart>
        <c:scatterStyle val="lineMarker"/>
        <c:varyColors val="0"/>
        <c:ser>
          <c:idx val="0"/>
          <c:order val="0"/>
          <c:tx>
            <c:v>Fat Percentage</c:v>
          </c:tx>
          <c:spPr>
            <a:ln w="19050">
              <a:noFill/>
            </a:ln>
          </c:spPr>
          <c:marker>
            <c:symbol val="circle"/>
            <c:size val="3"/>
            <c:spPr>
              <a:solidFill>
                <a:schemeClr val="tx2">
                  <a:lumMod val="40000"/>
                  <a:lumOff val="60000"/>
                </a:schemeClr>
              </a:solidFill>
              <a:ln>
                <a:noFill/>
              </a:ln>
            </c:spPr>
          </c:marker>
          <c:trendline>
            <c:trendlineType val="linear"/>
            <c:dispRSqr val="1"/>
            <c:dispEq val="0"/>
            <c:trendlineLbl>
              <c:layout>
                <c:manualLayout>
                  <c:x val="0.13833943105187418"/>
                  <c:y val="-0.1201760752688172"/>
                </c:manualLayout>
              </c:layout>
              <c:numFmt formatCode="General" sourceLinked="0"/>
            </c:trendlineLbl>
          </c:trendline>
          <c:xVal>
            <c:numRef>
              <c:f>'Sub-Dataset'!$AH$3:$AH$975</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'Sub-Dataset'!$AE$3:$AE$975</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yVal>
          <c:smooth val="0"/>
          <c:extLst>
            <c:ext xmlns:c16="http://schemas.microsoft.com/office/drawing/2014/chart" uri="{C3380CC4-5D6E-409C-BE32-E72D297353CC}">
              <c16:uniqueId val="{00000001-E754-418C-AEEC-33C7BAFF695D}"/>
            </c:ext>
          </c:extLst>
        </c:ser>
        <c:dLbls>
          <c:showLegendKey val="0"/>
          <c:showVal val="0"/>
          <c:showCatName val="0"/>
          <c:showSerName val="0"/>
          <c:showPercent val="0"/>
          <c:showBubbleSize val="0"/>
        </c:dLbls>
        <c:axId val="2129086736"/>
        <c:axId val="2129104496"/>
      </c:scatterChart>
      <c:valAx>
        <c:axId val="2129086736"/>
        <c:scaling>
          <c:orientation val="minMax"/>
        </c:scaling>
        <c:delete val="0"/>
        <c:axPos val="b"/>
        <c:title>
          <c:tx>
            <c:rich>
              <a:bodyPr/>
              <a:lstStyle/>
              <a:p>
                <a:pPr>
                  <a:defRPr/>
                </a:pPr>
                <a:r>
                  <a:rPr lang="en-MY"/>
                  <a:t>Session Duration (Hours)</a:t>
                </a:r>
              </a:p>
            </c:rich>
          </c:tx>
          <c:overlay val="0"/>
        </c:title>
        <c:numFmt formatCode="General" sourceLinked="1"/>
        <c:majorTickMark val="out"/>
        <c:minorTickMark val="none"/>
        <c:tickLblPos val="nextTo"/>
        <c:crossAx val="2129104496"/>
        <c:crosses val="autoZero"/>
        <c:crossBetween val="midCat"/>
      </c:valAx>
      <c:valAx>
        <c:axId val="2129104496"/>
        <c:scaling>
          <c:orientation val="minMax"/>
        </c:scaling>
        <c:delete val="0"/>
        <c:axPos val="l"/>
        <c:title>
          <c:tx>
            <c:rich>
              <a:bodyPr/>
              <a:lstStyle/>
              <a:p>
                <a:pPr>
                  <a:defRPr/>
                </a:pPr>
                <a:r>
                  <a:rPr lang="en-MY"/>
                  <a:t>Fat Percentage</a:t>
                </a:r>
              </a:p>
            </c:rich>
          </c:tx>
          <c:overlay val="0"/>
        </c:title>
        <c:numFmt formatCode="General" sourceLinked="1"/>
        <c:majorTickMark val="out"/>
        <c:minorTickMark val="none"/>
        <c:tickLblPos val="nextTo"/>
        <c:crossAx val="2129086736"/>
        <c:crosses val="autoZero"/>
        <c:crossBetween val="midCat"/>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900" b="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a:pPr>
            <a:r>
              <a:rPr lang="en-MY" sz="900" dirty="0"/>
              <a:t>Calories Burned Line Fit Plot</a:t>
            </a:r>
          </a:p>
        </c:rich>
      </c:tx>
      <c:overlay val="0"/>
    </c:title>
    <c:autoTitleDeleted val="0"/>
    <c:plotArea>
      <c:layout/>
      <c:scatterChart>
        <c:scatterStyle val="lineMarker"/>
        <c:varyColors val="0"/>
        <c:ser>
          <c:idx val="0"/>
          <c:order val="0"/>
          <c:tx>
            <c:v>Fat Percentage</c:v>
          </c:tx>
          <c:spPr>
            <a:ln w="19050">
              <a:noFill/>
            </a:ln>
          </c:spPr>
          <c:marker>
            <c:symbol val="circle"/>
            <c:size val="3"/>
            <c:spPr>
              <a:solidFill>
                <a:schemeClr val="tx2">
                  <a:lumMod val="40000"/>
                  <a:lumOff val="60000"/>
                </a:schemeClr>
              </a:solidFill>
              <a:ln>
                <a:noFill/>
              </a:ln>
            </c:spPr>
          </c:marker>
          <c:trendline>
            <c:trendlineType val="linear"/>
            <c:dispRSqr val="1"/>
            <c:dispEq val="0"/>
            <c:trendlineLbl>
              <c:layout>
                <c:manualLayout>
                  <c:x val="0.10050688976377953"/>
                  <c:y val="-0.14333191109731974"/>
                </c:manualLayout>
              </c:layout>
              <c:numFmt formatCode="General" sourceLinked="0"/>
            </c:trendlineLbl>
          </c:trendline>
          <c:xVal>
            <c:numRef>
              <c:f>'Sub-Dataset'!$AP$2:$AP$974</c:f>
              <c:numCache>
                <c:formatCode>General</c:formatCode>
                <c:ptCount val="973"/>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'Sub-Dataset'!$AN$2:$AN$974</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yVal>
          <c:smooth val="0"/>
          <c:extLst>
            <c:ext xmlns:c16="http://schemas.microsoft.com/office/drawing/2014/chart" uri="{C3380CC4-5D6E-409C-BE32-E72D297353CC}">
              <c16:uniqueId val="{00000000-89D1-4CD2-AB6F-B33C5F0DED6A}"/>
            </c:ext>
          </c:extLst>
        </c:ser>
        <c:dLbls>
          <c:showLegendKey val="0"/>
          <c:showVal val="0"/>
          <c:showCatName val="0"/>
          <c:showSerName val="0"/>
          <c:showPercent val="0"/>
          <c:showBubbleSize val="0"/>
        </c:dLbls>
        <c:axId val="2129121776"/>
        <c:axId val="2129109296"/>
      </c:scatterChart>
      <c:valAx>
        <c:axId val="2129121776"/>
        <c:scaling>
          <c:orientation val="minMax"/>
        </c:scaling>
        <c:delete val="0"/>
        <c:axPos val="b"/>
        <c:title>
          <c:tx>
            <c:rich>
              <a:bodyPr/>
              <a:lstStyle/>
              <a:p>
                <a:pPr>
                  <a:defRPr/>
                </a:pPr>
                <a:r>
                  <a:rPr lang="en-MY"/>
                  <a:t>Calories Burned</a:t>
                </a:r>
              </a:p>
            </c:rich>
          </c:tx>
          <c:overlay val="0"/>
        </c:title>
        <c:numFmt formatCode="General" sourceLinked="1"/>
        <c:majorTickMark val="out"/>
        <c:minorTickMark val="none"/>
        <c:tickLblPos val="nextTo"/>
        <c:crossAx val="2129109296"/>
        <c:crosses val="autoZero"/>
        <c:crossBetween val="midCat"/>
        <c:majorUnit val="250"/>
      </c:valAx>
      <c:valAx>
        <c:axId val="2129109296"/>
        <c:scaling>
          <c:orientation val="minMax"/>
        </c:scaling>
        <c:delete val="0"/>
        <c:axPos val="l"/>
        <c:title>
          <c:tx>
            <c:rich>
              <a:bodyPr/>
              <a:lstStyle/>
              <a:p>
                <a:pPr>
                  <a:defRPr/>
                </a:pPr>
                <a:r>
                  <a:rPr lang="en-MY"/>
                  <a:t>Fat Percentage</a:t>
                </a:r>
              </a:p>
            </c:rich>
          </c:tx>
          <c:overlay val="0"/>
        </c:title>
        <c:numFmt formatCode="General" sourceLinked="1"/>
        <c:majorTickMark val="out"/>
        <c:minorTickMark val="none"/>
        <c:tickLblPos val="nextTo"/>
        <c:crossAx val="2129121776"/>
        <c:crosses val="autoZero"/>
        <c:crossBetween val="midCat"/>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900" b="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a:pPr>
            <a:r>
              <a:rPr lang="en-MY" sz="900" dirty="0"/>
              <a:t>Water Intake (Liters) Line Fit Plot</a:t>
            </a:r>
          </a:p>
        </c:rich>
      </c:tx>
      <c:overlay val="0"/>
    </c:title>
    <c:autoTitleDeleted val="0"/>
    <c:plotArea>
      <c:layout/>
      <c:scatterChart>
        <c:scatterStyle val="lineMarker"/>
        <c:varyColors val="0"/>
        <c:ser>
          <c:idx val="0"/>
          <c:order val="0"/>
          <c:tx>
            <c:v>Fat Percentage</c:v>
          </c:tx>
          <c:spPr>
            <a:ln w="19050">
              <a:noFill/>
            </a:ln>
          </c:spPr>
          <c:marker>
            <c:symbol val="circle"/>
            <c:size val="3"/>
            <c:spPr>
              <a:solidFill>
                <a:schemeClr val="tx2">
                  <a:lumMod val="40000"/>
                  <a:lumOff val="60000"/>
                </a:schemeClr>
              </a:solidFill>
              <a:ln>
                <a:noFill/>
              </a:ln>
            </c:spPr>
          </c:marker>
          <c:trendline>
            <c:trendlineType val="linear"/>
            <c:dispRSqr val="1"/>
            <c:dispEq val="0"/>
            <c:trendlineLbl>
              <c:layout>
                <c:manualLayout>
                  <c:x val="9.4157644356955381E-2"/>
                  <c:y val="-0.26915776617031784"/>
                </c:manualLayout>
              </c:layout>
              <c:numFmt formatCode="General" sourceLinked="0"/>
            </c:trendlineLbl>
          </c:trendline>
          <c:xVal>
            <c:numRef>
              <c:f>'Sub-Dataset'!$AO$2:$AO$974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xVal>
          <c:yVal>
            <c:numRef>
              <c:f>'Sub-Dataset'!$AN$2:$AN$974</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yVal>
          <c:smooth val="0"/>
          <c:extLst>
            <c:ext xmlns:c16="http://schemas.microsoft.com/office/drawing/2014/chart" uri="{C3380CC4-5D6E-409C-BE32-E72D297353CC}">
              <c16:uniqueId val="{00000000-4A84-4933-B38F-A72193C79866}"/>
            </c:ext>
          </c:extLst>
        </c:ser>
        <c:dLbls>
          <c:showLegendKey val="0"/>
          <c:showVal val="0"/>
          <c:showCatName val="0"/>
          <c:showSerName val="0"/>
          <c:showPercent val="0"/>
          <c:showBubbleSize val="0"/>
        </c:dLbls>
        <c:axId val="2129106416"/>
        <c:axId val="2129104016"/>
      </c:scatterChart>
      <c:valAx>
        <c:axId val="2129106416"/>
        <c:scaling>
          <c:orientation val="minMax"/>
          <c:min val="1"/>
        </c:scaling>
        <c:delete val="0"/>
        <c:axPos val="b"/>
        <c:title>
          <c:tx>
            <c:rich>
              <a:bodyPr/>
              <a:lstStyle/>
              <a:p>
                <a:pPr>
                  <a:defRPr/>
                </a:pPr>
                <a:r>
                  <a:rPr lang="en-MY"/>
                  <a:t>Water Intake (Liters)</a:t>
                </a:r>
              </a:p>
            </c:rich>
          </c:tx>
          <c:overlay val="0"/>
        </c:title>
        <c:numFmt formatCode="General" sourceLinked="1"/>
        <c:majorTickMark val="out"/>
        <c:minorTickMark val="none"/>
        <c:tickLblPos val="nextTo"/>
        <c:crossAx val="2129104016"/>
        <c:crosses val="autoZero"/>
        <c:crossBetween val="midCat"/>
        <c:majorUnit val="0.5"/>
      </c:valAx>
      <c:valAx>
        <c:axId val="2129104016"/>
        <c:scaling>
          <c:orientation val="minMax"/>
        </c:scaling>
        <c:delete val="0"/>
        <c:axPos val="l"/>
        <c:title>
          <c:tx>
            <c:rich>
              <a:bodyPr/>
              <a:lstStyle/>
              <a:p>
                <a:pPr>
                  <a:defRPr/>
                </a:pPr>
                <a:r>
                  <a:rPr lang="en-MY"/>
                  <a:t>Fat Percentage</a:t>
                </a:r>
              </a:p>
            </c:rich>
          </c:tx>
          <c:overlay val="0"/>
        </c:title>
        <c:numFmt formatCode="General" sourceLinked="1"/>
        <c:majorTickMark val="out"/>
        <c:minorTickMark val="none"/>
        <c:tickLblPos val="nextTo"/>
        <c:crossAx val="2129106416"/>
        <c:crosses val="autoZero"/>
        <c:crossBetween val="midCat"/>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900" b="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dirty="0"/>
              <a:t>By Fat % Class: Calories Burned &amp; Water Intake</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892670631376227"/>
          <c:y val="0.15951107752973681"/>
          <c:w val="0.81495535474077374"/>
          <c:h val="0.53645596876499813"/>
        </c:manualLayout>
      </c:layout>
      <c:scatterChart>
        <c:scatterStyle val="lineMarker"/>
        <c:varyColors val="0"/>
        <c:ser>
          <c:idx val="0"/>
          <c:order val="0"/>
          <c:tx>
            <c:strRef>
              <c:f>'Sub-Dataset'!$AQ$1</c:f>
              <c:strCache>
                <c:ptCount val="1"/>
                <c:pt idx="0">
                  <c:v>Low</c:v>
                </c:pt>
              </c:strCache>
            </c:strRef>
          </c:tx>
          <c:spPr>
            <a:ln w="19050" cap="rnd">
              <a:noFill/>
              <a:round/>
            </a:ln>
            <a:effectLst/>
          </c:spPr>
          <c:marker>
            <c:symbol val="circle"/>
            <c:size val="3"/>
            <c:spPr>
              <a:solidFill>
                <a:schemeClr val="accent1"/>
              </a:solidFill>
              <a:ln w="9525">
                <a:noFill/>
              </a:ln>
              <a:effectLst/>
            </c:spPr>
          </c:marker>
          <c:xVal>
            <c:numRef>
              <c:f>'Sub-Dataset'!$AP$2:$AP$975</c:f>
              <c:numCache>
                <c:formatCode>General</c:formatCode>
                <c:ptCount val="974"/>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'Sub-Dataset'!$AQ$2:$AQ$975</c:f>
              <c:numCache>
                <c:formatCode>General</c:formatCode>
                <c:ptCount val="974"/>
                <c:pt idx="0">
                  <c:v>0</c:v>
                </c:pt>
                <c:pt idx="1">
                  <c:v>0</c:v>
                </c:pt>
                <c:pt idx="2">
                  <c:v>0</c:v>
                </c:pt>
                <c:pt idx="3">
                  <c:v>0</c:v>
                </c:pt>
                <c:pt idx="4">
                  <c:v>0</c:v>
                </c:pt>
                <c:pt idx="5">
                  <c:v>0</c:v>
                </c:pt>
                <c:pt idx="6">
                  <c:v>0</c:v>
                </c:pt>
                <c:pt idx="7">
                  <c:v>2.7</c:v>
                </c:pt>
                <c:pt idx="8">
                  <c:v>0</c:v>
                </c:pt>
                <c:pt idx="9">
                  <c:v>2.7</c:v>
                </c:pt>
                <c:pt idx="10">
                  <c:v>0</c:v>
                </c:pt>
                <c:pt idx="11">
                  <c:v>0</c:v>
                </c:pt>
                <c:pt idx="12">
                  <c:v>0</c:v>
                </c:pt>
                <c:pt idx="13">
                  <c:v>0</c:v>
                </c:pt>
                <c:pt idx="14">
                  <c:v>0</c:v>
                </c:pt>
                <c:pt idx="15">
                  <c:v>0</c:v>
                </c:pt>
                <c:pt idx="16">
                  <c:v>2.7</c:v>
                </c:pt>
                <c:pt idx="17">
                  <c:v>0</c:v>
                </c:pt>
                <c:pt idx="18">
                  <c:v>0</c:v>
                </c:pt>
                <c:pt idx="19">
                  <c:v>0</c:v>
                </c:pt>
                <c:pt idx="20">
                  <c:v>0</c:v>
                </c:pt>
                <c:pt idx="21">
                  <c:v>0</c:v>
                </c:pt>
                <c:pt idx="22">
                  <c:v>0</c:v>
                </c:pt>
                <c:pt idx="23">
                  <c:v>0</c:v>
                </c:pt>
                <c:pt idx="24">
                  <c:v>0</c:v>
                </c:pt>
                <c:pt idx="25">
                  <c:v>2.7</c:v>
                </c:pt>
                <c:pt idx="26">
                  <c:v>0</c:v>
                </c:pt>
                <c:pt idx="27">
                  <c:v>0</c:v>
                </c:pt>
                <c:pt idx="28">
                  <c:v>2.7</c:v>
                </c:pt>
                <c:pt idx="29">
                  <c:v>0</c:v>
                </c:pt>
                <c:pt idx="30">
                  <c:v>0</c:v>
                </c:pt>
                <c:pt idx="31">
                  <c:v>0</c:v>
                </c:pt>
                <c:pt idx="32">
                  <c:v>0</c:v>
                </c:pt>
                <c:pt idx="33">
                  <c:v>0</c:v>
                </c:pt>
                <c:pt idx="34">
                  <c:v>0</c:v>
                </c:pt>
                <c:pt idx="35">
                  <c:v>0</c:v>
                </c:pt>
                <c:pt idx="36">
                  <c:v>0</c:v>
                </c:pt>
                <c:pt idx="37">
                  <c:v>0</c:v>
                </c:pt>
                <c:pt idx="38">
                  <c:v>2.7</c:v>
                </c:pt>
                <c:pt idx="39">
                  <c:v>2.7</c:v>
                </c:pt>
                <c:pt idx="40">
                  <c:v>2.7</c:v>
                </c:pt>
                <c:pt idx="41">
                  <c:v>0</c:v>
                </c:pt>
                <c:pt idx="42">
                  <c:v>2.7</c:v>
                </c:pt>
                <c:pt idx="43">
                  <c:v>0</c:v>
                </c:pt>
                <c:pt idx="44">
                  <c:v>0</c:v>
                </c:pt>
                <c:pt idx="45">
                  <c:v>0</c:v>
                </c:pt>
                <c:pt idx="46">
                  <c:v>0</c:v>
                </c:pt>
                <c:pt idx="47">
                  <c:v>0</c:v>
                </c:pt>
                <c:pt idx="48">
                  <c:v>0</c:v>
                </c:pt>
                <c:pt idx="49">
                  <c:v>2.7</c:v>
                </c:pt>
                <c:pt idx="50">
                  <c:v>0</c:v>
                </c:pt>
                <c:pt idx="51">
                  <c:v>0</c:v>
                </c:pt>
                <c:pt idx="52">
                  <c:v>0</c:v>
                </c:pt>
                <c:pt idx="53">
                  <c:v>0</c:v>
                </c:pt>
                <c:pt idx="54">
                  <c:v>0</c:v>
                </c:pt>
                <c:pt idx="55">
                  <c:v>0</c:v>
                </c:pt>
                <c:pt idx="56">
                  <c:v>0</c:v>
                </c:pt>
                <c:pt idx="57">
                  <c:v>0</c:v>
                </c:pt>
                <c:pt idx="58">
                  <c:v>2.7</c:v>
                </c:pt>
                <c:pt idx="59">
                  <c:v>2.7</c:v>
                </c:pt>
                <c:pt idx="60">
                  <c:v>0</c:v>
                </c:pt>
                <c:pt idx="61">
                  <c:v>0</c:v>
                </c:pt>
                <c:pt idx="62">
                  <c:v>0</c:v>
                </c:pt>
                <c:pt idx="63">
                  <c:v>2.7</c:v>
                </c:pt>
                <c:pt idx="64">
                  <c:v>0</c:v>
                </c:pt>
                <c:pt idx="65">
                  <c:v>0</c:v>
                </c:pt>
                <c:pt idx="66">
                  <c:v>0</c:v>
                </c:pt>
                <c:pt idx="67">
                  <c:v>0</c:v>
                </c:pt>
                <c:pt idx="68">
                  <c:v>0</c:v>
                </c:pt>
                <c:pt idx="69">
                  <c:v>0</c:v>
                </c:pt>
                <c:pt idx="70">
                  <c:v>0</c:v>
                </c:pt>
                <c:pt idx="71">
                  <c:v>0</c:v>
                </c:pt>
                <c:pt idx="72">
                  <c:v>0</c:v>
                </c:pt>
                <c:pt idx="73">
                  <c:v>2.7</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2.7</c:v>
                </c:pt>
                <c:pt idx="90">
                  <c:v>0</c:v>
                </c:pt>
                <c:pt idx="91">
                  <c:v>0</c:v>
                </c:pt>
                <c:pt idx="92">
                  <c:v>0</c:v>
                </c:pt>
                <c:pt idx="93">
                  <c:v>0</c:v>
                </c:pt>
                <c:pt idx="94">
                  <c:v>0</c:v>
                </c:pt>
                <c:pt idx="95">
                  <c:v>2.7</c:v>
                </c:pt>
                <c:pt idx="96">
                  <c:v>0</c:v>
                </c:pt>
                <c:pt idx="97">
                  <c:v>2.7</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2.7</c:v>
                </c:pt>
                <c:pt idx="121">
                  <c:v>0</c:v>
                </c:pt>
                <c:pt idx="122">
                  <c:v>0</c:v>
                </c:pt>
                <c:pt idx="123">
                  <c:v>0</c:v>
                </c:pt>
                <c:pt idx="124">
                  <c:v>0</c:v>
                </c:pt>
                <c:pt idx="125">
                  <c:v>0</c:v>
                </c:pt>
                <c:pt idx="126">
                  <c:v>0</c:v>
                </c:pt>
                <c:pt idx="127">
                  <c:v>0</c:v>
                </c:pt>
                <c:pt idx="128">
                  <c:v>2.7</c:v>
                </c:pt>
                <c:pt idx="129">
                  <c:v>0</c:v>
                </c:pt>
                <c:pt idx="130">
                  <c:v>0</c:v>
                </c:pt>
                <c:pt idx="131">
                  <c:v>2.7</c:v>
                </c:pt>
                <c:pt idx="132">
                  <c:v>0</c:v>
                </c:pt>
                <c:pt idx="133">
                  <c:v>0</c:v>
                </c:pt>
                <c:pt idx="134">
                  <c:v>2.7</c:v>
                </c:pt>
                <c:pt idx="135">
                  <c:v>0</c:v>
                </c:pt>
                <c:pt idx="136">
                  <c:v>0</c:v>
                </c:pt>
                <c:pt idx="137">
                  <c:v>0</c:v>
                </c:pt>
                <c:pt idx="138">
                  <c:v>0</c:v>
                </c:pt>
                <c:pt idx="139">
                  <c:v>0</c:v>
                </c:pt>
                <c:pt idx="140">
                  <c:v>0</c:v>
                </c:pt>
                <c:pt idx="141">
                  <c:v>0</c:v>
                </c:pt>
                <c:pt idx="142">
                  <c:v>2.7</c:v>
                </c:pt>
                <c:pt idx="143">
                  <c:v>0</c:v>
                </c:pt>
                <c:pt idx="144">
                  <c:v>0</c:v>
                </c:pt>
                <c:pt idx="145">
                  <c:v>2.7</c:v>
                </c:pt>
                <c:pt idx="146">
                  <c:v>0</c:v>
                </c:pt>
                <c:pt idx="147">
                  <c:v>0</c:v>
                </c:pt>
                <c:pt idx="148">
                  <c:v>0</c:v>
                </c:pt>
                <c:pt idx="149">
                  <c:v>0</c:v>
                </c:pt>
                <c:pt idx="150">
                  <c:v>2.7</c:v>
                </c:pt>
                <c:pt idx="151">
                  <c:v>2.7</c:v>
                </c:pt>
                <c:pt idx="152">
                  <c:v>0</c:v>
                </c:pt>
                <c:pt idx="153">
                  <c:v>0</c:v>
                </c:pt>
                <c:pt idx="154">
                  <c:v>2.7</c:v>
                </c:pt>
                <c:pt idx="155">
                  <c:v>0</c:v>
                </c:pt>
                <c:pt idx="156">
                  <c:v>0</c:v>
                </c:pt>
                <c:pt idx="157">
                  <c:v>2.7</c:v>
                </c:pt>
                <c:pt idx="158">
                  <c:v>0</c:v>
                </c:pt>
                <c:pt idx="159">
                  <c:v>2.7</c:v>
                </c:pt>
                <c:pt idx="160">
                  <c:v>0</c:v>
                </c:pt>
                <c:pt idx="161">
                  <c:v>0</c:v>
                </c:pt>
                <c:pt idx="162">
                  <c:v>0</c:v>
                </c:pt>
                <c:pt idx="163">
                  <c:v>0</c:v>
                </c:pt>
                <c:pt idx="164">
                  <c:v>0</c:v>
                </c:pt>
                <c:pt idx="165">
                  <c:v>0</c:v>
                </c:pt>
                <c:pt idx="166">
                  <c:v>2.7</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2.7</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2.7</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2.7</c:v>
                </c:pt>
                <c:pt idx="401">
                  <c:v>0</c:v>
                </c:pt>
                <c:pt idx="402">
                  <c:v>2.7</c:v>
                </c:pt>
                <c:pt idx="403">
                  <c:v>0</c:v>
                </c:pt>
                <c:pt idx="404">
                  <c:v>0</c:v>
                </c:pt>
                <c:pt idx="405">
                  <c:v>0</c:v>
                </c:pt>
                <c:pt idx="406">
                  <c:v>0</c:v>
                </c:pt>
                <c:pt idx="407">
                  <c:v>2.7</c:v>
                </c:pt>
                <c:pt idx="408">
                  <c:v>2.7</c:v>
                </c:pt>
                <c:pt idx="409">
                  <c:v>2.7</c:v>
                </c:pt>
                <c:pt idx="410">
                  <c:v>2.7</c:v>
                </c:pt>
                <c:pt idx="411">
                  <c:v>0</c:v>
                </c:pt>
                <c:pt idx="412">
                  <c:v>0</c:v>
                </c:pt>
                <c:pt idx="413">
                  <c:v>0</c:v>
                </c:pt>
                <c:pt idx="414">
                  <c:v>2.7</c:v>
                </c:pt>
                <c:pt idx="415">
                  <c:v>0</c:v>
                </c:pt>
                <c:pt idx="416">
                  <c:v>2.7</c:v>
                </c:pt>
                <c:pt idx="417">
                  <c:v>2.7</c:v>
                </c:pt>
                <c:pt idx="418">
                  <c:v>2.7</c:v>
                </c:pt>
                <c:pt idx="419">
                  <c:v>0</c:v>
                </c:pt>
                <c:pt idx="420">
                  <c:v>0</c:v>
                </c:pt>
                <c:pt idx="421">
                  <c:v>2.7</c:v>
                </c:pt>
                <c:pt idx="422">
                  <c:v>2.7</c:v>
                </c:pt>
                <c:pt idx="423">
                  <c:v>2.7</c:v>
                </c:pt>
                <c:pt idx="424">
                  <c:v>2.7</c:v>
                </c:pt>
                <c:pt idx="425">
                  <c:v>2.7</c:v>
                </c:pt>
                <c:pt idx="426">
                  <c:v>2.7</c:v>
                </c:pt>
                <c:pt idx="427">
                  <c:v>0</c:v>
                </c:pt>
                <c:pt idx="428">
                  <c:v>0</c:v>
                </c:pt>
                <c:pt idx="429">
                  <c:v>2.7</c:v>
                </c:pt>
                <c:pt idx="430">
                  <c:v>0</c:v>
                </c:pt>
                <c:pt idx="431">
                  <c:v>2.7</c:v>
                </c:pt>
                <c:pt idx="432">
                  <c:v>2.7</c:v>
                </c:pt>
                <c:pt idx="433">
                  <c:v>0</c:v>
                </c:pt>
                <c:pt idx="434">
                  <c:v>2.7</c:v>
                </c:pt>
                <c:pt idx="435">
                  <c:v>2.7</c:v>
                </c:pt>
                <c:pt idx="436">
                  <c:v>0</c:v>
                </c:pt>
                <c:pt idx="437">
                  <c:v>0</c:v>
                </c:pt>
                <c:pt idx="438">
                  <c:v>0</c:v>
                </c:pt>
                <c:pt idx="439">
                  <c:v>0</c:v>
                </c:pt>
                <c:pt idx="440">
                  <c:v>0</c:v>
                </c:pt>
                <c:pt idx="441">
                  <c:v>0</c:v>
                </c:pt>
                <c:pt idx="442">
                  <c:v>0</c:v>
                </c:pt>
                <c:pt idx="443">
                  <c:v>0</c:v>
                </c:pt>
                <c:pt idx="444">
                  <c:v>2.7</c:v>
                </c:pt>
                <c:pt idx="445">
                  <c:v>0</c:v>
                </c:pt>
                <c:pt idx="446">
                  <c:v>0</c:v>
                </c:pt>
                <c:pt idx="447">
                  <c:v>0</c:v>
                </c:pt>
                <c:pt idx="448">
                  <c:v>0</c:v>
                </c:pt>
                <c:pt idx="449">
                  <c:v>0</c:v>
                </c:pt>
                <c:pt idx="450">
                  <c:v>0</c:v>
                </c:pt>
                <c:pt idx="451">
                  <c:v>0</c:v>
                </c:pt>
                <c:pt idx="452">
                  <c:v>0</c:v>
                </c:pt>
                <c:pt idx="453">
                  <c:v>0</c:v>
                </c:pt>
                <c:pt idx="454">
                  <c:v>0</c:v>
                </c:pt>
                <c:pt idx="455">
                  <c:v>2.7</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2.7</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2.7</c:v>
                </c:pt>
                <c:pt idx="582">
                  <c:v>0</c:v>
                </c:pt>
                <c:pt idx="583">
                  <c:v>0</c:v>
                </c:pt>
                <c:pt idx="584">
                  <c:v>0</c:v>
                </c:pt>
                <c:pt idx="585">
                  <c:v>0</c:v>
                </c:pt>
                <c:pt idx="586">
                  <c:v>0</c:v>
                </c:pt>
                <c:pt idx="587">
                  <c:v>0</c:v>
                </c:pt>
                <c:pt idx="588">
                  <c:v>2.7</c:v>
                </c:pt>
                <c:pt idx="589">
                  <c:v>0</c:v>
                </c:pt>
                <c:pt idx="590">
                  <c:v>0</c:v>
                </c:pt>
                <c:pt idx="591">
                  <c:v>2.7</c:v>
                </c:pt>
                <c:pt idx="592">
                  <c:v>0</c:v>
                </c:pt>
                <c:pt idx="593">
                  <c:v>0</c:v>
                </c:pt>
                <c:pt idx="594">
                  <c:v>0</c:v>
                </c:pt>
                <c:pt idx="595">
                  <c:v>0</c:v>
                </c:pt>
                <c:pt idx="596">
                  <c:v>0</c:v>
                </c:pt>
                <c:pt idx="597">
                  <c:v>0</c:v>
                </c:pt>
                <c:pt idx="598">
                  <c:v>0</c:v>
                </c:pt>
                <c:pt idx="599">
                  <c:v>0</c:v>
                </c:pt>
                <c:pt idx="600">
                  <c:v>0</c:v>
                </c:pt>
                <c:pt idx="601">
                  <c:v>2.7</c:v>
                </c:pt>
                <c:pt idx="602">
                  <c:v>0</c:v>
                </c:pt>
                <c:pt idx="603">
                  <c:v>0</c:v>
                </c:pt>
                <c:pt idx="604">
                  <c:v>0</c:v>
                </c:pt>
                <c:pt idx="605">
                  <c:v>0</c:v>
                </c:pt>
                <c:pt idx="606">
                  <c:v>0</c:v>
                </c:pt>
                <c:pt idx="607">
                  <c:v>0</c:v>
                </c:pt>
                <c:pt idx="608">
                  <c:v>0</c:v>
                </c:pt>
                <c:pt idx="609">
                  <c:v>2.7</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2.7</c:v>
                </c:pt>
                <c:pt idx="630">
                  <c:v>0</c:v>
                </c:pt>
                <c:pt idx="631">
                  <c:v>0</c:v>
                </c:pt>
                <c:pt idx="632">
                  <c:v>0</c:v>
                </c:pt>
                <c:pt idx="633">
                  <c:v>0</c:v>
                </c:pt>
                <c:pt idx="634">
                  <c:v>2.7</c:v>
                </c:pt>
                <c:pt idx="635">
                  <c:v>0</c:v>
                </c:pt>
                <c:pt idx="636">
                  <c:v>2.7</c:v>
                </c:pt>
                <c:pt idx="637">
                  <c:v>0</c:v>
                </c:pt>
                <c:pt idx="638">
                  <c:v>0</c:v>
                </c:pt>
                <c:pt idx="639">
                  <c:v>0</c:v>
                </c:pt>
                <c:pt idx="640">
                  <c:v>0</c:v>
                </c:pt>
                <c:pt idx="641">
                  <c:v>0</c:v>
                </c:pt>
                <c:pt idx="642">
                  <c:v>0</c:v>
                </c:pt>
                <c:pt idx="643">
                  <c:v>0</c:v>
                </c:pt>
                <c:pt idx="644">
                  <c:v>0</c:v>
                </c:pt>
                <c:pt idx="645">
                  <c:v>0</c:v>
                </c:pt>
                <c:pt idx="646">
                  <c:v>0</c:v>
                </c:pt>
                <c:pt idx="647">
                  <c:v>2.7</c:v>
                </c:pt>
                <c:pt idx="648">
                  <c:v>2.7</c:v>
                </c:pt>
                <c:pt idx="649">
                  <c:v>0</c:v>
                </c:pt>
                <c:pt idx="650">
                  <c:v>0</c:v>
                </c:pt>
                <c:pt idx="651">
                  <c:v>0</c:v>
                </c:pt>
                <c:pt idx="652">
                  <c:v>2.7</c:v>
                </c:pt>
                <c:pt idx="653">
                  <c:v>0</c:v>
                </c:pt>
                <c:pt idx="654">
                  <c:v>0</c:v>
                </c:pt>
                <c:pt idx="655">
                  <c:v>2.7</c:v>
                </c:pt>
                <c:pt idx="656">
                  <c:v>2.7</c:v>
                </c:pt>
                <c:pt idx="657">
                  <c:v>0</c:v>
                </c:pt>
                <c:pt idx="658">
                  <c:v>0</c:v>
                </c:pt>
                <c:pt idx="659">
                  <c:v>0</c:v>
                </c:pt>
                <c:pt idx="660">
                  <c:v>0</c:v>
                </c:pt>
                <c:pt idx="661">
                  <c:v>0</c:v>
                </c:pt>
                <c:pt idx="662">
                  <c:v>0</c:v>
                </c:pt>
                <c:pt idx="663">
                  <c:v>0</c:v>
                </c:pt>
                <c:pt idx="664">
                  <c:v>0</c:v>
                </c:pt>
                <c:pt idx="665">
                  <c:v>2.7</c:v>
                </c:pt>
                <c:pt idx="666">
                  <c:v>0</c:v>
                </c:pt>
                <c:pt idx="667">
                  <c:v>0</c:v>
                </c:pt>
                <c:pt idx="668">
                  <c:v>0</c:v>
                </c:pt>
                <c:pt idx="669">
                  <c:v>2.7</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2.7</c:v>
                </c:pt>
                <c:pt idx="688">
                  <c:v>0</c:v>
                </c:pt>
                <c:pt idx="689">
                  <c:v>0</c:v>
                </c:pt>
                <c:pt idx="690">
                  <c:v>0</c:v>
                </c:pt>
                <c:pt idx="691">
                  <c:v>0</c:v>
                </c:pt>
                <c:pt idx="692">
                  <c:v>0</c:v>
                </c:pt>
                <c:pt idx="693">
                  <c:v>0</c:v>
                </c:pt>
                <c:pt idx="694">
                  <c:v>0</c:v>
                </c:pt>
                <c:pt idx="695">
                  <c:v>2.7</c:v>
                </c:pt>
                <c:pt idx="696">
                  <c:v>2.7</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2.7</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2.7</c:v>
                </c:pt>
                <c:pt idx="745">
                  <c:v>0</c:v>
                </c:pt>
                <c:pt idx="746">
                  <c:v>0</c:v>
                </c:pt>
                <c:pt idx="747">
                  <c:v>0</c:v>
                </c:pt>
                <c:pt idx="748">
                  <c:v>2.7</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2.7</c:v>
                </c:pt>
                <c:pt idx="768">
                  <c:v>0</c:v>
                </c:pt>
                <c:pt idx="769">
                  <c:v>0</c:v>
                </c:pt>
                <c:pt idx="770">
                  <c:v>0</c:v>
                </c:pt>
                <c:pt idx="771">
                  <c:v>0</c:v>
                </c:pt>
                <c:pt idx="772">
                  <c:v>0</c:v>
                </c:pt>
                <c:pt idx="773">
                  <c:v>0</c:v>
                </c:pt>
                <c:pt idx="774">
                  <c:v>0</c:v>
                </c:pt>
                <c:pt idx="775">
                  <c:v>2.7</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2.7</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2.7</c:v>
                </c:pt>
                <c:pt idx="810">
                  <c:v>0</c:v>
                </c:pt>
                <c:pt idx="811">
                  <c:v>0</c:v>
                </c:pt>
                <c:pt idx="812">
                  <c:v>0</c:v>
                </c:pt>
                <c:pt idx="813">
                  <c:v>2.7</c:v>
                </c:pt>
                <c:pt idx="814">
                  <c:v>0</c:v>
                </c:pt>
                <c:pt idx="815">
                  <c:v>0</c:v>
                </c:pt>
                <c:pt idx="816">
                  <c:v>0</c:v>
                </c:pt>
                <c:pt idx="817">
                  <c:v>2.7</c:v>
                </c:pt>
                <c:pt idx="818">
                  <c:v>0</c:v>
                </c:pt>
                <c:pt idx="819">
                  <c:v>0</c:v>
                </c:pt>
                <c:pt idx="820">
                  <c:v>0</c:v>
                </c:pt>
                <c:pt idx="821">
                  <c:v>0</c:v>
                </c:pt>
                <c:pt idx="822">
                  <c:v>0</c:v>
                </c:pt>
                <c:pt idx="823">
                  <c:v>0</c:v>
                </c:pt>
                <c:pt idx="824">
                  <c:v>0</c:v>
                </c:pt>
                <c:pt idx="825">
                  <c:v>2.7</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2.7</c:v>
                </c:pt>
                <c:pt idx="843">
                  <c:v>0</c:v>
                </c:pt>
                <c:pt idx="844">
                  <c:v>0</c:v>
                </c:pt>
                <c:pt idx="845">
                  <c:v>0</c:v>
                </c:pt>
                <c:pt idx="846">
                  <c:v>0</c:v>
                </c:pt>
                <c:pt idx="847">
                  <c:v>2.7</c:v>
                </c:pt>
                <c:pt idx="848">
                  <c:v>0</c:v>
                </c:pt>
                <c:pt idx="849">
                  <c:v>0</c:v>
                </c:pt>
                <c:pt idx="850">
                  <c:v>0</c:v>
                </c:pt>
                <c:pt idx="851">
                  <c:v>2.7</c:v>
                </c:pt>
                <c:pt idx="852">
                  <c:v>0</c:v>
                </c:pt>
                <c:pt idx="853">
                  <c:v>0</c:v>
                </c:pt>
                <c:pt idx="854">
                  <c:v>0</c:v>
                </c:pt>
                <c:pt idx="855">
                  <c:v>0</c:v>
                </c:pt>
                <c:pt idx="856">
                  <c:v>0</c:v>
                </c:pt>
                <c:pt idx="857">
                  <c:v>0</c:v>
                </c:pt>
                <c:pt idx="858">
                  <c:v>0</c:v>
                </c:pt>
                <c:pt idx="859">
                  <c:v>0</c:v>
                </c:pt>
                <c:pt idx="860">
                  <c:v>0</c:v>
                </c:pt>
                <c:pt idx="861">
                  <c:v>0</c:v>
                </c:pt>
                <c:pt idx="862">
                  <c:v>2.7</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2.7</c:v>
                </c:pt>
                <c:pt idx="940">
                  <c:v>0</c:v>
                </c:pt>
                <c:pt idx="941">
                  <c:v>0</c:v>
                </c:pt>
                <c:pt idx="942">
                  <c:v>0</c:v>
                </c:pt>
                <c:pt idx="943">
                  <c:v>0</c:v>
                </c:pt>
                <c:pt idx="944">
                  <c:v>0</c:v>
                </c:pt>
                <c:pt idx="945">
                  <c:v>0</c:v>
                </c:pt>
                <c:pt idx="946">
                  <c:v>0</c:v>
                </c:pt>
                <c:pt idx="947">
                  <c:v>0</c:v>
                </c:pt>
                <c:pt idx="948">
                  <c:v>0</c:v>
                </c:pt>
                <c:pt idx="949">
                  <c:v>0</c:v>
                </c:pt>
                <c:pt idx="950">
                  <c:v>0</c:v>
                </c:pt>
                <c:pt idx="951">
                  <c:v>0</c:v>
                </c:pt>
                <c:pt idx="952">
                  <c:v>2.7</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A067-4866-99D7-A6A68ECB5846}"/>
            </c:ext>
          </c:extLst>
        </c:ser>
        <c:ser>
          <c:idx val="1"/>
          <c:order val="1"/>
          <c:tx>
            <c:strRef>
              <c:f>'Sub-Dataset'!$AR$1</c:f>
              <c:strCache>
                <c:ptCount val="1"/>
                <c:pt idx="0">
                  <c:v>Normal</c:v>
                </c:pt>
              </c:strCache>
            </c:strRef>
          </c:tx>
          <c:spPr>
            <a:ln w="19050" cap="rnd">
              <a:noFill/>
              <a:round/>
            </a:ln>
            <a:effectLst/>
          </c:spPr>
          <c:marker>
            <c:symbol val="circle"/>
            <c:size val="3"/>
            <c:spPr>
              <a:solidFill>
                <a:schemeClr val="accent3">
                  <a:lumMod val="75000"/>
                </a:schemeClr>
              </a:solidFill>
              <a:ln w="9525">
                <a:noFill/>
              </a:ln>
              <a:effectLst/>
            </c:spPr>
          </c:marker>
          <c:xVal>
            <c:numRef>
              <c:f>'Sub-Dataset'!$AP$2:$AP$975</c:f>
              <c:numCache>
                <c:formatCode>General</c:formatCode>
                <c:ptCount val="974"/>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'Sub-Dataset'!$AR$2:$AR$975</c:f>
              <c:numCache>
                <c:formatCode>General</c:formatCode>
                <c:ptCount val="974"/>
                <c:pt idx="0">
                  <c:v>0</c:v>
                </c:pt>
                <c:pt idx="1">
                  <c:v>0</c:v>
                </c:pt>
                <c:pt idx="2">
                  <c:v>0</c:v>
                </c:pt>
                <c:pt idx="3">
                  <c:v>0</c:v>
                </c:pt>
                <c:pt idx="4">
                  <c:v>1.6</c:v>
                </c:pt>
                <c:pt idx="5">
                  <c:v>0</c:v>
                </c:pt>
                <c:pt idx="6">
                  <c:v>2.6</c:v>
                </c:pt>
                <c:pt idx="7">
                  <c:v>0</c:v>
                </c:pt>
                <c:pt idx="8">
                  <c:v>0</c:v>
                </c:pt>
                <c:pt idx="9">
                  <c:v>0</c:v>
                </c:pt>
                <c:pt idx="10">
                  <c:v>0</c:v>
                </c:pt>
                <c:pt idx="11">
                  <c:v>0</c:v>
                </c:pt>
                <c:pt idx="12">
                  <c:v>0</c:v>
                </c:pt>
                <c:pt idx="13">
                  <c:v>0</c:v>
                </c:pt>
                <c:pt idx="14">
                  <c:v>3.5</c:v>
                </c:pt>
                <c:pt idx="15">
                  <c:v>0</c:v>
                </c:pt>
                <c:pt idx="16">
                  <c:v>0</c:v>
                </c:pt>
                <c:pt idx="17">
                  <c:v>2.2999999999999998</c:v>
                </c:pt>
                <c:pt idx="18">
                  <c:v>0</c:v>
                </c:pt>
                <c:pt idx="19">
                  <c:v>0</c:v>
                </c:pt>
                <c:pt idx="20">
                  <c:v>3.5</c:v>
                </c:pt>
                <c:pt idx="21">
                  <c:v>1.7</c:v>
                </c:pt>
                <c:pt idx="22">
                  <c:v>3.5</c:v>
                </c:pt>
                <c:pt idx="23">
                  <c:v>0</c:v>
                </c:pt>
                <c:pt idx="24">
                  <c:v>3.5</c:v>
                </c:pt>
                <c:pt idx="25">
                  <c:v>0</c:v>
                </c:pt>
                <c:pt idx="26">
                  <c:v>0</c:v>
                </c:pt>
                <c:pt idx="27">
                  <c:v>3.5</c:v>
                </c:pt>
                <c:pt idx="28">
                  <c:v>0</c:v>
                </c:pt>
                <c:pt idx="29">
                  <c:v>2.5</c:v>
                </c:pt>
                <c:pt idx="30">
                  <c:v>3.5</c:v>
                </c:pt>
                <c:pt idx="31">
                  <c:v>1.8</c:v>
                </c:pt>
                <c:pt idx="32">
                  <c:v>0</c:v>
                </c:pt>
                <c:pt idx="33">
                  <c:v>0</c:v>
                </c:pt>
                <c:pt idx="34">
                  <c:v>0</c:v>
                </c:pt>
                <c:pt idx="35">
                  <c:v>0</c:v>
                </c:pt>
                <c:pt idx="36">
                  <c:v>0</c:v>
                </c:pt>
                <c:pt idx="37">
                  <c:v>1.7</c:v>
                </c:pt>
                <c:pt idx="38">
                  <c:v>0</c:v>
                </c:pt>
                <c:pt idx="39">
                  <c:v>0</c:v>
                </c:pt>
                <c:pt idx="40">
                  <c:v>0</c:v>
                </c:pt>
                <c:pt idx="41">
                  <c:v>0</c:v>
                </c:pt>
                <c:pt idx="42">
                  <c:v>0</c:v>
                </c:pt>
                <c:pt idx="43">
                  <c:v>0</c:v>
                </c:pt>
                <c:pt idx="44">
                  <c:v>2</c:v>
                </c:pt>
                <c:pt idx="45">
                  <c:v>1.6</c:v>
                </c:pt>
                <c:pt idx="46">
                  <c:v>0</c:v>
                </c:pt>
                <c:pt idx="47">
                  <c:v>1.5</c:v>
                </c:pt>
                <c:pt idx="48">
                  <c:v>0</c:v>
                </c:pt>
                <c:pt idx="49">
                  <c:v>0</c:v>
                </c:pt>
                <c:pt idx="50">
                  <c:v>1.7</c:v>
                </c:pt>
                <c:pt idx="51">
                  <c:v>0</c:v>
                </c:pt>
                <c:pt idx="52">
                  <c:v>2.4</c:v>
                </c:pt>
                <c:pt idx="53">
                  <c:v>0</c:v>
                </c:pt>
                <c:pt idx="54">
                  <c:v>0</c:v>
                </c:pt>
                <c:pt idx="55">
                  <c:v>1.6</c:v>
                </c:pt>
                <c:pt idx="56">
                  <c:v>3.5</c:v>
                </c:pt>
                <c:pt idx="57">
                  <c:v>1.8</c:v>
                </c:pt>
                <c:pt idx="58">
                  <c:v>0</c:v>
                </c:pt>
                <c:pt idx="59">
                  <c:v>0</c:v>
                </c:pt>
                <c:pt idx="60">
                  <c:v>0</c:v>
                </c:pt>
                <c:pt idx="61">
                  <c:v>3.5</c:v>
                </c:pt>
                <c:pt idx="62">
                  <c:v>3.5</c:v>
                </c:pt>
                <c:pt idx="63">
                  <c:v>0</c:v>
                </c:pt>
                <c:pt idx="64">
                  <c:v>0</c:v>
                </c:pt>
                <c:pt idx="65">
                  <c:v>0</c:v>
                </c:pt>
                <c:pt idx="66">
                  <c:v>3.5</c:v>
                </c:pt>
                <c:pt idx="67">
                  <c:v>0</c:v>
                </c:pt>
                <c:pt idx="68">
                  <c:v>0</c:v>
                </c:pt>
                <c:pt idx="69">
                  <c:v>0</c:v>
                </c:pt>
                <c:pt idx="70">
                  <c:v>3.5</c:v>
                </c:pt>
                <c:pt idx="71">
                  <c:v>1.7</c:v>
                </c:pt>
                <c:pt idx="72">
                  <c:v>2.4</c:v>
                </c:pt>
                <c:pt idx="73">
                  <c:v>0</c:v>
                </c:pt>
                <c:pt idx="74">
                  <c:v>1.9</c:v>
                </c:pt>
                <c:pt idx="75">
                  <c:v>0</c:v>
                </c:pt>
                <c:pt idx="76">
                  <c:v>0</c:v>
                </c:pt>
                <c:pt idx="77">
                  <c:v>0</c:v>
                </c:pt>
                <c:pt idx="78">
                  <c:v>0</c:v>
                </c:pt>
                <c:pt idx="79">
                  <c:v>2</c:v>
                </c:pt>
                <c:pt idx="80">
                  <c:v>0</c:v>
                </c:pt>
                <c:pt idx="81">
                  <c:v>3.5</c:v>
                </c:pt>
                <c:pt idx="82">
                  <c:v>0</c:v>
                </c:pt>
                <c:pt idx="83">
                  <c:v>0</c:v>
                </c:pt>
                <c:pt idx="84">
                  <c:v>0</c:v>
                </c:pt>
                <c:pt idx="85">
                  <c:v>0</c:v>
                </c:pt>
                <c:pt idx="86">
                  <c:v>0</c:v>
                </c:pt>
                <c:pt idx="87">
                  <c:v>0</c:v>
                </c:pt>
                <c:pt idx="88">
                  <c:v>3.5</c:v>
                </c:pt>
                <c:pt idx="89">
                  <c:v>0</c:v>
                </c:pt>
                <c:pt idx="90">
                  <c:v>3.5</c:v>
                </c:pt>
                <c:pt idx="91">
                  <c:v>0</c:v>
                </c:pt>
                <c:pt idx="92">
                  <c:v>1.5</c:v>
                </c:pt>
                <c:pt idx="93">
                  <c:v>2.2000000000000002</c:v>
                </c:pt>
                <c:pt idx="94">
                  <c:v>2.6</c:v>
                </c:pt>
                <c:pt idx="95">
                  <c:v>0</c:v>
                </c:pt>
                <c:pt idx="96">
                  <c:v>3.5</c:v>
                </c:pt>
                <c:pt idx="97">
                  <c:v>0</c:v>
                </c:pt>
                <c:pt idx="98">
                  <c:v>3.5</c:v>
                </c:pt>
                <c:pt idx="99">
                  <c:v>1.8</c:v>
                </c:pt>
                <c:pt idx="100">
                  <c:v>0</c:v>
                </c:pt>
                <c:pt idx="101">
                  <c:v>0</c:v>
                </c:pt>
                <c:pt idx="102">
                  <c:v>0</c:v>
                </c:pt>
                <c:pt idx="103">
                  <c:v>0</c:v>
                </c:pt>
                <c:pt idx="104">
                  <c:v>0</c:v>
                </c:pt>
                <c:pt idx="105">
                  <c:v>0</c:v>
                </c:pt>
                <c:pt idx="106">
                  <c:v>3.5</c:v>
                </c:pt>
                <c:pt idx="107">
                  <c:v>0</c:v>
                </c:pt>
                <c:pt idx="108">
                  <c:v>0</c:v>
                </c:pt>
                <c:pt idx="109">
                  <c:v>0</c:v>
                </c:pt>
                <c:pt idx="110">
                  <c:v>0</c:v>
                </c:pt>
                <c:pt idx="111">
                  <c:v>1.9</c:v>
                </c:pt>
                <c:pt idx="112">
                  <c:v>0</c:v>
                </c:pt>
                <c:pt idx="113">
                  <c:v>2.6</c:v>
                </c:pt>
                <c:pt idx="114">
                  <c:v>0</c:v>
                </c:pt>
                <c:pt idx="115">
                  <c:v>3.5</c:v>
                </c:pt>
                <c:pt idx="116">
                  <c:v>2</c:v>
                </c:pt>
                <c:pt idx="117">
                  <c:v>0</c:v>
                </c:pt>
                <c:pt idx="118">
                  <c:v>0</c:v>
                </c:pt>
                <c:pt idx="119">
                  <c:v>0</c:v>
                </c:pt>
                <c:pt idx="120">
                  <c:v>0</c:v>
                </c:pt>
                <c:pt idx="121">
                  <c:v>0</c:v>
                </c:pt>
                <c:pt idx="122">
                  <c:v>0</c:v>
                </c:pt>
                <c:pt idx="123">
                  <c:v>2.6</c:v>
                </c:pt>
                <c:pt idx="124">
                  <c:v>2.2000000000000002</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1.8</c:v>
                </c:pt>
                <c:pt idx="141">
                  <c:v>3.5</c:v>
                </c:pt>
                <c:pt idx="142">
                  <c:v>0</c:v>
                </c:pt>
                <c:pt idx="143">
                  <c:v>2.5</c:v>
                </c:pt>
                <c:pt idx="144">
                  <c:v>0</c:v>
                </c:pt>
                <c:pt idx="145">
                  <c:v>0</c:v>
                </c:pt>
                <c:pt idx="146">
                  <c:v>2.2999999999999998</c:v>
                </c:pt>
                <c:pt idx="147">
                  <c:v>0</c:v>
                </c:pt>
                <c:pt idx="148">
                  <c:v>0</c:v>
                </c:pt>
                <c:pt idx="149">
                  <c:v>0</c:v>
                </c:pt>
                <c:pt idx="150">
                  <c:v>0</c:v>
                </c:pt>
                <c:pt idx="151">
                  <c:v>0</c:v>
                </c:pt>
                <c:pt idx="152">
                  <c:v>0</c:v>
                </c:pt>
                <c:pt idx="153">
                  <c:v>0</c:v>
                </c:pt>
                <c:pt idx="154">
                  <c:v>0</c:v>
                </c:pt>
                <c:pt idx="155">
                  <c:v>3.5</c:v>
                </c:pt>
                <c:pt idx="156">
                  <c:v>0</c:v>
                </c:pt>
                <c:pt idx="157">
                  <c:v>0</c:v>
                </c:pt>
                <c:pt idx="158">
                  <c:v>2.1</c:v>
                </c:pt>
                <c:pt idx="159">
                  <c:v>0</c:v>
                </c:pt>
                <c:pt idx="160">
                  <c:v>1.9</c:v>
                </c:pt>
                <c:pt idx="161">
                  <c:v>0</c:v>
                </c:pt>
                <c:pt idx="162">
                  <c:v>2.2999999999999998</c:v>
                </c:pt>
                <c:pt idx="163">
                  <c:v>0</c:v>
                </c:pt>
                <c:pt idx="164">
                  <c:v>2.4</c:v>
                </c:pt>
                <c:pt idx="165">
                  <c:v>2.2000000000000002</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2.1</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2.2000000000000002</c:v>
                </c:pt>
                <c:pt idx="301">
                  <c:v>2.1</c:v>
                </c:pt>
                <c:pt idx="302">
                  <c:v>0</c:v>
                </c:pt>
                <c:pt idx="303">
                  <c:v>0</c:v>
                </c:pt>
                <c:pt idx="304">
                  <c:v>0</c:v>
                </c:pt>
                <c:pt idx="305">
                  <c:v>0</c:v>
                </c:pt>
                <c:pt idx="306">
                  <c:v>0</c:v>
                </c:pt>
                <c:pt idx="307">
                  <c:v>0</c:v>
                </c:pt>
                <c:pt idx="308">
                  <c:v>0</c:v>
                </c:pt>
                <c:pt idx="309">
                  <c:v>0</c:v>
                </c:pt>
                <c:pt idx="310">
                  <c:v>0</c:v>
                </c:pt>
                <c:pt idx="311">
                  <c:v>2.2000000000000002</c:v>
                </c:pt>
                <c:pt idx="312">
                  <c:v>0</c:v>
                </c:pt>
                <c:pt idx="313">
                  <c:v>2.4</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1.7</c:v>
                </c:pt>
                <c:pt idx="332">
                  <c:v>2.6</c:v>
                </c:pt>
                <c:pt idx="333">
                  <c:v>0</c:v>
                </c:pt>
                <c:pt idx="334">
                  <c:v>1.7</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2.5</c:v>
                </c:pt>
                <c:pt idx="378">
                  <c:v>0</c:v>
                </c:pt>
                <c:pt idx="379">
                  <c:v>0</c:v>
                </c:pt>
                <c:pt idx="380">
                  <c:v>2</c:v>
                </c:pt>
                <c:pt idx="381">
                  <c:v>0</c:v>
                </c:pt>
                <c:pt idx="382">
                  <c:v>0</c:v>
                </c:pt>
                <c:pt idx="383">
                  <c:v>0</c:v>
                </c:pt>
                <c:pt idx="384">
                  <c:v>0</c:v>
                </c:pt>
                <c:pt idx="385">
                  <c:v>0</c:v>
                </c:pt>
                <c:pt idx="386">
                  <c:v>0</c:v>
                </c:pt>
                <c:pt idx="387">
                  <c:v>0</c:v>
                </c:pt>
                <c:pt idx="388">
                  <c:v>0</c:v>
                </c:pt>
                <c:pt idx="389">
                  <c:v>0</c:v>
                </c:pt>
                <c:pt idx="390">
                  <c:v>0</c:v>
                </c:pt>
                <c:pt idx="391">
                  <c:v>2.2000000000000002</c:v>
                </c:pt>
                <c:pt idx="392">
                  <c:v>0</c:v>
                </c:pt>
                <c:pt idx="393">
                  <c:v>0</c:v>
                </c:pt>
                <c:pt idx="394">
                  <c:v>0</c:v>
                </c:pt>
                <c:pt idx="395">
                  <c:v>0</c:v>
                </c:pt>
                <c:pt idx="396">
                  <c:v>0</c:v>
                </c:pt>
                <c:pt idx="397">
                  <c:v>0</c:v>
                </c:pt>
                <c:pt idx="398">
                  <c:v>0</c:v>
                </c:pt>
                <c:pt idx="399">
                  <c:v>2.4</c:v>
                </c:pt>
                <c:pt idx="400">
                  <c:v>0</c:v>
                </c:pt>
                <c:pt idx="401">
                  <c:v>0</c:v>
                </c:pt>
                <c:pt idx="402">
                  <c:v>0</c:v>
                </c:pt>
                <c:pt idx="403">
                  <c:v>0</c:v>
                </c:pt>
                <c:pt idx="404">
                  <c:v>2.6</c:v>
                </c:pt>
                <c:pt idx="405">
                  <c:v>0</c:v>
                </c:pt>
                <c:pt idx="406">
                  <c:v>0</c:v>
                </c:pt>
                <c:pt idx="407">
                  <c:v>0</c:v>
                </c:pt>
                <c:pt idx="408">
                  <c:v>0</c:v>
                </c:pt>
                <c:pt idx="409">
                  <c:v>0</c:v>
                </c:pt>
                <c:pt idx="410">
                  <c:v>0</c:v>
                </c:pt>
                <c:pt idx="411">
                  <c:v>0</c:v>
                </c:pt>
                <c:pt idx="412">
                  <c:v>0</c:v>
                </c:pt>
                <c:pt idx="413">
                  <c:v>0</c:v>
                </c:pt>
                <c:pt idx="414">
                  <c:v>0</c:v>
                </c:pt>
                <c:pt idx="415">
                  <c:v>1.8</c:v>
                </c:pt>
                <c:pt idx="416">
                  <c:v>0</c:v>
                </c:pt>
                <c:pt idx="417">
                  <c:v>0</c:v>
                </c:pt>
                <c:pt idx="418">
                  <c:v>0</c:v>
                </c:pt>
                <c:pt idx="419">
                  <c:v>0</c:v>
                </c:pt>
                <c:pt idx="420">
                  <c:v>0</c:v>
                </c:pt>
                <c:pt idx="421">
                  <c:v>0</c:v>
                </c:pt>
                <c:pt idx="422">
                  <c:v>0</c:v>
                </c:pt>
                <c:pt idx="423">
                  <c:v>0</c:v>
                </c:pt>
                <c:pt idx="424">
                  <c:v>0</c:v>
                </c:pt>
                <c:pt idx="425">
                  <c:v>0</c:v>
                </c:pt>
                <c:pt idx="426">
                  <c:v>0</c:v>
                </c:pt>
                <c:pt idx="427">
                  <c:v>0</c:v>
                </c:pt>
                <c:pt idx="428">
                  <c:v>2.7</c:v>
                </c:pt>
                <c:pt idx="429">
                  <c:v>0</c:v>
                </c:pt>
                <c:pt idx="430">
                  <c:v>0</c:v>
                </c:pt>
                <c:pt idx="431">
                  <c:v>0</c:v>
                </c:pt>
                <c:pt idx="432">
                  <c:v>0</c:v>
                </c:pt>
                <c:pt idx="433">
                  <c:v>0</c:v>
                </c:pt>
                <c:pt idx="434">
                  <c:v>0</c:v>
                </c:pt>
                <c:pt idx="435">
                  <c:v>0</c:v>
                </c:pt>
                <c:pt idx="436">
                  <c:v>0</c:v>
                </c:pt>
                <c:pt idx="437">
                  <c:v>0</c:v>
                </c:pt>
                <c:pt idx="438">
                  <c:v>0</c:v>
                </c:pt>
                <c:pt idx="439">
                  <c:v>2.2000000000000002</c:v>
                </c:pt>
                <c:pt idx="440">
                  <c:v>1.6</c:v>
                </c:pt>
                <c:pt idx="441">
                  <c:v>3.5</c:v>
                </c:pt>
                <c:pt idx="442">
                  <c:v>1.7</c:v>
                </c:pt>
                <c:pt idx="443">
                  <c:v>2.4</c:v>
                </c:pt>
                <c:pt idx="444">
                  <c:v>0</c:v>
                </c:pt>
                <c:pt idx="445">
                  <c:v>1.8</c:v>
                </c:pt>
                <c:pt idx="446">
                  <c:v>3.5</c:v>
                </c:pt>
                <c:pt idx="447">
                  <c:v>2.1</c:v>
                </c:pt>
                <c:pt idx="448">
                  <c:v>0</c:v>
                </c:pt>
                <c:pt idx="449">
                  <c:v>0</c:v>
                </c:pt>
                <c:pt idx="450">
                  <c:v>1.7</c:v>
                </c:pt>
                <c:pt idx="451">
                  <c:v>1.7</c:v>
                </c:pt>
                <c:pt idx="452">
                  <c:v>2.2999999999999998</c:v>
                </c:pt>
                <c:pt idx="453">
                  <c:v>0</c:v>
                </c:pt>
                <c:pt idx="454">
                  <c:v>2.1</c:v>
                </c:pt>
                <c:pt idx="455">
                  <c:v>0</c:v>
                </c:pt>
                <c:pt idx="456">
                  <c:v>3.5</c:v>
                </c:pt>
                <c:pt idx="457">
                  <c:v>0</c:v>
                </c:pt>
                <c:pt idx="458">
                  <c:v>0</c:v>
                </c:pt>
                <c:pt idx="459">
                  <c:v>2.2000000000000002</c:v>
                </c:pt>
                <c:pt idx="460">
                  <c:v>0</c:v>
                </c:pt>
                <c:pt idx="461">
                  <c:v>0</c:v>
                </c:pt>
                <c:pt idx="462">
                  <c:v>2.1</c:v>
                </c:pt>
                <c:pt idx="463">
                  <c:v>3.5</c:v>
                </c:pt>
                <c:pt idx="464">
                  <c:v>2</c:v>
                </c:pt>
                <c:pt idx="465">
                  <c:v>2.5</c:v>
                </c:pt>
                <c:pt idx="466">
                  <c:v>2.2000000000000002</c:v>
                </c:pt>
                <c:pt idx="467">
                  <c:v>0</c:v>
                </c:pt>
                <c:pt idx="468">
                  <c:v>1.5</c:v>
                </c:pt>
                <c:pt idx="469">
                  <c:v>1.6</c:v>
                </c:pt>
                <c:pt idx="470">
                  <c:v>0</c:v>
                </c:pt>
                <c:pt idx="471">
                  <c:v>3.5</c:v>
                </c:pt>
                <c:pt idx="472">
                  <c:v>2.1</c:v>
                </c:pt>
                <c:pt idx="473">
                  <c:v>3.5</c:v>
                </c:pt>
                <c:pt idx="474">
                  <c:v>3.5</c:v>
                </c:pt>
                <c:pt idx="475">
                  <c:v>2.4</c:v>
                </c:pt>
                <c:pt idx="476">
                  <c:v>2.1</c:v>
                </c:pt>
                <c:pt idx="477">
                  <c:v>0</c:v>
                </c:pt>
                <c:pt idx="478">
                  <c:v>2</c:v>
                </c:pt>
                <c:pt idx="479">
                  <c:v>3.5</c:v>
                </c:pt>
                <c:pt idx="480">
                  <c:v>3.5</c:v>
                </c:pt>
                <c:pt idx="481">
                  <c:v>0</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0</c:v>
                </c:pt>
                <c:pt idx="497">
                  <c:v>3.5</c:v>
                </c:pt>
                <c:pt idx="498">
                  <c:v>3.5</c:v>
                </c:pt>
                <c:pt idx="499">
                  <c:v>3.5</c:v>
                </c:pt>
                <c:pt idx="500">
                  <c:v>3.5</c:v>
                </c:pt>
                <c:pt idx="501">
                  <c:v>0</c:v>
                </c:pt>
                <c:pt idx="502">
                  <c:v>3.5</c:v>
                </c:pt>
                <c:pt idx="503">
                  <c:v>3.5</c:v>
                </c:pt>
                <c:pt idx="504">
                  <c:v>0</c:v>
                </c:pt>
                <c:pt idx="505">
                  <c:v>3.5</c:v>
                </c:pt>
                <c:pt idx="506">
                  <c:v>2.6</c:v>
                </c:pt>
                <c:pt idx="507">
                  <c:v>3.5</c:v>
                </c:pt>
                <c:pt idx="508">
                  <c:v>1.7</c:v>
                </c:pt>
                <c:pt idx="509">
                  <c:v>3.5</c:v>
                </c:pt>
                <c:pt idx="510">
                  <c:v>1.5</c:v>
                </c:pt>
                <c:pt idx="511">
                  <c:v>0</c:v>
                </c:pt>
                <c:pt idx="512">
                  <c:v>2</c:v>
                </c:pt>
                <c:pt idx="513">
                  <c:v>3.5</c:v>
                </c:pt>
                <c:pt idx="514">
                  <c:v>0</c:v>
                </c:pt>
                <c:pt idx="515">
                  <c:v>2.6</c:v>
                </c:pt>
                <c:pt idx="516">
                  <c:v>3.5</c:v>
                </c:pt>
                <c:pt idx="517">
                  <c:v>3.5</c:v>
                </c:pt>
                <c:pt idx="518">
                  <c:v>3.5</c:v>
                </c:pt>
                <c:pt idx="519">
                  <c:v>2.7</c:v>
                </c:pt>
                <c:pt idx="520">
                  <c:v>1.6</c:v>
                </c:pt>
                <c:pt idx="521">
                  <c:v>3.5</c:v>
                </c:pt>
                <c:pt idx="522">
                  <c:v>3.5</c:v>
                </c:pt>
                <c:pt idx="523">
                  <c:v>0</c:v>
                </c:pt>
                <c:pt idx="524">
                  <c:v>0</c:v>
                </c:pt>
                <c:pt idx="525">
                  <c:v>1.6</c:v>
                </c:pt>
                <c:pt idx="526">
                  <c:v>2.7</c:v>
                </c:pt>
                <c:pt idx="527">
                  <c:v>1.8</c:v>
                </c:pt>
                <c:pt idx="528">
                  <c:v>0</c:v>
                </c:pt>
                <c:pt idx="529">
                  <c:v>0</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0</c:v>
                </c:pt>
                <c:pt idx="544">
                  <c:v>3.5</c:v>
                </c:pt>
                <c:pt idx="545">
                  <c:v>1.5</c:v>
                </c:pt>
                <c:pt idx="546">
                  <c:v>3.5</c:v>
                </c:pt>
                <c:pt idx="547">
                  <c:v>3.5</c:v>
                </c:pt>
                <c:pt idx="548">
                  <c:v>0</c:v>
                </c:pt>
                <c:pt idx="549">
                  <c:v>0</c:v>
                </c:pt>
                <c:pt idx="550">
                  <c:v>2.5</c:v>
                </c:pt>
                <c:pt idx="551">
                  <c:v>3.5</c:v>
                </c:pt>
                <c:pt idx="552">
                  <c:v>2.1</c:v>
                </c:pt>
                <c:pt idx="553">
                  <c:v>3.5</c:v>
                </c:pt>
                <c:pt idx="554">
                  <c:v>2.2999999999999998</c:v>
                </c:pt>
                <c:pt idx="555">
                  <c:v>3.5</c:v>
                </c:pt>
                <c:pt idx="556">
                  <c:v>2</c:v>
                </c:pt>
                <c:pt idx="557">
                  <c:v>1.6</c:v>
                </c:pt>
                <c:pt idx="558">
                  <c:v>3.5</c:v>
                </c:pt>
                <c:pt idx="559">
                  <c:v>0</c:v>
                </c:pt>
                <c:pt idx="560">
                  <c:v>3.5</c:v>
                </c:pt>
                <c:pt idx="561">
                  <c:v>1.5</c:v>
                </c:pt>
                <c:pt idx="562">
                  <c:v>1.9</c:v>
                </c:pt>
                <c:pt idx="563">
                  <c:v>1.5</c:v>
                </c:pt>
                <c:pt idx="564">
                  <c:v>0</c:v>
                </c:pt>
                <c:pt idx="565">
                  <c:v>2.5</c:v>
                </c:pt>
                <c:pt idx="566">
                  <c:v>3.5</c:v>
                </c:pt>
                <c:pt idx="567">
                  <c:v>2.4</c:v>
                </c:pt>
                <c:pt idx="568">
                  <c:v>3.5</c:v>
                </c:pt>
                <c:pt idx="569">
                  <c:v>3.5</c:v>
                </c:pt>
                <c:pt idx="570">
                  <c:v>0</c:v>
                </c:pt>
                <c:pt idx="571">
                  <c:v>3.5</c:v>
                </c:pt>
                <c:pt idx="572">
                  <c:v>3.5</c:v>
                </c:pt>
                <c:pt idx="573">
                  <c:v>3.5</c:v>
                </c:pt>
                <c:pt idx="574">
                  <c:v>0</c:v>
                </c:pt>
                <c:pt idx="575">
                  <c:v>0</c:v>
                </c:pt>
                <c:pt idx="576">
                  <c:v>1.9</c:v>
                </c:pt>
                <c:pt idx="577">
                  <c:v>0</c:v>
                </c:pt>
                <c:pt idx="578">
                  <c:v>3.5</c:v>
                </c:pt>
                <c:pt idx="579">
                  <c:v>2</c:v>
                </c:pt>
                <c:pt idx="580">
                  <c:v>1.8</c:v>
                </c:pt>
                <c:pt idx="581">
                  <c:v>0</c:v>
                </c:pt>
                <c:pt idx="582">
                  <c:v>1.6</c:v>
                </c:pt>
                <c:pt idx="583">
                  <c:v>0</c:v>
                </c:pt>
                <c:pt idx="584">
                  <c:v>0</c:v>
                </c:pt>
                <c:pt idx="585">
                  <c:v>0</c:v>
                </c:pt>
                <c:pt idx="586">
                  <c:v>0</c:v>
                </c:pt>
                <c:pt idx="587">
                  <c:v>0</c:v>
                </c:pt>
                <c:pt idx="588">
                  <c:v>0</c:v>
                </c:pt>
                <c:pt idx="589">
                  <c:v>0</c:v>
                </c:pt>
                <c:pt idx="590">
                  <c:v>1.9</c:v>
                </c:pt>
                <c:pt idx="591">
                  <c:v>0</c:v>
                </c:pt>
                <c:pt idx="592">
                  <c:v>0</c:v>
                </c:pt>
                <c:pt idx="593">
                  <c:v>1.9</c:v>
                </c:pt>
                <c:pt idx="594">
                  <c:v>2</c:v>
                </c:pt>
                <c:pt idx="595">
                  <c:v>0</c:v>
                </c:pt>
                <c:pt idx="596">
                  <c:v>0</c:v>
                </c:pt>
                <c:pt idx="597">
                  <c:v>0</c:v>
                </c:pt>
                <c:pt idx="598">
                  <c:v>0</c:v>
                </c:pt>
                <c:pt idx="599">
                  <c:v>3.5</c:v>
                </c:pt>
                <c:pt idx="600">
                  <c:v>0</c:v>
                </c:pt>
                <c:pt idx="601">
                  <c:v>0</c:v>
                </c:pt>
                <c:pt idx="602">
                  <c:v>0</c:v>
                </c:pt>
                <c:pt idx="603">
                  <c:v>0</c:v>
                </c:pt>
                <c:pt idx="604">
                  <c:v>0</c:v>
                </c:pt>
                <c:pt idx="605">
                  <c:v>2.1</c:v>
                </c:pt>
                <c:pt idx="606">
                  <c:v>0</c:v>
                </c:pt>
                <c:pt idx="607">
                  <c:v>1.6</c:v>
                </c:pt>
                <c:pt idx="608">
                  <c:v>3.5</c:v>
                </c:pt>
                <c:pt idx="609">
                  <c:v>0</c:v>
                </c:pt>
                <c:pt idx="610">
                  <c:v>2.4</c:v>
                </c:pt>
                <c:pt idx="611">
                  <c:v>0</c:v>
                </c:pt>
                <c:pt idx="612">
                  <c:v>0</c:v>
                </c:pt>
                <c:pt idx="613">
                  <c:v>2</c:v>
                </c:pt>
                <c:pt idx="614">
                  <c:v>0</c:v>
                </c:pt>
                <c:pt idx="615">
                  <c:v>0</c:v>
                </c:pt>
                <c:pt idx="616">
                  <c:v>0</c:v>
                </c:pt>
                <c:pt idx="617">
                  <c:v>3.5</c:v>
                </c:pt>
                <c:pt idx="618">
                  <c:v>0</c:v>
                </c:pt>
                <c:pt idx="619">
                  <c:v>1.5</c:v>
                </c:pt>
                <c:pt idx="620">
                  <c:v>0</c:v>
                </c:pt>
                <c:pt idx="621">
                  <c:v>0</c:v>
                </c:pt>
                <c:pt idx="622">
                  <c:v>0</c:v>
                </c:pt>
                <c:pt idx="623">
                  <c:v>2</c:v>
                </c:pt>
                <c:pt idx="624">
                  <c:v>2.5</c:v>
                </c:pt>
                <c:pt idx="625">
                  <c:v>0</c:v>
                </c:pt>
                <c:pt idx="626">
                  <c:v>0</c:v>
                </c:pt>
                <c:pt idx="627">
                  <c:v>3.5</c:v>
                </c:pt>
                <c:pt idx="628">
                  <c:v>2.5</c:v>
                </c:pt>
                <c:pt idx="629">
                  <c:v>0</c:v>
                </c:pt>
                <c:pt idx="630">
                  <c:v>0</c:v>
                </c:pt>
                <c:pt idx="631">
                  <c:v>0</c:v>
                </c:pt>
                <c:pt idx="632">
                  <c:v>1.8</c:v>
                </c:pt>
                <c:pt idx="633">
                  <c:v>0</c:v>
                </c:pt>
                <c:pt idx="634">
                  <c:v>0</c:v>
                </c:pt>
                <c:pt idx="635">
                  <c:v>0</c:v>
                </c:pt>
                <c:pt idx="636">
                  <c:v>0</c:v>
                </c:pt>
                <c:pt idx="637">
                  <c:v>0</c:v>
                </c:pt>
                <c:pt idx="638">
                  <c:v>0</c:v>
                </c:pt>
                <c:pt idx="639">
                  <c:v>0</c:v>
                </c:pt>
                <c:pt idx="640">
                  <c:v>0</c:v>
                </c:pt>
                <c:pt idx="641">
                  <c:v>0</c:v>
                </c:pt>
                <c:pt idx="642">
                  <c:v>1.9</c:v>
                </c:pt>
                <c:pt idx="643">
                  <c:v>0</c:v>
                </c:pt>
                <c:pt idx="644">
                  <c:v>0</c:v>
                </c:pt>
                <c:pt idx="645">
                  <c:v>2.7</c:v>
                </c:pt>
                <c:pt idx="646">
                  <c:v>1.8</c:v>
                </c:pt>
                <c:pt idx="647">
                  <c:v>0</c:v>
                </c:pt>
                <c:pt idx="648">
                  <c:v>0</c:v>
                </c:pt>
                <c:pt idx="649">
                  <c:v>0</c:v>
                </c:pt>
                <c:pt idx="650">
                  <c:v>2.4</c:v>
                </c:pt>
                <c:pt idx="651">
                  <c:v>0</c:v>
                </c:pt>
                <c:pt idx="652">
                  <c:v>0</c:v>
                </c:pt>
                <c:pt idx="653">
                  <c:v>0</c:v>
                </c:pt>
                <c:pt idx="654">
                  <c:v>2.2999999999999998</c:v>
                </c:pt>
                <c:pt idx="655">
                  <c:v>0</c:v>
                </c:pt>
                <c:pt idx="656">
                  <c:v>0</c:v>
                </c:pt>
                <c:pt idx="657">
                  <c:v>3.5</c:v>
                </c:pt>
                <c:pt idx="658">
                  <c:v>1.8</c:v>
                </c:pt>
                <c:pt idx="659">
                  <c:v>1.9</c:v>
                </c:pt>
                <c:pt idx="660">
                  <c:v>3.5</c:v>
                </c:pt>
                <c:pt idx="661">
                  <c:v>0</c:v>
                </c:pt>
                <c:pt idx="662">
                  <c:v>0</c:v>
                </c:pt>
                <c:pt idx="663">
                  <c:v>0</c:v>
                </c:pt>
                <c:pt idx="664">
                  <c:v>2.4</c:v>
                </c:pt>
                <c:pt idx="665">
                  <c:v>0</c:v>
                </c:pt>
                <c:pt idx="666">
                  <c:v>2.6</c:v>
                </c:pt>
                <c:pt idx="667">
                  <c:v>2.2000000000000002</c:v>
                </c:pt>
                <c:pt idx="668">
                  <c:v>3.5</c:v>
                </c:pt>
                <c:pt idx="669">
                  <c:v>0</c:v>
                </c:pt>
                <c:pt idx="670">
                  <c:v>3.5</c:v>
                </c:pt>
                <c:pt idx="671">
                  <c:v>3.5</c:v>
                </c:pt>
                <c:pt idx="672">
                  <c:v>2</c:v>
                </c:pt>
                <c:pt idx="673">
                  <c:v>3.5</c:v>
                </c:pt>
                <c:pt idx="674">
                  <c:v>2.6</c:v>
                </c:pt>
                <c:pt idx="675">
                  <c:v>0</c:v>
                </c:pt>
                <c:pt idx="676">
                  <c:v>1.8</c:v>
                </c:pt>
                <c:pt idx="677">
                  <c:v>0</c:v>
                </c:pt>
                <c:pt idx="678">
                  <c:v>1.9</c:v>
                </c:pt>
                <c:pt idx="679">
                  <c:v>2</c:v>
                </c:pt>
                <c:pt idx="680">
                  <c:v>0</c:v>
                </c:pt>
                <c:pt idx="681">
                  <c:v>3.5</c:v>
                </c:pt>
                <c:pt idx="682">
                  <c:v>2.1</c:v>
                </c:pt>
                <c:pt idx="683">
                  <c:v>3.5</c:v>
                </c:pt>
                <c:pt idx="684">
                  <c:v>0</c:v>
                </c:pt>
                <c:pt idx="685">
                  <c:v>1.6</c:v>
                </c:pt>
                <c:pt idx="686">
                  <c:v>2.6</c:v>
                </c:pt>
                <c:pt idx="687">
                  <c:v>0</c:v>
                </c:pt>
                <c:pt idx="688">
                  <c:v>0</c:v>
                </c:pt>
                <c:pt idx="689">
                  <c:v>0</c:v>
                </c:pt>
                <c:pt idx="690">
                  <c:v>3.5</c:v>
                </c:pt>
                <c:pt idx="691">
                  <c:v>1.8</c:v>
                </c:pt>
                <c:pt idx="692">
                  <c:v>3.5</c:v>
                </c:pt>
                <c:pt idx="693">
                  <c:v>0</c:v>
                </c:pt>
                <c:pt idx="694">
                  <c:v>1.5</c:v>
                </c:pt>
                <c:pt idx="695">
                  <c:v>0</c:v>
                </c:pt>
                <c:pt idx="696">
                  <c:v>0</c:v>
                </c:pt>
                <c:pt idx="697">
                  <c:v>0</c:v>
                </c:pt>
                <c:pt idx="698">
                  <c:v>3.5</c:v>
                </c:pt>
                <c:pt idx="699">
                  <c:v>0</c:v>
                </c:pt>
                <c:pt idx="700">
                  <c:v>1.5</c:v>
                </c:pt>
                <c:pt idx="701">
                  <c:v>2</c:v>
                </c:pt>
                <c:pt idx="702">
                  <c:v>0</c:v>
                </c:pt>
                <c:pt idx="703">
                  <c:v>0</c:v>
                </c:pt>
                <c:pt idx="704">
                  <c:v>3.5</c:v>
                </c:pt>
                <c:pt idx="705">
                  <c:v>0</c:v>
                </c:pt>
                <c:pt idx="706">
                  <c:v>0</c:v>
                </c:pt>
                <c:pt idx="707">
                  <c:v>3.5</c:v>
                </c:pt>
                <c:pt idx="708">
                  <c:v>0</c:v>
                </c:pt>
                <c:pt idx="709">
                  <c:v>2.2000000000000002</c:v>
                </c:pt>
                <c:pt idx="710">
                  <c:v>0</c:v>
                </c:pt>
                <c:pt idx="711">
                  <c:v>3.5</c:v>
                </c:pt>
                <c:pt idx="712">
                  <c:v>0</c:v>
                </c:pt>
                <c:pt idx="713">
                  <c:v>2.2000000000000002</c:v>
                </c:pt>
                <c:pt idx="714">
                  <c:v>0</c:v>
                </c:pt>
                <c:pt idx="715">
                  <c:v>0</c:v>
                </c:pt>
                <c:pt idx="716">
                  <c:v>3.5</c:v>
                </c:pt>
                <c:pt idx="717">
                  <c:v>0</c:v>
                </c:pt>
                <c:pt idx="718">
                  <c:v>0</c:v>
                </c:pt>
                <c:pt idx="719">
                  <c:v>1.8</c:v>
                </c:pt>
                <c:pt idx="720">
                  <c:v>0</c:v>
                </c:pt>
                <c:pt idx="721">
                  <c:v>0</c:v>
                </c:pt>
                <c:pt idx="722">
                  <c:v>0</c:v>
                </c:pt>
                <c:pt idx="723">
                  <c:v>0</c:v>
                </c:pt>
                <c:pt idx="724">
                  <c:v>0</c:v>
                </c:pt>
                <c:pt idx="725">
                  <c:v>0</c:v>
                </c:pt>
                <c:pt idx="726">
                  <c:v>2.1</c:v>
                </c:pt>
                <c:pt idx="727">
                  <c:v>2.6</c:v>
                </c:pt>
                <c:pt idx="728">
                  <c:v>0</c:v>
                </c:pt>
                <c:pt idx="729">
                  <c:v>0</c:v>
                </c:pt>
                <c:pt idx="730">
                  <c:v>0</c:v>
                </c:pt>
                <c:pt idx="731">
                  <c:v>0</c:v>
                </c:pt>
                <c:pt idx="732">
                  <c:v>0</c:v>
                </c:pt>
                <c:pt idx="733">
                  <c:v>1.7</c:v>
                </c:pt>
                <c:pt idx="734">
                  <c:v>0</c:v>
                </c:pt>
                <c:pt idx="735">
                  <c:v>3.5</c:v>
                </c:pt>
                <c:pt idx="736">
                  <c:v>0</c:v>
                </c:pt>
                <c:pt idx="737">
                  <c:v>1.8</c:v>
                </c:pt>
                <c:pt idx="738">
                  <c:v>0</c:v>
                </c:pt>
                <c:pt idx="739">
                  <c:v>0</c:v>
                </c:pt>
                <c:pt idx="740">
                  <c:v>0</c:v>
                </c:pt>
                <c:pt idx="741">
                  <c:v>0</c:v>
                </c:pt>
                <c:pt idx="742">
                  <c:v>0</c:v>
                </c:pt>
                <c:pt idx="743">
                  <c:v>0</c:v>
                </c:pt>
                <c:pt idx="744">
                  <c:v>0</c:v>
                </c:pt>
                <c:pt idx="745">
                  <c:v>0</c:v>
                </c:pt>
                <c:pt idx="746">
                  <c:v>0</c:v>
                </c:pt>
                <c:pt idx="747">
                  <c:v>1.9</c:v>
                </c:pt>
                <c:pt idx="748">
                  <c:v>0</c:v>
                </c:pt>
                <c:pt idx="749">
                  <c:v>0</c:v>
                </c:pt>
                <c:pt idx="750">
                  <c:v>0</c:v>
                </c:pt>
                <c:pt idx="751">
                  <c:v>0</c:v>
                </c:pt>
                <c:pt idx="752">
                  <c:v>0</c:v>
                </c:pt>
                <c:pt idx="753">
                  <c:v>0</c:v>
                </c:pt>
                <c:pt idx="754">
                  <c:v>1.8</c:v>
                </c:pt>
                <c:pt idx="755">
                  <c:v>0</c:v>
                </c:pt>
                <c:pt idx="756">
                  <c:v>0</c:v>
                </c:pt>
                <c:pt idx="757">
                  <c:v>3.5</c:v>
                </c:pt>
                <c:pt idx="758">
                  <c:v>3.5</c:v>
                </c:pt>
                <c:pt idx="759">
                  <c:v>1.9</c:v>
                </c:pt>
                <c:pt idx="760">
                  <c:v>0</c:v>
                </c:pt>
                <c:pt idx="761">
                  <c:v>0</c:v>
                </c:pt>
                <c:pt idx="762">
                  <c:v>0</c:v>
                </c:pt>
                <c:pt idx="763">
                  <c:v>0</c:v>
                </c:pt>
                <c:pt idx="764">
                  <c:v>0</c:v>
                </c:pt>
                <c:pt idx="765">
                  <c:v>2.6</c:v>
                </c:pt>
                <c:pt idx="766">
                  <c:v>0</c:v>
                </c:pt>
                <c:pt idx="767">
                  <c:v>0</c:v>
                </c:pt>
                <c:pt idx="768">
                  <c:v>0</c:v>
                </c:pt>
                <c:pt idx="769">
                  <c:v>1.7</c:v>
                </c:pt>
                <c:pt idx="770">
                  <c:v>0</c:v>
                </c:pt>
                <c:pt idx="771">
                  <c:v>0</c:v>
                </c:pt>
                <c:pt idx="772">
                  <c:v>0</c:v>
                </c:pt>
                <c:pt idx="773">
                  <c:v>0</c:v>
                </c:pt>
                <c:pt idx="774">
                  <c:v>0</c:v>
                </c:pt>
                <c:pt idx="775">
                  <c:v>0</c:v>
                </c:pt>
                <c:pt idx="776">
                  <c:v>0</c:v>
                </c:pt>
                <c:pt idx="777">
                  <c:v>0</c:v>
                </c:pt>
                <c:pt idx="778">
                  <c:v>1.5</c:v>
                </c:pt>
                <c:pt idx="779">
                  <c:v>0</c:v>
                </c:pt>
                <c:pt idx="780">
                  <c:v>0</c:v>
                </c:pt>
                <c:pt idx="781">
                  <c:v>2.5</c:v>
                </c:pt>
                <c:pt idx="782">
                  <c:v>0</c:v>
                </c:pt>
                <c:pt idx="783">
                  <c:v>0</c:v>
                </c:pt>
                <c:pt idx="784">
                  <c:v>0</c:v>
                </c:pt>
                <c:pt idx="785">
                  <c:v>2.4</c:v>
                </c:pt>
                <c:pt idx="786">
                  <c:v>0</c:v>
                </c:pt>
                <c:pt idx="787">
                  <c:v>0</c:v>
                </c:pt>
                <c:pt idx="788">
                  <c:v>2</c:v>
                </c:pt>
                <c:pt idx="789">
                  <c:v>0</c:v>
                </c:pt>
                <c:pt idx="790">
                  <c:v>0</c:v>
                </c:pt>
                <c:pt idx="791">
                  <c:v>0</c:v>
                </c:pt>
                <c:pt idx="792">
                  <c:v>0</c:v>
                </c:pt>
                <c:pt idx="793">
                  <c:v>0</c:v>
                </c:pt>
                <c:pt idx="794">
                  <c:v>0</c:v>
                </c:pt>
                <c:pt idx="795">
                  <c:v>0</c:v>
                </c:pt>
                <c:pt idx="796">
                  <c:v>0</c:v>
                </c:pt>
                <c:pt idx="797">
                  <c:v>2.5</c:v>
                </c:pt>
                <c:pt idx="798">
                  <c:v>0</c:v>
                </c:pt>
                <c:pt idx="799">
                  <c:v>0</c:v>
                </c:pt>
                <c:pt idx="800">
                  <c:v>0</c:v>
                </c:pt>
                <c:pt idx="801">
                  <c:v>0</c:v>
                </c:pt>
                <c:pt idx="802">
                  <c:v>2.1</c:v>
                </c:pt>
                <c:pt idx="803">
                  <c:v>0</c:v>
                </c:pt>
                <c:pt idx="804">
                  <c:v>0</c:v>
                </c:pt>
                <c:pt idx="805">
                  <c:v>0</c:v>
                </c:pt>
                <c:pt idx="806">
                  <c:v>0</c:v>
                </c:pt>
                <c:pt idx="807">
                  <c:v>0</c:v>
                </c:pt>
                <c:pt idx="808">
                  <c:v>2.1</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2.7</c:v>
                </c:pt>
                <c:pt idx="823">
                  <c:v>0</c:v>
                </c:pt>
                <c:pt idx="824">
                  <c:v>0</c:v>
                </c:pt>
                <c:pt idx="825">
                  <c:v>0</c:v>
                </c:pt>
                <c:pt idx="826">
                  <c:v>0</c:v>
                </c:pt>
                <c:pt idx="827">
                  <c:v>0</c:v>
                </c:pt>
                <c:pt idx="828">
                  <c:v>0</c:v>
                </c:pt>
                <c:pt idx="829">
                  <c:v>3.5</c:v>
                </c:pt>
                <c:pt idx="830">
                  <c:v>0</c:v>
                </c:pt>
                <c:pt idx="831">
                  <c:v>0</c:v>
                </c:pt>
                <c:pt idx="832">
                  <c:v>0</c:v>
                </c:pt>
                <c:pt idx="833">
                  <c:v>0</c:v>
                </c:pt>
                <c:pt idx="834">
                  <c:v>3.5</c:v>
                </c:pt>
                <c:pt idx="835">
                  <c:v>0</c:v>
                </c:pt>
                <c:pt idx="836">
                  <c:v>0</c:v>
                </c:pt>
                <c:pt idx="837">
                  <c:v>0</c:v>
                </c:pt>
                <c:pt idx="838">
                  <c:v>0</c:v>
                </c:pt>
                <c:pt idx="839">
                  <c:v>2.1</c:v>
                </c:pt>
                <c:pt idx="840">
                  <c:v>0</c:v>
                </c:pt>
                <c:pt idx="841">
                  <c:v>0</c:v>
                </c:pt>
                <c:pt idx="842">
                  <c:v>0</c:v>
                </c:pt>
                <c:pt idx="843">
                  <c:v>2.2999999999999998</c:v>
                </c:pt>
                <c:pt idx="844">
                  <c:v>0</c:v>
                </c:pt>
                <c:pt idx="845">
                  <c:v>0</c:v>
                </c:pt>
                <c:pt idx="846">
                  <c:v>3.5</c:v>
                </c:pt>
                <c:pt idx="847">
                  <c:v>0</c:v>
                </c:pt>
                <c:pt idx="848">
                  <c:v>0</c:v>
                </c:pt>
                <c:pt idx="849">
                  <c:v>1.9</c:v>
                </c:pt>
                <c:pt idx="850">
                  <c:v>0</c:v>
                </c:pt>
                <c:pt idx="851">
                  <c:v>0</c:v>
                </c:pt>
                <c:pt idx="852">
                  <c:v>0</c:v>
                </c:pt>
                <c:pt idx="853">
                  <c:v>0</c:v>
                </c:pt>
                <c:pt idx="854">
                  <c:v>2.2000000000000002</c:v>
                </c:pt>
                <c:pt idx="855">
                  <c:v>0</c:v>
                </c:pt>
                <c:pt idx="856">
                  <c:v>0</c:v>
                </c:pt>
                <c:pt idx="857">
                  <c:v>0</c:v>
                </c:pt>
                <c:pt idx="858">
                  <c:v>0</c:v>
                </c:pt>
                <c:pt idx="859">
                  <c:v>0</c:v>
                </c:pt>
                <c:pt idx="860">
                  <c:v>0</c:v>
                </c:pt>
                <c:pt idx="861">
                  <c:v>0</c:v>
                </c:pt>
                <c:pt idx="862">
                  <c:v>0</c:v>
                </c:pt>
                <c:pt idx="863">
                  <c:v>2</c:v>
                </c:pt>
                <c:pt idx="864">
                  <c:v>0</c:v>
                </c:pt>
                <c:pt idx="865">
                  <c:v>2.2999999999999998</c:v>
                </c:pt>
                <c:pt idx="866">
                  <c:v>0</c:v>
                </c:pt>
                <c:pt idx="867">
                  <c:v>0</c:v>
                </c:pt>
                <c:pt idx="868">
                  <c:v>0</c:v>
                </c:pt>
                <c:pt idx="869">
                  <c:v>3.5</c:v>
                </c:pt>
                <c:pt idx="870">
                  <c:v>0</c:v>
                </c:pt>
                <c:pt idx="871">
                  <c:v>0</c:v>
                </c:pt>
                <c:pt idx="872">
                  <c:v>0</c:v>
                </c:pt>
                <c:pt idx="873">
                  <c:v>3.5</c:v>
                </c:pt>
                <c:pt idx="874">
                  <c:v>0</c:v>
                </c:pt>
                <c:pt idx="875">
                  <c:v>2.7</c:v>
                </c:pt>
                <c:pt idx="876">
                  <c:v>0</c:v>
                </c:pt>
                <c:pt idx="877">
                  <c:v>0</c:v>
                </c:pt>
                <c:pt idx="878">
                  <c:v>0</c:v>
                </c:pt>
                <c:pt idx="879">
                  <c:v>0</c:v>
                </c:pt>
                <c:pt idx="880">
                  <c:v>0</c:v>
                </c:pt>
                <c:pt idx="881">
                  <c:v>0</c:v>
                </c:pt>
                <c:pt idx="882">
                  <c:v>0</c:v>
                </c:pt>
                <c:pt idx="883">
                  <c:v>0</c:v>
                </c:pt>
                <c:pt idx="884">
                  <c:v>2.2000000000000002</c:v>
                </c:pt>
                <c:pt idx="885">
                  <c:v>0</c:v>
                </c:pt>
                <c:pt idx="886">
                  <c:v>0</c:v>
                </c:pt>
                <c:pt idx="887">
                  <c:v>0</c:v>
                </c:pt>
                <c:pt idx="888">
                  <c:v>0</c:v>
                </c:pt>
                <c:pt idx="889">
                  <c:v>0</c:v>
                </c:pt>
                <c:pt idx="890">
                  <c:v>0</c:v>
                </c:pt>
                <c:pt idx="891">
                  <c:v>0</c:v>
                </c:pt>
                <c:pt idx="892">
                  <c:v>3.5</c:v>
                </c:pt>
                <c:pt idx="893">
                  <c:v>0</c:v>
                </c:pt>
                <c:pt idx="894">
                  <c:v>0</c:v>
                </c:pt>
                <c:pt idx="895">
                  <c:v>3.5</c:v>
                </c:pt>
                <c:pt idx="896">
                  <c:v>0</c:v>
                </c:pt>
                <c:pt idx="897">
                  <c:v>0</c:v>
                </c:pt>
                <c:pt idx="898">
                  <c:v>0</c:v>
                </c:pt>
                <c:pt idx="899">
                  <c:v>0</c:v>
                </c:pt>
                <c:pt idx="900">
                  <c:v>0</c:v>
                </c:pt>
                <c:pt idx="901">
                  <c:v>0</c:v>
                </c:pt>
                <c:pt idx="902">
                  <c:v>0</c:v>
                </c:pt>
                <c:pt idx="903">
                  <c:v>2.6</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3.5</c:v>
                </c:pt>
                <c:pt idx="933">
                  <c:v>0</c:v>
                </c:pt>
                <c:pt idx="934">
                  <c:v>0</c:v>
                </c:pt>
                <c:pt idx="935">
                  <c:v>0</c:v>
                </c:pt>
                <c:pt idx="936">
                  <c:v>0</c:v>
                </c:pt>
                <c:pt idx="937">
                  <c:v>0</c:v>
                </c:pt>
                <c:pt idx="938">
                  <c:v>0</c:v>
                </c:pt>
                <c:pt idx="939">
                  <c:v>0</c:v>
                </c:pt>
                <c:pt idx="940">
                  <c:v>2.2000000000000002</c:v>
                </c:pt>
                <c:pt idx="941">
                  <c:v>0</c:v>
                </c:pt>
                <c:pt idx="942">
                  <c:v>0</c:v>
                </c:pt>
                <c:pt idx="943">
                  <c:v>0</c:v>
                </c:pt>
                <c:pt idx="944">
                  <c:v>0</c:v>
                </c:pt>
                <c:pt idx="945">
                  <c:v>0</c:v>
                </c:pt>
                <c:pt idx="946">
                  <c:v>0</c:v>
                </c:pt>
                <c:pt idx="947">
                  <c:v>2.6</c:v>
                </c:pt>
                <c:pt idx="948">
                  <c:v>3.5</c:v>
                </c:pt>
                <c:pt idx="949">
                  <c:v>0</c:v>
                </c:pt>
                <c:pt idx="950">
                  <c:v>0</c:v>
                </c:pt>
                <c:pt idx="951">
                  <c:v>0</c:v>
                </c:pt>
                <c:pt idx="952">
                  <c:v>0</c:v>
                </c:pt>
                <c:pt idx="953">
                  <c:v>0</c:v>
                </c:pt>
                <c:pt idx="954">
                  <c:v>0</c:v>
                </c:pt>
                <c:pt idx="955">
                  <c:v>0</c:v>
                </c:pt>
                <c:pt idx="956">
                  <c:v>0</c:v>
                </c:pt>
                <c:pt idx="957">
                  <c:v>0</c:v>
                </c:pt>
                <c:pt idx="958">
                  <c:v>0</c:v>
                </c:pt>
                <c:pt idx="959">
                  <c:v>1.7</c:v>
                </c:pt>
                <c:pt idx="960">
                  <c:v>0</c:v>
                </c:pt>
                <c:pt idx="961">
                  <c:v>2.2999999999999998</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1-A067-4866-99D7-A6A68ECB5846}"/>
            </c:ext>
          </c:extLst>
        </c:ser>
        <c:ser>
          <c:idx val="2"/>
          <c:order val="2"/>
          <c:tx>
            <c:strRef>
              <c:f>'Sub-Dataset'!$AS$1</c:f>
              <c:strCache>
                <c:ptCount val="1"/>
                <c:pt idx="0">
                  <c:v>High</c:v>
                </c:pt>
              </c:strCache>
            </c:strRef>
          </c:tx>
          <c:spPr>
            <a:ln w="19050" cap="rnd">
              <a:noFill/>
              <a:round/>
            </a:ln>
            <a:effectLst/>
          </c:spPr>
          <c:marker>
            <c:symbol val="circle"/>
            <c:size val="3"/>
            <c:spPr>
              <a:solidFill>
                <a:schemeClr val="accent4">
                  <a:lumMod val="75000"/>
                </a:schemeClr>
              </a:solidFill>
              <a:ln w="9525">
                <a:noFill/>
              </a:ln>
              <a:effectLst/>
            </c:spPr>
          </c:marker>
          <c:xVal>
            <c:numRef>
              <c:f>'Sub-Dataset'!$AP$2:$AP$975</c:f>
              <c:numCache>
                <c:formatCode>General</c:formatCode>
                <c:ptCount val="974"/>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'Sub-Dataset'!$AS$2:$AS$975</c:f>
              <c:numCache>
                <c:formatCode>General</c:formatCode>
                <c:ptCount val="974"/>
                <c:pt idx="0">
                  <c:v>2.2999999999999998</c:v>
                </c:pt>
                <c:pt idx="1">
                  <c:v>0</c:v>
                </c:pt>
                <c:pt idx="2">
                  <c:v>2.2000000000000002</c:v>
                </c:pt>
                <c:pt idx="3">
                  <c:v>3</c:v>
                </c:pt>
                <c:pt idx="4">
                  <c:v>0</c:v>
                </c:pt>
                <c:pt idx="5">
                  <c:v>2.6</c:v>
                </c:pt>
                <c:pt idx="6">
                  <c:v>0</c:v>
                </c:pt>
                <c:pt idx="7">
                  <c:v>0</c:v>
                </c:pt>
                <c:pt idx="8">
                  <c:v>0</c:v>
                </c:pt>
                <c:pt idx="9">
                  <c:v>0</c:v>
                </c:pt>
                <c:pt idx="10">
                  <c:v>1.5</c:v>
                </c:pt>
                <c:pt idx="11">
                  <c:v>2.8</c:v>
                </c:pt>
                <c:pt idx="12">
                  <c:v>2.2000000000000002</c:v>
                </c:pt>
                <c:pt idx="13">
                  <c:v>2</c:v>
                </c:pt>
                <c:pt idx="14">
                  <c:v>0</c:v>
                </c:pt>
                <c:pt idx="15">
                  <c:v>1.8</c:v>
                </c:pt>
                <c:pt idx="16">
                  <c:v>0</c:v>
                </c:pt>
                <c:pt idx="17">
                  <c:v>0</c:v>
                </c:pt>
                <c:pt idx="18">
                  <c:v>2.6</c:v>
                </c:pt>
                <c:pt idx="19">
                  <c:v>2.7</c:v>
                </c:pt>
                <c:pt idx="20">
                  <c:v>0</c:v>
                </c:pt>
                <c:pt idx="21">
                  <c:v>0</c:v>
                </c:pt>
                <c:pt idx="22">
                  <c:v>0</c:v>
                </c:pt>
                <c:pt idx="23">
                  <c:v>2.8</c:v>
                </c:pt>
                <c:pt idx="24">
                  <c:v>0</c:v>
                </c:pt>
                <c:pt idx="25">
                  <c:v>0</c:v>
                </c:pt>
                <c:pt idx="26">
                  <c:v>1.8</c:v>
                </c:pt>
                <c:pt idx="27">
                  <c:v>0</c:v>
                </c:pt>
                <c:pt idx="28">
                  <c:v>0</c:v>
                </c:pt>
                <c:pt idx="29">
                  <c:v>0</c:v>
                </c:pt>
                <c:pt idx="30">
                  <c:v>0</c:v>
                </c:pt>
                <c:pt idx="31">
                  <c:v>0</c:v>
                </c:pt>
                <c:pt idx="32">
                  <c:v>1.7</c:v>
                </c:pt>
                <c:pt idx="33">
                  <c:v>2.1</c:v>
                </c:pt>
                <c:pt idx="34">
                  <c:v>0</c:v>
                </c:pt>
                <c:pt idx="35">
                  <c:v>2.4</c:v>
                </c:pt>
                <c:pt idx="36">
                  <c:v>2.7</c:v>
                </c:pt>
                <c:pt idx="37">
                  <c:v>0</c:v>
                </c:pt>
                <c:pt idx="38">
                  <c:v>0</c:v>
                </c:pt>
                <c:pt idx="39">
                  <c:v>0</c:v>
                </c:pt>
                <c:pt idx="40">
                  <c:v>0</c:v>
                </c:pt>
                <c:pt idx="41">
                  <c:v>3.6</c:v>
                </c:pt>
                <c:pt idx="42">
                  <c:v>0</c:v>
                </c:pt>
                <c:pt idx="43">
                  <c:v>2</c:v>
                </c:pt>
                <c:pt idx="44">
                  <c:v>0</c:v>
                </c:pt>
                <c:pt idx="45">
                  <c:v>0</c:v>
                </c:pt>
                <c:pt idx="46">
                  <c:v>0</c:v>
                </c:pt>
                <c:pt idx="47">
                  <c:v>0</c:v>
                </c:pt>
                <c:pt idx="48">
                  <c:v>2.2999999999999998</c:v>
                </c:pt>
                <c:pt idx="49">
                  <c:v>0</c:v>
                </c:pt>
                <c:pt idx="50">
                  <c:v>0</c:v>
                </c:pt>
                <c:pt idx="51">
                  <c:v>3.7</c:v>
                </c:pt>
                <c:pt idx="52">
                  <c:v>0</c:v>
                </c:pt>
                <c:pt idx="53">
                  <c:v>0</c:v>
                </c:pt>
                <c:pt idx="54">
                  <c:v>2.2000000000000002</c:v>
                </c:pt>
                <c:pt idx="55">
                  <c:v>0</c:v>
                </c:pt>
                <c:pt idx="56">
                  <c:v>0</c:v>
                </c:pt>
                <c:pt idx="57">
                  <c:v>0</c:v>
                </c:pt>
                <c:pt idx="58">
                  <c:v>0</c:v>
                </c:pt>
                <c:pt idx="59">
                  <c:v>0</c:v>
                </c:pt>
                <c:pt idx="60">
                  <c:v>2</c:v>
                </c:pt>
                <c:pt idx="61">
                  <c:v>0</c:v>
                </c:pt>
                <c:pt idx="62">
                  <c:v>0</c:v>
                </c:pt>
                <c:pt idx="63">
                  <c:v>0</c:v>
                </c:pt>
                <c:pt idx="64">
                  <c:v>0</c:v>
                </c:pt>
                <c:pt idx="65">
                  <c:v>0</c:v>
                </c:pt>
                <c:pt idx="66">
                  <c:v>0</c:v>
                </c:pt>
                <c:pt idx="67">
                  <c:v>2.2999999999999998</c:v>
                </c:pt>
                <c:pt idx="68">
                  <c:v>1.9</c:v>
                </c:pt>
                <c:pt idx="69">
                  <c:v>1.9</c:v>
                </c:pt>
                <c:pt idx="70">
                  <c:v>0</c:v>
                </c:pt>
                <c:pt idx="71">
                  <c:v>0</c:v>
                </c:pt>
                <c:pt idx="72">
                  <c:v>0</c:v>
                </c:pt>
                <c:pt idx="73">
                  <c:v>0</c:v>
                </c:pt>
                <c:pt idx="74">
                  <c:v>0</c:v>
                </c:pt>
                <c:pt idx="75">
                  <c:v>1.9</c:v>
                </c:pt>
                <c:pt idx="76">
                  <c:v>2.2000000000000002</c:v>
                </c:pt>
                <c:pt idx="77">
                  <c:v>3.7</c:v>
                </c:pt>
                <c:pt idx="78">
                  <c:v>1.7</c:v>
                </c:pt>
                <c:pt idx="79">
                  <c:v>0</c:v>
                </c:pt>
                <c:pt idx="80">
                  <c:v>2.7</c:v>
                </c:pt>
                <c:pt idx="81">
                  <c:v>0</c:v>
                </c:pt>
                <c:pt idx="82">
                  <c:v>2.5</c:v>
                </c:pt>
                <c:pt idx="83">
                  <c:v>0</c:v>
                </c:pt>
                <c:pt idx="84">
                  <c:v>0</c:v>
                </c:pt>
                <c:pt idx="85">
                  <c:v>3.4</c:v>
                </c:pt>
                <c:pt idx="86">
                  <c:v>2.5</c:v>
                </c:pt>
                <c:pt idx="87">
                  <c:v>0</c:v>
                </c:pt>
                <c:pt idx="88">
                  <c:v>0</c:v>
                </c:pt>
                <c:pt idx="89">
                  <c:v>0</c:v>
                </c:pt>
                <c:pt idx="90">
                  <c:v>0</c:v>
                </c:pt>
                <c:pt idx="91">
                  <c:v>2.5</c:v>
                </c:pt>
                <c:pt idx="92">
                  <c:v>0</c:v>
                </c:pt>
                <c:pt idx="93">
                  <c:v>0</c:v>
                </c:pt>
                <c:pt idx="94">
                  <c:v>0</c:v>
                </c:pt>
                <c:pt idx="95">
                  <c:v>0</c:v>
                </c:pt>
                <c:pt idx="96">
                  <c:v>0</c:v>
                </c:pt>
                <c:pt idx="97">
                  <c:v>0</c:v>
                </c:pt>
                <c:pt idx="98">
                  <c:v>0</c:v>
                </c:pt>
                <c:pt idx="99">
                  <c:v>0</c:v>
                </c:pt>
                <c:pt idx="100">
                  <c:v>2.2000000000000002</c:v>
                </c:pt>
                <c:pt idx="101">
                  <c:v>0</c:v>
                </c:pt>
                <c:pt idx="102">
                  <c:v>2.1</c:v>
                </c:pt>
                <c:pt idx="103">
                  <c:v>0</c:v>
                </c:pt>
                <c:pt idx="104">
                  <c:v>2.5</c:v>
                </c:pt>
                <c:pt idx="105">
                  <c:v>1.5</c:v>
                </c:pt>
                <c:pt idx="106">
                  <c:v>0</c:v>
                </c:pt>
                <c:pt idx="107">
                  <c:v>2.2999999999999998</c:v>
                </c:pt>
                <c:pt idx="108">
                  <c:v>1.6</c:v>
                </c:pt>
                <c:pt idx="109">
                  <c:v>2.2999999999999998</c:v>
                </c:pt>
                <c:pt idx="110">
                  <c:v>0</c:v>
                </c:pt>
                <c:pt idx="111">
                  <c:v>0</c:v>
                </c:pt>
                <c:pt idx="112">
                  <c:v>2.9</c:v>
                </c:pt>
                <c:pt idx="113">
                  <c:v>0</c:v>
                </c:pt>
                <c:pt idx="114">
                  <c:v>2.4</c:v>
                </c:pt>
                <c:pt idx="115">
                  <c:v>0</c:v>
                </c:pt>
                <c:pt idx="116">
                  <c:v>0</c:v>
                </c:pt>
                <c:pt idx="117">
                  <c:v>2.1</c:v>
                </c:pt>
                <c:pt idx="118">
                  <c:v>0</c:v>
                </c:pt>
                <c:pt idx="119">
                  <c:v>0</c:v>
                </c:pt>
                <c:pt idx="120">
                  <c:v>0</c:v>
                </c:pt>
                <c:pt idx="121">
                  <c:v>1.7</c:v>
                </c:pt>
                <c:pt idx="122">
                  <c:v>3.2</c:v>
                </c:pt>
                <c:pt idx="123">
                  <c:v>0</c:v>
                </c:pt>
                <c:pt idx="124">
                  <c:v>0</c:v>
                </c:pt>
                <c:pt idx="125">
                  <c:v>0</c:v>
                </c:pt>
                <c:pt idx="126">
                  <c:v>0</c:v>
                </c:pt>
                <c:pt idx="127">
                  <c:v>2</c:v>
                </c:pt>
                <c:pt idx="128">
                  <c:v>0</c:v>
                </c:pt>
                <c:pt idx="129">
                  <c:v>1.6</c:v>
                </c:pt>
                <c:pt idx="130">
                  <c:v>2.4</c:v>
                </c:pt>
                <c:pt idx="131">
                  <c:v>0</c:v>
                </c:pt>
                <c:pt idx="132">
                  <c:v>2</c:v>
                </c:pt>
                <c:pt idx="133">
                  <c:v>3.2</c:v>
                </c:pt>
                <c:pt idx="134">
                  <c:v>0</c:v>
                </c:pt>
                <c:pt idx="135">
                  <c:v>0</c:v>
                </c:pt>
                <c:pt idx="136">
                  <c:v>3.4</c:v>
                </c:pt>
                <c:pt idx="137">
                  <c:v>0</c:v>
                </c:pt>
                <c:pt idx="138">
                  <c:v>0</c:v>
                </c:pt>
                <c:pt idx="139">
                  <c:v>2.4</c:v>
                </c:pt>
                <c:pt idx="140">
                  <c:v>0</c:v>
                </c:pt>
                <c:pt idx="141">
                  <c:v>0</c:v>
                </c:pt>
                <c:pt idx="142">
                  <c:v>0</c:v>
                </c:pt>
                <c:pt idx="143">
                  <c:v>0</c:v>
                </c:pt>
                <c:pt idx="144">
                  <c:v>2.5</c:v>
                </c:pt>
                <c:pt idx="145">
                  <c:v>0</c:v>
                </c:pt>
                <c:pt idx="146">
                  <c:v>0</c:v>
                </c:pt>
                <c:pt idx="147">
                  <c:v>1.8</c:v>
                </c:pt>
                <c:pt idx="148">
                  <c:v>1.9</c:v>
                </c:pt>
                <c:pt idx="149">
                  <c:v>1.7</c:v>
                </c:pt>
                <c:pt idx="150">
                  <c:v>0</c:v>
                </c:pt>
                <c:pt idx="151">
                  <c:v>0</c:v>
                </c:pt>
                <c:pt idx="152">
                  <c:v>0</c:v>
                </c:pt>
                <c:pt idx="153">
                  <c:v>1.9</c:v>
                </c:pt>
                <c:pt idx="154">
                  <c:v>0</c:v>
                </c:pt>
                <c:pt idx="155">
                  <c:v>0</c:v>
                </c:pt>
                <c:pt idx="156">
                  <c:v>0</c:v>
                </c:pt>
                <c:pt idx="157">
                  <c:v>0</c:v>
                </c:pt>
                <c:pt idx="158">
                  <c:v>0</c:v>
                </c:pt>
                <c:pt idx="159">
                  <c:v>0</c:v>
                </c:pt>
                <c:pt idx="160">
                  <c:v>0</c:v>
                </c:pt>
                <c:pt idx="161">
                  <c:v>1.9</c:v>
                </c:pt>
                <c:pt idx="162">
                  <c:v>0</c:v>
                </c:pt>
                <c:pt idx="163">
                  <c:v>2.2000000000000002</c:v>
                </c:pt>
                <c:pt idx="164">
                  <c:v>0</c:v>
                </c:pt>
                <c:pt idx="165">
                  <c:v>0</c:v>
                </c:pt>
                <c:pt idx="166">
                  <c:v>0</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0</c:v>
                </c:pt>
                <c:pt idx="284">
                  <c:v>3.4</c:v>
                </c:pt>
                <c:pt idx="285">
                  <c:v>2.2999999999999998</c:v>
                </c:pt>
                <c:pt idx="286">
                  <c:v>0</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0</c:v>
                </c:pt>
                <c:pt idx="301">
                  <c:v>0</c:v>
                </c:pt>
                <c:pt idx="302">
                  <c:v>0</c:v>
                </c:pt>
                <c:pt idx="303">
                  <c:v>1.9</c:v>
                </c:pt>
                <c:pt idx="304">
                  <c:v>2.9</c:v>
                </c:pt>
                <c:pt idx="305">
                  <c:v>2.1</c:v>
                </c:pt>
                <c:pt idx="306">
                  <c:v>2.2000000000000002</c:v>
                </c:pt>
                <c:pt idx="307">
                  <c:v>2.6</c:v>
                </c:pt>
                <c:pt idx="308">
                  <c:v>0</c:v>
                </c:pt>
                <c:pt idx="309">
                  <c:v>1.8</c:v>
                </c:pt>
                <c:pt idx="310">
                  <c:v>0</c:v>
                </c:pt>
                <c:pt idx="311">
                  <c:v>0</c:v>
                </c:pt>
                <c:pt idx="312">
                  <c:v>2.6</c:v>
                </c:pt>
                <c:pt idx="313">
                  <c:v>0</c:v>
                </c:pt>
                <c:pt idx="314">
                  <c:v>3.6</c:v>
                </c:pt>
                <c:pt idx="315">
                  <c:v>1.8</c:v>
                </c:pt>
                <c:pt idx="316">
                  <c:v>3</c:v>
                </c:pt>
                <c:pt idx="317">
                  <c:v>1.6</c:v>
                </c:pt>
                <c:pt idx="318">
                  <c:v>2.6</c:v>
                </c:pt>
                <c:pt idx="319">
                  <c:v>3.1</c:v>
                </c:pt>
                <c:pt idx="320">
                  <c:v>3.7</c:v>
                </c:pt>
                <c:pt idx="321">
                  <c:v>2.1</c:v>
                </c:pt>
                <c:pt idx="322">
                  <c:v>2.1</c:v>
                </c:pt>
                <c:pt idx="323">
                  <c:v>0</c:v>
                </c:pt>
                <c:pt idx="324">
                  <c:v>2.2999999999999998</c:v>
                </c:pt>
                <c:pt idx="325">
                  <c:v>1.5</c:v>
                </c:pt>
                <c:pt idx="326">
                  <c:v>3.6</c:v>
                </c:pt>
                <c:pt idx="327">
                  <c:v>2.9</c:v>
                </c:pt>
                <c:pt idx="328">
                  <c:v>2.2000000000000002</c:v>
                </c:pt>
                <c:pt idx="329">
                  <c:v>2.8</c:v>
                </c:pt>
                <c:pt idx="330">
                  <c:v>3.6</c:v>
                </c:pt>
                <c:pt idx="331">
                  <c:v>0</c:v>
                </c:pt>
                <c:pt idx="332">
                  <c:v>0</c:v>
                </c:pt>
                <c:pt idx="333">
                  <c:v>0</c:v>
                </c:pt>
                <c:pt idx="334">
                  <c:v>0</c:v>
                </c:pt>
                <c:pt idx="335">
                  <c:v>1.5</c:v>
                </c:pt>
                <c:pt idx="336">
                  <c:v>2.1</c:v>
                </c:pt>
                <c:pt idx="337">
                  <c:v>0</c:v>
                </c:pt>
                <c:pt idx="338">
                  <c:v>3.4</c:v>
                </c:pt>
                <c:pt idx="339">
                  <c:v>2.2999999999999998</c:v>
                </c:pt>
                <c:pt idx="340">
                  <c:v>1.6</c:v>
                </c:pt>
                <c:pt idx="341">
                  <c:v>1.9</c:v>
                </c:pt>
                <c:pt idx="342">
                  <c:v>0</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0</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0</c:v>
                </c:pt>
                <c:pt idx="371">
                  <c:v>3.1</c:v>
                </c:pt>
                <c:pt idx="372">
                  <c:v>2.4</c:v>
                </c:pt>
                <c:pt idx="373">
                  <c:v>2.2999999999999998</c:v>
                </c:pt>
                <c:pt idx="374">
                  <c:v>2.5</c:v>
                </c:pt>
                <c:pt idx="375">
                  <c:v>2</c:v>
                </c:pt>
                <c:pt idx="376">
                  <c:v>1.8</c:v>
                </c:pt>
                <c:pt idx="377">
                  <c:v>0</c:v>
                </c:pt>
                <c:pt idx="378">
                  <c:v>2.7</c:v>
                </c:pt>
                <c:pt idx="379">
                  <c:v>3.4</c:v>
                </c:pt>
                <c:pt idx="380">
                  <c:v>0</c:v>
                </c:pt>
                <c:pt idx="381">
                  <c:v>2</c:v>
                </c:pt>
                <c:pt idx="382">
                  <c:v>3</c:v>
                </c:pt>
                <c:pt idx="383">
                  <c:v>2.9</c:v>
                </c:pt>
                <c:pt idx="384">
                  <c:v>2</c:v>
                </c:pt>
                <c:pt idx="385">
                  <c:v>2.6</c:v>
                </c:pt>
                <c:pt idx="386">
                  <c:v>0</c:v>
                </c:pt>
                <c:pt idx="387">
                  <c:v>2.1</c:v>
                </c:pt>
                <c:pt idx="388">
                  <c:v>2.7</c:v>
                </c:pt>
                <c:pt idx="389">
                  <c:v>1.8</c:v>
                </c:pt>
                <c:pt idx="390">
                  <c:v>2.8</c:v>
                </c:pt>
                <c:pt idx="391">
                  <c:v>0</c:v>
                </c:pt>
                <c:pt idx="392">
                  <c:v>2.4</c:v>
                </c:pt>
                <c:pt idx="393">
                  <c:v>3.1</c:v>
                </c:pt>
                <c:pt idx="394">
                  <c:v>2.7</c:v>
                </c:pt>
                <c:pt idx="395">
                  <c:v>3.1</c:v>
                </c:pt>
                <c:pt idx="396">
                  <c:v>0</c:v>
                </c:pt>
                <c:pt idx="397">
                  <c:v>2.2999999999999998</c:v>
                </c:pt>
                <c:pt idx="398">
                  <c:v>2</c:v>
                </c:pt>
                <c:pt idx="399">
                  <c:v>0</c:v>
                </c:pt>
                <c:pt idx="400">
                  <c:v>0</c:v>
                </c:pt>
                <c:pt idx="401">
                  <c:v>2.1</c:v>
                </c:pt>
                <c:pt idx="402">
                  <c:v>0</c:v>
                </c:pt>
                <c:pt idx="403">
                  <c:v>0</c:v>
                </c:pt>
                <c:pt idx="404">
                  <c:v>0</c:v>
                </c:pt>
                <c:pt idx="405">
                  <c:v>2.5</c:v>
                </c:pt>
                <c:pt idx="406">
                  <c:v>0</c:v>
                </c:pt>
                <c:pt idx="407">
                  <c:v>0</c:v>
                </c:pt>
                <c:pt idx="408">
                  <c:v>0</c:v>
                </c:pt>
                <c:pt idx="409">
                  <c:v>0</c:v>
                </c:pt>
                <c:pt idx="410">
                  <c:v>0</c:v>
                </c:pt>
                <c:pt idx="411">
                  <c:v>1.6</c:v>
                </c:pt>
                <c:pt idx="412">
                  <c:v>2.4</c:v>
                </c:pt>
                <c:pt idx="413">
                  <c:v>2.2000000000000002</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2.1</c:v>
                </c:pt>
                <c:pt idx="428">
                  <c:v>0</c:v>
                </c:pt>
                <c:pt idx="429">
                  <c:v>0</c:v>
                </c:pt>
                <c:pt idx="430">
                  <c:v>0</c:v>
                </c:pt>
                <c:pt idx="431">
                  <c:v>0</c:v>
                </c:pt>
                <c:pt idx="432">
                  <c:v>0</c:v>
                </c:pt>
                <c:pt idx="433">
                  <c:v>2.8</c:v>
                </c:pt>
                <c:pt idx="434">
                  <c:v>0</c:v>
                </c:pt>
                <c:pt idx="435">
                  <c:v>0</c:v>
                </c:pt>
                <c:pt idx="436">
                  <c:v>2</c:v>
                </c:pt>
                <c:pt idx="437">
                  <c:v>2.1</c:v>
                </c:pt>
                <c:pt idx="438">
                  <c:v>3.7</c:v>
                </c:pt>
                <c:pt idx="439">
                  <c:v>0</c:v>
                </c:pt>
                <c:pt idx="440">
                  <c:v>0</c:v>
                </c:pt>
                <c:pt idx="441">
                  <c:v>0</c:v>
                </c:pt>
                <c:pt idx="442">
                  <c:v>0</c:v>
                </c:pt>
                <c:pt idx="443">
                  <c:v>0</c:v>
                </c:pt>
                <c:pt idx="444">
                  <c:v>0</c:v>
                </c:pt>
                <c:pt idx="445">
                  <c:v>0</c:v>
                </c:pt>
                <c:pt idx="446">
                  <c:v>0</c:v>
                </c:pt>
                <c:pt idx="447">
                  <c:v>0</c:v>
                </c:pt>
                <c:pt idx="448">
                  <c:v>0</c:v>
                </c:pt>
                <c:pt idx="449">
                  <c:v>2.4</c:v>
                </c:pt>
                <c:pt idx="450">
                  <c:v>0</c:v>
                </c:pt>
                <c:pt idx="451">
                  <c:v>0</c:v>
                </c:pt>
                <c:pt idx="452">
                  <c:v>0</c:v>
                </c:pt>
                <c:pt idx="453">
                  <c:v>0</c:v>
                </c:pt>
                <c:pt idx="454">
                  <c:v>0</c:v>
                </c:pt>
                <c:pt idx="455">
                  <c:v>0</c:v>
                </c:pt>
                <c:pt idx="456">
                  <c:v>0</c:v>
                </c:pt>
                <c:pt idx="457">
                  <c:v>0</c:v>
                </c:pt>
                <c:pt idx="458">
                  <c:v>2.5</c:v>
                </c:pt>
                <c:pt idx="459">
                  <c:v>0</c:v>
                </c:pt>
                <c:pt idx="460">
                  <c:v>2.1</c:v>
                </c:pt>
                <c:pt idx="461">
                  <c:v>2.6</c:v>
                </c:pt>
                <c:pt idx="462">
                  <c:v>0</c:v>
                </c:pt>
                <c:pt idx="463">
                  <c:v>0</c:v>
                </c:pt>
                <c:pt idx="464">
                  <c:v>0</c:v>
                </c:pt>
                <c:pt idx="465">
                  <c:v>0</c:v>
                </c:pt>
                <c:pt idx="466">
                  <c:v>0</c:v>
                </c:pt>
                <c:pt idx="467">
                  <c:v>2.9</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2.4</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2.2000000000000002</c:v>
                </c:pt>
                <c:pt idx="497">
                  <c:v>0</c:v>
                </c:pt>
                <c:pt idx="498">
                  <c:v>0</c:v>
                </c:pt>
                <c:pt idx="499">
                  <c:v>0</c:v>
                </c:pt>
                <c:pt idx="500">
                  <c:v>0</c:v>
                </c:pt>
                <c:pt idx="501">
                  <c:v>2.5</c:v>
                </c:pt>
                <c:pt idx="502">
                  <c:v>0</c:v>
                </c:pt>
                <c:pt idx="503">
                  <c:v>0</c:v>
                </c:pt>
                <c:pt idx="504">
                  <c:v>3</c:v>
                </c:pt>
                <c:pt idx="505">
                  <c:v>0</c:v>
                </c:pt>
                <c:pt idx="506">
                  <c:v>0</c:v>
                </c:pt>
                <c:pt idx="507">
                  <c:v>0</c:v>
                </c:pt>
                <c:pt idx="508">
                  <c:v>0</c:v>
                </c:pt>
                <c:pt idx="509">
                  <c:v>0</c:v>
                </c:pt>
                <c:pt idx="510">
                  <c:v>0</c:v>
                </c:pt>
                <c:pt idx="511">
                  <c:v>1.6</c:v>
                </c:pt>
                <c:pt idx="512">
                  <c:v>0</c:v>
                </c:pt>
                <c:pt idx="513">
                  <c:v>0</c:v>
                </c:pt>
                <c:pt idx="514">
                  <c:v>0</c:v>
                </c:pt>
                <c:pt idx="515">
                  <c:v>0</c:v>
                </c:pt>
                <c:pt idx="516">
                  <c:v>0</c:v>
                </c:pt>
                <c:pt idx="517">
                  <c:v>0</c:v>
                </c:pt>
                <c:pt idx="518">
                  <c:v>0</c:v>
                </c:pt>
                <c:pt idx="519">
                  <c:v>0</c:v>
                </c:pt>
                <c:pt idx="520">
                  <c:v>0</c:v>
                </c:pt>
                <c:pt idx="521">
                  <c:v>0</c:v>
                </c:pt>
                <c:pt idx="522">
                  <c:v>0</c:v>
                </c:pt>
                <c:pt idx="523">
                  <c:v>1.6</c:v>
                </c:pt>
                <c:pt idx="524">
                  <c:v>2.2999999999999998</c:v>
                </c:pt>
                <c:pt idx="525">
                  <c:v>0</c:v>
                </c:pt>
                <c:pt idx="526">
                  <c:v>0</c:v>
                </c:pt>
                <c:pt idx="527">
                  <c:v>0</c:v>
                </c:pt>
                <c:pt idx="528">
                  <c:v>2.1</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2.9</c:v>
                </c:pt>
                <c:pt idx="544">
                  <c:v>0</c:v>
                </c:pt>
                <c:pt idx="545">
                  <c:v>0</c:v>
                </c:pt>
                <c:pt idx="546">
                  <c:v>0</c:v>
                </c:pt>
                <c:pt idx="547">
                  <c:v>0</c:v>
                </c:pt>
                <c:pt idx="548">
                  <c:v>2.8</c:v>
                </c:pt>
                <c:pt idx="549">
                  <c:v>2.5</c:v>
                </c:pt>
                <c:pt idx="550">
                  <c:v>0</c:v>
                </c:pt>
                <c:pt idx="551">
                  <c:v>0</c:v>
                </c:pt>
                <c:pt idx="552">
                  <c:v>0</c:v>
                </c:pt>
                <c:pt idx="553">
                  <c:v>0</c:v>
                </c:pt>
                <c:pt idx="554">
                  <c:v>0</c:v>
                </c:pt>
                <c:pt idx="555">
                  <c:v>0</c:v>
                </c:pt>
                <c:pt idx="556">
                  <c:v>0</c:v>
                </c:pt>
                <c:pt idx="557">
                  <c:v>0</c:v>
                </c:pt>
                <c:pt idx="558">
                  <c:v>0</c:v>
                </c:pt>
                <c:pt idx="559">
                  <c:v>2.2000000000000002</c:v>
                </c:pt>
                <c:pt idx="560">
                  <c:v>0</c:v>
                </c:pt>
                <c:pt idx="561">
                  <c:v>0</c:v>
                </c:pt>
                <c:pt idx="562">
                  <c:v>0</c:v>
                </c:pt>
                <c:pt idx="563">
                  <c:v>0</c:v>
                </c:pt>
                <c:pt idx="564">
                  <c:v>3</c:v>
                </c:pt>
                <c:pt idx="565">
                  <c:v>0</c:v>
                </c:pt>
                <c:pt idx="566">
                  <c:v>0</c:v>
                </c:pt>
                <c:pt idx="567">
                  <c:v>0</c:v>
                </c:pt>
                <c:pt idx="568">
                  <c:v>0</c:v>
                </c:pt>
                <c:pt idx="569">
                  <c:v>0</c:v>
                </c:pt>
                <c:pt idx="570">
                  <c:v>3.5</c:v>
                </c:pt>
                <c:pt idx="571">
                  <c:v>0</c:v>
                </c:pt>
                <c:pt idx="572">
                  <c:v>0</c:v>
                </c:pt>
                <c:pt idx="573">
                  <c:v>0</c:v>
                </c:pt>
                <c:pt idx="574">
                  <c:v>2.5</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2.4</c:v>
                </c:pt>
                <c:pt idx="590">
                  <c:v>0</c:v>
                </c:pt>
                <c:pt idx="591">
                  <c:v>0</c:v>
                </c:pt>
                <c:pt idx="592">
                  <c:v>2.9</c:v>
                </c:pt>
                <c:pt idx="593">
                  <c:v>0</c:v>
                </c:pt>
                <c:pt idx="594">
                  <c:v>0</c:v>
                </c:pt>
                <c:pt idx="595">
                  <c:v>3.4</c:v>
                </c:pt>
                <c:pt idx="596">
                  <c:v>0</c:v>
                </c:pt>
                <c:pt idx="597">
                  <c:v>1.7</c:v>
                </c:pt>
                <c:pt idx="598">
                  <c:v>2.9</c:v>
                </c:pt>
                <c:pt idx="599">
                  <c:v>0</c:v>
                </c:pt>
                <c:pt idx="600">
                  <c:v>3.4</c:v>
                </c:pt>
                <c:pt idx="601">
                  <c:v>0</c:v>
                </c:pt>
                <c:pt idx="602">
                  <c:v>2.4</c:v>
                </c:pt>
                <c:pt idx="603">
                  <c:v>2.6</c:v>
                </c:pt>
                <c:pt idx="604">
                  <c:v>0</c:v>
                </c:pt>
                <c:pt idx="605">
                  <c:v>0</c:v>
                </c:pt>
                <c:pt idx="606">
                  <c:v>2</c:v>
                </c:pt>
                <c:pt idx="607">
                  <c:v>0</c:v>
                </c:pt>
                <c:pt idx="608">
                  <c:v>0</c:v>
                </c:pt>
                <c:pt idx="609">
                  <c:v>0</c:v>
                </c:pt>
                <c:pt idx="610">
                  <c:v>0</c:v>
                </c:pt>
                <c:pt idx="611">
                  <c:v>0</c:v>
                </c:pt>
                <c:pt idx="612">
                  <c:v>2</c:v>
                </c:pt>
                <c:pt idx="613">
                  <c:v>0</c:v>
                </c:pt>
                <c:pt idx="614">
                  <c:v>0</c:v>
                </c:pt>
                <c:pt idx="615">
                  <c:v>3.3</c:v>
                </c:pt>
                <c:pt idx="616">
                  <c:v>0</c:v>
                </c:pt>
                <c:pt idx="617">
                  <c:v>0</c:v>
                </c:pt>
                <c:pt idx="618">
                  <c:v>2.1</c:v>
                </c:pt>
                <c:pt idx="619">
                  <c:v>0</c:v>
                </c:pt>
                <c:pt idx="620">
                  <c:v>0</c:v>
                </c:pt>
                <c:pt idx="621">
                  <c:v>0</c:v>
                </c:pt>
                <c:pt idx="622">
                  <c:v>0</c:v>
                </c:pt>
                <c:pt idx="623">
                  <c:v>0</c:v>
                </c:pt>
                <c:pt idx="624">
                  <c:v>0</c:v>
                </c:pt>
                <c:pt idx="625">
                  <c:v>0</c:v>
                </c:pt>
                <c:pt idx="626">
                  <c:v>0</c:v>
                </c:pt>
                <c:pt idx="627">
                  <c:v>0</c:v>
                </c:pt>
                <c:pt idx="628">
                  <c:v>0</c:v>
                </c:pt>
                <c:pt idx="629">
                  <c:v>0</c:v>
                </c:pt>
                <c:pt idx="630">
                  <c:v>2.5</c:v>
                </c:pt>
                <c:pt idx="631">
                  <c:v>1.7</c:v>
                </c:pt>
                <c:pt idx="632">
                  <c:v>0</c:v>
                </c:pt>
                <c:pt idx="633">
                  <c:v>0</c:v>
                </c:pt>
                <c:pt idx="634">
                  <c:v>0</c:v>
                </c:pt>
                <c:pt idx="635">
                  <c:v>2.7</c:v>
                </c:pt>
                <c:pt idx="636">
                  <c:v>0</c:v>
                </c:pt>
                <c:pt idx="637">
                  <c:v>0</c:v>
                </c:pt>
                <c:pt idx="638">
                  <c:v>2.2999999999999998</c:v>
                </c:pt>
                <c:pt idx="639">
                  <c:v>2.8</c:v>
                </c:pt>
                <c:pt idx="640">
                  <c:v>1.8</c:v>
                </c:pt>
                <c:pt idx="641">
                  <c:v>2.2000000000000002</c:v>
                </c:pt>
                <c:pt idx="642">
                  <c:v>0</c:v>
                </c:pt>
                <c:pt idx="643">
                  <c:v>0</c:v>
                </c:pt>
                <c:pt idx="644">
                  <c:v>0</c:v>
                </c:pt>
                <c:pt idx="645">
                  <c:v>0</c:v>
                </c:pt>
                <c:pt idx="646">
                  <c:v>0</c:v>
                </c:pt>
                <c:pt idx="647">
                  <c:v>0</c:v>
                </c:pt>
                <c:pt idx="648">
                  <c:v>0</c:v>
                </c:pt>
                <c:pt idx="649">
                  <c:v>2.8</c:v>
                </c:pt>
                <c:pt idx="650">
                  <c:v>0</c:v>
                </c:pt>
                <c:pt idx="651">
                  <c:v>0</c:v>
                </c:pt>
                <c:pt idx="652">
                  <c:v>0</c:v>
                </c:pt>
                <c:pt idx="653">
                  <c:v>2.2000000000000002</c:v>
                </c:pt>
                <c:pt idx="654">
                  <c:v>0</c:v>
                </c:pt>
                <c:pt idx="655">
                  <c:v>0</c:v>
                </c:pt>
                <c:pt idx="656">
                  <c:v>0</c:v>
                </c:pt>
                <c:pt idx="657">
                  <c:v>0</c:v>
                </c:pt>
                <c:pt idx="658">
                  <c:v>0</c:v>
                </c:pt>
                <c:pt idx="659">
                  <c:v>0</c:v>
                </c:pt>
                <c:pt idx="660">
                  <c:v>0</c:v>
                </c:pt>
                <c:pt idx="661">
                  <c:v>0</c:v>
                </c:pt>
                <c:pt idx="662">
                  <c:v>3.6</c:v>
                </c:pt>
                <c:pt idx="663">
                  <c:v>2.4</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2.2999999999999998</c:v>
                </c:pt>
                <c:pt idx="678">
                  <c:v>0</c:v>
                </c:pt>
                <c:pt idx="679">
                  <c:v>0</c:v>
                </c:pt>
                <c:pt idx="680">
                  <c:v>1.9</c:v>
                </c:pt>
                <c:pt idx="681">
                  <c:v>0</c:v>
                </c:pt>
                <c:pt idx="682">
                  <c:v>0</c:v>
                </c:pt>
                <c:pt idx="683">
                  <c:v>0</c:v>
                </c:pt>
                <c:pt idx="684">
                  <c:v>0</c:v>
                </c:pt>
                <c:pt idx="685">
                  <c:v>0</c:v>
                </c:pt>
                <c:pt idx="686">
                  <c:v>0</c:v>
                </c:pt>
                <c:pt idx="687">
                  <c:v>0</c:v>
                </c:pt>
                <c:pt idx="688">
                  <c:v>1.7</c:v>
                </c:pt>
                <c:pt idx="689">
                  <c:v>2</c:v>
                </c:pt>
                <c:pt idx="690">
                  <c:v>0</c:v>
                </c:pt>
                <c:pt idx="691">
                  <c:v>0</c:v>
                </c:pt>
                <c:pt idx="692">
                  <c:v>0</c:v>
                </c:pt>
                <c:pt idx="693">
                  <c:v>1.7</c:v>
                </c:pt>
                <c:pt idx="694">
                  <c:v>0</c:v>
                </c:pt>
                <c:pt idx="695">
                  <c:v>0</c:v>
                </c:pt>
                <c:pt idx="696">
                  <c:v>0</c:v>
                </c:pt>
                <c:pt idx="697">
                  <c:v>0</c:v>
                </c:pt>
                <c:pt idx="698">
                  <c:v>0</c:v>
                </c:pt>
                <c:pt idx="699">
                  <c:v>2.2999999999999998</c:v>
                </c:pt>
                <c:pt idx="700">
                  <c:v>0</c:v>
                </c:pt>
                <c:pt idx="701">
                  <c:v>0</c:v>
                </c:pt>
                <c:pt idx="702">
                  <c:v>2.4</c:v>
                </c:pt>
                <c:pt idx="703">
                  <c:v>3</c:v>
                </c:pt>
                <c:pt idx="704">
                  <c:v>0</c:v>
                </c:pt>
                <c:pt idx="705">
                  <c:v>2.4</c:v>
                </c:pt>
                <c:pt idx="706">
                  <c:v>1.8</c:v>
                </c:pt>
                <c:pt idx="707">
                  <c:v>0</c:v>
                </c:pt>
                <c:pt idx="708">
                  <c:v>2.9</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2.2999999999999998</c:v>
                </c:pt>
                <c:pt idx="737">
                  <c:v>0</c:v>
                </c:pt>
                <c:pt idx="738">
                  <c:v>2.6</c:v>
                </c:pt>
                <c:pt idx="739">
                  <c:v>2</c:v>
                </c:pt>
                <c:pt idx="740">
                  <c:v>0</c:v>
                </c:pt>
                <c:pt idx="741">
                  <c:v>0</c:v>
                </c:pt>
                <c:pt idx="742">
                  <c:v>0</c:v>
                </c:pt>
                <c:pt idx="743">
                  <c:v>2</c:v>
                </c:pt>
                <c:pt idx="744">
                  <c:v>0</c:v>
                </c:pt>
                <c:pt idx="745">
                  <c:v>0</c:v>
                </c:pt>
                <c:pt idx="746">
                  <c:v>0</c:v>
                </c:pt>
                <c:pt idx="747">
                  <c:v>0</c:v>
                </c:pt>
                <c:pt idx="748">
                  <c:v>0</c:v>
                </c:pt>
                <c:pt idx="749">
                  <c:v>2.1</c:v>
                </c:pt>
                <c:pt idx="750">
                  <c:v>1.6</c:v>
                </c:pt>
                <c:pt idx="751">
                  <c:v>0</c:v>
                </c:pt>
                <c:pt idx="752">
                  <c:v>0</c:v>
                </c:pt>
                <c:pt idx="753">
                  <c:v>0</c:v>
                </c:pt>
                <c:pt idx="754">
                  <c:v>0</c:v>
                </c:pt>
                <c:pt idx="755">
                  <c:v>1.8</c:v>
                </c:pt>
                <c:pt idx="756">
                  <c:v>2.8</c:v>
                </c:pt>
                <c:pt idx="757">
                  <c:v>0</c:v>
                </c:pt>
                <c:pt idx="758">
                  <c:v>0</c:v>
                </c:pt>
                <c:pt idx="759">
                  <c:v>0</c:v>
                </c:pt>
                <c:pt idx="760">
                  <c:v>2.8</c:v>
                </c:pt>
                <c:pt idx="761">
                  <c:v>3</c:v>
                </c:pt>
                <c:pt idx="762">
                  <c:v>0</c:v>
                </c:pt>
                <c:pt idx="763">
                  <c:v>0</c:v>
                </c:pt>
                <c:pt idx="764">
                  <c:v>0</c:v>
                </c:pt>
                <c:pt idx="765">
                  <c:v>0</c:v>
                </c:pt>
                <c:pt idx="766">
                  <c:v>0</c:v>
                </c:pt>
                <c:pt idx="767">
                  <c:v>0</c:v>
                </c:pt>
                <c:pt idx="768">
                  <c:v>3</c:v>
                </c:pt>
                <c:pt idx="769">
                  <c:v>0</c:v>
                </c:pt>
                <c:pt idx="770">
                  <c:v>2.6</c:v>
                </c:pt>
                <c:pt idx="771">
                  <c:v>0</c:v>
                </c:pt>
                <c:pt idx="772">
                  <c:v>0</c:v>
                </c:pt>
                <c:pt idx="773">
                  <c:v>0</c:v>
                </c:pt>
                <c:pt idx="774">
                  <c:v>2.5</c:v>
                </c:pt>
                <c:pt idx="775">
                  <c:v>0</c:v>
                </c:pt>
                <c:pt idx="776">
                  <c:v>0</c:v>
                </c:pt>
                <c:pt idx="777">
                  <c:v>0</c:v>
                </c:pt>
                <c:pt idx="778">
                  <c:v>0</c:v>
                </c:pt>
                <c:pt idx="779">
                  <c:v>0</c:v>
                </c:pt>
                <c:pt idx="780">
                  <c:v>0</c:v>
                </c:pt>
                <c:pt idx="781">
                  <c:v>0</c:v>
                </c:pt>
                <c:pt idx="782">
                  <c:v>0</c:v>
                </c:pt>
                <c:pt idx="783">
                  <c:v>2.9</c:v>
                </c:pt>
                <c:pt idx="784">
                  <c:v>0</c:v>
                </c:pt>
                <c:pt idx="785">
                  <c:v>0</c:v>
                </c:pt>
                <c:pt idx="786">
                  <c:v>0</c:v>
                </c:pt>
                <c:pt idx="787">
                  <c:v>0</c:v>
                </c:pt>
                <c:pt idx="788">
                  <c:v>0</c:v>
                </c:pt>
                <c:pt idx="789">
                  <c:v>0</c:v>
                </c:pt>
                <c:pt idx="790">
                  <c:v>2.8</c:v>
                </c:pt>
                <c:pt idx="791">
                  <c:v>2.5</c:v>
                </c:pt>
                <c:pt idx="792">
                  <c:v>0</c:v>
                </c:pt>
                <c:pt idx="793">
                  <c:v>0</c:v>
                </c:pt>
                <c:pt idx="794">
                  <c:v>2.1</c:v>
                </c:pt>
                <c:pt idx="795">
                  <c:v>0</c:v>
                </c:pt>
                <c:pt idx="796">
                  <c:v>0</c:v>
                </c:pt>
                <c:pt idx="797">
                  <c:v>0</c:v>
                </c:pt>
                <c:pt idx="798">
                  <c:v>0</c:v>
                </c:pt>
                <c:pt idx="799">
                  <c:v>2.2999999999999998</c:v>
                </c:pt>
                <c:pt idx="800">
                  <c:v>1.7</c:v>
                </c:pt>
                <c:pt idx="801">
                  <c:v>0</c:v>
                </c:pt>
                <c:pt idx="802">
                  <c:v>0</c:v>
                </c:pt>
                <c:pt idx="803">
                  <c:v>2.1</c:v>
                </c:pt>
                <c:pt idx="804">
                  <c:v>3.7</c:v>
                </c:pt>
                <c:pt idx="805">
                  <c:v>0</c:v>
                </c:pt>
                <c:pt idx="806">
                  <c:v>0</c:v>
                </c:pt>
                <c:pt idx="807">
                  <c:v>0</c:v>
                </c:pt>
                <c:pt idx="808">
                  <c:v>0</c:v>
                </c:pt>
                <c:pt idx="809">
                  <c:v>0</c:v>
                </c:pt>
                <c:pt idx="810">
                  <c:v>0</c:v>
                </c:pt>
                <c:pt idx="811">
                  <c:v>0</c:v>
                </c:pt>
                <c:pt idx="812">
                  <c:v>0</c:v>
                </c:pt>
                <c:pt idx="813">
                  <c:v>0</c:v>
                </c:pt>
                <c:pt idx="814">
                  <c:v>2.2999999999999998</c:v>
                </c:pt>
                <c:pt idx="815">
                  <c:v>0</c:v>
                </c:pt>
                <c:pt idx="816">
                  <c:v>0</c:v>
                </c:pt>
                <c:pt idx="817">
                  <c:v>0</c:v>
                </c:pt>
                <c:pt idx="818">
                  <c:v>3.5</c:v>
                </c:pt>
                <c:pt idx="819">
                  <c:v>0</c:v>
                </c:pt>
                <c:pt idx="820">
                  <c:v>1.6</c:v>
                </c:pt>
                <c:pt idx="821">
                  <c:v>0</c:v>
                </c:pt>
                <c:pt idx="822">
                  <c:v>0</c:v>
                </c:pt>
                <c:pt idx="823">
                  <c:v>2.6</c:v>
                </c:pt>
                <c:pt idx="824">
                  <c:v>0</c:v>
                </c:pt>
                <c:pt idx="825">
                  <c:v>0</c:v>
                </c:pt>
                <c:pt idx="826">
                  <c:v>0</c:v>
                </c:pt>
                <c:pt idx="827">
                  <c:v>2.6</c:v>
                </c:pt>
                <c:pt idx="828">
                  <c:v>0</c:v>
                </c:pt>
                <c:pt idx="829">
                  <c:v>0</c:v>
                </c:pt>
                <c:pt idx="830">
                  <c:v>0</c:v>
                </c:pt>
                <c:pt idx="831">
                  <c:v>0</c:v>
                </c:pt>
                <c:pt idx="832">
                  <c:v>2.8</c:v>
                </c:pt>
                <c:pt idx="833">
                  <c:v>0</c:v>
                </c:pt>
                <c:pt idx="834">
                  <c:v>0</c:v>
                </c:pt>
                <c:pt idx="835">
                  <c:v>0</c:v>
                </c:pt>
                <c:pt idx="836">
                  <c:v>2.2999999999999998</c:v>
                </c:pt>
                <c:pt idx="837">
                  <c:v>2.4</c:v>
                </c:pt>
                <c:pt idx="838">
                  <c:v>2.1</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2.9</c:v>
                </c:pt>
                <c:pt idx="853">
                  <c:v>0</c:v>
                </c:pt>
                <c:pt idx="854">
                  <c:v>0</c:v>
                </c:pt>
                <c:pt idx="855">
                  <c:v>3.7</c:v>
                </c:pt>
                <c:pt idx="856">
                  <c:v>2.2000000000000002</c:v>
                </c:pt>
                <c:pt idx="857">
                  <c:v>0</c:v>
                </c:pt>
                <c:pt idx="858">
                  <c:v>2.5</c:v>
                </c:pt>
                <c:pt idx="859">
                  <c:v>0</c:v>
                </c:pt>
                <c:pt idx="860">
                  <c:v>0</c:v>
                </c:pt>
                <c:pt idx="861">
                  <c:v>0</c:v>
                </c:pt>
                <c:pt idx="862">
                  <c:v>0</c:v>
                </c:pt>
                <c:pt idx="863">
                  <c:v>0</c:v>
                </c:pt>
                <c:pt idx="864">
                  <c:v>0</c:v>
                </c:pt>
                <c:pt idx="865">
                  <c:v>0</c:v>
                </c:pt>
                <c:pt idx="866">
                  <c:v>0</c:v>
                </c:pt>
                <c:pt idx="867">
                  <c:v>1.6</c:v>
                </c:pt>
                <c:pt idx="868">
                  <c:v>3.1</c:v>
                </c:pt>
                <c:pt idx="869">
                  <c:v>0</c:v>
                </c:pt>
                <c:pt idx="870">
                  <c:v>0</c:v>
                </c:pt>
                <c:pt idx="871">
                  <c:v>0</c:v>
                </c:pt>
                <c:pt idx="872">
                  <c:v>0</c:v>
                </c:pt>
                <c:pt idx="873">
                  <c:v>0</c:v>
                </c:pt>
                <c:pt idx="874">
                  <c:v>0</c:v>
                </c:pt>
                <c:pt idx="875">
                  <c:v>0</c:v>
                </c:pt>
                <c:pt idx="876">
                  <c:v>0</c:v>
                </c:pt>
                <c:pt idx="877">
                  <c:v>0</c:v>
                </c:pt>
                <c:pt idx="878">
                  <c:v>0</c:v>
                </c:pt>
                <c:pt idx="879">
                  <c:v>0</c:v>
                </c:pt>
                <c:pt idx="880">
                  <c:v>2.4</c:v>
                </c:pt>
                <c:pt idx="881">
                  <c:v>0</c:v>
                </c:pt>
                <c:pt idx="882">
                  <c:v>0</c:v>
                </c:pt>
                <c:pt idx="883">
                  <c:v>2.9</c:v>
                </c:pt>
                <c:pt idx="884">
                  <c:v>0</c:v>
                </c:pt>
                <c:pt idx="885">
                  <c:v>0</c:v>
                </c:pt>
                <c:pt idx="886">
                  <c:v>2.1</c:v>
                </c:pt>
                <c:pt idx="887">
                  <c:v>2</c:v>
                </c:pt>
                <c:pt idx="888">
                  <c:v>2.2999999999999998</c:v>
                </c:pt>
                <c:pt idx="889">
                  <c:v>0</c:v>
                </c:pt>
                <c:pt idx="890">
                  <c:v>0</c:v>
                </c:pt>
                <c:pt idx="891">
                  <c:v>0</c:v>
                </c:pt>
                <c:pt idx="892">
                  <c:v>0</c:v>
                </c:pt>
                <c:pt idx="893">
                  <c:v>1.8</c:v>
                </c:pt>
                <c:pt idx="894">
                  <c:v>0</c:v>
                </c:pt>
                <c:pt idx="895">
                  <c:v>0</c:v>
                </c:pt>
                <c:pt idx="896">
                  <c:v>2.9</c:v>
                </c:pt>
                <c:pt idx="897">
                  <c:v>0</c:v>
                </c:pt>
                <c:pt idx="898">
                  <c:v>0</c:v>
                </c:pt>
                <c:pt idx="899">
                  <c:v>0</c:v>
                </c:pt>
                <c:pt idx="900">
                  <c:v>0</c:v>
                </c:pt>
                <c:pt idx="901">
                  <c:v>2.2999999999999998</c:v>
                </c:pt>
                <c:pt idx="902">
                  <c:v>0</c:v>
                </c:pt>
                <c:pt idx="903">
                  <c:v>0</c:v>
                </c:pt>
                <c:pt idx="904">
                  <c:v>0</c:v>
                </c:pt>
                <c:pt idx="905">
                  <c:v>2.6</c:v>
                </c:pt>
                <c:pt idx="906">
                  <c:v>0</c:v>
                </c:pt>
                <c:pt idx="907">
                  <c:v>0</c:v>
                </c:pt>
                <c:pt idx="908">
                  <c:v>2.2999999999999998</c:v>
                </c:pt>
                <c:pt idx="909">
                  <c:v>0</c:v>
                </c:pt>
                <c:pt idx="910">
                  <c:v>2.2999999999999998</c:v>
                </c:pt>
                <c:pt idx="911">
                  <c:v>0</c:v>
                </c:pt>
                <c:pt idx="912">
                  <c:v>0</c:v>
                </c:pt>
                <c:pt idx="913">
                  <c:v>0</c:v>
                </c:pt>
                <c:pt idx="914">
                  <c:v>0</c:v>
                </c:pt>
                <c:pt idx="915">
                  <c:v>3.2</c:v>
                </c:pt>
                <c:pt idx="916">
                  <c:v>0</c:v>
                </c:pt>
                <c:pt idx="917">
                  <c:v>0</c:v>
                </c:pt>
                <c:pt idx="918">
                  <c:v>0</c:v>
                </c:pt>
                <c:pt idx="919">
                  <c:v>0</c:v>
                </c:pt>
                <c:pt idx="920">
                  <c:v>2.5</c:v>
                </c:pt>
                <c:pt idx="921">
                  <c:v>2.9</c:v>
                </c:pt>
                <c:pt idx="922">
                  <c:v>0</c:v>
                </c:pt>
                <c:pt idx="923">
                  <c:v>0</c:v>
                </c:pt>
                <c:pt idx="924">
                  <c:v>0</c:v>
                </c:pt>
                <c:pt idx="925">
                  <c:v>0</c:v>
                </c:pt>
                <c:pt idx="926">
                  <c:v>0</c:v>
                </c:pt>
                <c:pt idx="927">
                  <c:v>0</c:v>
                </c:pt>
                <c:pt idx="928">
                  <c:v>3.1</c:v>
                </c:pt>
                <c:pt idx="929">
                  <c:v>0</c:v>
                </c:pt>
                <c:pt idx="930">
                  <c:v>0</c:v>
                </c:pt>
                <c:pt idx="931">
                  <c:v>2.2999999999999998</c:v>
                </c:pt>
                <c:pt idx="932">
                  <c:v>0</c:v>
                </c:pt>
                <c:pt idx="933">
                  <c:v>0</c:v>
                </c:pt>
                <c:pt idx="934">
                  <c:v>0</c:v>
                </c:pt>
                <c:pt idx="935">
                  <c:v>1.9</c:v>
                </c:pt>
                <c:pt idx="936">
                  <c:v>3.3</c:v>
                </c:pt>
                <c:pt idx="937">
                  <c:v>0</c:v>
                </c:pt>
                <c:pt idx="938">
                  <c:v>0</c:v>
                </c:pt>
                <c:pt idx="939">
                  <c:v>0</c:v>
                </c:pt>
                <c:pt idx="940">
                  <c:v>0</c:v>
                </c:pt>
                <c:pt idx="941">
                  <c:v>0</c:v>
                </c:pt>
                <c:pt idx="942">
                  <c:v>0</c:v>
                </c:pt>
                <c:pt idx="943">
                  <c:v>0</c:v>
                </c:pt>
                <c:pt idx="944">
                  <c:v>0</c:v>
                </c:pt>
                <c:pt idx="945">
                  <c:v>0</c:v>
                </c:pt>
                <c:pt idx="946">
                  <c:v>2</c:v>
                </c:pt>
                <c:pt idx="947">
                  <c:v>0</c:v>
                </c:pt>
                <c:pt idx="948">
                  <c:v>0</c:v>
                </c:pt>
                <c:pt idx="949">
                  <c:v>3.2</c:v>
                </c:pt>
                <c:pt idx="950">
                  <c:v>0</c:v>
                </c:pt>
                <c:pt idx="951">
                  <c:v>3.4</c:v>
                </c:pt>
                <c:pt idx="952">
                  <c:v>0</c:v>
                </c:pt>
                <c:pt idx="953">
                  <c:v>0</c:v>
                </c:pt>
                <c:pt idx="954">
                  <c:v>0</c:v>
                </c:pt>
                <c:pt idx="955">
                  <c:v>3.4</c:v>
                </c:pt>
                <c:pt idx="956">
                  <c:v>0</c:v>
                </c:pt>
                <c:pt idx="957">
                  <c:v>0</c:v>
                </c:pt>
                <c:pt idx="958">
                  <c:v>2.4</c:v>
                </c:pt>
                <c:pt idx="959">
                  <c:v>0</c:v>
                </c:pt>
                <c:pt idx="960">
                  <c:v>0</c:v>
                </c:pt>
                <c:pt idx="961">
                  <c:v>0</c:v>
                </c:pt>
                <c:pt idx="962">
                  <c:v>0</c:v>
                </c:pt>
                <c:pt idx="963">
                  <c:v>3.4</c:v>
                </c:pt>
                <c:pt idx="964">
                  <c:v>0</c:v>
                </c:pt>
                <c:pt idx="965">
                  <c:v>0</c:v>
                </c:pt>
                <c:pt idx="966">
                  <c:v>0</c:v>
                </c:pt>
                <c:pt idx="967">
                  <c:v>0</c:v>
                </c:pt>
                <c:pt idx="968">
                  <c:v>0</c:v>
                </c:pt>
                <c:pt idx="969">
                  <c:v>3</c:v>
                </c:pt>
                <c:pt idx="970">
                  <c:v>0</c:v>
                </c:pt>
                <c:pt idx="971">
                  <c:v>2.1</c:v>
                </c:pt>
                <c:pt idx="972">
                  <c:v>0</c:v>
                </c:pt>
              </c:numCache>
            </c:numRef>
          </c:yVal>
          <c:smooth val="0"/>
          <c:extLst>
            <c:ext xmlns:c16="http://schemas.microsoft.com/office/drawing/2014/chart" uri="{C3380CC4-5D6E-409C-BE32-E72D297353CC}">
              <c16:uniqueId val="{00000002-A067-4866-99D7-A6A68ECB5846}"/>
            </c:ext>
          </c:extLst>
        </c:ser>
        <c:ser>
          <c:idx val="3"/>
          <c:order val="3"/>
          <c:tx>
            <c:strRef>
              <c:f>'Sub-Dataset'!$AT$1</c:f>
              <c:strCache>
                <c:ptCount val="1"/>
                <c:pt idx="0">
                  <c:v>Very High</c:v>
                </c:pt>
              </c:strCache>
            </c:strRef>
          </c:tx>
          <c:spPr>
            <a:ln w="19050" cap="rnd">
              <a:noFill/>
              <a:round/>
            </a:ln>
            <a:effectLst/>
          </c:spPr>
          <c:marker>
            <c:symbol val="circle"/>
            <c:size val="3"/>
            <c:spPr>
              <a:solidFill>
                <a:schemeClr val="accent2">
                  <a:lumMod val="75000"/>
                </a:schemeClr>
              </a:solidFill>
              <a:ln w="9525">
                <a:noFill/>
              </a:ln>
              <a:effectLst/>
            </c:spPr>
          </c:marker>
          <c:xVal>
            <c:numRef>
              <c:f>'Sub-Dataset'!$AP$2:$AP$975</c:f>
              <c:numCache>
                <c:formatCode>General</c:formatCode>
                <c:ptCount val="974"/>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'Sub-Dataset'!$AT$2:$AT$975</c:f>
              <c:numCache>
                <c:formatCode>General</c:formatCode>
                <c:ptCount val="974"/>
                <c:pt idx="0">
                  <c:v>0</c:v>
                </c:pt>
                <c:pt idx="1">
                  <c:v>3.7</c:v>
                </c:pt>
                <c:pt idx="2">
                  <c:v>0</c:v>
                </c:pt>
                <c:pt idx="3">
                  <c:v>0</c:v>
                </c:pt>
                <c:pt idx="4">
                  <c:v>0</c:v>
                </c:pt>
                <c:pt idx="5">
                  <c:v>0</c:v>
                </c:pt>
                <c:pt idx="6">
                  <c:v>0</c:v>
                </c:pt>
                <c:pt idx="7">
                  <c:v>0</c:v>
                </c:pt>
                <c:pt idx="8">
                  <c:v>2.2999999999999998</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2.2999999999999998</c:v>
                </c:pt>
                <c:pt idx="35">
                  <c:v>0</c:v>
                </c:pt>
                <c:pt idx="36">
                  <c:v>0</c:v>
                </c:pt>
                <c:pt idx="37">
                  <c:v>0</c:v>
                </c:pt>
                <c:pt idx="38">
                  <c:v>0</c:v>
                </c:pt>
                <c:pt idx="39">
                  <c:v>0</c:v>
                </c:pt>
                <c:pt idx="40">
                  <c:v>0</c:v>
                </c:pt>
                <c:pt idx="41">
                  <c:v>0</c:v>
                </c:pt>
                <c:pt idx="42">
                  <c:v>0</c:v>
                </c:pt>
                <c:pt idx="43">
                  <c:v>0</c:v>
                </c:pt>
                <c:pt idx="44">
                  <c:v>0</c:v>
                </c:pt>
                <c:pt idx="45">
                  <c:v>0</c:v>
                </c:pt>
                <c:pt idx="46">
                  <c:v>3.3</c:v>
                </c:pt>
                <c:pt idx="47">
                  <c:v>0</c:v>
                </c:pt>
                <c:pt idx="48">
                  <c:v>0</c:v>
                </c:pt>
                <c:pt idx="49">
                  <c:v>0</c:v>
                </c:pt>
                <c:pt idx="50">
                  <c:v>0</c:v>
                </c:pt>
                <c:pt idx="51">
                  <c:v>0</c:v>
                </c:pt>
                <c:pt idx="52">
                  <c:v>0</c:v>
                </c:pt>
                <c:pt idx="53">
                  <c:v>3.2</c:v>
                </c:pt>
                <c:pt idx="54">
                  <c:v>0</c:v>
                </c:pt>
                <c:pt idx="55">
                  <c:v>0</c:v>
                </c:pt>
                <c:pt idx="56">
                  <c:v>0</c:v>
                </c:pt>
                <c:pt idx="57">
                  <c:v>0</c:v>
                </c:pt>
                <c:pt idx="58">
                  <c:v>0</c:v>
                </c:pt>
                <c:pt idx="59">
                  <c:v>0</c:v>
                </c:pt>
                <c:pt idx="60">
                  <c:v>0</c:v>
                </c:pt>
                <c:pt idx="61">
                  <c:v>0</c:v>
                </c:pt>
                <c:pt idx="62">
                  <c:v>0</c:v>
                </c:pt>
                <c:pt idx="63">
                  <c:v>0</c:v>
                </c:pt>
                <c:pt idx="64">
                  <c:v>2.6</c:v>
                </c:pt>
                <c:pt idx="65">
                  <c:v>2.9</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3.6</c:v>
                </c:pt>
                <c:pt idx="84">
                  <c:v>3.4</c:v>
                </c:pt>
                <c:pt idx="85">
                  <c:v>0</c:v>
                </c:pt>
                <c:pt idx="86">
                  <c:v>0</c:v>
                </c:pt>
                <c:pt idx="87">
                  <c:v>2.1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2.4</c:v>
                </c:pt>
                <c:pt idx="102">
                  <c:v>0</c:v>
                </c:pt>
                <c:pt idx="103">
                  <c:v>3</c:v>
                </c:pt>
                <c:pt idx="104">
                  <c:v>0</c:v>
                </c:pt>
                <c:pt idx="105">
                  <c:v>0</c:v>
                </c:pt>
                <c:pt idx="106">
                  <c:v>0</c:v>
                </c:pt>
                <c:pt idx="107">
                  <c:v>0</c:v>
                </c:pt>
                <c:pt idx="108">
                  <c:v>0</c:v>
                </c:pt>
                <c:pt idx="109">
                  <c:v>0</c:v>
                </c:pt>
                <c:pt idx="110">
                  <c:v>2.4</c:v>
                </c:pt>
                <c:pt idx="111">
                  <c:v>0</c:v>
                </c:pt>
                <c:pt idx="112">
                  <c:v>0</c:v>
                </c:pt>
                <c:pt idx="113">
                  <c:v>0</c:v>
                </c:pt>
                <c:pt idx="114">
                  <c:v>0</c:v>
                </c:pt>
                <c:pt idx="115">
                  <c:v>0</c:v>
                </c:pt>
                <c:pt idx="116">
                  <c:v>0</c:v>
                </c:pt>
                <c:pt idx="117">
                  <c:v>0</c:v>
                </c:pt>
                <c:pt idx="118">
                  <c:v>3.7</c:v>
                </c:pt>
                <c:pt idx="119">
                  <c:v>3.4</c:v>
                </c:pt>
                <c:pt idx="120">
                  <c:v>0</c:v>
                </c:pt>
                <c:pt idx="121">
                  <c:v>0</c:v>
                </c:pt>
                <c:pt idx="122">
                  <c:v>0</c:v>
                </c:pt>
                <c:pt idx="123">
                  <c:v>0</c:v>
                </c:pt>
                <c:pt idx="124">
                  <c:v>0</c:v>
                </c:pt>
                <c:pt idx="125">
                  <c:v>2.5</c:v>
                </c:pt>
                <c:pt idx="126">
                  <c:v>2.4</c:v>
                </c:pt>
                <c:pt idx="127">
                  <c:v>0</c:v>
                </c:pt>
                <c:pt idx="128">
                  <c:v>0</c:v>
                </c:pt>
                <c:pt idx="129">
                  <c:v>0</c:v>
                </c:pt>
                <c:pt idx="130">
                  <c:v>0</c:v>
                </c:pt>
                <c:pt idx="131">
                  <c:v>0</c:v>
                </c:pt>
                <c:pt idx="132">
                  <c:v>0</c:v>
                </c:pt>
                <c:pt idx="133">
                  <c:v>0</c:v>
                </c:pt>
                <c:pt idx="134">
                  <c:v>0</c:v>
                </c:pt>
                <c:pt idx="135">
                  <c:v>2.4</c:v>
                </c:pt>
                <c:pt idx="136">
                  <c:v>0</c:v>
                </c:pt>
                <c:pt idx="137">
                  <c:v>3.3</c:v>
                </c:pt>
                <c:pt idx="138">
                  <c:v>3.3</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2.5</c:v>
                </c:pt>
                <c:pt idx="153">
                  <c:v>0</c:v>
                </c:pt>
                <c:pt idx="154">
                  <c:v>0</c:v>
                </c:pt>
                <c:pt idx="155">
                  <c:v>0</c:v>
                </c:pt>
                <c:pt idx="156">
                  <c:v>3.4</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2.1</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2</c:v>
                </c:pt>
                <c:pt idx="303">
                  <c:v>0</c:v>
                </c:pt>
                <c:pt idx="304">
                  <c:v>0</c:v>
                </c:pt>
                <c:pt idx="305">
                  <c:v>0</c:v>
                </c:pt>
                <c:pt idx="306">
                  <c:v>0</c:v>
                </c:pt>
                <c:pt idx="307">
                  <c:v>0</c:v>
                </c:pt>
                <c:pt idx="308">
                  <c:v>3.4</c:v>
                </c:pt>
                <c:pt idx="309">
                  <c:v>0</c:v>
                </c:pt>
                <c:pt idx="310">
                  <c:v>2.1</c:v>
                </c:pt>
                <c:pt idx="311">
                  <c:v>0</c:v>
                </c:pt>
                <c:pt idx="312">
                  <c:v>0</c:v>
                </c:pt>
                <c:pt idx="313">
                  <c:v>0</c:v>
                </c:pt>
                <c:pt idx="314">
                  <c:v>0</c:v>
                </c:pt>
                <c:pt idx="315">
                  <c:v>0</c:v>
                </c:pt>
                <c:pt idx="316">
                  <c:v>0</c:v>
                </c:pt>
                <c:pt idx="317">
                  <c:v>0</c:v>
                </c:pt>
                <c:pt idx="318">
                  <c:v>0</c:v>
                </c:pt>
                <c:pt idx="319">
                  <c:v>0</c:v>
                </c:pt>
                <c:pt idx="320">
                  <c:v>0</c:v>
                </c:pt>
                <c:pt idx="321">
                  <c:v>0</c:v>
                </c:pt>
                <c:pt idx="322">
                  <c:v>0</c:v>
                </c:pt>
                <c:pt idx="323">
                  <c:v>3</c:v>
                </c:pt>
                <c:pt idx="324">
                  <c:v>0</c:v>
                </c:pt>
                <c:pt idx="325">
                  <c:v>0</c:v>
                </c:pt>
                <c:pt idx="326">
                  <c:v>0</c:v>
                </c:pt>
                <c:pt idx="327">
                  <c:v>0</c:v>
                </c:pt>
                <c:pt idx="328">
                  <c:v>0</c:v>
                </c:pt>
                <c:pt idx="329">
                  <c:v>0</c:v>
                </c:pt>
                <c:pt idx="330">
                  <c:v>0</c:v>
                </c:pt>
                <c:pt idx="331">
                  <c:v>0</c:v>
                </c:pt>
                <c:pt idx="332">
                  <c:v>0</c:v>
                </c:pt>
                <c:pt idx="333">
                  <c:v>2.1</c:v>
                </c:pt>
                <c:pt idx="334">
                  <c:v>0</c:v>
                </c:pt>
                <c:pt idx="335">
                  <c:v>0</c:v>
                </c:pt>
                <c:pt idx="336">
                  <c:v>0</c:v>
                </c:pt>
                <c:pt idx="337">
                  <c:v>0</c:v>
                </c:pt>
                <c:pt idx="338">
                  <c:v>0</c:v>
                </c:pt>
                <c:pt idx="339">
                  <c:v>0</c:v>
                </c:pt>
                <c:pt idx="340">
                  <c:v>0</c:v>
                </c:pt>
                <c:pt idx="341">
                  <c:v>0</c:v>
                </c:pt>
                <c:pt idx="342">
                  <c:v>3.3</c:v>
                </c:pt>
                <c:pt idx="343">
                  <c:v>0</c:v>
                </c:pt>
                <c:pt idx="344">
                  <c:v>0</c:v>
                </c:pt>
                <c:pt idx="345">
                  <c:v>0</c:v>
                </c:pt>
                <c:pt idx="346">
                  <c:v>0</c:v>
                </c:pt>
                <c:pt idx="347">
                  <c:v>0</c:v>
                </c:pt>
                <c:pt idx="348">
                  <c:v>0</c:v>
                </c:pt>
                <c:pt idx="349">
                  <c:v>0</c:v>
                </c:pt>
                <c:pt idx="350">
                  <c:v>0</c:v>
                </c:pt>
                <c:pt idx="351">
                  <c:v>0</c:v>
                </c:pt>
                <c:pt idx="352">
                  <c:v>0</c:v>
                </c:pt>
                <c:pt idx="353">
                  <c:v>0</c:v>
                </c:pt>
                <c:pt idx="354">
                  <c:v>0</c:v>
                </c:pt>
                <c:pt idx="355">
                  <c:v>3.6</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3.6</c:v>
                </c:pt>
                <c:pt idx="387">
                  <c:v>0</c:v>
                </c:pt>
                <c:pt idx="388">
                  <c:v>0</c:v>
                </c:pt>
                <c:pt idx="389">
                  <c:v>0</c:v>
                </c:pt>
                <c:pt idx="390">
                  <c:v>0</c:v>
                </c:pt>
                <c:pt idx="391">
                  <c:v>0</c:v>
                </c:pt>
                <c:pt idx="392">
                  <c:v>0</c:v>
                </c:pt>
                <c:pt idx="393">
                  <c:v>0</c:v>
                </c:pt>
                <c:pt idx="394">
                  <c:v>0</c:v>
                </c:pt>
                <c:pt idx="395">
                  <c:v>0</c:v>
                </c:pt>
                <c:pt idx="396">
                  <c:v>2.4</c:v>
                </c:pt>
                <c:pt idx="397">
                  <c:v>0</c:v>
                </c:pt>
                <c:pt idx="398">
                  <c:v>0</c:v>
                </c:pt>
                <c:pt idx="399">
                  <c:v>0</c:v>
                </c:pt>
                <c:pt idx="400">
                  <c:v>0</c:v>
                </c:pt>
                <c:pt idx="401">
                  <c:v>0</c:v>
                </c:pt>
                <c:pt idx="402">
                  <c:v>0</c:v>
                </c:pt>
                <c:pt idx="403">
                  <c:v>2.2999999999999998</c:v>
                </c:pt>
                <c:pt idx="404">
                  <c:v>0</c:v>
                </c:pt>
                <c:pt idx="405">
                  <c:v>0</c:v>
                </c:pt>
                <c:pt idx="406">
                  <c:v>3.7</c:v>
                </c:pt>
                <c:pt idx="407">
                  <c:v>0</c:v>
                </c:pt>
                <c:pt idx="408">
                  <c:v>0</c:v>
                </c:pt>
                <c:pt idx="409">
                  <c:v>0</c:v>
                </c:pt>
                <c:pt idx="410">
                  <c:v>0</c:v>
                </c:pt>
                <c:pt idx="411">
                  <c:v>0</c:v>
                </c:pt>
                <c:pt idx="412">
                  <c:v>0</c:v>
                </c:pt>
                <c:pt idx="413">
                  <c:v>0</c:v>
                </c:pt>
                <c:pt idx="414">
                  <c:v>0</c:v>
                </c:pt>
                <c:pt idx="415">
                  <c:v>0</c:v>
                </c:pt>
                <c:pt idx="416">
                  <c:v>0</c:v>
                </c:pt>
                <c:pt idx="417">
                  <c:v>0</c:v>
                </c:pt>
                <c:pt idx="418">
                  <c:v>0</c:v>
                </c:pt>
                <c:pt idx="419">
                  <c:v>2.2999999999999998</c:v>
                </c:pt>
                <c:pt idx="420">
                  <c:v>3</c:v>
                </c:pt>
                <c:pt idx="421">
                  <c:v>0</c:v>
                </c:pt>
                <c:pt idx="422">
                  <c:v>0</c:v>
                </c:pt>
                <c:pt idx="423">
                  <c:v>0</c:v>
                </c:pt>
                <c:pt idx="424">
                  <c:v>0</c:v>
                </c:pt>
                <c:pt idx="425">
                  <c:v>0</c:v>
                </c:pt>
                <c:pt idx="426">
                  <c:v>0</c:v>
                </c:pt>
                <c:pt idx="427">
                  <c:v>0</c:v>
                </c:pt>
                <c:pt idx="428">
                  <c:v>0</c:v>
                </c:pt>
                <c:pt idx="429">
                  <c:v>0</c:v>
                </c:pt>
                <c:pt idx="430">
                  <c:v>2.8</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3.2</c:v>
                </c:pt>
                <c:pt idx="449">
                  <c:v>0</c:v>
                </c:pt>
                <c:pt idx="450">
                  <c:v>0</c:v>
                </c:pt>
                <c:pt idx="451">
                  <c:v>0</c:v>
                </c:pt>
                <c:pt idx="452">
                  <c:v>0</c:v>
                </c:pt>
                <c:pt idx="453">
                  <c:v>2.4</c:v>
                </c:pt>
                <c:pt idx="454">
                  <c:v>0</c:v>
                </c:pt>
                <c:pt idx="455">
                  <c:v>0</c:v>
                </c:pt>
                <c:pt idx="456">
                  <c:v>0</c:v>
                </c:pt>
                <c:pt idx="457">
                  <c:v>2.7</c:v>
                </c:pt>
                <c:pt idx="458">
                  <c:v>0</c:v>
                </c:pt>
                <c:pt idx="459">
                  <c:v>0</c:v>
                </c:pt>
                <c:pt idx="460">
                  <c:v>0</c:v>
                </c:pt>
                <c:pt idx="461">
                  <c:v>0</c:v>
                </c:pt>
                <c:pt idx="462">
                  <c:v>0</c:v>
                </c:pt>
                <c:pt idx="463">
                  <c:v>0</c:v>
                </c:pt>
                <c:pt idx="464">
                  <c:v>0</c:v>
                </c:pt>
                <c:pt idx="465">
                  <c:v>0</c:v>
                </c:pt>
                <c:pt idx="466">
                  <c:v>0</c:v>
                </c:pt>
                <c:pt idx="467">
                  <c:v>0</c:v>
                </c:pt>
                <c:pt idx="468">
                  <c:v>0</c:v>
                </c:pt>
                <c:pt idx="469">
                  <c:v>0</c:v>
                </c:pt>
                <c:pt idx="470">
                  <c:v>3.3</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3</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3.1</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3.1</c:v>
                </c:pt>
                <c:pt idx="576">
                  <c:v>0</c:v>
                </c:pt>
                <c:pt idx="577">
                  <c:v>2.7</c:v>
                </c:pt>
                <c:pt idx="578">
                  <c:v>0</c:v>
                </c:pt>
                <c:pt idx="579">
                  <c:v>0</c:v>
                </c:pt>
                <c:pt idx="580">
                  <c:v>0</c:v>
                </c:pt>
                <c:pt idx="581">
                  <c:v>0</c:v>
                </c:pt>
                <c:pt idx="582">
                  <c:v>0</c:v>
                </c:pt>
                <c:pt idx="583">
                  <c:v>3.1</c:v>
                </c:pt>
                <c:pt idx="584">
                  <c:v>3.4</c:v>
                </c:pt>
                <c:pt idx="585">
                  <c:v>2.1</c:v>
                </c:pt>
                <c:pt idx="586">
                  <c:v>3.5</c:v>
                </c:pt>
                <c:pt idx="587">
                  <c:v>3.2</c:v>
                </c:pt>
                <c:pt idx="588">
                  <c:v>0</c:v>
                </c:pt>
                <c:pt idx="589">
                  <c:v>0</c:v>
                </c:pt>
                <c:pt idx="590">
                  <c:v>0</c:v>
                </c:pt>
                <c:pt idx="591">
                  <c:v>0</c:v>
                </c:pt>
                <c:pt idx="592">
                  <c:v>0</c:v>
                </c:pt>
                <c:pt idx="593">
                  <c:v>0</c:v>
                </c:pt>
                <c:pt idx="594">
                  <c:v>0</c:v>
                </c:pt>
                <c:pt idx="595">
                  <c:v>0</c:v>
                </c:pt>
                <c:pt idx="596">
                  <c:v>2</c:v>
                </c:pt>
                <c:pt idx="597">
                  <c:v>0</c:v>
                </c:pt>
                <c:pt idx="598">
                  <c:v>0</c:v>
                </c:pt>
                <c:pt idx="599">
                  <c:v>0</c:v>
                </c:pt>
                <c:pt idx="600">
                  <c:v>0</c:v>
                </c:pt>
                <c:pt idx="601">
                  <c:v>0</c:v>
                </c:pt>
                <c:pt idx="602">
                  <c:v>0</c:v>
                </c:pt>
                <c:pt idx="603">
                  <c:v>0</c:v>
                </c:pt>
                <c:pt idx="604">
                  <c:v>2.6</c:v>
                </c:pt>
                <c:pt idx="605">
                  <c:v>0</c:v>
                </c:pt>
                <c:pt idx="606">
                  <c:v>0</c:v>
                </c:pt>
                <c:pt idx="607">
                  <c:v>0</c:v>
                </c:pt>
                <c:pt idx="608">
                  <c:v>0</c:v>
                </c:pt>
                <c:pt idx="609">
                  <c:v>0</c:v>
                </c:pt>
                <c:pt idx="610">
                  <c:v>0</c:v>
                </c:pt>
                <c:pt idx="611">
                  <c:v>3.4</c:v>
                </c:pt>
                <c:pt idx="612">
                  <c:v>0</c:v>
                </c:pt>
                <c:pt idx="613">
                  <c:v>0</c:v>
                </c:pt>
                <c:pt idx="614">
                  <c:v>3.4</c:v>
                </c:pt>
                <c:pt idx="615">
                  <c:v>0</c:v>
                </c:pt>
                <c:pt idx="616">
                  <c:v>2.8</c:v>
                </c:pt>
                <c:pt idx="617">
                  <c:v>0</c:v>
                </c:pt>
                <c:pt idx="618">
                  <c:v>0</c:v>
                </c:pt>
                <c:pt idx="619">
                  <c:v>0</c:v>
                </c:pt>
                <c:pt idx="620">
                  <c:v>2.7</c:v>
                </c:pt>
                <c:pt idx="621">
                  <c:v>2.7</c:v>
                </c:pt>
                <c:pt idx="622">
                  <c:v>3.3</c:v>
                </c:pt>
                <c:pt idx="623">
                  <c:v>0</c:v>
                </c:pt>
                <c:pt idx="624">
                  <c:v>0</c:v>
                </c:pt>
                <c:pt idx="625">
                  <c:v>2.6</c:v>
                </c:pt>
                <c:pt idx="626">
                  <c:v>2.6</c:v>
                </c:pt>
                <c:pt idx="627">
                  <c:v>0</c:v>
                </c:pt>
                <c:pt idx="628">
                  <c:v>0</c:v>
                </c:pt>
                <c:pt idx="629">
                  <c:v>0</c:v>
                </c:pt>
                <c:pt idx="630">
                  <c:v>0</c:v>
                </c:pt>
                <c:pt idx="631">
                  <c:v>0</c:v>
                </c:pt>
                <c:pt idx="632">
                  <c:v>0</c:v>
                </c:pt>
                <c:pt idx="633">
                  <c:v>2.8</c:v>
                </c:pt>
                <c:pt idx="634">
                  <c:v>0</c:v>
                </c:pt>
                <c:pt idx="635">
                  <c:v>0</c:v>
                </c:pt>
                <c:pt idx="636">
                  <c:v>0</c:v>
                </c:pt>
                <c:pt idx="637">
                  <c:v>2.9</c:v>
                </c:pt>
                <c:pt idx="638">
                  <c:v>0</c:v>
                </c:pt>
                <c:pt idx="639">
                  <c:v>0</c:v>
                </c:pt>
                <c:pt idx="640">
                  <c:v>0</c:v>
                </c:pt>
                <c:pt idx="641">
                  <c:v>0</c:v>
                </c:pt>
                <c:pt idx="642">
                  <c:v>0</c:v>
                </c:pt>
                <c:pt idx="643">
                  <c:v>3.2</c:v>
                </c:pt>
                <c:pt idx="644">
                  <c:v>3.3</c:v>
                </c:pt>
                <c:pt idx="645">
                  <c:v>0</c:v>
                </c:pt>
                <c:pt idx="646">
                  <c:v>0</c:v>
                </c:pt>
                <c:pt idx="647">
                  <c:v>0</c:v>
                </c:pt>
                <c:pt idx="648">
                  <c:v>0</c:v>
                </c:pt>
                <c:pt idx="649">
                  <c:v>0</c:v>
                </c:pt>
                <c:pt idx="650">
                  <c:v>0</c:v>
                </c:pt>
                <c:pt idx="651">
                  <c:v>2.8</c:v>
                </c:pt>
                <c:pt idx="652">
                  <c:v>0</c:v>
                </c:pt>
                <c:pt idx="653">
                  <c:v>0</c:v>
                </c:pt>
                <c:pt idx="654">
                  <c:v>0</c:v>
                </c:pt>
                <c:pt idx="655">
                  <c:v>0</c:v>
                </c:pt>
                <c:pt idx="656">
                  <c:v>0</c:v>
                </c:pt>
                <c:pt idx="657">
                  <c:v>0</c:v>
                </c:pt>
                <c:pt idx="658">
                  <c:v>0</c:v>
                </c:pt>
                <c:pt idx="659">
                  <c:v>0</c:v>
                </c:pt>
                <c:pt idx="660">
                  <c:v>0</c:v>
                </c:pt>
                <c:pt idx="661">
                  <c:v>3.5</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3.3</c:v>
                </c:pt>
                <c:pt idx="676">
                  <c:v>0</c:v>
                </c:pt>
                <c:pt idx="677">
                  <c:v>0</c:v>
                </c:pt>
                <c:pt idx="678">
                  <c:v>0</c:v>
                </c:pt>
                <c:pt idx="679">
                  <c:v>0</c:v>
                </c:pt>
                <c:pt idx="680">
                  <c:v>0</c:v>
                </c:pt>
                <c:pt idx="681">
                  <c:v>0</c:v>
                </c:pt>
                <c:pt idx="682">
                  <c:v>0</c:v>
                </c:pt>
                <c:pt idx="683">
                  <c:v>0</c:v>
                </c:pt>
                <c:pt idx="684">
                  <c:v>2.1</c:v>
                </c:pt>
                <c:pt idx="685">
                  <c:v>0</c:v>
                </c:pt>
                <c:pt idx="686">
                  <c:v>0</c:v>
                </c:pt>
                <c:pt idx="687">
                  <c:v>0</c:v>
                </c:pt>
                <c:pt idx="688">
                  <c:v>0</c:v>
                </c:pt>
                <c:pt idx="689">
                  <c:v>0</c:v>
                </c:pt>
                <c:pt idx="690">
                  <c:v>0</c:v>
                </c:pt>
                <c:pt idx="691">
                  <c:v>0</c:v>
                </c:pt>
                <c:pt idx="692">
                  <c:v>0</c:v>
                </c:pt>
                <c:pt idx="693">
                  <c:v>0</c:v>
                </c:pt>
                <c:pt idx="694">
                  <c:v>0</c:v>
                </c:pt>
                <c:pt idx="695">
                  <c:v>0</c:v>
                </c:pt>
                <c:pt idx="696">
                  <c:v>0</c:v>
                </c:pt>
                <c:pt idx="697">
                  <c:v>3.2</c:v>
                </c:pt>
                <c:pt idx="698">
                  <c:v>0</c:v>
                </c:pt>
                <c:pt idx="699">
                  <c:v>0</c:v>
                </c:pt>
                <c:pt idx="700">
                  <c:v>0</c:v>
                </c:pt>
                <c:pt idx="701">
                  <c:v>0</c:v>
                </c:pt>
                <c:pt idx="702">
                  <c:v>0</c:v>
                </c:pt>
                <c:pt idx="703">
                  <c:v>0</c:v>
                </c:pt>
                <c:pt idx="704">
                  <c:v>0</c:v>
                </c:pt>
                <c:pt idx="705">
                  <c:v>0</c:v>
                </c:pt>
                <c:pt idx="706">
                  <c:v>0</c:v>
                </c:pt>
                <c:pt idx="707">
                  <c:v>0</c:v>
                </c:pt>
                <c:pt idx="708">
                  <c:v>0</c:v>
                </c:pt>
                <c:pt idx="709">
                  <c:v>0</c:v>
                </c:pt>
                <c:pt idx="710">
                  <c:v>3.1</c:v>
                </c:pt>
                <c:pt idx="711">
                  <c:v>0</c:v>
                </c:pt>
                <c:pt idx="712">
                  <c:v>3</c:v>
                </c:pt>
                <c:pt idx="713">
                  <c:v>0</c:v>
                </c:pt>
                <c:pt idx="714">
                  <c:v>3.3</c:v>
                </c:pt>
                <c:pt idx="715">
                  <c:v>0</c:v>
                </c:pt>
                <c:pt idx="716">
                  <c:v>0</c:v>
                </c:pt>
                <c:pt idx="717">
                  <c:v>3.1</c:v>
                </c:pt>
                <c:pt idx="718">
                  <c:v>2.7</c:v>
                </c:pt>
                <c:pt idx="719">
                  <c:v>0</c:v>
                </c:pt>
                <c:pt idx="720">
                  <c:v>2.7</c:v>
                </c:pt>
                <c:pt idx="721">
                  <c:v>2.2000000000000002</c:v>
                </c:pt>
                <c:pt idx="722">
                  <c:v>3.5</c:v>
                </c:pt>
                <c:pt idx="723">
                  <c:v>3.1</c:v>
                </c:pt>
                <c:pt idx="724">
                  <c:v>3.4</c:v>
                </c:pt>
                <c:pt idx="725">
                  <c:v>3.7</c:v>
                </c:pt>
                <c:pt idx="726">
                  <c:v>0</c:v>
                </c:pt>
                <c:pt idx="727">
                  <c:v>0</c:v>
                </c:pt>
                <c:pt idx="728">
                  <c:v>3.4</c:v>
                </c:pt>
                <c:pt idx="729">
                  <c:v>2.2999999999999998</c:v>
                </c:pt>
                <c:pt idx="730">
                  <c:v>2.5</c:v>
                </c:pt>
                <c:pt idx="731">
                  <c:v>2.4</c:v>
                </c:pt>
                <c:pt idx="732">
                  <c:v>2.2999999999999998</c:v>
                </c:pt>
                <c:pt idx="733">
                  <c:v>0</c:v>
                </c:pt>
                <c:pt idx="734">
                  <c:v>3.1</c:v>
                </c:pt>
                <c:pt idx="735">
                  <c:v>0</c:v>
                </c:pt>
                <c:pt idx="736">
                  <c:v>0</c:v>
                </c:pt>
                <c:pt idx="737">
                  <c:v>0</c:v>
                </c:pt>
                <c:pt idx="738">
                  <c:v>0</c:v>
                </c:pt>
                <c:pt idx="739">
                  <c:v>0</c:v>
                </c:pt>
                <c:pt idx="740">
                  <c:v>2.2000000000000002</c:v>
                </c:pt>
                <c:pt idx="741">
                  <c:v>3.5</c:v>
                </c:pt>
                <c:pt idx="742">
                  <c:v>3.1</c:v>
                </c:pt>
                <c:pt idx="743">
                  <c:v>0</c:v>
                </c:pt>
                <c:pt idx="744">
                  <c:v>0</c:v>
                </c:pt>
                <c:pt idx="745">
                  <c:v>2.5</c:v>
                </c:pt>
                <c:pt idx="746">
                  <c:v>2.2999999999999998</c:v>
                </c:pt>
                <c:pt idx="747">
                  <c:v>0</c:v>
                </c:pt>
                <c:pt idx="748">
                  <c:v>0</c:v>
                </c:pt>
                <c:pt idx="749">
                  <c:v>0</c:v>
                </c:pt>
                <c:pt idx="750">
                  <c:v>0</c:v>
                </c:pt>
                <c:pt idx="751">
                  <c:v>2.7</c:v>
                </c:pt>
                <c:pt idx="752">
                  <c:v>2.1</c:v>
                </c:pt>
                <c:pt idx="753">
                  <c:v>3.5</c:v>
                </c:pt>
                <c:pt idx="754">
                  <c:v>0</c:v>
                </c:pt>
                <c:pt idx="755">
                  <c:v>0</c:v>
                </c:pt>
                <c:pt idx="756">
                  <c:v>0</c:v>
                </c:pt>
                <c:pt idx="757">
                  <c:v>0</c:v>
                </c:pt>
                <c:pt idx="758">
                  <c:v>0</c:v>
                </c:pt>
                <c:pt idx="759">
                  <c:v>0</c:v>
                </c:pt>
                <c:pt idx="760">
                  <c:v>0</c:v>
                </c:pt>
                <c:pt idx="761">
                  <c:v>0</c:v>
                </c:pt>
                <c:pt idx="762">
                  <c:v>2.8</c:v>
                </c:pt>
                <c:pt idx="763">
                  <c:v>2.2999999999999998</c:v>
                </c:pt>
                <c:pt idx="764">
                  <c:v>2.4</c:v>
                </c:pt>
                <c:pt idx="765">
                  <c:v>0</c:v>
                </c:pt>
                <c:pt idx="766">
                  <c:v>3</c:v>
                </c:pt>
                <c:pt idx="767">
                  <c:v>0</c:v>
                </c:pt>
                <c:pt idx="768">
                  <c:v>0</c:v>
                </c:pt>
                <c:pt idx="769">
                  <c:v>0</c:v>
                </c:pt>
                <c:pt idx="770">
                  <c:v>0</c:v>
                </c:pt>
                <c:pt idx="771">
                  <c:v>3.5</c:v>
                </c:pt>
                <c:pt idx="772">
                  <c:v>2.6</c:v>
                </c:pt>
                <c:pt idx="773">
                  <c:v>3.3</c:v>
                </c:pt>
                <c:pt idx="774">
                  <c:v>0</c:v>
                </c:pt>
                <c:pt idx="775">
                  <c:v>0</c:v>
                </c:pt>
                <c:pt idx="776">
                  <c:v>3.1</c:v>
                </c:pt>
                <c:pt idx="777">
                  <c:v>3.4</c:v>
                </c:pt>
                <c:pt idx="778">
                  <c:v>0</c:v>
                </c:pt>
                <c:pt idx="779">
                  <c:v>3.5</c:v>
                </c:pt>
                <c:pt idx="780">
                  <c:v>2.2000000000000002</c:v>
                </c:pt>
                <c:pt idx="781">
                  <c:v>0</c:v>
                </c:pt>
                <c:pt idx="782">
                  <c:v>2.9</c:v>
                </c:pt>
                <c:pt idx="783">
                  <c:v>0</c:v>
                </c:pt>
                <c:pt idx="784">
                  <c:v>3.3</c:v>
                </c:pt>
                <c:pt idx="785">
                  <c:v>0</c:v>
                </c:pt>
                <c:pt idx="786">
                  <c:v>2.2000000000000002</c:v>
                </c:pt>
                <c:pt idx="787">
                  <c:v>2.9</c:v>
                </c:pt>
                <c:pt idx="788">
                  <c:v>0</c:v>
                </c:pt>
                <c:pt idx="789">
                  <c:v>0</c:v>
                </c:pt>
                <c:pt idx="790">
                  <c:v>0</c:v>
                </c:pt>
                <c:pt idx="791">
                  <c:v>0</c:v>
                </c:pt>
                <c:pt idx="792">
                  <c:v>2.8</c:v>
                </c:pt>
                <c:pt idx="793">
                  <c:v>3.6</c:v>
                </c:pt>
                <c:pt idx="794">
                  <c:v>0</c:v>
                </c:pt>
                <c:pt idx="795">
                  <c:v>3.5</c:v>
                </c:pt>
                <c:pt idx="796">
                  <c:v>3.4</c:v>
                </c:pt>
                <c:pt idx="797">
                  <c:v>0</c:v>
                </c:pt>
                <c:pt idx="798">
                  <c:v>3.2</c:v>
                </c:pt>
                <c:pt idx="799">
                  <c:v>0</c:v>
                </c:pt>
                <c:pt idx="800">
                  <c:v>0</c:v>
                </c:pt>
                <c:pt idx="801">
                  <c:v>2</c:v>
                </c:pt>
                <c:pt idx="802">
                  <c:v>0</c:v>
                </c:pt>
                <c:pt idx="803">
                  <c:v>0</c:v>
                </c:pt>
                <c:pt idx="804">
                  <c:v>0</c:v>
                </c:pt>
                <c:pt idx="805">
                  <c:v>2.2000000000000002</c:v>
                </c:pt>
                <c:pt idx="806">
                  <c:v>2.4</c:v>
                </c:pt>
                <c:pt idx="807">
                  <c:v>2.2000000000000002</c:v>
                </c:pt>
                <c:pt idx="808">
                  <c:v>0</c:v>
                </c:pt>
                <c:pt idx="809">
                  <c:v>0</c:v>
                </c:pt>
                <c:pt idx="810">
                  <c:v>2.8</c:v>
                </c:pt>
                <c:pt idx="811">
                  <c:v>2.9</c:v>
                </c:pt>
                <c:pt idx="812">
                  <c:v>2.4</c:v>
                </c:pt>
                <c:pt idx="813">
                  <c:v>0</c:v>
                </c:pt>
                <c:pt idx="814">
                  <c:v>0</c:v>
                </c:pt>
                <c:pt idx="815">
                  <c:v>3.3</c:v>
                </c:pt>
                <c:pt idx="816">
                  <c:v>3.4</c:v>
                </c:pt>
                <c:pt idx="817">
                  <c:v>0</c:v>
                </c:pt>
                <c:pt idx="818">
                  <c:v>0</c:v>
                </c:pt>
                <c:pt idx="819">
                  <c:v>2.5</c:v>
                </c:pt>
                <c:pt idx="820">
                  <c:v>0</c:v>
                </c:pt>
                <c:pt idx="821">
                  <c:v>2.2000000000000002</c:v>
                </c:pt>
                <c:pt idx="822">
                  <c:v>0</c:v>
                </c:pt>
                <c:pt idx="823">
                  <c:v>0</c:v>
                </c:pt>
                <c:pt idx="824">
                  <c:v>2.5</c:v>
                </c:pt>
                <c:pt idx="825">
                  <c:v>0</c:v>
                </c:pt>
                <c:pt idx="826">
                  <c:v>3.4</c:v>
                </c:pt>
                <c:pt idx="827">
                  <c:v>0</c:v>
                </c:pt>
                <c:pt idx="828">
                  <c:v>3.3</c:v>
                </c:pt>
                <c:pt idx="829">
                  <c:v>0</c:v>
                </c:pt>
                <c:pt idx="830">
                  <c:v>2.2000000000000002</c:v>
                </c:pt>
                <c:pt idx="831">
                  <c:v>2.9</c:v>
                </c:pt>
                <c:pt idx="832">
                  <c:v>0</c:v>
                </c:pt>
                <c:pt idx="833">
                  <c:v>2.5</c:v>
                </c:pt>
                <c:pt idx="834">
                  <c:v>0</c:v>
                </c:pt>
                <c:pt idx="835">
                  <c:v>2.6</c:v>
                </c:pt>
                <c:pt idx="836">
                  <c:v>0</c:v>
                </c:pt>
                <c:pt idx="837">
                  <c:v>0</c:v>
                </c:pt>
                <c:pt idx="838">
                  <c:v>0</c:v>
                </c:pt>
                <c:pt idx="839">
                  <c:v>0</c:v>
                </c:pt>
                <c:pt idx="840">
                  <c:v>2.7</c:v>
                </c:pt>
                <c:pt idx="841">
                  <c:v>3.5</c:v>
                </c:pt>
                <c:pt idx="842">
                  <c:v>0</c:v>
                </c:pt>
                <c:pt idx="843">
                  <c:v>0</c:v>
                </c:pt>
                <c:pt idx="844">
                  <c:v>3.4</c:v>
                </c:pt>
                <c:pt idx="845">
                  <c:v>3.4</c:v>
                </c:pt>
                <c:pt idx="846">
                  <c:v>0</c:v>
                </c:pt>
                <c:pt idx="847">
                  <c:v>0</c:v>
                </c:pt>
                <c:pt idx="848">
                  <c:v>3.6</c:v>
                </c:pt>
                <c:pt idx="849">
                  <c:v>0</c:v>
                </c:pt>
                <c:pt idx="850">
                  <c:v>2.1</c:v>
                </c:pt>
                <c:pt idx="851">
                  <c:v>0</c:v>
                </c:pt>
                <c:pt idx="852">
                  <c:v>0</c:v>
                </c:pt>
                <c:pt idx="853">
                  <c:v>3.2</c:v>
                </c:pt>
                <c:pt idx="854">
                  <c:v>0</c:v>
                </c:pt>
                <c:pt idx="855">
                  <c:v>0</c:v>
                </c:pt>
                <c:pt idx="856">
                  <c:v>0</c:v>
                </c:pt>
                <c:pt idx="857">
                  <c:v>2.7</c:v>
                </c:pt>
                <c:pt idx="858">
                  <c:v>0</c:v>
                </c:pt>
                <c:pt idx="859">
                  <c:v>2.7</c:v>
                </c:pt>
                <c:pt idx="860">
                  <c:v>3.5</c:v>
                </c:pt>
                <c:pt idx="861">
                  <c:v>3.6</c:v>
                </c:pt>
                <c:pt idx="862">
                  <c:v>0</c:v>
                </c:pt>
                <c:pt idx="863">
                  <c:v>0</c:v>
                </c:pt>
                <c:pt idx="864">
                  <c:v>2.7</c:v>
                </c:pt>
                <c:pt idx="865">
                  <c:v>0</c:v>
                </c:pt>
                <c:pt idx="866">
                  <c:v>3.5</c:v>
                </c:pt>
                <c:pt idx="867">
                  <c:v>0</c:v>
                </c:pt>
                <c:pt idx="868">
                  <c:v>0</c:v>
                </c:pt>
                <c:pt idx="869">
                  <c:v>0</c:v>
                </c:pt>
                <c:pt idx="870">
                  <c:v>3.1</c:v>
                </c:pt>
                <c:pt idx="871">
                  <c:v>2.2999999999999998</c:v>
                </c:pt>
                <c:pt idx="872">
                  <c:v>2.8</c:v>
                </c:pt>
                <c:pt idx="873">
                  <c:v>0</c:v>
                </c:pt>
                <c:pt idx="874">
                  <c:v>3.3</c:v>
                </c:pt>
                <c:pt idx="875">
                  <c:v>0</c:v>
                </c:pt>
                <c:pt idx="876">
                  <c:v>2</c:v>
                </c:pt>
                <c:pt idx="877">
                  <c:v>3.4</c:v>
                </c:pt>
                <c:pt idx="878">
                  <c:v>2.7</c:v>
                </c:pt>
                <c:pt idx="879">
                  <c:v>2.8</c:v>
                </c:pt>
                <c:pt idx="880">
                  <c:v>0</c:v>
                </c:pt>
                <c:pt idx="881">
                  <c:v>3.1</c:v>
                </c:pt>
                <c:pt idx="882">
                  <c:v>2.9</c:v>
                </c:pt>
                <c:pt idx="883">
                  <c:v>0</c:v>
                </c:pt>
                <c:pt idx="884">
                  <c:v>0</c:v>
                </c:pt>
                <c:pt idx="885">
                  <c:v>2</c:v>
                </c:pt>
                <c:pt idx="886">
                  <c:v>0</c:v>
                </c:pt>
                <c:pt idx="887">
                  <c:v>0</c:v>
                </c:pt>
                <c:pt idx="888">
                  <c:v>0</c:v>
                </c:pt>
                <c:pt idx="889">
                  <c:v>3.1</c:v>
                </c:pt>
                <c:pt idx="890">
                  <c:v>2.8</c:v>
                </c:pt>
                <c:pt idx="891">
                  <c:v>3.2</c:v>
                </c:pt>
                <c:pt idx="892">
                  <c:v>0</c:v>
                </c:pt>
                <c:pt idx="893">
                  <c:v>0</c:v>
                </c:pt>
                <c:pt idx="894">
                  <c:v>2.5</c:v>
                </c:pt>
                <c:pt idx="895">
                  <c:v>0</c:v>
                </c:pt>
                <c:pt idx="896">
                  <c:v>0</c:v>
                </c:pt>
                <c:pt idx="897">
                  <c:v>3.5</c:v>
                </c:pt>
                <c:pt idx="898">
                  <c:v>2.9</c:v>
                </c:pt>
                <c:pt idx="899">
                  <c:v>2.1</c:v>
                </c:pt>
                <c:pt idx="900">
                  <c:v>3.2</c:v>
                </c:pt>
                <c:pt idx="901">
                  <c:v>0</c:v>
                </c:pt>
                <c:pt idx="902">
                  <c:v>2.9</c:v>
                </c:pt>
                <c:pt idx="903">
                  <c:v>0</c:v>
                </c:pt>
                <c:pt idx="904">
                  <c:v>3.1</c:v>
                </c:pt>
                <c:pt idx="905">
                  <c:v>0</c:v>
                </c:pt>
                <c:pt idx="906">
                  <c:v>2.1</c:v>
                </c:pt>
                <c:pt idx="907">
                  <c:v>2.1</c:v>
                </c:pt>
                <c:pt idx="908">
                  <c:v>0</c:v>
                </c:pt>
                <c:pt idx="909">
                  <c:v>2.7</c:v>
                </c:pt>
                <c:pt idx="910">
                  <c:v>0</c:v>
                </c:pt>
                <c:pt idx="911">
                  <c:v>3.7</c:v>
                </c:pt>
                <c:pt idx="912">
                  <c:v>2.9</c:v>
                </c:pt>
                <c:pt idx="913">
                  <c:v>2.8</c:v>
                </c:pt>
                <c:pt idx="914">
                  <c:v>2.2999999999999998</c:v>
                </c:pt>
                <c:pt idx="915">
                  <c:v>0</c:v>
                </c:pt>
                <c:pt idx="916">
                  <c:v>2</c:v>
                </c:pt>
                <c:pt idx="917">
                  <c:v>2.2999999999999998</c:v>
                </c:pt>
                <c:pt idx="918">
                  <c:v>2.8</c:v>
                </c:pt>
                <c:pt idx="919">
                  <c:v>3.3</c:v>
                </c:pt>
                <c:pt idx="920">
                  <c:v>0</c:v>
                </c:pt>
                <c:pt idx="921">
                  <c:v>0</c:v>
                </c:pt>
                <c:pt idx="922">
                  <c:v>2.9</c:v>
                </c:pt>
                <c:pt idx="923">
                  <c:v>1.9</c:v>
                </c:pt>
                <c:pt idx="924">
                  <c:v>3.5</c:v>
                </c:pt>
                <c:pt idx="925">
                  <c:v>3.1</c:v>
                </c:pt>
                <c:pt idx="926">
                  <c:v>3.4</c:v>
                </c:pt>
                <c:pt idx="927">
                  <c:v>3.6</c:v>
                </c:pt>
                <c:pt idx="928">
                  <c:v>0</c:v>
                </c:pt>
                <c:pt idx="929">
                  <c:v>3</c:v>
                </c:pt>
                <c:pt idx="930">
                  <c:v>3.1</c:v>
                </c:pt>
                <c:pt idx="931">
                  <c:v>0</c:v>
                </c:pt>
                <c:pt idx="932">
                  <c:v>0</c:v>
                </c:pt>
                <c:pt idx="933">
                  <c:v>2.8</c:v>
                </c:pt>
                <c:pt idx="934">
                  <c:v>3.2</c:v>
                </c:pt>
                <c:pt idx="935">
                  <c:v>0</c:v>
                </c:pt>
                <c:pt idx="936">
                  <c:v>0</c:v>
                </c:pt>
                <c:pt idx="937">
                  <c:v>3.5</c:v>
                </c:pt>
                <c:pt idx="938">
                  <c:v>3.7</c:v>
                </c:pt>
                <c:pt idx="939">
                  <c:v>0</c:v>
                </c:pt>
                <c:pt idx="940">
                  <c:v>0</c:v>
                </c:pt>
                <c:pt idx="941">
                  <c:v>3.3</c:v>
                </c:pt>
                <c:pt idx="942">
                  <c:v>2.2000000000000002</c:v>
                </c:pt>
                <c:pt idx="943">
                  <c:v>3.4</c:v>
                </c:pt>
                <c:pt idx="944">
                  <c:v>3.4</c:v>
                </c:pt>
                <c:pt idx="945">
                  <c:v>3.1</c:v>
                </c:pt>
                <c:pt idx="946">
                  <c:v>0</c:v>
                </c:pt>
                <c:pt idx="947">
                  <c:v>0</c:v>
                </c:pt>
                <c:pt idx="948">
                  <c:v>0</c:v>
                </c:pt>
                <c:pt idx="949">
                  <c:v>0</c:v>
                </c:pt>
                <c:pt idx="950">
                  <c:v>2.2000000000000002</c:v>
                </c:pt>
                <c:pt idx="951">
                  <c:v>0</c:v>
                </c:pt>
                <c:pt idx="952">
                  <c:v>0</c:v>
                </c:pt>
                <c:pt idx="953">
                  <c:v>2.2000000000000002</c:v>
                </c:pt>
                <c:pt idx="954">
                  <c:v>3.4</c:v>
                </c:pt>
                <c:pt idx="955">
                  <c:v>0</c:v>
                </c:pt>
                <c:pt idx="956">
                  <c:v>2.2000000000000002</c:v>
                </c:pt>
                <c:pt idx="957">
                  <c:v>2.8</c:v>
                </c:pt>
                <c:pt idx="958">
                  <c:v>0</c:v>
                </c:pt>
                <c:pt idx="959">
                  <c:v>0</c:v>
                </c:pt>
                <c:pt idx="960">
                  <c:v>2.9</c:v>
                </c:pt>
                <c:pt idx="961">
                  <c:v>0</c:v>
                </c:pt>
                <c:pt idx="962">
                  <c:v>2.1</c:v>
                </c:pt>
                <c:pt idx="963">
                  <c:v>0</c:v>
                </c:pt>
                <c:pt idx="964">
                  <c:v>2.4</c:v>
                </c:pt>
                <c:pt idx="965">
                  <c:v>2.9</c:v>
                </c:pt>
                <c:pt idx="966">
                  <c:v>3</c:v>
                </c:pt>
                <c:pt idx="967">
                  <c:v>2.2000000000000002</c:v>
                </c:pt>
                <c:pt idx="968">
                  <c:v>3.5</c:v>
                </c:pt>
                <c:pt idx="969">
                  <c:v>0</c:v>
                </c:pt>
                <c:pt idx="970">
                  <c:v>3</c:v>
                </c:pt>
                <c:pt idx="971">
                  <c:v>0</c:v>
                </c:pt>
                <c:pt idx="972">
                  <c:v>2.6</c:v>
                </c:pt>
              </c:numCache>
            </c:numRef>
          </c:yVal>
          <c:smooth val="0"/>
          <c:extLst>
            <c:ext xmlns:c16="http://schemas.microsoft.com/office/drawing/2014/chart" uri="{C3380CC4-5D6E-409C-BE32-E72D297353CC}">
              <c16:uniqueId val="{00000003-A067-4866-99D7-A6A68ECB5846}"/>
            </c:ext>
          </c:extLst>
        </c:ser>
        <c:dLbls>
          <c:showLegendKey val="0"/>
          <c:showVal val="0"/>
          <c:showCatName val="0"/>
          <c:showSerName val="0"/>
          <c:showPercent val="0"/>
          <c:showBubbleSize val="0"/>
        </c:dLbls>
        <c:axId val="2129092496"/>
        <c:axId val="2129072816"/>
      </c:scatterChart>
      <c:valAx>
        <c:axId val="212909249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Calories Burned</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9072816"/>
        <c:crosses val="autoZero"/>
        <c:crossBetween val="midCat"/>
        <c:majorUnit val="250"/>
      </c:valAx>
      <c:valAx>
        <c:axId val="2129072816"/>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Water Intake (Liters)</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9092496"/>
        <c:crosses val="autoZero"/>
        <c:crossBetween val="midCat"/>
      </c:valAx>
      <c:spPr>
        <a:noFill/>
        <a:ln>
          <a:noFill/>
        </a:ln>
        <a:effectLst/>
      </c:spPr>
    </c:plotArea>
    <c:legend>
      <c:legendPos val="b"/>
      <c:layout>
        <c:manualLayout>
          <c:xMode val="edge"/>
          <c:yMode val="edge"/>
          <c:x val="0.27595770927664293"/>
          <c:y val="0.89253482806480489"/>
          <c:w val="0.44808436182766098"/>
          <c:h val="7.657715356776878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Tracking.xlsx]Pivot!PivotTable18</c:name>
    <c:fmtId val="18"/>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US" sz="900"/>
              <a:t>By EHR Zone: Max EHR BPM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Pivot!$F$29</c:f>
              <c:strCache>
                <c:ptCount val="1"/>
                <c:pt idx="0">
                  <c:v>Total</c:v>
                </c:pt>
              </c:strCache>
            </c:strRef>
          </c:tx>
          <c:spPr>
            <a:solidFill>
              <a:schemeClr val="accent1"/>
            </a:solidFill>
            <a:ln>
              <a:noFill/>
            </a:ln>
            <a:effectLst/>
          </c:spPr>
          <c:invertIfNegative val="0"/>
          <c:dPt>
            <c:idx val="0"/>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2-629B-4445-968D-12176401F961}"/>
              </c:ext>
            </c:extLst>
          </c:dPt>
          <c:dPt>
            <c:idx val="1"/>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01-629B-4445-968D-12176401F961}"/>
              </c:ext>
            </c:extLst>
          </c:dPt>
          <c:dPt>
            <c:idx val="2"/>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0-629B-4445-968D-12176401F961}"/>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Pivot!$E$30:$E$32</c:f>
              <c:strCache>
                <c:ptCount val="3"/>
                <c:pt idx="0">
                  <c:v>Normal</c:v>
                </c:pt>
                <c:pt idx="1">
                  <c:v>High</c:v>
                </c:pt>
                <c:pt idx="2">
                  <c:v>Critical</c:v>
                </c:pt>
              </c:strCache>
            </c:strRef>
          </c:cat>
          <c:val>
            <c:numRef>
              <c:f>Pivot!$F$30:$F$32</c:f>
              <c:numCache>
                <c:formatCode>General</c:formatCode>
                <c:ptCount val="3"/>
                <c:pt idx="0">
                  <c:v>79</c:v>
                </c:pt>
                <c:pt idx="1">
                  <c:v>512</c:v>
                </c:pt>
                <c:pt idx="2">
                  <c:v>382</c:v>
                </c:pt>
              </c:numCache>
            </c:numRef>
          </c:val>
          <c:extLst>
            <c:ext xmlns:c16="http://schemas.microsoft.com/office/drawing/2014/chart" uri="{C3380CC4-5D6E-409C-BE32-E72D297353CC}">
              <c16:uniqueId val="{00000000-0E91-4F36-A691-521F7213E748}"/>
            </c:ext>
          </c:extLst>
        </c:ser>
        <c:dLbls>
          <c:dLblPos val="outEnd"/>
          <c:showLegendKey val="0"/>
          <c:showVal val="1"/>
          <c:showCatName val="0"/>
          <c:showSerName val="0"/>
          <c:showPercent val="0"/>
          <c:showBubbleSize val="0"/>
        </c:dLbls>
        <c:gapWidth val="219"/>
        <c:axId val="133859023"/>
        <c:axId val="133859503"/>
      </c:barChart>
      <c:catAx>
        <c:axId val="1338590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859503"/>
        <c:crosses val="autoZero"/>
        <c:auto val="1"/>
        <c:lblAlgn val="ctr"/>
        <c:lblOffset val="100"/>
        <c:noMultiLvlLbl val="0"/>
      </c:catAx>
      <c:valAx>
        <c:axId val="133859503"/>
        <c:scaling>
          <c:orientation val="minMax"/>
        </c:scaling>
        <c:delete val="1"/>
        <c:axPos val="b"/>
        <c:numFmt formatCode="General" sourceLinked="1"/>
        <c:majorTickMark val="none"/>
        <c:minorTickMark val="none"/>
        <c:tickLblPos val="nextTo"/>
        <c:crossAx val="1338590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EHR Zone: Max EHR BPM &amp; Age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'Sub-Dataset'!$BN$1</c:f>
              <c:strCache>
                <c:ptCount val="1"/>
                <c:pt idx="0">
                  <c:v>Normal</c:v>
                </c:pt>
              </c:strCache>
            </c:strRef>
          </c:tx>
          <c:spPr>
            <a:ln w="19050" cap="rnd">
              <a:noFill/>
              <a:round/>
            </a:ln>
            <a:effectLst/>
          </c:spPr>
          <c:marker>
            <c:symbol val="circle"/>
            <c:size val="3"/>
            <c:spPr>
              <a:solidFill>
                <a:schemeClr val="accent3">
                  <a:lumMod val="75000"/>
                </a:schemeClr>
              </a:solidFill>
              <a:ln w="9525">
                <a:noFill/>
              </a:ln>
              <a:effectLst/>
            </c:spPr>
          </c:marker>
          <c:xVal>
            <c:numRef>
              <c:f>'Sub-Dataset'!$BM$2:$BM$974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'Sub-Dataset'!$BN$2:$BN$974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163</c:v>
                </c:pt>
                <c:pt idx="295">
                  <c:v>173</c:v>
                </c:pt>
                <c:pt idx="296">
                  <c:v>168</c:v>
                </c:pt>
                <c:pt idx="297">
                  <c:v>0</c:v>
                </c:pt>
                <c:pt idx="298">
                  <c:v>161</c:v>
                </c:pt>
                <c:pt idx="299">
                  <c:v>0</c:v>
                </c:pt>
                <c:pt idx="300">
                  <c:v>0</c:v>
                </c:pt>
                <c:pt idx="301">
                  <c:v>0</c:v>
                </c:pt>
                <c:pt idx="302">
                  <c:v>0</c:v>
                </c:pt>
                <c:pt idx="303">
                  <c:v>161</c:v>
                </c:pt>
                <c:pt idx="304">
                  <c:v>161</c:v>
                </c:pt>
                <c:pt idx="305">
                  <c:v>165</c:v>
                </c:pt>
                <c:pt idx="306">
                  <c:v>172</c:v>
                </c:pt>
                <c:pt idx="307">
                  <c:v>163</c:v>
                </c:pt>
                <c:pt idx="308">
                  <c:v>0</c:v>
                </c:pt>
                <c:pt idx="309">
                  <c:v>0</c:v>
                </c:pt>
                <c:pt idx="310">
                  <c:v>0</c:v>
                </c:pt>
                <c:pt idx="311">
                  <c:v>0</c:v>
                </c:pt>
                <c:pt idx="312">
                  <c:v>0</c:v>
                </c:pt>
                <c:pt idx="313">
                  <c:v>0</c:v>
                </c:pt>
                <c:pt idx="314">
                  <c:v>162</c:v>
                </c:pt>
                <c:pt idx="315">
                  <c:v>162</c:v>
                </c:pt>
                <c:pt idx="316">
                  <c:v>0</c:v>
                </c:pt>
                <c:pt idx="317">
                  <c:v>0</c:v>
                </c:pt>
                <c:pt idx="318">
                  <c:v>0</c:v>
                </c:pt>
                <c:pt idx="319">
                  <c:v>167</c:v>
                </c:pt>
                <c:pt idx="320">
                  <c:v>164</c:v>
                </c:pt>
                <c:pt idx="321">
                  <c:v>161</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170</c:v>
                </c:pt>
                <c:pt idx="432">
                  <c:v>169</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166</c:v>
                </c:pt>
                <c:pt idx="555">
                  <c:v>170</c:v>
                </c:pt>
                <c:pt idx="556">
                  <c:v>172</c:v>
                </c:pt>
                <c:pt idx="557">
                  <c:v>162</c:v>
                </c:pt>
                <c:pt idx="558">
                  <c:v>170</c:v>
                </c:pt>
                <c:pt idx="559">
                  <c:v>0</c:v>
                </c:pt>
                <c:pt idx="560">
                  <c:v>169</c:v>
                </c:pt>
                <c:pt idx="561">
                  <c:v>167</c:v>
                </c:pt>
                <c:pt idx="562">
                  <c:v>170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164</c:v>
                </c:pt>
                <c:pt idx="662">
                  <c:v>160</c:v>
                </c:pt>
                <c:pt idx="663">
                  <c:v>162</c:v>
                </c:pt>
                <c:pt idx="664">
                  <c:v>0</c:v>
                </c:pt>
                <c:pt idx="665">
                  <c:v>160</c:v>
                </c:pt>
                <c:pt idx="666">
                  <c:v>160</c:v>
                </c:pt>
                <c:pt idx="667">
                  <c:v>0</c:v>
                </c:pt>
                <c:pt idx="668">
                  <c:v>0</c:v>
                </c:pt>
                <c:pt idx="669">
                  <c:v>170</c:v>
                </c:pt>
                <c:pt idx="670">
                  <c:v>161</c:v>
                </c:pt>
                <c:pt idx="671">
                  <c:v>160</c:v>
                </c:pt>
                <c:pt idx="672">
                  <c:v>168</c:v>
                </c:pt>
                <c:pt idx="673">
                  <c:v>0</c:v>
                </c:pt>
                <c:pt idx="674">
                  <c:v>0</c:v>
                </c:pt>
                <c:pt idx="675">
                  <c:v>174</c:v>
                </c:pt>
                <c:pt idx="676">
                  <c:v>163</c:v>
                </c:pt>
                <c:pt idx="677">
                  <c:v>167</c:v>
                </c:pt>
                <c:pt idx="678">
                  <c:v>0</c:v>
                </c:pt>
                <c:pt idx="679">
                  <c:v>0</c:v>
                </c:pt>
                <c:pt idx="680">
                  <c:v>168</c:v>
                </c:pt>
                <c:pt idx="681">
                  <c:v>0</c:v>
                </c:pt>
                <c:pt idx="682">
                  <c:v>0</c:v>
                </c:pt>
                <c:pt idx="683">
                  <c:v>0</c:v>
                </c:pt>
                <c:pt idx="684">
                  <c:v>165</c:v>
                </c:pt>
                <c:pt idx="685">
                  <c:v>170</c:v>
                </c:pt>
                <c:pt idx="686">
                  <c:v>0</c:v>
                </c:pt>
                <c:pt idx="687">
                  <c:v>166</c:v>
                </c:pt>
                <c:pt idx="688">
                  <c:v>169</c:v>
                </c:pt>
                <c:pt idx="689">
                  <c:v>166</c:v>
                </c:pt>
                <c:pt idx="690">
                  <c:v>0</c:v>
                </c:pt>
                <c:pt idx="691">
                  <c:v>0</c:v>
                </c:pt>
                <c:pt idx="692">
                  <c:v>0</c:v>
                </c:pt>
                <c:pt idx="693">
                  <c:v>163</c:v>
                </c:pt>
                <c:pt idx="694">
                  <c:v>164</c:v>
                </c:pt>
                <c:pt idx="695">
                  <c:v>175</c:v>
                </c:pt>
                <c:pt idx="696">
                  <c:v>161</c:v>
                </c:pt>
                <c:pt idx="697">
                  <c:v>162</c:v>
                </c:pt>
                <c:pt idx="698">
                  <c:v>160</c:v>
                </c:pt>
                <c:pt idx="699">
                  <c:v>161</c:v>
                </c:pt>
                <c:pt idx="700">
                  <c:v>164</c:v>
                </c:pt>
                <c:pt idx="701">
                  <c:v>0</c:v>
                </c:pt>
                <c:pt idx="702">
                  <c:v>164</c:v>
                </c:pt>
                <c:pt idx="703">
                  <c:v>161</c:v>
                </c:pt>
                <c:pt idx="704">
                  <c:v>0</c:v>
                </c:pt>
                <c:pt idx="705">
                  <c:v>169</c:v>
                </c:pt>
                <c:pt idx="706">
                  <c:v>166</c:v>
                </c:pt>
                <c:pt idx="707">
                  <c:v>161</c:v>
                </c:pt>
                <c:pt idx="708">
                  <c:v>162</c:v>
                </c:pt>
                <c:pt idx="709">
                  <c:v>0</c:v>
                </c:pt>
                <c:pt idx="710">
                  <c:v>169</c:v>
                </c:pt>
                <c:pt idx="711">
                  <c:v>0</c:v>
                </c:pt>
                <c:pt idx="712">
                  <c:v>0</c:v>
                </c:pt>
                <c:pt idx="713">
                  <c:v>165</c:v>
                </c:pt>
                <c:pt idx="714">
                  <c:v>0</c:v>
                </c:pt>
                <c:pt idx="715">
                  <c:v>161</c:v>
                </c:pt>
                <c:pt idx="716">
                  <c:v>174</c:v>
                </c:pt>
                <c:pt idx="717">
                  <c:v>0</c:v>
                </c:pt>
                <c:pt idx="718">
                  <c:v>0</c:v>
                </c:pt>
                <c:pt idx="719">
                  <c:v>166</c:v>
                </c:pt>
                <c:pt idx="720">
                  <c:v>0</c:v>
                </c:pt>
                <c:pt idx="721">
                  <c:v>162</c:v>
                </c:pt>
                <c:pt idx="722">
                  <c:v>0</c:v>
                </c:pt>
                <c:pt idx="723">
                  <c:v>0</c:v>
                </c:pt>
                <c:pt idx="724">
                  <c:v>0</c:v>
                </c:pt>
                <c:pt idx="725">
                  <c:v>0</c:v>
                </c:pt>
                <c:pt idx="726">
                  <c:v>167</c:v>
                </c:pt>
                <c:pt idx="727">
                  <c:v>168</c:v>
                </c:pt>
                <c:pt idx="728">
                  <c:v>0</c:v>
                </c:pt>
                <c:pt idx="729">
                  <c:v>167</c:v>
                </c:pt>
                <c:pt idx="730">
                  <c:v>0</c:v>
                </c:pt>
                <c:pt idx="731">
                  <c:v>0</c:v>
                </c:pt>
                <c:pt idx="732">
                  <c:v>0</c:v>
                </c:pt>
                <c:pt idx="733">
                  <c:v>170</c:v>
                </c:pt>
                <c:pt idx="734">
                  <c:v>0</c:v>
                </c:pt>
                <c:pt idx="735">
                  <c:v>164</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169</c:v>
                </c:pt>
                <c:pt idx="910">
                  <c:v>0</c:v>
                </c:pt>
                <c:pt idx="911">
                  <c:v>175</c:v>
                </c:pt>
                <c:pt idx="912">
                  <c:v>167</c:v>
                </c:pt>
                <c:pt idx="913">
                  <c:v>161</c:v>
                </c:pt>
                <c:pt idx="914">
                  <c:v>164</c:v>
                </c:pt>
                <c:pt idx="915">
                  <c:v>0</c:v>
                </c:pt>
                <c:pt idx="916">
                  <c:v>167</c:v>
                </c:pt>
                <c:pt idx="917">
                  <c:v>170</c:v>
                </c:pt>
                <c:pt idx="918">
                  <c:v>161</c:v>
                </c:pt>
                <c:pt idx="919">
                  <c:v>170</c:v>
                </c:pt>
                <c:pt idx="920">
                  <c:v>0</c:v>
                </c:pt>
                <c:pt idx="921">
                  <c:v>0</c:v>
                </c:pt>
                <c:pt idx="922">
                  <c:v>167</c:v>
                </c:pt>
                <c:pt idx="923">
                  <c:v>163</c:v>
                </c:pt>
                <c:pt idx="924">
                  <c:v>162</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1430-4128-ADAC-2604B3A3FB03}"/>
            </c:ext>
          </c:extLst>
        </c:ser>
        <c:ser>
          <c:idx val="1"/>
          <c:order val="1"/>
          <c:tx>
            <c:strRef>
              <c:f>'Sub-Dataset'!$BO$1</c:f>
              <c:strCache>
                <c:ptCount val="1"/>
                <c:pt idx="0">
                  <c:v>High</c:v>
                </c:pt>
              </c:strCache>
            </c:strRef>
          </c:tx>
          <c:spPr>
            <a:ln w="19050" cap="rnd">
              <a:noFill/>
              <a:round/>
            </a:ln>
            <a:effectLst/>
          </c:spPr>
          <c:marker>
            <c:symbol val="circle"/>
            <c:size val="3"/>
            <c:spPr>
              <a:solidFill>
                <a:schemeClr val="accent4">
                  <a:lumMod val="75000"/>
                </a:schemeClr>
              </a:solidFill>
              <a:ln w="9525">
                <a:noFill/>
              </a:ln>
              <a:effectLst/>
            </c:spPr>
          </c:marker>
          <c:xVal>
            <c:numRef>
              <c:f>'Sub-Dataset'!$BM$2:$BM$974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'Sub-Dataset'!$BO$2:$BO$974</c:f>
              <c:numCache>
                <c:formatCode>General</c:formatCode>
                <c:ptCount val="973"/>
                <c:pt idx="0">
                  <c:v>167</c:v>
                </c:pt>
                <c:pt idx="1">
                  <c:v>179</c:v>
                </c:pt>
                <c:pt idx="2">
                  <c:v>184</c:v>
                </c:pt>
                <c:pt idx="3">
                  <c:v>182</c:v>
                </c:pt>
                <c:pt idx="4">
                  <c:v>177</c:v>
                </c:pt>
                <c:pt idx="5">
                  <c:v>171</c:v>
                </c:pt>
                <c:pt idx="6">
                  <c:v>179</c:v>
                </c:pt>
                <c:pt idx="7">
                  <c:v>189</c:v>
                </c:pt>
                <c:pt idx="8">
                  <c:v>185</c:v>
                </c:pt>
                <c:pt idx="9">
                  <c:v>183</c:v>
                </c:pt>
                <c:pt idx="10">
                  <c:v>175</c:v>
                </c:pt>
                <c:pt idx="11">
                  <c:v>175</c:v>
                </c:pt>
                <c:pt idx="12">
                  <c:v>176</c:v>
                </c:pt>
                <c:pt idx="13">
                  <c:v>198</c:v>
                </c:pt>
                <c:pt idx="14">
                  <c:v>179</c:v>
                </c:pt>
                <c:pt idx="15">
                  <c:v>184</c:v>
                </c:pt>
                <c:pt idx="16">
                  <c:v>175</c:v>
                </c:pt>
                <c:pt idx="17">
                  <c:v>180</c:v>
                </c:pt>
                <c:pt idx="18">
                  <c:v>198</c:v>
                </c:pt>
                <c:pt idx="19">
                  <c:v>161</c:v>
                </c:pt>
                <c:pt idx="20">
                  <c:v>178</c:v>
                </c:pt>
                <c:pt idx="21">
                  <c:v>175</c:v>
                </c:pt>
                <c:pt idx="22">
                  <c:v>173</c:v>
                </c:pt>
                <c:pt idx="23">
                  <c:v>164</c:v>
                </c:pt>
                <c:pt idx="24">
                  <c:v>168</c:v>
                </c:pt>
                <c:pt idx="25">
                  <c:v>168</c:v>
                </c:pt>
                <c:pt idx="26">
                  <c:v>197</c:v>
                </c:pt>
                <c:pt idx="27">
                  <c:v>179</c:v>
                </c:pt>
                <c:pt idx="28">
                  <c:v>184</c:v>
                </c:pt>
                <c:pt idx="29">
                  <c:v>172</c:v>
                </c:pt>
                <c:pt idx="30">
                  <c:v>173</c:v>
                </c:pt>
                <c:pt idx="31">
                  <c:v>164</c:v>
                </c:pt>
                <c:pt idx="32">
                  <c:v>189</c:v>
                </c:pt>
                <c:pt idx="33">
                  <c:v>191</c:v>
                </c:pt>
                <c:pt idx="34">
                  <c:v>177</c:v>
                </c:pt>
                <c:pt idx="35">
                  <c:v>170</c:v>
                </c:pt>
                <c:pt idx="36">
                  <c:v>181</c:v>
                </c:pt>
                <c:pt idx="37">
                  <c:v>189</c:v>
                </c:pt>
                <c:pt idx="38">
                  <c:v>179</c:v>
                </c:pt>
                <c:pt idx="39">
                  <c:v>184</c:v>
                </c:pt>
                <c:pt idx="40">
                  <c:v>191</c:v>
                </c:pt>
                <c:pt idx="41">
                  <c:v>164</c:v>
                </c:pt>
                <c:pt idx="42">
                  <c:v>185</c:v>
                </c:pt>
                <c:pt idx="43">
                  <c:v>172</c:v>
                </c:pt>
                <c:pt idx="44">
                  <c:v>197</c:v>
                </c:pt>
                <c:pt idx="45">
                  <c:v>186</c:v>
                </c:pt>
                <c:pt idx="46">
                  <c:v>176</c:v>
                </c:pt>
                <c:pt idx="47">
                  <c:v>173</c:v>
                </c:pt>
                <c:pt idx="48">
                  <c:v>180</c:v>
                </c:pt>
                <c:pt idx="49">
                  <c:v>178</c:v>
                </c:pt>
                <c:pt idx="50">
                  <c:v>177</c:v>
                </c:pt>
                <c:pt idx="51">
                  <c:v>171</c:v>
                </c:pt>
                <c:pt idx="52">
                  <c:v>161</c:v>
                </c:pt>
                <c:pt idx="53">
                  <c:v>170</c:v>
                </c:pt>
                <c:pt idx="54">
                  <c:v>190</c:v>
                </c:pt>
                <c:pt idx="55">
                  <c:v>188</c:v>
                </c:pt>
                <c:pt idx="56">
                  <c:v>184</c:v>
                </c:pt>
                <c:pt idx="57">
                  <c:v>197</c:v>
                </c:pt>
                <c:pt idx="58">
                  <c:v>180</c:v>
                </c:pt>
                <c:pt idx="59">
                  <c:v>165</c:v>
                </c:pt>
                <c:pt idx="60">
                  <c:v>171</c:v>
                </c:pt>
                <c:pt idx="61">
                  <c:v>168</c:v>
                </c:pt>
                <c:pt idx="62">
                  <c:v>194</c:v>
                </c:pt>
                <c:pt idx="63">
                  <c:v>186</c:v>
                </c:pt>
                <c:pt idx="64">
                  <c:v>161</c:v>
                </c:pt>
                <c:pt idx="65">
                  <c:v>190</c:v>
                </c:pt>
                <c:pt idx="66">
                  <c:v>186</c:v>
                </c:pt>
                <c:pt idx="67">
                  <c:v>180</c:v>
                </c:pt>
                <c:pt idx="68">
                  <c:v>165</c:v>
                </c:pt>
                <c:pt idx="69">
                  <c:v>172</c:v>
                </c:pt>
                <c:pt idx="70">
                  <c:v>167</c:v>
                </c:pt>
                <c:pt idx="71">
                  <c:v>171</c:v>
                </c:pt>
                <c:pt idx="72">
                  <c:v>182</c:v>
                </c:pt>
                <c:pt idx="73">
                  <c:v>174</c:v>
                </c:pt>
                <c:pt idx="74">
                  <c:v>181</c:v>
                </c:pt>
                <c:pt idx="75">
                  <c:v>175</c:v>
                </c:pt>
                <c:pt idx="76">
                  <c:v>174</c:v>
                </c:pt>
                <c:pt idx="77">
                  <c:v>179</c:v>
                </c:pt>
                <c:pt idx="78">
                  <c:v>178</c:v>
                </c:pt>
                <c:pt idx="79">
                  <c:v>172</c:v>
                </c:pt>
                <c:pt idx="80">
                  <c:v>177</c:v>
                </c:pt>
                <c:pt idx="81">
                  <c:v>186</c:v>
                </c:pt>
                <c:pt idx="82">
                  <c:v>165</c:v>
                </c:pt>
                <c:pt idx="83">
                  <c:v>163</c:v>
                </c:pt>
                <c:pt idx="84">
                  <c:v>169</c:v>
                </c:pt>
                <c:pt idx="85">
                  <c:v>170</c:v>
                </c:pt>
                <c:pt idx="86">
                  <c:v>199</c:v>
                </c:pt>
                <c:pt idx="87">
                  <c:v>180</c:v>
                </c:pt>
                <c:pt idx="88">
                  <c:v>183</c:v>
                </c:pt>
                <c:pt idx="89">
                  <c:v>161</c:v>
                </c:pt>
                <c:pt idx="90">
                  <c:v>162</c:v>
                </c:pt>
                <c:pt idx="91">
                  <c:v>179</c:v>
                </c:pt>
                <c:pt idx="92">
                  <c:v>165</c:v>
                </c:pt>
                <c:pt idx="93">
                  <c:v>165</c:v>
                </c:pt>
                <c:pt idx="94">
                  <c:v>166</c:v>
                </c:pt>
                <c:pt idx="95">
                  <c:v>190</c:v>
                </c:pt>
                <c:pt idx="96">
                  <c:v>190</c:v>
                </c:pt>
                <c:pt idx="97">
                  <c:v>188</c:v>
                </c:pt>
                <c:pt idx="98">
                  <c:v>199</c:v>
                </c:pt>
                <c:pt idx="99">
                  <c:v>179</c:v>
                </c:pt>
                <c:pt idx="100">
                  <c:v>190</c:v>
                </c:pt>
                <c:pt idx="101">
                  <c:v>163</c:v>
                </c:pt>
                <c:pt idx="102">
                  <c:v>181</c:v>
                </c:pt>
                <c:pt idx="103">
                  <c:v>170</c:v>
                </c:pt>
                <c:pt idx="104">
                  <c:v>167</c:v>
                </c:pt>
                <c:pt idx="105">
                  <c:v>169</c:v>
                </c:pt>
                <c:pt idx="106">
                  <c:v>194</c:v>
                </c:pt>
                <c:pt idx="107">
                  <c:v>170</c:v>
                </c:pt>
                <c:pt idx="108">
                  <c:v>173</c:v>
                </c:pt>
                <c:pt idx="109">
                  <c:v>178</c:v>
                </c:pt>
                <c:pt idx="110">
                  <c:v>181</c:v>
                </c:pt>
                <c:pt idx="111">
                  <c:v>180</c:v>
                </c:pt>
                <c:pt idx="112">
                  <c:v>182</c:v>
                </c:pt>
                <c:pt idx="113">
                  <c:v>164</c:v>
                </c:pt>
                <c:pt idx="114">
                  <c:v>187</c:v>
                </c:pt>
                <c:pt idx="115">
                  <c:v>167</c:v>
                </c:pt>
                <c:pt idx="116">
                  <c:v>167</c:v>
                </c:pt>
                <c:pt idx="117">
                  <c:v>176</c:v>
                </c:pt>
                <c:pt idx="118">
                  <c:v>173</c:v>
                </c:pt>
                <c:pt idx="119">
                  <c:v>186</c:v>
                </c:pt>
                <c:pt idx="120">
                  <c:v>174</c:v>
                </c:pt>
                <c:pt idx="121">
                  <c:v>187</c:v>
                </c:pt>
                <c:pt idx="122">
                  <c:v>199</c:v>
                </c:pt>
                <c:pt idx="123">
                  <c:v>166</c:v>
                </c:pt>
                <c:pt idx="124">
                  <c:v>188</c:v>
                </c:pt>
                <c:pt idx="125">
                  <c:v>187</c:v>
                </c:pt>
                <c:pt idx="126">
                  <c:v>177</c:v>
                </c:pt>
                <c:pt idx="127">
                  <c:v>163</c:v>
                </c:pt>
                <c:pt idx="128">
                  <c:v>185</c:v>
                </c:pt>
                <c:pt idx="129">
                  <c:v>196</c:v>
                </c:pt>
                <c:pt idx="130">
                  <c:v>193</c:v>
                </c:pt>
                <c:pt idx="131">
                  <c:v>187</c:v>
                </c:pt>
                <c:pt idx="132">
                  <c:v>184</c:v>
                </c:pt>
                <c:pt idx="133">
                  <c:v>182</c:v>
                </c:pt>
                <c:pt idx="134">
                  <c:v>166</c:v>
                </c:pt>
                <c:pt idx="135">
                  <c:v>178</c:v>
                </c:pt>
                <c:pt idx="136">
                  <c:v>168</c:v>
                </c:pt>
                <c:pt idx="137">
                  <c:v>184</c:v>
                </c:pt>
                <c:pt idx="138">
                  <c:v>174</c:v>
                </c:pt>
                <c:pt idx="139">
                  <c:v>178</c:v>
                </c:pt>
                <c:pt idx="140">
                  <c:v>169</c:v>
                </c:pt>
                <c:pt idx="141">
                  <c:v>188</c:v>
                </c:pt>
                <c:pt idx="142">
                  <c:v>161</c:v>
                </c:pt>
                <c:pt idx="143">
                  <c:v>161</c:v>
                </c:pt>
                <c:pt idx="144">
                  <c:v>192</c:v>
                </c:pt>
                <c:pt idx="145">
                  <c:v>191</c:v>
                </c:pt>
                <c:pt idx="146">
                  <c:v>164</c:v>
                </c:pt>
                <c:pt idx="147">
                  <c:v>174</c:v>
                </c:pt>
                <c:pt idx="148">
                  <c:v>179</c:v>
                </c:pt>
                <c:pt idx="149">
                  <c:v>162</c:v>
                </c:pt>
                <c:pt idx="150">
                  <c:v>193</c:v>
                </c:pt>
                <c:pt idx="151">
                  <c:v>197</c:v>
                </c:pt>
                <c:pt idx="152">
                  <c:v>167</c:v>
                </c:pt>
                <c:pt idx="153">
                  <c:v>196</c:v>
                </c:pt>
                <c:pt idx="154">
                  <c:v>193</c:v>
                </c:pt>
                <c:pt idx="155">
                  <c:v>172</c:v>
                </c:pt>
                <c:pt idx="156">
                  <c:v>179</c:v>
                </c:pt>
                <c:pt idx="157">
                  <c:v>184</c:v>
                </c:pt>
                <c:pt idx="158">
                  <c:v>184</c:v>
                </c:pt>
                <c:pt idx="159">
                  <c:v>198</c:v>
                </c:pt>
                <c:pt idx="160">
                  <c:v>175</c:v>
                </c:pt>
                <c:pt idx="161">
                  <c:v>198</c:v>
                </c:pt>
                <c:pt idx="162">
                  <c:v>171</c:v>
                </c:pt>
                <c:pt idx="163">
                  <c:v>184</c:v>
                </c:pt>
                <c:pt idx="164">
                  <c:v>183</c:v>
                </c:pt>
                <c:pt idx="165">
                  <c:v>174</c:v>
                </c:pt>
                <c:pt idx="166">
                  <c:v>167</c:v>
                </c:pt>
                <c:pt idx="167">
                  <c:v>184</c:v>
                </c:pt>
                <c:pt idx="168">
                  <c:v>172</c:v>
                </c:pt>
                <c:pt idx="169">
                  <c:v>183</c:v>
                </c:pt>
                <c:pt idx="170">
                  <c:v>187</c:v>
                </c:pt>
                <c:pt idx="171">
                  <c:v>183</c:v>
                </c:pt>
                <c:pt idx="172">
                  <c:v>174</c:v>
                </c:pt>
                <c:pt idx="173">
                  <c:v>174</c:v>
                </c:pt>
                <c:pt idx="174">
                  <c:v>169</c:v>
                </c:pt>
                <c:pt idx="175">
                  <c:v>166</c:v>
                </c:pt>
                <c:pt idx="176">
                  <c:v>195</c:v>
                </c:pt>
                <c:pt idx="177">
                  <c:v>188</c:v>
                </c:pt>
                <c:pt idx="178">
                  <c:v>170</c:v>
                </c:pt>
                <c:pt idx="179">
                  <c:v>192</c:v>
                </c:pt>
                <c:pt idx="180">
                  <c:v>164</c:v>
                </c:pt>
                <c:pt idx="181">
                  <c:v>172</c:v>
                </c:pt>
                <c:pt idx="182">
                  <c:v>172</c:v>
                </c:pt>
                <c:pt idx="183">
                  <c:v>188</c:v>
                </c:pt>
                <c:pt idx="184">
                  <c:v>172</c:v>
                </c:pt>
                <c:pt idx="185">
                  <c:v>161</c:v>
                </c:pt>
                <c:pt idx="186">
                  <c:v>165</c:v>
                </c:pt>
                <c:pt idx="187">
                  <c:v>183</c:v>
                </c:pt>
                <c:pt idx="188">
                  <c:v>172</c:v>
                </c:pt>
                <c:pt idx="189">
                  <c:v>162</c:v>
                </c:pt>
                <c:pt idx="190">
                  <c:v>198</c:v>
                </c:pt>
                <c:pt idx="191">
                  <c:v>175</c:v>
                </c:pt>
                <c:pt idx="192">
                  <c:v>169</c:v>
                </c:pt>
                <c:pt idx="193">
                  <c:v>182</c:v>
                </c:pt>
                <c:pt idx="194">
                  <c:v>177</c:v>
                </c:pt>
                <c:pt idx="195">
                  <c:v>164</c:v>
                </c:pt>
                <c:pt idx="196">
                  <c:v>164</c:v>
                </c:pt>
                <c:pt idx="197">
                  <c:v>183</c:v>
                </c:pt>
                <c:pt idx="198">
                  <c:v>172</c:v>
                </c:pt>
                <c:pt idx="199">
                  <c:v>194</c:v>
                </c:pt>
                <c:pt idx="200">
                  <c:v>180</c:v>
                </c:pt>
                <c:pt idx="201">
                  <c:v>186</c:v>
                </c:pt>
                <c:pt idx="202">
                  <c:v>171</c:v>
                </c:pt>
                <c:pt idx="203">
                  <c:v>185</c:v>
                </c:pt>
                <c:pt idx="204">
                  <c:v>193</c:v>
                </c:pt>
                <c:pt idx="205">
                  <c:v>189</c:v>
                </c:pt>
                <c:pt idx="206">
                  <c:v>160</c:v>
                </c:pt>
                <c:pt idx="207">
                  <c:v>177</c:v>
                </c:pt>
                <c:pt idx="208">
                  <c:v>190</c:v>
                </c:pt>
                <c:pt idx="209">
                  <c:v>169</c:v>
                </c:pt>
                <c:pt idx="210">
                  <c:v>181</c:v>
                </c:pt>
                <c:pt idx="211">
                  <c:v>199</c:v>
                </c:pt>
                <c:pt idx="212">
                  <c:v>192</c:v>
                </c:pt>
                <c:pt idx="213">
                  <c:v>197</c:v>
                </c:pt>
                <c:pt idx="214">
                  <c:v>186</c:v>
                </c:pt>
                <c:pt idx="215">
                  <c:v>182</c:v>
                </c:pt>
                <c:pt idx="216">
                  <c:v>172</c:v>
                </c:pt>
                <c:pt idx="217">
                  <c:v>195</c:v>
                </c:pt>
                <c:pt idx="218">
                  <c:v>183</c:v>
                </c:pt>
                <c:pt idx="219">
                  <c:v>161</c:v>
                </c:pt>
                <c:pt idx="220">
                  <c:v>168</c:v>
                </c:pt>
                <c:pt idx="221">
                  <c:v>178</c:v>
                </c:pt>
                <c:pt idx="222">
                  <c:v>186</c:v>
                </c:pt>
                <c:pt idx="223">
                  <c:v>185</c:v>
                </c:pt>
                <c:pt idx="224">
                  <c:v>188</c:v>
                </c:pt>
                <c:pt idx="225">
                  <c:v>194</c:v>
                </c:pt>
                <c:pt idx="226">
                  <c:v>188</c:v>
                </c:pt>
                <c:pt idx="227">
                  <c:v>197</c:v>
                </c:pt>
                <c:pt idx="228">
                  <c:v>160</c:v>
                </c:pt>
                <c:pt idx="229">
                  <c:v>184</c:v>
                </c:pt>
                <c:pt idx="230">
                  <c:v>169</c:v>
                </c:pt>
                <c:pt idx="231">
                  <c:v>173</c:v>
                </c:pt>
                <c:pt idx="232">
                  <c:v>182</c:v>
                </c:pt>
                <c:pt idx="233">
                  <c:v>177</c:v>
                </c:pt>
                <c:pt idx="234">
                  <c:v>179</c:v>
                </c:pt>
                <c:pt idx="235">
                  <c:v>175</c:v>
                </c:pt>
                <c:pt idx="236">
                  <c:v>175</c:v>
                </c:pt>
                <c:pt idx="237">
                  <c:v>173</c:v>
                </c:pt>
                <c:pt idx="238">
                  <c:v>184</c:v>
                </c:pt>
                <c:pt idx="239">
                  <c:v>196</c:v>
                </c:pt>
                <c:pt idx="240">
                  <c:v>185</c:v>
                </c:pt>
                <c:pt idx="241">
                  <c:v>176</c:v>
                </c:pt>
                <c:pt idx="242">
                  <c:v>171</c:v>
                </c:pt>
                <c:pt idx="243">
                  <c:v>182</c:v>
                </c:pt>
                <c:pt idx="244">
                  <c:v>195</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190</c:v>
                </c:pt>
                <c:pt idx="284">
                  <c:v>0</c:v>
                </c:pt>
                <c:pt idx="285">
                  <c:v>0</c:v>
                </c:pt>
                <c:pt idx="286">
                  <c:v>181</c:v>
                </c:pt>
                <c:pt idx="287">
                  <c:v>0</c:v>
                </c:pt>
                <c:pt idx="288">
                  <c:v>0</c:v>
                </c:pt>
                <c:pt idx="289">
                  <c:v>186</c:v>
                </c:pt>
                <c:pt idx="290">
                  <c:v>0</c:v>
                </c:pt>
                <c:pt idx="291">
                  <c:v>0</c:v>
                </c:pt>
                <c:pt idx="292">
                  <c:v>0</c:v>
                </c:pt>
                <c:pt idx="293">
                  <c:v>0</c:v>
                </c:pt>
                <c:pt idx="294">
                  <c:v>0</c:v>
                </c:pt>
                <c:pt idx="295">
                  <c:v>0</c:v>
                </c:pt>
                <c:pt idx="296">
                  <c:v>0</c:v>
                </c:pt>
                <c:pt idx="297">
                  <c:v>181</c:v>
                </c:pt>
                <c:pt idx="298">
                  <c:v>0</c:v>
                </c:pt>
                <c:pt idx="299">
                  <c:v>160</c:v>
                </c:pt>
                <c:pt idx="300">
                  <c:v>187</c:v>
                </c:pt>
                <c:pt idx="301">
                  <c:v>193</c:v>
                </c:pt>
                <c:pt idx="302">
                  <c:v>166</c:v>
                </c:pt>
                <c:pt idx="303">
                  <c:v>0</c:v>
                </c:pt>
                <c:pt idx="304">
                  <c:v>0</c:v>
                </c:pt>
                <c:pt idx="305">
                  <c:v>0</c:v>
                </c:pt>
                <c:pt idx="306">
                  <c:v>0</c:v>
                </c:pt>
                <c:pt idx="307">
                  <c:v>0</c:v>
                </c:pt>
                <c:pt idx="308">
                  <c:v>173</c:v>
                </c:pt>
                <c:pt idx="309">
                  <c:v>196</c:v>
                </c:pt>
                <c:pt idx="310">
                  <c:v>166</c:v>
                </c:pt>
                <c:pt idx="311">
                  <c:v>171</c:v>
                </c:pt>
                <c:pt idx="312">
                  <c:v>191</c:v>
                </c:pt>
                <c:pt idx="313">
                  <c:v>176</c:v>
                </c:pt>
                <c:pt idx="314">
                  <c:v>0</c:v>
                </c:pt>
                <c:pt idx="315">
                  <c:v>0</c:v>
                </c:pt>
                <c:pt idx="316">
                  <c:v>175</c:v>
                </c:pt>
                <c:pt idx="317">
                  <c:v>162</c:v>
                </c:pt>
                <c:pt idx="318">
                  <c:v>169</c:v>
                </c:pt>
                <c:pt idx="319">
                  <c:v>0</c:v>
                </c:pt>
                <c:pt idx="320">
                  <c:v>0</c:v>
                </c:pt>
                <c:pt idx="321">
                  <c:v>0</c:v>
                </c:pt>
                <c:pt idx="322">
                  <c:v>161</c:v>
                </c:pt>
                <c:pt idx="323">
                  <c:v>164</c:v>
                </c:pt>
                <c:pt idx="324">
                  <c:v>174</c:v>
                </c:pt>
                <c:pt idx="325">
                  <c:v>160</c:v>
                </c:pt>
                <c:pt idx="326">
                  <c:v>162</c:v>
                </c:pt>
                <c:pt idx="327">
                  <c:v>171</c:v>
                </c:pt>
                <c:pt idx="328">
                  <c:v>162</c:v>
                </c:pt>
                <c:pt idx="329">
                  <c:v>177</c:v>
                </c:pt>
                <c:pt idx="330">
                  <c:v>168</c:v>
                </c:pt>
                <c:pt idx="331">
                  <c:v>165</c:v>
                </c:pt>
                <c:pt idx="332">
                  <c:v>165</c:v>
                </c:pt>
                <c:pt idx="333">
                  <c:v>182</c:v>
                </c:pt>
                <c:pt idx="334">
                  <c:v>184</c:v>
                </c:pt>
                <c:pt idx="335">
                  <c:v>171</c:v>
                </c:pt>
                <c:pt idx="336">
                  <c:v>193</c:v>
                </c:pt>
                <c:pt idx="337">
                  <c:v>164</c:v>
                </c:pt>
                <c:pt idx="338">
                  <c:v>183</c:v>
                </c:pt>
                <c:pt idx="339">
                  <c:v>161</c:v>
                </c:pt>
                <c:pt idx="340">
                  <c:v>161</c:v>
                </c:pt>
                <c:pt idx="341">
                  <c:v>173</c:v>
                </c:pt>
                <c:pt idx="342">
                  <c:v>160</c:v>
                </c:pt>
                <c:pt idx="343">
                  <c:v>165</c:v>
                </c:pt>
                <c:pt idx="344">
                  <c:v>181</c:v>
                </c:pt>
                <c:pt idx="345">
                  <c:v>170</c:v>
                </c:pt>
                <c:pt idx="346">
                  <c:v>0</c:v>
                </c:pt>
                <c:pt idx="347">
                  <c:v>0</c:v>
                </c:pt>
                <c:pt idx="348">
                  <c:v>0</c:v>
                </c:pt>
                <c:pt idx="349">
                  <c:v>0</c:v>
                </c:pt>
                <c:pt idx="350">
                  <c:v>162</c:v>
                </c:pt>
                <c:pt idx="351">
                  <c:v>0</c:v>
                </c:pt>
                <c:pt idx="352">
                  <c:v>0</c:v>
                </c:pt>
                <c:pt idx="353">
                  <c:v>178</c:v>
                </c:pt>
                <c:pt idx="354">
                  <c:v>0</c:v>
                </c:pt>
                <c:pt idx="355">
                  <c:v>181</c:v>
                </c:pt>
                <c:pt idx="356">
                  <c:v>172</c:v>
                </c:pt>
                <c:pt idx="357">
                  <c:v>0</c:v>
                </c:pt>
                <c:pt idx="358">
                  <c:v>0</c:v>
                </c:pt>
                <c:pt idx="359">
                  <c:v>0</c:v>
                </c:pt>
                <c:pt idx="360">
                  <c:v>0</c:v>
                </c:pt>
                <c:pt idx="361">
                  <c:v>182</c:v>
                </c:pt>
                <c:pt idx="362">
                  <c:v>0</c:v>
                </c:pt>
                <c:pt idx="363">
                  <c:v>0</c:v>
                </c:pt>
                <c:pt idx="364">
                  <c:v>0</c:v>
                </c:pt>
                <c:pt idx="365">
                  <c:v>0</c:v>
                </c:pt>
                <c:pt idx="366">
                  <c:v>178</c:v>
                </c:pt>
                <c:pt idx="367">
                  <c:v>0</c:v>
                </c:pt>
                <c:pt idx="368">
                  <c:v>0</c:v>
                </c:pt>
                <c:pt idx="369">
                  <c:v>0</c:v>
                </c:pt>
                <c:pt idx="370">
                  <c:v>176</c:v>
                </c:pt>
                <c:pt idx="371">
                  <c:v>0</c:v>
                </c:pt>
                <c:pt idx="372">
                  <c:v>0</c:v>
                </c:pt>
                <c:pt idx="373">
                  <c:v>0</c:v>
                </c:pt>
                <c:pt idx="374">
                  <c:v>0</c:v>
                </c:pt>
                <c:pt idx="375">
                  <c:v>0</c:v>
                </c:pt>
                <c:pt idx="376">
                  <c:v>0</c:v>
                </c:pt>
                <c:pt idx="377">
                  <c:v>185</c:v>
                </c:pt>
                <c:pt idx="378">
                  <c:v>198</c:v>
                </c:pt>
                <c:pt idx="379">
                  <c:v>0</c:v>
                </c:pt>
                <c:pt idx="380">
                  <c:v>171</c:v>
                </c:pt>
                <c:pt idx="381">
                  <c:v>174</c:v>
                </c:pt>
                <c:pt idx="382">
                  <c:v>0</c:v>
                </c:pt>
                <c:pt idx="383">
                  <c:v>0</c:v>
                </c:pt>
                <c:pt idx="384">
                  <c:v>0</c:v>
                </c:pt>
                <c:pt idx="385">
                  <c:v>174</c:v>
                </c:pt>
                <c:pt idx="386">
                  <c:v>170</c:v>
                </c:pt>
                <c:pt idx="387">
                  <c:v>0</c:v>
                </c:pt>
                <c:pt idx="388">
                  <c:v>171</c:v>
                </c:pt>
                <c:pt idx="389">
                  <c:v>0</c:v>
                </c:pt>
                <c:pt idx="390">
                  <c:v>0</c:v>
                </c:pt>
                <c:pt idx="391">
                  <c:v>173</c:v>
                </c:pt>
                <c:pt idx="392">
                  <c:v>165</c:v>
                </c:pt>
                <c:pt idx="393">
                  <c:v>0</c:v>
                </c:pt>
                <c:pt idx="394">
                  <c:v>0</c:v>
                </c:pt>
                <c:pt idx="395">
                  <c:v>0</c:v>
                </c:pt>
                <c:pt idx="396">
                  <c:v>180</c:v>
                </c:pt>
                <c:pt idx="397">
                  <c:v>163</c:v>
                </c:pt>
                <c:pt idx="398">
                  <c:v>173</c:v>
                </c:pt>
                <c:pt idx="399">
                  <c:v>187</c:v>
                </c:pt>
                <c:pt idx="400">
                  <c:v>177</c:v>
                </c:pt>
                <c:pt idx="401">
                  <c:v>192</c:v>
                </c:pt>
                <c:pt idx="402">
                  <c:v>162</c:v>
                </c:pt>
                <c:pt idx="403">
                  <c:v>170</c:v>
                </c:pt>
                <c:pt idx="404">
                  <c:v>193</c:v>
                </c:pt>
                <c:pt idx="405">
                  <c:v>177</c:v>
                </c:pt>
                <c:pt idx="406">
                  <c:v>165</c:v>
                </c:pt>
                <c:pt idx="407">
                  <c:v>185</c:v>
                </c:pt>
                <c:pt idx="408">
                  <c:v>181</c:v>
                </c:pt>
                <c:pt idx="409">
                  <c:v>192</c:v>
                </c:pt>
                <c:pt idx="410">
                  <c:v>194</c:v>
                </c:pt>
                <c:pt idx="411">
                  <c:v>184</c:v>
                </c:pt>
                <c:pt idx="412">
                  <c:v>186</c:v>
                </c:pt>
                <c:pt idx="413">
                  <c:v>174</c:v>
                </c:pt>
                <c:pt idx="414">
                  <c:v>176</c:v>
                </c:pt>
                <c:pt idx="415">
                  <c:v>172</c:v>
                </c:pt>
                <c:pt idx="416">
                  <c:v>185</c:v>
                </c:pt>
                <c:pt idx="417">
                  <c:v>178</c:v>
                </c:pt>
                <c:pt idx="418">
                  <c:v>0</c:v>
                </c:pt>
                <c:pt idx="419">
                  <c:v>173</c:v>
                </c:pt>
                <c:pt idx="420">
                  <c:v>198</c:v>
                </c:pt>
                <c:pt idx="421">
                  <c:v>0</c:v>
                </c:pt>
                <c:pt idx="422">
                  <c:v>0</c:v>
                </c:pt>
                <c:pt idx="423">
                  <c:v>0</c:v>
                </c:pt>
                <c:pt idx="424">
                  <c:v>0</c:v>
                </c:pt>
                <c:pt idx="425">
                  <c:v>0</c:v>
                </c:pt>
                <c:pt idx="426">
                  <c:v>0</c:v>
                </c:pt>
                <c:pt idx="427">
                  <c:v>176</c:v>
                </c:pt>
                <c:pt idx="428">
                  <c:v>196</c:v>
                </c:pt>
                <c:pt idx="429">
                  <c:v>0</c:v>
                </c:pt>
                <c:pt idx="430">
                  <c:v>0</c:v>
                </c:pt>
                <c:pt idx="431">
                  <c:v>0</c:v>
                </c:pt>
                <c:pt idx="432">
                  <c:v>0</c:v>
                </c:pt>
                <c:pt idx="433">
                  <c:v>0</c:v>
                </c:pt>
                <c:pt idx="434">
                  <c:v>164</c:v>
                </c:pt>
                <c:pt idx="435">
                  <c:v>0</c:v>
                </c:pt>
                <c:pt idx="436">
                  <c:v>0</c:v>
                </c:pt>
                <c:pt idx="437">
                  <c:v>0</c:v>
                </c:pt>
                <c:pt idx="438">
                  <c:v>0</c:v>
                </c:pt>
                <c:pt idx="439">
                  <c:v>185</c:v>
                </c:pt>
                <c:pt idx="440">
                  <c:v>0</c:v>
                </c:pt>
                <c:pt idx="441">
                  <c:v>165</c:v>
                </c:pt>
                <c:pt idx="442">
                  <c:v>199</c:v>
                </c:pt>
                <c:pt idx="443">
                  <c:v>191</c:v>
                </c:pt>
                <c:pt idx="444">
                  <c:v>0</c:v>
                </c:pt>
                <c:pt idx="445">
                  <c:v>177</c:v>
                </c:pt>
                <c:pt idx="446">
                  <c:v>195</c:v>
                </c:pt>
                <c:pt idx="447">
                  <c:v>187</c:v>
                </c:pt>
                <c:pt idx="448">
                  <c:v>0</c:v>
                </c:pt>
                <c:pt idx="449">
                  <c:v>0</c:v>
                </c:pt>
                <c:pt idx="450">
                  <c:v>184</c:v>
                </c:pt>
                <c:pt idx="451">
                  <c:v>162</c:v>
                </c:pt>
                <c:pt idx="452">
                  <c:v>177</c:v>
                </c:pt>
                <c:pt idx="453">
                  <c:v>0</c:v>
                </c:pt>
                <c:pt idx="454">
                  <c:v>167</c:v>
                </c:pt>
                <c:pt idx="455">
                  <c:v>0</c:v>
                </c:pt>
                <c:pt idx="456">
                  <c:v>164</c:v>
                </c:pt>
                <c:pt idx="457">
                  <c:v>0</c:v>
                </c:pt>
                <c:pt idx="458">
                  <c:v>0</c:v>
                </c:pt>
                <c:pt idx="459">
                  <c:v>164</c:v>
                </c:pt>
                <c:pt idx="460">
                  <c:v>0</c:v>
                </c:pt>
                <c:pt idx="461">
                  <c:v>0</c:v>
                </c:pt>
                <c:pt idx="462">
                  <c:v>177</c:v>
                </c:pt>
                <c:pt idx="463">
                  <c:v>182</c:v>
                </c:pt>
                <c:pt idx="464">
                  <c:v>199</c:v>
                </c:pt>
                <c:pt idx="465">
                  <c:v>176</c:v>
                </c:pt>
                <c:pt idx="466">
                  <c:v>184</c:v>
                </c:pt>
                <c:pt idx="467">
                  <c:v>0</c:v>
                </c:pt>
                <c:pt idx="468">
                  <c:v>192</c:v>
                </c:pt>
                <c:pt idx="469">
                  <c:v>174</c:v>
                </c:pt>
                <c:pt idx="470">
                  <c:v>0</c:v>
                </c:pt>
                <c:pt idx="471">
                  <c:v>185</c:v>
                </c:pt>
                <c:pt idx="472">
                  <c:v>195</c:v>
                </c:pt>
                <c:pt idx="473">
                  <c:v>177</c:v>
                </c:pt>
                <c:pt idx="474">
                  <c:v>168</c:v>
                </c:pt>
                <c:pt idx="475">
                  <c:v>190</c:v>
                </c:pt>
                <c:pt idx="476">
                  <c:v>183</c:v>
                </c:pt>
                <c:pt idx="477">
                  <c:v>0</c:v>
                </c:pt>
                <c:pt idx="478">
                  <c:v>182</c:v>
                </c:pt>
                <c:pt idx="479">
                  <c:v>187</c:v>
                </c:pt>
                <c:pt idx="480">
                  <c:v>177</c:v>
                </c:pt>
                <c:pt idx="481">
                  <c:v>0</c:v>
                </c:pt>
                <c:pt idx="482">
                  <c:v>173</c:v>
                </c:pt>
                <c:pt idx="483">
                  <c:v>0</c:v>
                </c:pt>
                <c:pt idx="484">
                  <c:v>175</c:v>
                </c:pt>
                <c:pt idx="485">
                  <c:v>173</c:v>
                </c:pt>
                <c:pt idx="486">
                  <c:v>166</c:v>
                </c:pt>
                <c:pt idx="487">
                  <c:v>160</c:v>
                </c:pt>
                <c:pt idx="488">
                  <c:v>190</c:v>
                </c:pt>
                <c:pt idx="489">
                  <c:v>0</c:v>
                </c:pt>
                <c:pt idx="490">
                  <c:v>172</c:v>
                </c:pt>
                <c:pt idx="491">
                  <c:v>174</c:v>
                </c:pt>
                <c:pt idx="492">
                  <c:v>187</c:v>
                </c:pt>
                <c:pt idx="493">
                  <c:v>184</c:v>
                </c:pt>
                <c:pt idx="494">
                  <c:v>183</c:v>
                </c:pt>
                <c:pt idx="495">
                  <c:v>176</c:v>
                </c:pt>
                <c:pt idx="496">
                  <c:v>0</c:v>
                </c:pt>
                <c:pt idx="497">
                  <c:v>189</c:v>
                </c:pt>
                <c:pt idx="498">
                  <c:v>198</c:v>
                </c:pt>
                <c:pt idx="499">
                  <c:v>174</c:v>
                </c:pt>
                <c:pt idx="500">
                  <c:v>161</c:v>
                </c:pt>
                <c:pt idx="501">
                  <c:v>0</c:v>
                </c:pt>
                <c:pt idx="502">
                  <c:v>192</c:v>
                </c:pt>
                <c:pt idx="503">
                  <c:v>183</c:v>
                </c:pt>
                <c:pt idx="504">
                  <c:v>0</c:v>
                </c:pt>
                <c:pt idx="505">
                  <c:v>177</c:v>
                </c:pt>
                <c:pt idx="506">
                  <c:v>0</c:v>
                </c:pt>
                <c:pt idx="507">
                  <c:v>174</c:v>
                </c:pt>
                <c:pt idx="508">
                  <c:v>194</c:v>
                </c:pt>
                <c:pt idx="509">
                  <c:v>183</c:v>
                </c:pt>
                <c:pt idx="510">
                  <c:v>181</c:v>
                </c:pt>
                <c:pt idx="511">
                  <c:v>0</c:v>
                </c:pt>
                <c:pt idx="512">
                  <c:v>164</c:v>
                </c:pt>
                <c:pt idx="513">
                  <c:v>178</c:v>
                </c:pt>
                <c:pt idx="514">
                  <c:v>0</c:v>
                </c:pt>
                <c:pt idx="515">
                  <c:v>0</c:v>
                </c:pt>
                <c:pt idx="516">
                  <c:v>163</c:v>
                </c:pt>
                <c:pt idx="517">
                  <c:v>185</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166</c:v>
                </c:pt>
                <c:pt idx="564">
                  <c:v>0</c:v>
                </c:pt>
                <c:pt idx="565">
                  <c:v>181</c:v>
                </c:pt>
                <c:pt idx="566">
                  <c:v>161</c:v>
                </c:pt>
                <c:pt idx="567">
                  <c:v>0</c:v>
                </c:pt>
                <c:pt idx="568">
                  <c:v>185</c:v>
                </c:pt>
                <c:pt idx="569">
                  <c:v>167</c:v>
                </c:pt>
                <c:pt idx="570">
                  <c:v>0</c:v>
                </c:pt>
                <c:pt idx="571">
                  <c:v>168</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177</c:v>
                </c:pt>
                <c:pt idx="713">
                  <c:v>0</c:v>
                </c:pt>
                <c:pt idx="714">
                  <c:v>172</c:v>
                </c:pt>
                <c:pt idx="715">
                  <c:v>0</c:v>
                </c:pt>
                <c:pt idx="716">
                  <c:v>0</c:v>
                </c:pt>
                <c:pt idx="717">
                  <c:v>185</c:v>
                </c:pt>
                <c:pt idx="718">
                  <c:v>179</c:v>
                </c:pt>
                <c:pt idx="719">
                  <c:v>0</c:v>
                </c:pt>
                <c:pt idx="720">
                  <c:v>165</c:v>
                </c:pt>
                <c:pt idx="721">
                  <c:v>0</c:v>
                </c:pt>
                <c:pt idx="722">
                  <c:v>197</c:v>
                </c:pt>
                <c:pt idx="723">
                  <c:v>172</c:v>
                </c:pt>
                <c:pt idx="724">
                  <c:v>178</c:v>
                </c:pt>
                <c:pt idx="725">
                  <c:v>175</c:v>
                </c:pt>
                <c:pt idx="726">
                  <c:v>0</c:v>
                </c:pt>
                <c:pt idx="727">
                  <c:v>0</c:v>
                </c:pt>
                <c:pt idx="728">
                  <c:v>169</c:v>
                </c:pt>
                <c:pt idx="729">
                  <c:v>0</c:v>
                </c:pt>
                <c:pt idx="730">
                  <c:v>174</c:v>
                </c:pt>
                <c:pt idx="731">
                  <c:v>190</c:v>
                </c:pt>
                <c:pt idx="732">
                  <c:v>190</c:v>
                </c:pt>
                <c:pt idx="733">
                  <c:v>0</c:v>
                </c:pt>
                <c:pt idx="734">
                  <c:v>171</c:v>
                </c:pt>
                <c:pt idx="735">
                  <c:v>0</c:v>
                </c:pt>
                <c:pt idx="736">
                  <c:v>174</c:v>
                </c:pt>
                <c:pt idx="737">
                  <c:v>173</c:v>
                </c:pt>
                <c:pt idx="738">
                  <c:v>166</c:v>
                </c:pt>
                <c:pt idx="739">
                  <c:v>169</c:v>
                </c:pt>
                <c:pt idx="740">
                  <c:v>177</c:v>
                </c:pt>
                <c:pt idx="741">
                  <c:v>197</c:v>
                </c:pt>
                <c:pt idx="742">
                  <c:v>170</c:v>
                </c:pt>
                <c:pt idx="743">
                  <c:v>175</c:v>
                </c:pt>
                <c:pt idx="744">
                  <c:v>160</c:v>
                </c:pt>
                <c:pt idx="745">
                  <c:v>162</c:v>
                </c:pt>
                <c:pt idx="746">
                  <c:v>182</c:v>
                </c:pt>
                <c:pt idx="747">
                  <c:v>163</c:v>
                </c:pt>
                <c:pt idx="748">
                  <c:v>175</c:v>
                </c:pt>
                <c:pt idx="749">
                  <c:v>164</c:v>
                </c:pt>
                <c:pt idx="750">
                  <c:v>163</c:v>
                </c:pt>
                <c:pt idx="751">
                  <c:v>166</c:v>
                </c:pt>
                <c:pt idx="752">
                  <c:v>196</c:v>
                </c:pt>
                <c:pt idx="753">
                  <c:v>171</c:v>
                </c:pt>
                <c:pt idx="754">
                  <c:v>163</c:v>
                </c:pt>
                <c:pt idx="755">
                  <c:v>173</c:v>
                </c:pt>
                <c:pt idx="756">
                  <c:v>163</c:v>
                </c:pt>
                <c:pt idx="757">
                  <c:v>162</c:v>
                </c:pt>
                <c:pt idx="758">
                  <c:v>162</c:v>
                </c:pt>
                <c:pt idx="759">
                  <c:v>163</c:v>
                </c:pt>
                <c:pt idx="760">
                  <c:v>164</c:v>
                </c:pt>
                <c:pt idx="761">
                  <c:v>162</c:v>
                </c:pt>
                <c:pt idx="762">
                  <c:v>168</c:v>
                </c:pt>
                <c:pt idx="763">
                  <c:v>160</c:v>
                </c:pt>
                <c:pt idx="764">
                  <c:v>177</c:v>
                </c:pt>
                <c:pt idx="765">
                  <c:v>167</c:v>
                </c:pt>
                <c:pt idx="766">
                  <c:v>184</c:v>
                </c:pt>
                <c:pt idx="767">
                  <c:v>168</c:v>
                </c:pt>
                <c:pt idx="768">
                  <c:v>161</c:v>
                </c:pt>
                <c:pt idx="769">
                  <c:v>162</c:v>
                </c:pt>
                <c:pt idx="770">
                  <c:v>165</c:v>
                </c:pt>
                <c:pt idx="771">
                  <c:v>168</c:v>
                </c:pt>
                <c:pt idx="772">
                  <c:v>185</c:v>
                </c:pt>
                <c:pt idx="773">
                  <c:v>196</c:v>
                </c:pt>
                <c:pt idx="774">
                  <c:v>168</c:v>
                </c:pt>
                <c:pt idx="775">
                  <c:v>162</c:v>
                </c:pt>
                <c:pt idx="776">
                  <c:v>180</c:v>
                </c:pt>
                <c:pt idx="777">
                  <c:v>197</c:v>
                </c:pt>
                <c:pt idx="778">
                  <c:v>164</c:v>
                </c:pt>
                <c:pt idx="779">
                  <c:v>172</c:v>
                </c:pt>
                <c:pt idx="780">
                  <c:v>166</c:v>
                </c:pt>
                <c:pt idx="781">
                  <c:v>163</c:v>
                </c:pt>
                <c:pt idx="782">
                  <c:v>161</c:v>
                </c:pt>
                <c:pt idx="783">
                  <c:v>175</c:v>
                </c:pt>
                <c:pt idx="784">
                  <c:v>165</c:v>
                </c:pt>
                <c:pt idx="785">
                  <c:v>168</c:v>
                </c:pt>
                <c:pt idx="786">
                  <c:v>160</c:v>
                </c:pt>
                <c:pt idx="787">
                  <c:v>176</c:v>
                </c:pt>
                <c:pt idx="788">
                  <c:v>168</c:v>
                </c:pt>
                <c:pt idx="789">
                  <c:v>167</c:v>
                </c:pt>
                <c:pt idx="790">
                  <c:v>161</c:v>
                </c:pt>
                <c:pt idx="791">
                  <c:v>168</c:v>
                </c:pt>
                <c:pt idx="792">
                  <c:v>168</c:v>
                </c:pt>
                <c:pt idx="793">
                  <c:v>165</c:v>
                </c:pt>
                <c:pt idx="794">
                  <c:v>176</c:v>
                </c:pt>
                <c:pt idx="795">
                  <c:v>160</c:v>
                </c:pt>
                <c:pt idx="796">
                  <c:v>196</c:v>
                </c:pt>
                <c:pt idx="797">
                  <c:v>170</c:v>
                </c:pt>
                <c:pt idx="798">
                  <c:v>161</c:v>
                </c:pt>
                <c:pt idx="799">
                  <c:v>173</c:v>
                </c:pt>
                <c:pt idx="800">
                  <c:v>177</c:v>
                </c:pt>
                <c:pt idx="801">
                  <c:v>166</c:v>
                </c:pt>
                <c:pt idx="802">
                  <c:v>164</c:v>
                </c:pt>
                <c:pt idx="803">
                  <c:v>162</c:v>
                </c:pt>
                <c:pt idx="804">
                  <c:v>184</c:v>
                </c:pt>
                <c:pt idx="805">
                  <c:v>174</c:v>
                </c:pt>
                <c:pt idx="806">
                  <c:v>166</c:v>
                </c:pt>
                <c:pt idx="807">
                  <c:v>164</c:v>
                </c:pt>
                <c:pt idx="808">
                  <c:v>160</c:v>
                </c:pt>
                <c:pt idx="809">
                  <c:v>170</c:v>
                </c:pt>
                <c:pt idx="810">
                  <c:v>169</c:v>
                </c:pt>
                <c:pt idx="811">
                  <c:v>184</c:v>
                </c:pt>
                <c:pt idx="812">
                  <c:v>180</c:v>
                </c:pt>
                <c:pt idx="813">
                  <c:v>166</c:v>
                </c:pt>
                <c:pt idx="814">
                  <c:v>168</c:v>
                </c:pt>
                <c:pt idx="815">
                  <c:v>183</c:v>
                </c:pt>
                <c:pt idx="816">
                  <c:v>164</c:v>
                </c:pt>
                <c:pt idx="817">
                  <c:v>0</c:v>
                </c:pt>
                <c:pt idx="818">
                  <c:v>0</c:v>
                </c:pt>
                <c:pt idx="819">
                  <c:v>177</c:v>
                </c:pt>
                <c:pt idx="820">
                  <c:v>0</c:v>
                </c:pt>
                <c:pt idx="821">
                  <c:v>191</c:v>
                </c:pt>
                <c:pt idx="822">
                  <c:v>0</c:v>
                </c:pt>
                <c:pt idx="823">
                  <c:v>0</c:v>
                </c:pt>
                <c:pt idx="824">
                  <c:v>0</c:v>
                </c:pt>
                <c:pt idx="825">
                  <c:v>0</c:v>
                </c:pt>
                <c:pt idx="826">
                  <c:v>186</c:v>
                </c:pt>
                <c:pt idx="827">
                  <c:v>0</c:v>
                </c:pt>
                <c:pt idx="828">
                  <c:v>179</c:v>
                </c:pt>
                <c:pt idx="829">
                  <c:v>0</c:v>
                </c:pt>
                <c:pt idx="830">
                  <c:v>186</c:v>
                </c:pt>
                <c:pt idx="831">
                  <c:v>182</c:v>
                </c:pt>
                <c:pt idx="832">
                  <c:v>0</c:v>
                </c:pt>
                <c:pt idx="833">
                  <c:v>174</c:v>
                </c:pt>
                <c:pt idx="834">
                  <c:v>0</c:v>
                </c:pt>
                <c:pt idx="835">
                  <c:v>180</c:v>
                </c:pt>
                <c:pt idx="836">
                  <c:v>0</c:v>
                </c:pt>
                <c:pt idx="837">
                  <c:v>0</c:v>
                </c:pt>
                <c:pt idx="838">
                  <c:v>0</c:v>
                </c:pt>
                <c:pt idx="839">
                  <c:v>0</c:v>
                </c:pt>
                <c:pt idx="840">
                  <c:v>193</c:v>
                </c:pt>
                <c:pt idx="841">
                  <c:v>199</c:v>
                </c:pt>
                <c:pt idx="842">
                  <c:v>0</c:v>
                </c:pt>
                <c:pt idx="843">
                  <c:v>0</c:v>
                </c:pt>
                <c:pt idx="844">
                  <c:v>0</c:v>
                </c:pt>
                <c:pt idx="845">
                  <c:v>178</c:v>
                </c:pt>
                <c:pt idx="846">
                  <c:v>0</c:v>
                </c:pt>
                <c:pt idx="847">
                  <c:v>0</c:v>
                </c:pt>
                <c:pt idx="848">
                  <c:v>186</c:v>
                </c:pt>
                <c:pt idx="849">
                  <c:v>0</c:v>
                </c:pt>
                <c:pt idx="850">
                  <c:v>165</c:v>
                </c:pt>
                <c:pt idx="851">
                  <c:v>0</c:v>
                </c:pt>
                <c:pt idx="852">
                  <c:v>0</c:v>
                </c:pt>
                <c:pt idx="853">
                  <c:v>185</c:v>
                </c:pt>
                <c:pt idx="854">
                  <c:v>0</c:v>
                </c:pt>
                <c:pt idx="855">
                  <c:v>0</c:v>
                </c:pt>
                <c:pt idx="856">
                  <c:v>0</c:v>
                </c:pt>
                <c:pt idx="857">
                  <c:v>172</c:v>
                </c:pt>
                <c:pt idx="858">
                  <c:v>0</c:v>
                </c:pt>
                <c:pt idx="859">
                  <c:v>188</c:v>
                </c:pt>
                <c:pt idx="860">
                  <c:v>166</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175</c:v>
                </c:pt>
                <c:pt idx="926">
                  <c:v>160</c:v>
                </c:pt>
                <c:pt idx="927">
                  <c:v>162</c:v>
                </c:pt>
                <c:pt idx="928">
                  <c:v>0</c:v>
                </c:pt>
                <c:pt idx="929">
                  <c:v>180</c:v>
                </c:pt>
                <c:pt idx="930">
                  <c:v>161</c:v>
                </c:pt>
                <c:pt idx="931">
                  <c:v>0</c:v>
                </c:pt>
                <c:pt idx="932">
                  <c:v>0</c:v>
                </c:pt>
                <c:pt idx="933">
                  <c:v>165</c:v>
                </c:pt>
                <c:pt idx="934">
                  <c:v>160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164</c:v>
                </c:pt>
                <c:pt idx="962">
                  <c:v>0</c:v>
                </c:pt>
                <c:pt idx="963">
                  <c:v>0</c:v>
                </c:pt>
                <c:pt idx="964">
                  <c:v>0</c:v>
                </c:pt>
                <c:pt idx="965">
                  <c:v>0</c:v>
                </c:pt>
                <c:pt idx="966">
                  <c:v>0</c:v>
                </c:pt>
                <c:pt idx="967">
                  <c:v>0</c:v>
                </c:pt>
                <c:pt idx="968">
                  <c:v>0</c:v>
                </c:pt>
                <c:pt idx="969">
                  <c:v>0</c:v>
                </c:pt>
                <c:pt idx="970">
                  <c:v>0</c:v>
                </c:pt>
                <c:pt idx="971">
                  <c:v>0</c:v>
                </c:pt>
                <c:pt idx="972">
                  <c:v>163</c:v>
                </c:pt>
              </c:numCache>
            </c:numRef>
          </c:yVal>
          <c:smooth val="0"/>
          <c:extLst>
            <c:ext xmlns:c16="http://schemas.microsoft.com/office/drawing/2014/chart" uri="{C3380CC4-5D6E-409C-BE32-E72D297353CC}">
              <c16:uniqueId val="{00000001-1430-4128-ADAC-2604B3A3FB03}"/>
            </c:ext>
          </c:extLst>
        </c:ser>
        <c:ser>
          <c:idx val="2"/>
          <c:order val="2"/>
          <c:tx>
            <c:strRef>
              <c:f>'Sub-Dataset'!$BP$1</c:f>
              <c:strCache>
                <c:ptCount val="1"/>
                <c:pt idx="0">
                  <c:v>Critical</c:v>
                </c:pt>
              </c:strCache>
            </c:strRef>
          </c:tx>
          <c:spPr>
            <a:ln w="19050" cap="rnd">
              <a:noFill/>
              <a:round/>
            </a:ln>
            <a:effectLst/>
          </c:spPr>
          <c:marker>
            <c:symbol val="circle"/>
            <c:size val="3"/>
            <c:spPr>
              <a:solidFill>
                <a:schemeClr val="accent2">
                  <a:lumMod val="75000"/>
                </a:schemeClr>
              </a:solidFill>
              <a:ln w="9525">
                <a:noFill/>
              </a:ln>
              <a:effectLst/>
            </c:spPr>
          </c:marker>
          <c:xVal>
            <c:numRef>
              <c:f>'Sub-Dataset'!$BM$2:$BM$974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'Sub-Dataset'!$BP$2:$BP$974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189</c:v>
                </c:pt>
                <c:pt idx="246">
                  <c:v>188</c:v>
                </c:pt>
                <c:pt idx="247">
                  <c:v>188</c:v>
                </c:pt>
                <c:pt idx="248">
                  <c:v>194</c:v>
                </c:pt>
                <c:pt idx="249">
                  <c:v>196</c:v>
                </c:pt>
                <c:pt idx="250">
                  <c:v>190</c:v>
                </c:pt>
                <c:pt idx="251">
                  <c:v>188</c:v>
                </c:pt>
                <c:pt idx="252">
                  <c:v>189</c:v>
                </c:pt>
                <c:pt idx="253">
                  <c:v>189</c:v>
                </c:pt>
                <c:pt idx="254">
                  <c:v>191</c:v>
                </c:pt>
                <c:pt idx="255">
                  <c:v>192</c:v>
                </c:pt>
                <c:pt idx="256">
                  <c:v>182</c:v>
                </c:pt>
                <c:pt idx="257">
                  <c:v>192</c:v>
                </c:pt>
                <c:pt idx="258">
                  <c:v>198</c:v>
                </c:pt>
                <c:pt idx="259">
                  <c:v>193</c:v>
                </c:pt>
                <c:pt idx="260">
                  <c:v>189</c:v>
                </c:pt>
                <c:pt idx="261">
                  <c:v>187</c:v>
                </c:pt>
                <c:pt idx="262">
                  <c:v>197</c:v>
                </c:pt>
                <c:pt idx="263">
                  <c:v>176</c:v>
                </c:pt>
                <c:pt idx="264">
                  <c:v>192</c:v>
                </c:pt>
                <c:pt idx="265">
                  <c:v>196</c:v>
                </c:pt>
                <c:pt idx="266">
                  <c:v>198</c:v>
                </c:pt>
                <c:pt idx="267">
                  <c:v>199</c:v>
                </c:pt>
                <c:pt idx="268">
                  <c:v>184</c:v>
                </c:pt>
                <c:pt idx="269">
                  <c:v>192</c:v>
                </c:pt>
                <c:pt idx="270">
                  <c:v>192</c:v>
                </c:pt>
                <c:pt idx="271">
                  <c:v>193</c:v>
                </c:pt>
                <c:pt idx="272">
                  <c:v>193</c:v>
                </c:pt>
                <c:pt idx="273">
                  <c:v>190</c:v>
                </c:pt>
                <c:pt idx="274">
                  <c:v>188</c:v>
                </c:pt>
                <c:pt idx="275">
                  <c:v>177</c:v>
                </c:pt>
                <c:pt idx="276">
                  <c:v>196</c:v>
                </c:pt>
                <c:pt idx="277">
                  <c:v>189</c:v>
                </c:pt>
                <c:pt idx="278">
                  <c:v>183</c:v>
                </c:pt>
                <c:pt idx="279">
                  <c:v>195</c:v>
                </c:pt>
                <c:pt idx="280">
                  <c:v>193</c:v>
                </c:pt>
                <c:pt idx="281">
                  <c:v>198</c:v>
                </c:pt>
                <c:pt idx="282">
                  <c:v>178</c:v>
                </c:pt>
                <c:pt idx="283">
                  <c:v>0</c:v>
                </c:pt>
                <c:pt idx="284">
                  <c:v>193</c:v>
                </c:pt>
                <c:pt idx="285">
                  <c:v>199</c:v>
                </c:pt>
                <c:pt idx="286">
                  <c:v>0</c:v>
                </c:pt>
                <c:pt idx="287">
                  <c:v>195</c:v>
                </c:pt>
                <c:pt idx="288">
                  <c:v>192</c:v>
                </c:pt>
                <c:pt idx="289">
                  <c:v>0</c:v>
                </c:pt>
                <c:pt idx="290">
                  <c:v>199</c:v>
                </c:pt>
                <c:pt idx="291">
                  <c:v>172</c:v>
                </c:pt>
                <c:pt idx="292">
                  <c:v>187</c:v>
                </c:pt>
                <c:pt idx="293">
                  <c:v>173</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179</c:v>
                </c:pt>
                <c:pt idx="347">
                  <c:v>195</c:v>
                </c:pt>
                <c:pt idx="348">
                  <c:v>187</c:v>
                </c:pt>
                <c:pt idx="349">
                  <c:v>185</c:v>
                </c:pt>
                <c:pt idx="350">
                  <c:v>0</c:v>
                </c:pt>
                <c:pt idx="351">
                  <c:v>178</c:v>
                </c:pt>
                <c:pt idx="352">
                  <c:v>188</c:v>
                </c:pt>
                <c:pt idx="353">
                  <c:v>0</c:v>
                </c:pt>
                <c:pt idx="354">
                  <c:v>185</c:v>
                </c:pt>
                <c:pt idx="355">
                  <c:v>0</c:v>
                </c:pt>
                <c:pt idx="356">
                  <c:v>0</c:v>
                </c:pt>
                <c:pt idx="357">
                  <c:v>178</c:v>
                </c:pt>
                <c:pt idx="358">
                  <c:v>198</c:v>
                </c:pt>
                <c:pt idx="359">
                  <c:v>173</c:v>
                </c:pt>
                <c:pt idx="360">
                  <c:v>177</c:v>
                </c:pt>
                <c:pt idx="361">
                  <c:v>0</c:v>
                </c:pt>
                <c:pt idx="362">
                  <c:v>188</c:v>
                </c:pt>
                <c:pt idx="363">
                  <c:v>185</c:v>
                </c:pt>
                <c:pt idx="364">
                  <c:v>196</c:v>
                </c:pt>
                <c:pt idx="365">
                  <c:v>179</c:v>
                </c:pt>
                <c:pt idx="366">
                  <c:v>0</c:v>
                </c:pt>
                <c:pt idx="367">
                  <c:v>175</c:v>
                </c:pt>
                <c:pt idx="368">
                  <c:v>196</c:v>
                </c:pt>
                <c:pt idx="369">
                  <c:v>189</c:v>
                </c:pt>
                <c:pt idx="370">
                  <c:v>0</c:v>
                </c:pt>
                <c:pt idx="371">
                  <c:v>187</c:v>
                </c:pt>
                <c:pt idx="372">
                  <c:v>178</c:v>
                </c:pt>
                <c:pt idx="373">
                  <c:v>182</c:v>
                </c:pt>
                <c:pt idx="374">
                  <c:v>180</c:v>
                </c:pt>
                <c:pt idx="375">
                  <c:v>171</c:v>
                </c:pt>
                <c:pt idx="376">
                  <c:v>186</c:v>
                </c:pt>
                <c:pt idx="377">
                  <c:v>0</c:v>
                </c:pt>
                <c:pt idx="378">
                  <c:v>0</c:v>
                </c:pt>
                <c:pt idx="379">
                  <c:v>187</c:v>
                </c:pt>
                <c:pt idx="380">
                  <c:v>0</c:v>
                </c:pt>
                <c:pt idx="381">
                  <c:v>0</c:v>
                </c:pt>
                <c:pt idx="382">
                  <c:v>199</c:v>
                </c:pt>
                <c:pt idx="383">
                  <c:v>193</c:v>
                </c:pt>
                <c:pt idx="384">
                  <c:v>181</c:v>
                </c:pt>
                <c:pt idx="385">
                  <c:v>0</c:v>
                </c:pt>
                <c:pt idx="386">
                  <c:v>0</c:v>
                </c:pt>
                <c:pt idx="387">
                  <c:v>198</c:v>
                </c:pt>
                <c:pt idx="388">
                  <c:v>0</c:v>
                </c:pt>
                <c:pt idx="389">
                  <c:v>186</c:v>
                </c:pt>
                <c:pt idx="390">
                  <c:v>199</c:v>
                </c:pt>
                <c:pt idx="391">
                  <c:v>0</c:v>
                </c:pt>
                <c:pt idx="392">
                  <c:v>0</c:v>
                </c:pt>
                <c:pt idx="393">
                  <c:v>172</c:v>
                </c:pt>
                <c:pt idx="394">
                  <c:v>181</c:v>
                </c:pt>
                <c:pt idx="395">
                  <c:v>188</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170</c:v>
                </c:pt>
                <c:pt idx="419">
                  <c:v>0</c:v>
                </c:pt>
                <c:pt idx="420">
                  <c:v>0</c:v>
                </c:pt>
                <c:pt idx="421">
                  <c:v>190</c:v>
                </c:pt>
                <c:pt idx="422">
                  <c:v>199</c:v>
                </c:pt>
                <c:pt idx="423">
                  <c:v>197</c:v>
                </c:pt>
                <c:pt idx="424">
                  <c:v>171</c:v>
                </c:pt>
                <c:pt idx="425">
                  <c:v>197</c:v>
                </c:pt>
                <c:pt idx="426">
                  <c:v>199</c:v>
                </c:pt>
                <c:pt idx="427">
                  <c:v>0</c:v>
                </c:pt>
                <c:pt idx="428">
                  <c:v>0</c:v>
                </c:pt>
                <c:pt idx="429">
                  <c:v>194</c:v>
                </c:pt>
                <c:pt idx="430">
                  <c:v>188</c:v>
                </c:pt>
                <c:pt idx="431">
                  <c:v>0</c:v>
                </c:pt>
                <c:pt idx="432">
                  <c:v>0</c:v>
                </c:pt>
                <c:pt idx="433">
                  <c:v>168</c:v>
                </c:pt>
                <c:pt idx="434">
                  <c:v>0</c:v>
                </c:pt>
                <c:pt idx="435">
                  <c:v>177</c:v>
                </c:pt>
                <c:pt idx="436">
                  <c:v>196</c:v>
                </c:pt>
                <c:pt idx="437">
                  <c:v>198</c:v>
                </c:pt>
                <c:pt idx="438">
                  <c:v>179</c:v>
                </c:pt>
                <c:pt idx="439">
                  <c:v>0</c:v>
                </c:pt>
                <c:pt idx="440">
                  <c:v>183</c:v>
                </c:pt>
                <c:pt idx="441">
                  <c:v>0</c:v>
                </c:pt>
                <c:pt idx="442">
                  <c:v>0</c:v>
                </c:pt>
                <c:pt idx="443">
                  <c:v>0</c:v>
                </c:pt>
                <c:pt idx="444">
                  <c:v>198</c:v>
                </c:pt>
                <c:pt idx="445">
                  <c:v>0</c:v>
                </c:pt>
                <c:pt idx="446">
                  <c:v>0</c:v>
                </c:pt>
                <c:pt idx="447">
                  <c:v>0</c:v>
                </c:pt>
                <c:pt idx="448">
                  <c:v>181</c:v>
                </c:pt>
                <c:pt idx="449">
                  <c:v>195</c:v>
                </c:pt>
                <c:pt idx="450">
                  <c:v>0</c:v>
                </c:pt>
                <c:pt idx="451">
                  <c:v>0</c:v>
                </c:pt>
                <c:pt idx="452">
                  <c:v>0</c:v>
                </c:pt>
                <c:pt idx="453">
                  <c:v>171</c:v>
                </c:pt>
                <c:pt idx="454">
                  <c:v>0</c:v>
                </c:pt>
                <c:pt idx="455">
                  <c:v>192</c:v>
                </c:pt>
                <c:pt idx="456">
                  <c:v>0</c:v>
                </c:pt>
                <c:pt idx="457">
                  <c:v>184</c:v>
                </c:pt>
                <c:pt idx="458">
                  <c:v>188</c:v>
                </c:pt>
                <c:pt idx="459">
                  <c:v>0</c:v>
                </c:pt>
                <c:pt idx="460">
                  <c:v>177</c:v>
                </c:pt>
                <c:pt idx="461">
                  <c:v>193</c:v>
                </c:pt>
                <c:pt idx="462">
                  <c:v>0</c:v>
                </c:pt>
                <c:pt idx="463">
                  <c:v>0</c:v>
                </c:pt>
                <c:pt idx="464">
                  <c:v>0</c:v>
                </c:pt>
                <c:pt idx="465">
                  <c:v>0</c:v>
                </c:pt>
                <c:pt idx="466">
                  <c:v>0</c:v>
                </c:pt>
                <c:pt idx="467">
                  <c:v>198</c:v>
                </c:pt>
                <c:pt idx="468">
                  <c:v>0</c:v>
                </c:pt>
                <c:pt idx="469">
                  <c:v>0</c:v>
                </c:pt>
                <c:pt idx="470">
                  <c:v>196</c:v>
                </c:pt>
                <c:pt idx="471">
                  <c:v>0</c:v>
                </c:pt>
                <c:pt idx="472">
                  <c:v>0</c:v>
                </c:pt>
                <c:pt idx="473">
                  <c:v>0</c:v>
                </c:pt>
                <c:pt idx="474">
                  <c:v>0</c:v>
                </c:pt>
                <c:pt idx="475">
                  <c:v>0</c:v>
                </c:pt>
                <c:pt idx="476">
                  <c:v>0</c:v>
                </c:pt>
                <c:pt idx="477">
                  <c:v>193</c:v>
                </c:pt>
                <c:pt idx="478">
                  <c:v>0</c:v>
                </c:pt>
                <c:pt idx="479">
                  <c:v>0</c:v>
                </c:pt>
                <c:pt idx="480">
                  <c:v>0</c:v>
                </c:pt>
                <c:pt idx="481">
                  <c:v>186</c:v>
                </c:pt>
                <c:pt idx="482">
                  <c:v>0</c:v>
                </c:pt>
                <c:pt idx="483">
                  <c:v>178</c:v>
                </c:pt>
                <c:pt idx="484">
                  <c:v>0</c:v>
                </c:pt>
                <c:pt idx="485">
                  <c:v>0</c:v>
                </c:pt>
                <c:pt idx="486">
                  <c:v>0</c:v>
                </c:pt>
                <c:pt idx="487">
                  <c:v>0</c:v>
                </c:pt>
                <c:pt idx="488">
                  <c:v>0</c:v>
                </c:pt>
                <c:pt idx="489">
                  <c:v>189</c:v>
                </c:pt>
                <c:pt idx="490">
                  <c:v>0</c:v>
                </c:pt>
                <c:pt idx="491">
                  <c:v>0</c:v>
                </c:pt>
                <c:pt idx="492">
                  <c:v>0</c:v>
                </c:pt>
                <c:pt idx="493">
                  <c:v>0</c:v>
                </c:pt>
                <c:pt idx="494">
                  <c:v>0</c:v>
                </c:pt>
                <c:pt idx="495">
                  <c:v>0</c:v>
                </c:pt>
                <c:pt idx="496">
                  <c:v>172</c:v>
                </c:pt>
                <c:pt idx="497">
                  <c:v>0</c:v>
                </c:pt>
                <c:pt idx="498">
                  <c:v>0</c:v>
                </c:pt>
                <c:pt idx="499">
                  <c:v>0</c:v>
                </c:pt>
                <c:pt idx="500">
                  <c:v>0</c:v>
                </c:pt>
                <c:pt idx="501">
                  <c:v>198</c:v>
                </c:pt>
                <c:pt idx="502">
                  <c:v>0</c:v>
                </c:pt>
                <c:pt idx="503">
                  <c:v>0</c:v>
                </c:pt>
                <c:pt idx="504">
                  <c:v>180</c:v>
                </c:pt>
                <c:pt idx="505">
                  <c:v>0</c:v>
                </c:pt>
                <c:pt idx="506">
                  <c:v>189</c:v>
                </c:pt>
                <c:pt idx="507">
                  <c:v>0</c:v>
                </c:pt>
                <c:pt idx="508">
                  <c:v>0</c:v>
                </c:pt>
                <c:pt idx="509">
                  <c:v>0</c:v>
                </c:pt>
                <c:pt idx="510">
                  <c:v>0</c:v>
                </c:pt>
                <c:pt idx="511">
                  <c:v>179</c:v>
                </c:pt>
                <c:pt idx="512">
                  <c:v>0</c:v>
                </c:pt>
                <c:pt idx="513">
                  <c:v>0</c:v>
                </c:pt>
                <c:pt idx="514">
                  <c:v>183</c:v>
                </c:pt>
                <c:pt idx="515">
                  <c:v>184</c:v>
                </c:pt>
                <c:pt idx="516">
                  <c:v>0</c:v>
                </c:pt>
                <c:pt idx="517">
                  <c:v>0</c:v>
                </c:pt>
                <c:pt idx="518">
                  <c:v>187</c:v>
                </c:pt>
                <c:pt idx="519">
                  <c:v>193</c:v>
                </c:pt>
                <c:pt idx="520">
                  <c:v>168</c:v>
                </c:pt>
                <c:pt idx="521">
                  <c:v>185</c:v>
                </c:pt>
                <c:pt idx="522">
                  <c:v>182</c:v>
                </c:pt>
                <c:pt idx="523">
                  <c:v>194</c:v>
                </c:pt>
                <c:pt idx="524">
                  <c:v>191</c:v>
                </c:pt>
                <c:pt idx="525">
                  <c:v>178</c:v>
                </c:pt>
                <c:pt idx="526">
                  <c:v>192</c:v>
                </c:pt>
                <c:pt idx="527">
                  <c:v>187</c:v>
                </c:pt>
                <c:pt idx="528">
                  <c:v>194</c:v>
                </c:pt>
                <c:pt idx="529">
                  <c:v>195</c:v>
                </c:pt>
                <c:pt idx="530">
                  <c:v>182</c:v>
                </c:pt>
                <c:pt idx="531">
                  <c:v>186</c:v>
                </c:pt>
                <c:pt idx="532">
                  <c:v>179</c:v>
                </c:pt>
                <c:pt idx="533">
                  <c:v>191</c:v>
                </c:pt>
                <c:pt idx="534">
                  <c:v>182</c:v>
                </c:pt>
                <c:pt idx="535">
                  <c:v>189</c:v>
                </c:pt>
                <c:pt idx="536">
                  <c:v>190</c:v>
                </c:pt>
                <c:pt idx="537">
                  <c:v>176</c:v>
                </c:pt>
                <c:pt idx="538">
                  <c:v>171</c:v>
                </c:pt>
                <c:pt idx="539">
                  <c:v>188</c:v>
                </c:pt>
                <c:pt idx="540">
                  <c:v>196</c:v>
                </c:pt>
                <c:pt idx="541">
                  <c:v>196</c:v>
                </c:pt>
                <c:pt idx="542">
                  <c:v>197</c:v>
                </c:pt>
                <c:pt idx="543">
                  <c:v>193</c:v>
                </c:pt>
                <c:pt idx="544">
                  <c:v>189</c:v>
                </c:pt>
                <c:pt idx="545">
                  <c:v>182</c:v>
                </c:pt>
                <c:pt idx="546">
                  <c:v>183</c:v>
                </c:pt>
                <c:pt idx="547">
                  <c:v>175</c:v>
                </c:pt>
                <c:pt idx="548">
                  <c:v>179</c:v>
                </c:pt>
                <c:pt idx="549">
                  <c:v>199</c:v>
                </c:pt>
                <c:pt idx="550">
                  <c:v>182</c:v>
                </c:pt>
                <c:pt idx="551">
                  <c:v>188</c:v>
                </c:pt>
                <c:pt idx="552">
                  <c:v>180</c:v>
                </c:pt>
                <c:pt idx="553">
                  <c:v>196</c:v>
                </c:pt>
                <c:pt idx="554">
                  <c:v>0</c:v>
                </c:pt>
                <c:pt idx="555">
                  <c:v>0</c:v>
                </c:pt>
                <c:pt idx="556">
                  <c:v>0</c:v>
                </c:pt>
                <c:pt idx="557">
                  <c:v>0</c:v>
                </c:pt>
                <c:pt idx="558">
                  <c:v>0</c:v>
                </c:pt>
                <c:pt idx="559">
                  <c:v>187</c:v>
                </c:pt>
                <c:pt idx="560">
                  <c:v>0</c:v>
                </c:pt>
                <c:pt idx="561">
                  <c:v>0</c:v>
                </c:pt>
                <c:pt idx="562">
                  <c:v>0</c:v>
                </c:pt>
                <c:pt idx="563">
                  <c:v>0</c:v>
                </c:pt>
                <c:pt idx="564">
                  <c:v>170</c:v>
                </c:pt>
                <c:pt idx="565">
                  <c:v>0</c:v>
                </c:pt>
                <c:pt idx="566">
                  <c:v>0</c:v>
                </c:pt>
                <c:pt idx="567">
                  <c:v>193</c:v>
                </c:pt>
                <c:pt idx="568">
                  <c:v>0</c:v>
                </c:pt>
                <c:pt idx="569">
                  <c:v>0</c:v>
                </c:pt>
                <c:pt idx="570">
                  <c:v>192</c:v>
                </c:pt>
                <c:pt idx="571">
                  <c:v>0</c:v>
                </c:pt>
                <c:pt idx="572">
                  <c:v>180</c:v>
                </c:pt>
                <c:pt idx="573">
                  <c:v>174</c:v>
                </c:pt>
                <c:pt idx="574">
                  <c:v>199</c:v>
                </c:pt>
                <c:pt idx="575">
                  <c:v>197</c:v>
                </c:pt>
                <c:pt idx="576">
                  <c:v>190</c:v>
                </c:pt>
                <c:pt idx="577">
                  <c:v>192</c:v>
                </c:pt>
                <c:pt idx="578">
                  <c:v>186</c:v>
                </c:pt>
                <c:pt idx="579">
                  <c:v>195</c:v>
                </c:pt>
                <c:pt idx="580">
                  <c:v>169</c:v>
                </c:pt>
                <c:pt idx="581">
                  <c:v>195</c:v>
                </c:pt>
                <c:pt idx="582">
                  <c:v>192</c:v>
                </c:pt>
                <c:pt idx="583">
                  <c:v>187</c:v>
                </c:pt>
                <c:pt idx="584">
                  <c:v>195</c:v>
                </c:pt>
                <c:pt idx="585">
                  <c:v>195</c:v>
                </c:pt>
                <c:pt idx="586">
                  <c:v>177</c:v>
                </c:pt>
                <c:pt idx="587">
                  <c:v>195</c:v>
                </c:pt>
                <c:pt idx="588">
                  <c:v>196</c:v>
                </c:pt>
                <c:pt idx="589">
                  <c:v>190</c:v>
                </c:pt>
                <c:pt idx="590">
                  <c:v>192</c:v>
                </c:pt>
                <c:pt idx="591">
                  <c:v>182</c:v>
                </c:pt>
                <c:pt idx="592">
                  <c:v>193</c:v>
                </c:pt>
                <c:pt idx="593">
                  <c:v>195</c:v>
                </c:pt>
                <c:pt idx="594">
                  <c:v>167</c:v>
                </c:pt>
                <c:pt idx="595">
                  <c:v>185</c:v>
                </c:pt>
                <c:pt idx="596">
                  <c:v>192</c:v>
                </c:pt>
                <c:pt idx="597">
                  <c:v>196</c:v>
                </c:pt>
                <c:pt idx="598">
                  <c:v>171</c:v>
                </c:pt>
                <c:pt idx="599">
                  <c:v>187</c:v>
                </c:pt>
                <c:pt idx="600">
                  <c:v>185</c:v>
                </c:pt>
                <c:pt idx="601">
                  <c:v>175</c:v>
                </c:pt>
                <c:pt idx="602">
                  <c:v>192</c:v>
                </c:pt>
                <c:pt idx="603">
                  <c:v>194</c:v>
                </c:pt>
                <c:pt idx="604">
                  <c:v>194</c:v>
                </c:pt>
                <c:pt idx="605">
                  <c:v>195</c:v>
                </c:pt>
                <c:pt idx="606">
                  <c:v>183</c:v>
                </c:pt>
                <c:pt idx="607">
                  <c:v>185</c:v>
                </c:pt>
                <c:pt idx="608">
                  <c:v>187</c:v>
                </c:pt>
                <c:pt idx="609">
                  <c:v>199</c:v>
                </c:pt>
                <c:pt idx="610">
                  <c:v>181</c:v>
                </c:pt>
                <c:pt idx="611">
                  <c:v>187</c:v>
                </c:pt>
                <c:pt idx="612">
                  <c:v>182</c:v>
                </c:pt>
                <c:pt idx="613">
                  <c:v>198</c:v>
                </c:pt>
                <c:pt idx="614">
                  <c:v>192</c:v>
                </c:pt>
                <c:pt idx="615">
                  <c:v>198</c:v>
                </c:pt>
                <c:pt idx="616">
                  <c:v>191</c:v>
                </c:pt>
                <c:pt idx="617">
                  <c:v>195</c:v>
                </c:pt>
                <c:pt idx="618">
                  <c:v>185</c:v>
                </c:pt>
                <c:pt idx="619">
                  <c:v>192</c:v>
                </c:pt>
                <c:pt idx="620">
                  <c:v>180</c:v>
                </c:pt>
                <c:pt idx="621">
                  <c:v>198</c:v>
                </c:pt>
                <c:pt idx="622">
                  <c:v>183</c:v>
                </c:pt>
                <c:pt idx="623">
                  <c:v>184</c:v>
                </c:pt>
                <c:pt idx="624">
                  <c:v>191</c:v>
                </c:pt>
                <c:pt idx="625">
                  <c:v>191</c:v>
                </c:pt>
                <c:pt idx="626">
                  <c:v>196</c:v>
                </c:pt>
                <c:pt idx="627">
                  <c:v>189</c:v>
                </c:pt>
                <c:pt idx="628">
                  <c:v>187</c:v>
                </c:pt>
                <c:pt idx="629">
                  <c:v>196</c:v>
                </c:pt>
                <c:pt idx="630">
                  <c:v>187</c:v>
                </c:pt>
                <c:pt idx="631">
                  <c:v>198</c:v>
                </c:pt>
                <c:pt idx="632">
                  <c:v>191</c:v>
                </c:pt>
                <c:pt idx="633">
                  <c:v>173</c:v>
                </c:pt>
                <c:pt idx="634">
                  <c:v>194</c:v>
                </c:pt>
                <c:pt idx="635">
                  <c:v>191</c:v>
                </c:pt>
                <c:pt idx="636">
                  <c:v>187</c:v>
                </c:pt>
                <c:pt idx="637">
                  <c:v>191</c:v>
                </c:pt>
                <c:pt idx="638">
                  <c:v>194</c:v>
                </c:pt>
                <c:pt idx="639">
                  <c:v>189</c:v>
                </c:pt>
                <c:pt idx="640">
                  <c:v>167</c:v>
                </c:pt>
                <c:pt idx="641">
                  <c:v>198</c:v>
                </c:pt>
                <c:pt idx="642">
                  <c:v>192</c:v>
                </c:pt>
                <c:pt idx="643">
                  <c:v>189</c:v>
                </c:pt>
                <c:pt idx="644">
                  <c:v>181</c:v>
                </c:pt>
                <c:pt idx="645">
                  <c:v>170</c:v>
                </c:pt>
                <c:pt idx="646">
                  <c:v>171</c:v>
                </c:pt>
                <c:pt idx="647">
                  <c:v>188</c:v>
                </c:pt>
                <c:pt idx="648">
                  <c:v>191</c:v>
                </c:pt>
                <c:pt idx="649">
                  <c:v>192</c:v>
                </c:pt>
                <c:pt idx="650">
                  <c:v>188</c:v>
                </c:pt>
                <c:pt idx="651">
                  <c:v>194</c:v>
                </c:pt>
                <c:pt idx="652">
                  <c:v>190</c:v>
                </c:pt>
                <c:pt idx="653">
                  <c:v>182</c:v>
                </c:pt>
                <c:pt idx="654">
                  <c:v>191</c:v>
                </c:pt>
                <c:pt idx="655">
                  <c:v>190</c:v>
                </c:pt>
                <c:pt idx="656">
                  <c:v>194</c:v>
                </c:pt>
                <c:pt idx="657">
                  <c:v>198</c:v>
                </c:pt>
                <c:pt idx="658">
                  <c:v>177</c:v>
                </c:pt>
                <c:pt idx="659">
                  <c:v>195</c:v>
                </c:pt>
                <c:pt idx="660">
                  <c:v>197</c:v>
                </c:pt>
                <c:pt idx="661">
                  <c:v>0</c:v>
                </c:pt>
                <c:pt idx="662">
                  <c:v>0</c:v>
                </c:pt>
                <c:pt idx="663">
                  <c:v>0</c:v>
                </c:pt>
                <c:pt idx="664">
                  <c:v>179</c:v>
                </c:pt>
                <c:pt idx="665">
                  <c:v>0</c:v>
                </c:pt>
                <c:pt idx="666">
                  <c:v>0</c:v>
                </c:pt>
                <c:pt idx="667">
                  <c:v>191</c:v>
                </c:pt>
                <c:pt idx="668">
                  <c:v>191</c:v>
                </c:pt>
                <c:pt idx="669">
                  <c:v>0</c:v>
                </c:pt>
                <c:pt idx="670">
                  <c:v>0</c:v>
                </c:pt>
                <c:pt idx="671">
                  <c:v>0</c:v>
                </c:pt>
                <c:pt idx="672">
                  <c:v>0</c:v>
                </c:pt>
                <c:pt idx="673">
                  <c:v>176</c:v>
                </c:pt>
                <c:pt idx="674">
                  <c:v>168</c:v>
                </c:pt>
                <c:pt idx="675">
                  <c:v>0</c:v>
                </c:pt>
                <c:pt idx="676">
                  <c:v>0</c:v>
                </c:pt>
                <c:pt idx="677">
                  <c:v>0</c:v>
                </c:pt>
                <c:pt idx="678">
                  <c:v>194</c:v>
                </c:pt>
                <c:pt idx="679">
                  <c:v>173</c:v>
                </c:pt>
                <c:pt idx="680">
                  <c:v>0</c:v>
                </c:pt>
                <c:pt idx="681">
                  <c:v>183</c:v>
                </c:pt>
                <c:pt idx="682">
                  <c:v>194</c:v>
                </c:pt>
                <c:pt idx="683">
                  <c:v>178</c:v>
                </c:pt>
                <c:pt idx="684">
                  <c:v>0</c:v>
                </c:pt>
                <c:pt idx="685">
                  <c:v>0</c:v>
                </c:pt>
                <c:pt idx="686">
                  <c:v>196</c:v>
                </c:pt>
                <c:pt idx="687">
                  <c:v>0</c:v>
                </c:pt>
                <c:pt idx="688">
                  <c:v>0</c:v>
                </c:pt>
                <c:pt idx="689">
                  <c:v>0</c:v>
                </c:pt>
                <c:pt idx="690">
                  <c:v>198</c:v>
                </c:pt>
                <c:pt idx="691">
                  <c:v>166</c:v>
                </c:pt>
                <c:pt idx="692">
                  <c:v>177</c:v>
                </c:pt>
                <c:pt idx="693">
                  <c:v>0</c:v>
                </c:pt>
                <c:pt idx="694">
                  <c:v>0</c:v>
                </c:pt>
                <c:pt idx="695">
                  <c:v>0</c:v>
                </c:pt>
                <c:pt idx="696">
                  <c:v>0</c:v>
                </c:pt>
                <c:pt idx="697">
                  <c:v>0</c:v>
                </c:pt>
                <c:pt idx="698">
                  <c:v>0</c:v>
                </c:pt>
                <c:pt idx="699">
                  <c:v>0</c:v>
                </c:pt>
                <c:pt idx="700">
                  <c:v>0</c:v>
                </c:pt>
                <c:pt idx="701">
                  <c:v>191</c:v>
                </c:pt>
                <c:pt idx="702">
                  <c:v>0</c:v>
                </c:pt>
                <c:pt idx="703">
                  <c:v>0</c:v>
                </c:pt>
                <c:pt idx="704">
                  <c:v>190</c:v>
                </c:pt>
                <c:pt idx="705">
                  <c:v>0</c:v>
                </c:pt>
                <c:pt idx="706">
                  <c:v>0</c:v>
                </c:pt>
                <c:pt idx="707">
                  <c:v>0</c:v>
                </c:pt>
                <c:pt idx="708">
                  <c:v>0</c:v>
                </c:pt>
                <c:pt idx="709">
                  <c:v>188</c:v>
                </c:pt>
                <c:pt idx="710">
                  <c:v>0</c:v>
                </c:pt>
                <c:pt idx="711">
                  <c:v>172</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168</c:v>
                </c:pt>
                <c:pt idx="818">
                  <c:v>175</c:v>
                </c:pt>
                <c:pt idx="819">
                  <c:v>0</c:v>
                </c:pt>
                <c:pt idx="820">
                  <c:v>182</c:v>
                </c:pt>
                <c:pt idx="821">
                  <c:v>0</c:v>
                </c:pt>
                <c:pt idx="822">
                  <c:v>188</c:v>
                </c:pt>
                <c:pt idx="823">
                  <c:v>182</c:v>
                </c:pt>
                <c:pt idx="824">
                  <c:v>186</c:v>
                </c:pt>
                <c:pt idx="825">
                  <c:v>181</c:v>
                </c:pt>
                <c:pt idx="826">
                  <c:v>0</c:v>
                </c:pt>
                <c:pt idx="827">
                  <c:v>185</c:v>
                </c:pt>
                <c:pt idx="828">
                  <c:v>0</c:v>
                </c:pt>
                <c:pt idx="829">
                  <c:v>171</c:v>
                </c:pt>
                <c:pt idx="830">
                  <c:v>0</c:v>
                </c:pt>
                <c:pt idx="831">
                  <c:v>0</c:v>
                </c:pt>
                <c:pt idx="832">
                  <c:v>191</c:v>
                </c:pt>
                <c:pt idx="833">
                  <c:v>0</c:v>
                </c:pt>
                <c:pt idx="834">
                  <c:v>183</c:v>
                </c:pt>
                <c:pt idx="835">
                  <c:v>0</c:v>
                </c:pt>
                <c:pt idx="836">
                  <c:v>180</c:v>
                </c:pt>
                <c:pt idx="837">
                  <c:v>176</c:v>
                </c:pt>
                <c:pt idx="838">
                  <c:v>196</c:v>
                </c:pt>
                <c:pt idx="839">
                  <c:v>192</c:v>
                </c:pt>
                <c:pt idx="840">
                  <c:v>0</c:v>
                </c:pt>
                <c:pt idx="841">
                  <c:v>0</c:v>
                </c:pt>
                <c:pt idx="842">
                  <c:v>176</c:v>
                </c:pt>
                <c:pt idx="843">
                  <c:v>169</c:v>
                </c:pt>
                <c:pt idx="844">
                  <c:v>177</c:v>
                </c:pt>
                <c:pt idx="845">
                  <c:v>0</c:v>
                </c:pt>
                <c:pt idx="846">
                  <c:v>171</c:v>
                </c:pt>
                <c:pt idx="847">
                  <c:v>184</c:v>
                </c:pt>
                <c:pt idx="848">
                  <c:v>0</c:v>
                </c:pt>
                <c:pt idx="849">
                  <c:v>198</c:v>
                </c:pt>
                <c:pt idx="850">
                  <c:v>0</c:v>
                </c:pt>
                <c:pt idx="851">
                  <c:v>180</c:v>
                </c:pt>
                <c:pt idx="852">
                  <c:v>199</c:v>
                </c:pt>
                <c:pt idx="853">
                  <c:v>0</c:v>
                </c:pt>
                <c:pt idx="854">
                  <c:v>198</c:v>
                </c:pt>
                <c:pt idx="855">
                  <c:v>174</c:v>
                </c:pt>
                <c:pt idx="856">
                  <c:v>187</c:v>
                </c:pt>
                <c:pt idx="857">
                  <c:v>0</c:v>
                </c:pt>
                <c:pt idx="858">
                  <c:v>185</c:v>
                </c:pt>
                <c:pt idx="859">
                  <c:v>0</c:v>
                </c:pt>
                <c:pt idx="860">
                  <c:v>0</c:v>
                </c:pt>
                <c:pt idx="861">
                  <c:v>185</c:v>
                </c:pt>
                <c:pt idx="862">
                  <c:v>181</c:v>
                </c:pt>
                <c:pt idx="863">
                  <c:v>199</c:v>
                </c:pt>
                <c:pt idx="864">
                  <c:v>194</c:v>
                </c:pt>
                <c:pt idx="865">
                  <c:v>171</c:v>
                </c:pt>
                <c:pt idx="866">
                  <c:v>194</c:v>
                </c:pt>
                <c:pt idx="867">
                  <c:v>196</c:v>
                </c:pt>
                <c:pt idx="868">
                  <c:v>194</c:v>
                </c:pt>
                <c:pt idx="869">
                  <c:v>181</c:v>
                </c:pt>
                <c:pt idx="870">
                  <c:v>195</c:v>
                </c:pt>
                <c:pt idx="871">
                  <c:v>199</c:v>
                </c:pt>
                <c:pt idx="872">
                  <c:v>194</c:v>
                </c:pt>
                <c:pt idx="873">
                  <c:v>182</c:v>
                </c:pt>
                <c:pt idx="874">
                  <c:v>194</c:v>
                </c:pt>
                <c:pt idx="875">
                  <c:v>195</c:v>
                </c:pt>
                <c:pt idx="876">
                  <c:v>173</c:v>
                </c:pt>
                <c:pt idx="877">
                  <c:v>191</c:v>
                </c:pt>
                <c:pt idx="878">
                  <c:v>188</c:v>
                </c:pt>
                <c:pt idx="879">
                  <c:v>185</c:v>
                </c:pt>
                <c:pt idx="880">
                  <c:v>184</c:v>
                </c:pt>
                <c:pt idx="881">
                  <c:v>194</c:v>
                </c:pt>
                <c:pt idx="882">
                  <c:v>172</c:v>
                </c:pt>
                <c:pt idx="883">
                  <c:v>194</c:v>
                </c:pt>
                <c:pt idx="884">
                  <c:v>171</c:v>
                </c:pt>
                <c:pt idx="885">
                  <c:v>190</c:v>
                </c:pt>
                <c:pt idx="886">
                  <c:v>179</c:v>
                </c:pt>
                <c:pt idx="887">
                  <c:v>175</c:v>
                </c:pt>
                <c:pt idx="888">
                  <c:v>183</c:v>
                </c:pt>
                <c:pt idx="889">
                  <c:v>171</c:v>
                </c:pt>
                <c:pt idx="890">
                  <c:v>193</c:v>
                </c:pt>
                <c:pt idx="891">
                  <c:v>189</c:v>
                </c:pt>
                <c:pt idx="892">
                  <c:v>188</c:v>
                </c:pt>
                <c:pt idx="893">
                  <c:v>173</c:v>
                </c:pt>
                <c:pt idx="894">
                  <c:v>199</c:v>
                </c:pt>
                <c:pt idx="895">
                  <c:v>189</c:v>
                </c:pt>
                <c:pt idx="896">
                  <c:v>198</c:v>
                </c:pt>
                <c:pt idx="897">
                  <c:v>189</c:v>
                </c:pt>
                <c:pt idx="898">
                  <c:v>199</c:v>
                </c:pt>
                <c:pt idx="899">
                  <c:v>185</c:v>
                </c:pt>
                <c:pt idx="900">
                  <c:v>188</c:v>
                </c:pt>
                <c:pt idx="901">
                  <c:v>175</c:v>
                </c:pt>
                <c:pt idx="902">
                  <c:v>194</c:v>
                </c:pt>
                <c:pt idx="903">
                  <c:v>195</c:v>
                </c:pt>
                <c:pt idx="904">
                  <c:v>184</c:v>
                </c:pt>
                <c:pt idx="905">
                  <c:v>198</c:v>
                </c:pt>
                <c:pt idx="906">
                  <c:v>195</c:v>
                </c:pt>
                <c:pt idx="907">
                  <c:v>198</c:v>
                </c:pt>
                <c:pt idx="908">
                  <c:v>183</c:v>
                </c:pt>
                <c:pt idx="909">
                  <c:v>0</c:v>
                </c:pt>
                <c:pt idx="910">
                  <c:v>181</c:v>
                </c:pt>
                <c:pt idx="911">
                  <c:v>0</c:v>
                </c:pt>
                <c:pt idx="912">
                  <c:v>0</c:v>
                </c:pt>
                <c:pt idx="913">
                  <c:v>0</c:v>
                </c:pt>
                <c:pt idx="914">
                  <c:v>0</c:v>
                </c:pt>
                <c:pt idx="915">
                  <c:v>197</c:v>
                </c:pt>
                <c:pt idx="916">
                  <c:v>0</c:v>
                </c:pt>
                <c:pt idx="917">
                  <c:v>0</c:v>
                </c:pt>
                <c:pt idx="918">
                  <c:v>0</c:v>
                </c:pt>
                <c:pt idx="919">
                  <c:v>0</c:v>
                </c:pt>
                <c:pt idx="920">
                  <c:v>192</c:v>
                </c:pt>
                <c:pt idx="921">
                  <c:v>181</c:v>
                </c:pt>
                <c:pt idx="922">
                  <c:v>0</c:v>
                </c:pt>
                <c:pt idx="923">
                  <c:v>0</c:v>
                </c:pt>
                <c:pt idx="924">
                  <c:v>0</c:v>
                </c:pt>
                <c:pt idx="925">
                  <c:v>0</c:v>
                </c:pt>
                <c:pt idx="926">
                  <c:v>0</c:v>
                </c:pt>
                <c:pt idx="927">
                  <c:v>0</c:v>
                </c:pt>
                <c:pt idx="928">
                  <c:v>183</c:v>
                </c:pt>
                <c:pt idx="929">
                  <c:v>0</c:v>
                </c:pt>
                <c:pt idx="930">
                  <c:v>0</c:v>
                </c:pt>
                <c:pt idx="931">
                  <c:v>198</c:v>
                </c:pt>
                <c:pt idx="932">
                  <c:v>197</c:v>
                </c:pt>
                <c:pt idx="933">
                  <c:v>0</c:v>
                </c:pt>
                <c:pt idx="934">
                  <c:v>0</c:v>
                </c:pt>
                <c:pt idx="935">
                  <c:v>186</c:v>
                </c:pt>
                <c:pt idx="936">
                  <c:v>187</c:v>
                </c:pt>
                <c:pt idx="937">
                  <c:v>199</c:v>
                </c:pt>
                <c:pt idx="938">
                  <c:v>174</c:v>
                </c:pt>
                <c:pt idx="939">
                  <c:v>196</c:v>
                </c:pt>
                <c:pt idx="940">
                  <c:v>192</c:v>
                </c:pt>
                <c:pt idx="941">
                  <c:v>182</c:v>
                </c:pt>
                <c:pt idx="942">
                  <c:v>198</c:v>
                </c:pt>
                <c:pt idx="943">
                  <c:v>188</c:v>
                </c:pt>
                <c:pt idx="944">
                  <c:v>186</c:v>
                </c:pt>
                <c:pt idx="945">
                  <c:v>198</c:v>
                </c:pt>
                <c:pt idx="946">
                  <c:v>194</c:v>
                </c:pt>
                <c:pt idx="947">
                  <c:v>169</c:v>
                </c:pt>
                <c:pt idx="948">
                  <c:v>199</c:v>
                </c:pt>
                <c:pt idx="949">
                  <c:v>189</c:v>
                </c:pt>
                <c:pt idx="950">
                  <c:v>193</c:v>
                </c:pt>
                <c:pt idx="951">
                  <c:v>188</c:v>
                </c:pt>
                <c:pt idx="952">
                  <c:v>166</c:v>
                </c:pt>
                <c:pt idx="953">
                  <c:v>199</c:v>
                </c:pt>
                <c:pt idx="954">
                  <c:v>189</c:v>
                </c:pt>
                <c:pt idx="955">
                  <c:v>188</c:v>
                </c:pt>
                <c:pt idx="956">
                  <c:v>177</c:v>
                </c:pt>
                <c:pt idx="957">
                  <c:v>176</c:v>
                </c:pt>
                <c:pt idx="958">
                  <c:v>171</c:v>
                </c:pt>
                <c:pt idx="959">
                  <c:v>180</c:v>
                </c:pt>
                <c:pt idx="960">
                  <c:v>183</c:v>
                </c:pt>
                <c:pt idx="961">
                  <c:v>0</c:v>
                </c:pt>
                <c:pt idx="962">
                  <c:v>199</c:v>
                </c:pt>
                <c:pt idx="963">
                  <c:v>188</c:v>
                </c:pt>
                <c:pt idx="964">
                  <c:v>198</c:v>
                </c:pt>
                <c:pt idx="965">
                  <c:v>168</c:v>
                </c:pt>
                <c:pt idx="966">
                  <c:v>173</c:v>
                </c:pt>
                <c:pt idx="967">
                  <c:v>168</c:v>
                </c:pt>
                <c:pt idx="968">
                  <c:v>198</c:v>
                </c:pt>
                <c:pt idx="969">
                  <c:v>180</c:v>
                </c:pt>
                <c:pt idx="970">
                  <c:v>187</c:v>
                </c:pt>
                <c:pt idx="971">
                  <c:v>179</c:v>
                </c:pt>
                <c:pt idx="972">
                  <c:v>0</c:v>
                </c:pt>
              </c:numCache>
            </c:numRef>
          </c:yVal>
          <c:smooth val="0"/>
          <c:extLst>
            <c:ext xmlns:c16="http://schemas.microsoft.com/office/drawing/2014/chart" uri="{C3380CC4-5D6E-409C-BE32-E72D297353CC}">
              <c16:uniqueId val="{00000002-1430-4128-ADAC-2604B3A3FB03}"/>
            </c:ext>
          </c:extLst>
        </c:ser>
        <c:dLbls>
          <c:showLegendKey val="0"/>
          <c:showVal val="0"/>
          <c:showCatName val="0"/>
          <c:showSerName val="0"/>
          <c:showPercent val="0"/>
          <c:showBubbleSize val="0"/>
        </c:dLbls>
        <c:axId val="25104944"/>
        <c:axId val="25106864"/>
      </c:scatterChart>
      <c:valAx>
        <c:axId val="251049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Age</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106864"/>
        <c:crosses val="autoZero"/>
        <c:crossBetween val="midCat"/>
      </c:valAx>
      <c:valAx>
        <c:axId val="25106864"/>
        <c:scaling>
          <c:orientation val="minMax"/>
          <c:min val="14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Max EHR BPM</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10494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EHR Zone: Max &amp; Avg EHR BPM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'Sub-Dataset'!$BU$1</c:f>
              <c:strCache>
                <c:ptCount val="1"/>
                <c:pt idx="0">
                  <c:v>Normal</c:v>
                </c:pt>
              </c:strCache>
            </c:strRef>
          </c:tx>
          <c:spPr>
            <a:ln w="19050" cap="rnd">
              <a:noFill/>
              <a:round/>
            </a:ln>
            <a:effectLst/>
          </c:spPr>
          <c:marker>
            <c:symbol val="circle"/>
            <c:size val="3"/>
            <c:spPr>
              <a:solidFill>
                <a:schemeClr val="accent3">
                  <a:lumMod val="75000"/>
                </a:schemeClr>
              </a:solidFill>
              <a:ln w="9525">
                <a:noFill/>
              </a:ln>
              <a:effectLst/>
            </c:spPr>
          </c:marker>
          <c:xVal>
            <c:numRef>
              <c:f>'Sub-Dataset'!$BT$2:$BT$974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162</c:v>
                </c:pt>
                <c:pt idx="323">
                  <c:v>132</c:v>
                </c:pt>
                <c:pt idx="324">
                  <c:v>144</c:v>
                </c:pt>
                <c:pt idx="325">
                  <c:v>151</c:v>
                </c:pt>
                <c:pt idx="326">
                  <c:v>162</c:v>
                </c:pt>
                <c:pt idx="327">
                  <c:v>155</c:v>
                </c:pt>
                <c:pt idx="328">
                  <c:v>161</c:v>
                </c:pt>
                <c:pt idx="329">
                  <c:v>146</c:v>
                </c:pt>
                <c:pt idx="330">
                  <c:v>159</c:v>
                </c:pt>
                <c:pt idx="331">
                  <c:v>130</c:v>
                </c:pt>
                <c:pt idx="332">
                  <c:v>129</c:v>
                </c:pt>
                <c:pt idx="333">
                  <c:v>142</c:v>
                </c:pt>
                <c:pt idx="334">
                  <c:v>156</c:v>
                </c:pt>
                <c:pt idx="335">
                  <c:v>163</c:v>
                </c:pt>
                <c:pt idx="336">
                  <c:v>145</c:v>
                </c:pt>
                <c:pt idx="337">
                  <c:v>131</c:v>
                </c:pt>
                <c:pt idx="338">
                  <c:v>128</c:v>
                </c:pt>
                <c:pt idx="339">
                  <c:v>165</c:v>
                </c:pt>
                <c:pt idx="340">
                  <c:v>130</c:v>
                </c:pt>
                <c:pt idx="341">
                  <c:v>134</c:v>
                </c:pt>
                <c:pt idx="342">
                  <c:v>137</c:v>
                </c:pt>
                <c:pt idx="343">
                  <c:v>153</c:v>
                </c:pt>
                <c:pt idx="344">
                  <c:v>167</c:v>
                </c:pt>
                <c:pt idx="345">
                  <c:v>132</c:v>
                </c:pt>
                <c:pt idx="346">
                  <c:v>151</c:v>
                </c:pt>
                <c:pt idx="347">
                  <c:v>165</c:v>
                </c:pt>
                <c:pt idx="348">
                  <c:v>161</c:v>
                </c:pt>
                <c:pt idx="349">
                  <c:v>149</c:v>
                </c:pt>
                <c:pt idx="350">
                  <c:v>148</c:v>
                </c:pt>
                <c:pt idx="351">
                  <c:v>153</c:v>
                </c:pt>
                <c:pt idx="352">
                  <c:v>152</c:v>
                </c:pt>
                <c:pt idx="353">
                  <c:v>133</c:v>
                </c:pt>
                <c:pt idx="354">
                  <c:v>165</c:v>
                </c:pt>
                <c:pt idx="355">
                  <c:v>151</c:v>
                </c:pt>
                <c:pt idx="356">
                  <c:v>128</c:v>
                </c:pt>
                <c:pt idx="357">
                  <c:v>165</c:v>
                </c:pt>
                <c:pt idx="358">
                  <c:v>168</c:v>
                </c:pt>
                <c:pt idx="359">
                  <c:v>153</c:v>
                </c:pt>
                <c:pt idx="360">
                  <c:v>161</c:v>
                </c:pt>
                <c:pt idx="361">
                  <c:v>121</c:v>
                </c:pt>
                <c:pt idx="362">
                  <c:v>157</c:v>
                </c:pt>
                <c:pt idx="363">
                  <c:v>169</c:v>
                </c:pt>
                <c:pt idx="364">
                  <c:v>157</c:v>
                </c:pt>
                <c:pt idx="365">
                  <c:v>154</c:v>
                </c:pt>
                <c:pt idx="366">
                  <c:v>138</c:v>
                </c:pt>
                <c:pt idx="367">
                  <c:v>162</c:v>
                </c:pt>
                <c:pt idx="368">
                  <c:v>158</c:v>
                </c:pt>
                <c:pt idx="369">
                  <c:v>142</c:v>
                </c:pt>
                <c:pt idx="370">
                  <c:v>152</c:v>
                </c:pt>
                <c:pt idx="371">
                  <c:v>155</c:v>
                </c:pt>
                <c:pt idx="372">
                  <c:v>168</c:v>
                </c:pt>
                <c:pt idx="373">
                  <c:v>151</c:v>
                </c:pt>
                <c:pt idx="374">
                  <c:v>155</c:v>
                </c:pt>
                <c:pt idx="375">
                  <c:v>168</c:v>
                </c:pt>
                <c:pt idx="376">
                  <c:v>166</c:v>
                </c:pt>
                <c:pt idx="377">
                  <c:v>142</c:v>
                </c:pt>
                <c:pt idx="378">
                  <c:v>120</c:v>
                </c:pt>
                <c:pt idx="379">
                  <c:v>156</c:v>
                </c:pt>
                <c:pt idx="380">
                  <c:v>147</c:v>
                </c:pt>
                <c:pt idx="381">
                  <c:v>150</c:v>
                </c:pt>
                <c:pt idx="382">
                  <c:v>157</c:v>
                </c:pt>
                <c:pt idx="383">
                  <c:v>167</c:v>
                </c:pt>
                <c:pt idx="384">
                  <c:v>164</c:v>
                </c:pt>
                <c:pt idx="385">
                  <c:v>133</c:v>
                </c:pt>
                <c:pt idx="386">
                  <c:v>127</c:v>
                </c:pt>
                <c:pt idx="387">
                  <c:v>163</c:v>
                </c:pt>
                <c:pt idx="388">
                  <c:v>130</c:v>
                </c:pt>
                <c:pt idx="389">
                  <c:v>153</c:v>
                </c:pt>
                <c:pt idx="390">
                  <c:v>144</c:v>
                </c:pt>
                <c:pt idx="391">
                  <c:v>132</c:v>
                </c:pt>
                <c:pt idx="392">
                  <c:v>149</c:v>
                </c:pt>
                <c:pt idx="393">
                  <c:v>168</c:v>
                </c:pt>
                <c:pt idx="394">
                  <c:v>168</c:v>
                </c:pt>
                <c:pt idx="395">
                  <c:v>166</c:v>
                </c:pt>
                <c:pt idx="396">
                  <c:v>149</c:v>
                </c:pt>
                <c:pt idx="397">
                  <c:v>168</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165</c:v>
                </c:pt>
                <c:pt idx="435">
                  <c:v>144</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163</c:v>
                </c:pt>
                <c:pt idx="564">
                  <c:v>126</c:v>
                </c:pt>
                <c:pt idx="565">
                  <c:v>166</c:v>
                </c:pt>
                <c:pt idx="566">
                  <c:v>144</c:v>
                </c:pt>
                <c:pt idx="567">
                  <c:v>144</c:v>
                </c:pt>
                <c:pt idx="568">
                  <c:v>160</c:v>
                </c:pt>
                <c:pt idx="569">
                  <c:v>155</c:v>
                </c:pt>
                <c:pt idx="570">
                  <c:v>135</c:v>
                </c:pt>
                <c:pt idx="571">
                  <c:v>167</c:v>
                </c:pt>
                <c:pt idx="572">
                  <c:v>157</c:v>
                </c:pt>
                <c:pt idx="573">
                  <c:v>154</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167</c:v>
                </c:pt>
                <c:pt idx="658">
                  <c:v>150</c:v>
                </c:pt>
                <c:pt idx="659">
                  <c:v>160</c:v>
                </c:pt>
                <c:pt idx="660">
                  <c:v>163</c:v>
                </c:pt>
                <c:pt idx="661">
                  <c:v>150</c:v>
                </c:pt>
                <c:pt idx="662">
                  <c:v>167</c:v>
                </c:pt>
                <c:pt idx="663">
                  <c:v>158</c:v>
                </c:pt>
                <c:pt idx="664">
                  <c:v>148</c:v>
                </c:pt>
                <c:pt idx="665">
                  <c:v>144</c:v>
                </c:pt>
                <c:pt idx="666">
                  <c:v>141</c:v>
                </c:pt>
                <c:pt idx="667">
                  <c:v>158</c:v>
                </c:pt>
                <c:pt idx="668">
                  <c:v>160</c:v>
                </c:pt>
                <c:pt idx="669">
                  <c:v>165</c:v>
                </c:pt>
                <c:pt idx="670">
                  <c:v>139</c:v>
                </c:pt>
                <c:pt idx="671">
                  <c:v>155</c:v>
                </c:pt>
                <c:pt idx="672">
                  <c:v>164</c:v>
                </c:pt>
                <c:pt idx="673">
                  <c:v>152</c:v>
                </c:pt>
                <c:pt idx="674">
                  <c:v>143</c:v>
                </c:pt>
                <c:pt idx="675">
                  <c:v>153</c:v>
                </c:pt>
                <c:pt idx="676">
                  <c:v>132</c:v>
                </c:pt>
                <c:pt idx="677">
                  <c:v>163</c:v>
                </c:pt>
                <c:pt idx="678">
                  <c:v>154</c:v>
                </c:pt>
                <c:pt idx="679">
                  <c:v>159</c:v>
                </c:pt>
                <c:pt idx="680">
                  <c:v>168</c:v>
                </c:pt>
                <c:pt idx="681">
                  <c:v>156</c:v>
                </c:pt>
                <c:pt idx="682">
                  <c:v>153</c:v>
                </c:pt>
                <c:pt idx="683">
                  <c:v>153</c:v>
                </c:pt>
                <c:pt idx="684">
                  <c:v>122</c:v>
                </c:pt>
                <c:pt idx="685">
                  <c:v>156</c:v>
                </c:pt>
                <c:pt idx="686">
                  <c:v>164</c:v>
                </c:pt>
                <c:pt idx="687">
                  <c:v>144</c:v>
                </c:pt>
                <c:pt idx="688">
                  <c:v>140</c:v>
                </c:pt>
                <c:pt idx="689">
                  <c:v>146</c:v>
                </c:pt>
                <c:pt idx="690">
                  <c:v>167</c:v>
                </c:pt>
                <c:pt idx="691">
                  <c:v>162</c:v>
                </c:pt>
                <c:pt idx="692">
                  <c:v>165</c:v>
                </c:pt>
                <c:pt idx="693">
                  <c:v>161</c:v>
                </c:pt>
                <c:pt idx="694">
                  <c:v>169</c:v>
                </c:pt>
                <c:pt idx="695">
                  <c:v>150</c:v>
                </c:pt>
                <c:pt idx="696">
                  <c:v>147</c:v>
                </c:pt>
                <c:pt idx="697">
                  <c:v>126</c:v>
                </c:pt>
                <c:pt idx="698">
                  <c:v>145</c:v>
                </c:pt>
                <c:pt idx="699">
                  <c:v>140</c:v>
                </c:pt>
                <c:pt idx="700">
                  <c:v>143</c:v>
                </c:pt>
                <c:pt idx="701">
                  <c:v>166</c:v>
                </c:pt>
                <c:pt idx="702">
                  <c:v>139</c:v>
                </c:pt>
                <c:pt idx="703">
                  <c:v>121</c:v>
                </c:pt>
                <c:pt idx="704">
                  <c:v>144</c:v>
                </c:pt>
                <c:pt idx="705">
                  <c:v>166</c:v>
                </c:pt>
                <c:pt idx="706">
                  <c:v>142</c:v>
                </c:pt>
                <c:pt idx="707">
                  <c:v>153</c:v>
                </c:pt>
                <c:pt idx="708">
                  <c:v>139</c:v>
                </c:pt>
                <c:pt idx="709">
                  <c:v>167</c:v>
                </c:pt>
                <c:pt idx="710">
                  <c:v>144</c:v>
                </c:pt>
                <c:pt idx="711">
                  <c:v>166</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169</c:v>
                </c:pt>
                <c:pt idx="737">
                  <c:v>169</c:v>
                </c:pt>
                <c:pt idx="738">
                  <c:v>163</c:v>
                </c:pt>
                <c:pt idx="739">
                  <c:v>151</c:v>
                </c:pt>
                <c:pt idx="740">
                  <c:v>125</c:v>
                </c:pt>
                <c:pt idx="741">
                  <c:v>134</c:v>
                </c:pt>
                <c:pt idx="742">
                  <c:v>120</c:v>
                </c:pt>
                <c:pt idx="743">
                  <c:v>169</c:v>
                </c:pt>
                <c:pt idx="744">
                  <c:v>152</c:v>
                </c:pt>
                <c:pt idx="745">
                  <c:v>168</c:v>
                </c:pt>
                <c:pt idx="746">
                  <c:v>138</c:v>
                </c:pt>
                <c:pt idx="747">
                  <c:v>163</c:v>
                </c:pt>
                <c:pt idx="748">
                  <c:v>166</c:v>
                </c:pt>
                <c:pt idx="749">
                  <c:v>156</c:v>
                </c:pt>
                <c:pt idx="750">
                  <c:v>159</c:v>
                </c:pt>
                <c:pt idx="751">
                  <c:v>133</c:v>
                </c:pt>
                <c:pt idx="752">
                  <c:v>150</c:v>
                </c:pt>
                <c:pt idx="753">
                  <c:v>149</c:v>
                </c:pt>
                <c:pt idx="754">
                  <c:v>149</c:v>
                </c:pt>
                <c:pt idx="755">
                  <c:v>152</c:v>
                </c:pt>
                <c:pt idx="756">
                  <c:v>158</c:v>
                </c:pt>
                <c:pt idx="757">
                  <c:v>160</c:v>
                </c:pt>
                <c:pt idx="758">
                  <c:v>145</c:v>
                </c:pt>
                <c:pt idx="759">
                  <c:v>162</c:v>
                </c:pt>
                <c:pt idx="760">
                  <c:v>152</c:v>
                </c:pt>
                <c:pt idx="761">
                  <c:v>156</c:v>
                </c:pt>
                <c:pt idx="762">
                  <c:v>120</c:v>
                </c:pt>
                <c:pt idx="763">
                  <c:v>167</c:v>
                </c:pt>
                <c:pt idx="764">
                  <c:v>162</c:v>
                </c:pt>
                <c:pt idx="765">
                  <c:v>159</c:v>
                </c:pt>
                <c:pt idx="766">
                  <c:v>166</c:v>
                </c:pt>
                <c:pt idx="767">
                  <c:v>169</c:v>
                </c:pt>
                <c:pt idx="768">
                  <c:v>160</c:v>
                </c:pt>
                <c:pt idx="769">
                  <c:v>167</c:v>
                </c:pt>
                <c:pt idx="770">
                  <c:v>157</c:v>
                </c:pt>
                <c:pt idx="771">
                  <c:v>165</c:v>
                </c:pt>
                <c:pt idx="772">
                  <c:v>127</c:v>
                </c:pt>
                <c:pt idx="773">
                  <c:v>161</c:v>
                </c:pt>
                <c:pt idx="774">
                  <c:v>159</c:v>
                </c:pt>
                <c:pt idx="775">
                  <c:v>153</c:v>
                </c:pt>
                <c:pt idx="776">
                  <c:v>168</c:v>
                </c:pt>
                <c:pt idx="777">
                  <c:v>168</c:v>
                </c:pt>
                <c:pt idx="778">
                  <c:v>149</c:v>
                </c:pt>
                <c:pt idx="779">
                  <c:v>138</c:v>
                </c:pt>
                <c:pt idx="780">
                  <c:v>167</c:v>
                </c:pt>
                <c:pt idx="781">
                  <c:v>166</c:v>
                </c:pt>
                <c:pt idx="782">
                  <c:v>134</c:v>
                </c:pt>
                <c:pt idx="783">
                  <c:v>163</c:v>
                </c:pt>
                <c:pt idx="784">
                  <c:v>156</c:v>
                </c:pt>
                <c:pt idx="785">
                  <c:v>155</c:v>
                </c:pt>
                <c:pt idx="786">
                  <c:v>147</c:v>
                </c:pt>
                <c:pt idx="787">
                  <c:v>161</c:v>
                </c:pt>
                <c:pt idx="788">
                  <c:v>160</c:v>
                </c:pt>
                <c:pt idx="789">
                  <c:v>165</c:v>
                </c:pt>
                <c:pt idx="790">
                  <c:v>166</c:v>
                </c:pt>
                <c:pt idx="791">
                  <c:v>169</c:v>
                </c:pt>
                <c:pt idx="792">
                  <c:v>158</c:v>
                </c:pt>
                <c:pt idx="793">
                  <c:v>134</c:v>
                </c:pt>
                <c:pt idx="794">
                  <c:v>169</c:v>
                </c:pt>
                <c:pt idx="795">
                  <c:v>129</c:v>
                </c:pt>
                <c:pt idx="796">
                  <c:v>159</c:v>
                </c:pt>
                <c:pt idx="797">
                  <c:v>159</c:v>
                </c:pt>
                <c:pt idx="798">
                  <c:v>125</c:v>
                </c:pt>
                <c:pt idx="799">
                  <c:v>160</c:v>
                </c:pt>
                <c:pt idx="800">
                  <c:v>157</c:v>
                </c:pt>
                <c:pt idx="801">
                  <c:v>159</c:v>
                </c:pt>
                <c:pt idx="802">
                  <c:v>160</c:v>
                </c:pt>
                <c:pt idx="803">
                  <c:v>166</c:v>
                </c:pt>
                <c:pt idx="804">
                  <c:v>160</c:v>
                </c:pt>
                <c:pt idx="805">
                  <c:v>150</c:v>
                </c:pt>
                <c:pt idx="806">
                  <c:v>130</c:v>
                </c:pt>
                <c:pt idx="807">
                  <c:v>141</c:v>
                </c:pt>
                <c:pt idx="808">
                  <c:v>163</c:v>
                </c:pt>
                <c:pt idx="809">
                  <c:v>167</c:v>
                </c:pt>
                <c:pt idx="810">
                  <c:v>151</c:v>
                </c:pt>
                <c:pt idx="811">
                  <c:v>143</c:v>
                </c:pt>
                <c:pt idx="812">
                  <c:v>162</c:v>
                </c:pt>
                <c:pt idx="813">
                  <c:v>152</c:v>
                </c:pt>
                <c:pt idx="814">
                  <c:v>150</c:v>
                </c:pt>
                <c:pt idx="815">
                  <c:v>152</c:v>
                </c:pt>
                <c:pt idx="816">
                  <c:v>135</c:v>
                </c:pt>
                <c:pt idx="817">
                  <c:v>156</c:v>
                </c:pt>
                <c:pt idx="818">
                  <c:v>152</c:v>
                </c:pt>
                <c:pt idx="819">
                  <c:v>156</c:v>
                </c:pt>
                <c:pt idx="820">
                  <c:v>165</c:v>
                </c:pt>
                <c:pt idx="821">
                  <c:v>167</c:v>
                </c:pt>
                <c:pt idx="822">
                  <c:v>157</c:v>
                </c:pt>
                <c:pt idx="823">
                  <c:v>155</c:v>
                </c:pt>
                <c:pt idx="824">
                  <c:v>161</c:v>
                </c:pt>
                <c:pt idx="825">
                  <c:v>153</c:v>
                </c:pt>
                <c:pt idx="826">
                  <c:v>153</c:v>
                </c:pt>
                <c:pt idx="827">
                  <c:v>163</c:v>
                </c:pt>
                <c:pt idx="828">
                  <c:v>160</c:v>
                </c:pt>
                <c:pt idx="829">
                  <c:v>163</c:v>
                </c:pt>
                <c:pt idx="830">
                  <c:v>140</c:v>
                </c:pt>
                <c:pt idx="831">
                  <c:v>134</c:v>
                </c:pt>
                <c:pt idx="832">
                  <c:v>164</c:v>
                </c:pt>
                <c:pt idx="833">
                  <c:v>122</c:v>
                </c:pt>
                <c:pt idx="834">
                  <c:v>159</c:v>
                </c:pt>
                <c:pt idx="835">
                  <c:v>121</c:v>
                </c:pt>
                <c:pt idx="836">
                  <c:v>158</c:v>
                </c:pt>
                <c:pt idx="837">
                  <c:v>168</c:v>
                </c:pt>
                <c:pt idx="838">
                  <c:v>165</c:v>
                </c:pt>
                <c:pt idx="839">
                  <c:v>155</c:v>
                </c:pt>
                <c:pt idx="840">
                  <c:v>133</c:v>
                </c:pt>
                <c:pt idx="841">
                  <c:v>123</c:v>
                </c:pt>
                <c:pt idx="842">
                  <c:v>154</c:v>
                </c:pt>
                <c:pt idx="843">
                  <c:v>155</c:v>
                </c:pt>
                <c:pt idx="844">
                  <c:v>158</c:v>
                </c:pt>
                <c:pt idx="845">
                  <c:v>127</c:v>
                </c:pt>
                <c:pt idx="846">
                  <c:v>143</c:v>
                </c:pt>
                <c:pt idx="847">
                  <c:v>158</c:v>
                </c:pt>
                <c:pt idx="848">
                  <c:v>146</c:v>
                </c:pt>
                <c:pt idx="849">
                  <c:v>146</c:v>
                </c:pt>
                <c:pt idx="850">
                  <c:v>152</c:v>
                </c:pt>
                <c:pt idx="851">
                  <c:v>155</c:v>
                </c:pt>
                <c:pt idx="852">
                  <c:v>155</c:v>
                </c:pt>
                <c:pt idx="853">
                  <c:v>135</c:v>
                </c:pt>
                <c:pt idx="854">
                  <c:v>165</c:v>
                </c:pt>
                <c:pt idx="855">
                  <c:v>146</c:v>
                </c:pt>
                <c:pt idx="856">
                  <c:v>152</c:v>
                </c:pt>
                <c:pt idx="857">
                  <c:v>134</c:v>
                </c:pt>
                <c:pt idx="858">
                  <c:v>154</c:v>
                </c:pt>
                <c:pt idx="859">
                  <c:v>134</c:v>
                </c:pt>
                <c:pt idx="860">
                  <c:v>146</c:v>
                </c:pt>
                <c:pt idx="861">
                  <c:v>162</c:v>
                </c:pt>
                <c:pt idx="862">
                  <c:v>162</c:v>
                </c:pt>
                <c:pt idx="863">
                  <c:v>164</c:v>
                </c:pt>
                <c:pt idx="864">
                  <c:v>126</c:v>
                </c:pt>
                <c:pt idx="865">
                  <c:v>155</c:v>
                </c:pt>
                <c:pt idx="866">
                  <c:v>130</c:v>
                </c:pt>
                <c:pt idx="867">
                  <c:v>160</c:v>
                </c:pt>
                <c:pt idx="868">
                  <c:v>150</c:v>
                </c:pt>
                <c:pt idx="869">
                  <c:v>160</c:v>
                </c:pt>
                <c:pt idx="870">
                  <c:v>125</c:v>
                </c:pt>
                <c:pt idx="871">
                  <c:v>166</c:v>
                </c:pt>
                <c:pt idx="872">
                  <c:v>140</c:v>
                </c:pt>
                <c:pt idx="873">
                  <c:v>153</c:v>
                </c:pt>
                <c:pt idx="874">
                  <c:v>128</c:v>
                </c:pt>
                <c:pt idx="875">
                  <c:v>161</c:v>
                </c:pt>
                <c:pt idx="876">
                  <c:v>130</c:v>
                </c:pt>
                <c:pt idx="877">
                  <c:v>156</c:v>
                </c:pt>
                <c:pt idx="878">
                  <c:v>125</c:v>
                </c:pt>
                <c:pt idx="879">
                  <c:v>126</c:v>
                </c:pt>
                <c:pt idx="880">
                  <c:v>156</c:v>
                </c:pt>
                <c:pt idx="881">
                  <c:v>123</c:v>
                </c:pt>
                <c:pt idx="882">
                  <c:v>161</c:v>
                </c:pt>
                <c:pt idx="883">
                  <c:v>161</c:v>
                </c:pt>
                <c:pt idx="884">
                  <c:v>149</c:v>
                </c:pt>
                <c:pt idx="885">
                  <c:v>147</c:v>
                </c:pt>
                <c:pt idx="886">
                  <c:v>153</c:v>
                </c:pt>
                <c:pt idx="887">
                  <c:v>165</c:v>
                </c:pt>
                <c:pt idx="888">
                  <c:v>155</c:v>
                </c:pt>
                <c:pt idx="889">
                  <c:v>137</c:v>
                </c:pt>
                <c:pt idx="890">
                  <c:v>136</c:v>
                </c:pt>
                <c:pt idx="891">
                  <c:v>141</c:v>
                </c:pt>
                <c:pt idx="892">
                  <c:v>158</c:v>
                </c:pt>
                <c:pt idx="893">
                  <c:v>156</c:v>
                </c:pt>
                <c:pt idx="894">
                  <c:v>133</c:v>
                </c:pt>
                <c:pt idx="895">
                  <c:v>162</c:v>
                </c:pt>
                <c:pt idx="896">
                  <c:v>144</c:v>
                </c:pt>
                <c:pt idx="897">
                  <c:v>140</c:v>
                </c:pt>
                <c:pt idx="898">
                  <c:v>132</c:v>
                </c:pt>
                <c:pt idx="899">
                  <c:v>120</c:v>
                </c:pt>
                <c:pt idx="900">
                  <c:v>136</c:v>
                </c:pt>
                <c:pt idx="901">
                  <c:v>146</c:v>
                </c:pt>
                <c:pt idx="902">
                  <c:v>153</c:v>
                </c:pt>
                <c:pt idx="903">
                  <c:v>168</c:v>
                </c:pt>
                <c:pt idx="904">
                  <c:v>123</c:v>
                </c:pt>
                <c:pt idx="905">
                  <c:v>167</c:v>
                </c:pt>
                <c:pt idx="906">
                  <c:v>127</c:v>
                </c:pt>
                <c:pt idx="907">
                  <c:v>146</c:v>
                </c:pt>
                <c:pt idx="908">
                  <c:v>158</c:v>
                </c:pt>
                <c:pt idx="909">
                  <c:v>136</c:v>
                </c:pt>
                <c:pt idx="910">
                  <c:v>152</c:v>
                </c:pt>
                <c:pt idx="911">
                  <c:v>127</c:v>
                </c:pt>
                <c:pt idx="912">
                  <c:v>160</c:v>
                </c:pt>
                <c:pt idx="913">
                  <c:v>151</c:v>
                </c:pt>
                <c:pt idx="914">
                  <c:v>132</c:v>
                </c:pt>
                <c:pt idx="915">
                  <c:v>161</c:v>
                </c:pt>
                <c:pt idx="916">
                  <c:v>145</c:v>
                </c:pt>
                <c:pt idx="917">
                  <c:v>130</c:v>
                </c:pt>
                <c:pt idx="918">
                  <c:v>136</c:v>
                </c:pt>
                <c:pt idx="919">
                  <c:v>156</c:v>
                </c:pt>
                <c:pt idx="920">
                  <c:v>161</c:v>
                </c:pt>
                <c:pt idx="921">
                  <c:v>169</c:v>
                </c:pt>
                <c:pt idx="922">
                  <c:v>160</c:v>
                </c:pt>
                <c:pt idx="923">
                  <c:v>121</c:v>
                </c:pt>
                <c:pt idx="924">
                  <c:v>135</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169</c:v>
                </c:pt>
                <c:pt idx="962">
                  <c:v>150</c:v>
                </c:pt>
                <c:pt idx="963">
                  <c:v>167</c:v>
                </c:pt>
                <c:pt idx="964">
                  <c:v>148</c:v>
                </c:pt>
                <c:pt idx="965">
                  <c:v>149</c:v>
                </c:pt>
                <c:pt idx="966">
                  <c:v>169</c:v>
                </c:pt>
                <c:pt idx="967">
                  <c:v>146</c:v>
                </c:pt>
                <c:pt idx="968">
                  <c:v>157</c:v>
                </c:pt>
                <c:pt idx="969">
                  <c:v>167</c:v>
                </c:pt>
                <c:pt idx="970">
                  <c:v>168</c:v>
                </c:pt>
                <c:pt idx="971">
                  <c:v>167</c:v>
                </c:pt>
                <c:pt idx="972">
                  <c:v>168</c:v>
                </c:pt>
              </c:numCache>
            </c:numRef>
          </c:xVal>
          <c:yVal>
            <c:numRef>
              <c:f>'Sub-Dataset'!$BU$2:$BU$974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163</c:v>
                </c:pt>
                <c:pt idx="295">
                  <c:v>173</c:v>
                </c:pt>
                <c:pt idx="296">
                  <c:v>168</c:v>
                </c:pt>
                <c:pt idx="297">
                  <c:v>0</c:v>
                </c:pt>
                <c:pt idx="298">
                  <c:v>161</c:v>
                </c:pt>
                <c:pt idx="299">
                  <c:v>0</c:v>
                </c:pt>
                <c:pt idx="300">
                  <c:v>0</c:v>
                </c:pt>
                <c:pt idx="301">
                  <c:v>0</c:v>
                </c:pt>
                <c:pt idx="302">
                  <c:v>0</c:v>
                </c:pt>
                <c:pt idx="303">
                  <c:v>161</c:v>
                </c:pt>
                <c:pt idx="304">
                  <c:v>161</c:v>
                </c:pt>
                <c:pt idx="305">
                  <c:v>165</c:v>
                </c:pt>
                <c:pt idx="306">
                  <c:v>172</c:v>
                </c:pt>
                <c:pt idx="307">
                  <c:v>163</c:v>
                </c:pt>
                <c:pt idx="308">
                  <c:v>0</c:v>
                </c:pt>
                <c:pt idx="309">
                  <c:v>0</c:v>
                </c:pt>
                <c:pt idx="310">
                  <c:v>0</c:v>
                </c:pt>
                <c:pt idx="311">
                  <c:v>0</c:v>
                </c:pt>
                <c:pt idx="312">
                  <c:v>0</c:v>
                </c:pt>
                <c:pt idx="313">
                  <c:v>0</c:v>
                </c:pt>
                <c:pt idx="314">
                  <c:v>162</c:v>
                </c:pt>
                <c:pt idx="315">
                  <c:v>162</c:v>
                </c:pt>
                <c:pt idx="316">
                  <c:v>0</c:v>
                </c:pt>
                <c:pt idx="317">
                  <c:v>0</c:v>
                </c:pt>
                <c:pt idx="318">
                  <c:v>0</c:v>
                </c:pt>
                <c:pt idx="319">
                  <c:v>167</c:v>
                </c:pt>
                <c:pt idx="320">
                  <c:v>164</c:v>
                </c:pt>
                <c:pt idx="321">
                  <c:v>161</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170</c:v>
                </c:pt>
                <c:pt idx="432">
                  <c:v>169</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166</c:v>
                </c:pt>
                <c:pt idx="555">
                  <c:v>170</c:v>
                </c:pt>
                <c:pt idx="556">
                  <c:v>172</c:v>
                </c:pt>
                <c:pt idx="557">
                  <c:v>162</c:v>
                </c:pt>
                <c:pt idx="558">
                  <c:v>170</c:v>
                </c:pt>
                <c:pt idx="559">
                  <c:v>0</c:v>
                </c:pt>
                <c:pt idx="560">
                  <c:v>169</c:v>
                </c:pt>
                <c:pt idx="561">
                  <c:v>167</c:v>
                </c:pt>
                <c:pt idx="562">
                  <c:v>170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164</c:v>
                </c:pt>
                <c:pt idx="662">
                  <c:v>160</c:v>
                </c:pt>
                <c:pt idx="663">
                  <c:v>162</c:v>
                </c:pt>
                <c:pt idx="664">
                  <c:v>0</c:v>
                </c:pt>
                <c:pt idx="665">
                  <c:v>160</c:v>
                </c:pt>
                <c:pt idx="666">
                  <c:v>160</c:v>
                </c:pt>
                <c:pt idx="667">
                  <c:v>0</c:v>
                </c:pt>
                <c:pt idx="668">
                  <c:v>0</c:v>
                </c:pt>
                <c:pt idx="669">
                  <c:v>170</c:v>
                </c:pt>
                <c:pt idx="670">
                  <c:v>161</c:v>
                </c:pt>
                <c:pt idx="671">
                  <c:v>160</c:v>
                </c:pt>
                <c:pt idx="672">
                  <c:v>168</c:v>
                </c:pt>
                <c:pt idx="673">
                  <c:v>0</c:v>
                </c:pt>
                <c:pt idx="674">
                  <c:v>0</c:v>
                </c:pt>
                <c:pt idx="675">
                  <c:v>174</c:v>
                </c:pt>
                <c:pt idx="676">
                  <c:v>163</c:v>
                </c:pt>
                <c:pt idx="677">
                  <c:v>167</c:v>
                </c:pt>
                <c:pt idx="678">
                  <c:v>0</c:v>
                </c:pt>
                <c:pt idx="679">
                  <c:v>0</c:v>
                </c:pt>
                <c:pt idx="680">
                  <c:v>168</c:v>
                </c:pt>
                <c:pt idx="681">
                  <c:v>0</c:v>
                </c:pt>
                <c:pt idx="682">
                  <c:v>0</c:v>
                </c:pt>
                <c:pt idx="683">
                  <c:v>0</c:v>
                </c:pt>
                <c:pt idx="684">
                  <c:v>165</c:v>
                </c:pt>
                <c:pt idx="685">
                  <c:v>170</c:v>
                </c:pt>
                <c:pt idx="686">
                  <c:v>0</c:v>
                </c:pt>
                <c:pt idx="687">
                  <c:v>166</c:v>
                </c:pt>
                <c:pt idx="688">
                  <c:v>169</c:v>
                </c:pt>
                <c:pt idx="689">
                  <c:v>166</c:v>
                </c:pt>
                <c:pt idx="690">
                  <c:v>0</c:v>
                </c:pt>
                <c:pt idx="691">
                  <c:v>0</c:v>
                </c:pt>
                <c:pt idx="692">
                  <c:v>0</c:v>
                </c:pt>
                <c:pt idx="693">
                  <c:v>163</c:v>
                </c:pt>
                <c:pt idx="694">
                  <c:v>164</c:v>
                </c:pt>
                <c:pt idx="695">
                  <c:v>175</c:v>
                </c:pt>
                <c:pt idx="696">
                  <c:v>161</c:v>
                </c:pt>
                <c:pt idx="697">
                  <c:v>162</c:v>
                </c:pt>
                <c:pt idx="698">
                  <c:v>160</c:v>
                </c:pt>
                <c:pt idx="699">
                  <c:v>161</c:v>
                </c:pt>
                <c:pt idx="700">
                  <c:v>164</c:v>
                </c:pt>
                <c:pt idx="701">
                  <c:v>0</c:v>
                </c:pt>
                <c:pt idx="702">
                  <c:v>164</c:v>
                </c:pt>
                <c:pt idx="703">
                  <c:v>161</c:v>
                </c:pt>
                <c:pt idx="704">
                  <c:v>0</c:v>
                </c:pt>
                <c:pt idx="705">
                  <c:v>169</c:v>
                </c:pt>
                <c:pt idx="706">
                  <c:v>166</c:v>
                </c:pt>
                <c:pt idx="707">
                  <c:v>161</c:v>
                </c:pt>
                <c:pt idx="708">
                  <c:v>162</c:v>
                </c:pt>
                <c:pt idx="709">
                  <c:v>0</c:v>
                </c:pt>
                <c:pt idx="710">
                  <c:v>169</c:v>
                </c:pt>
                <c:pt idx="711">
                  <c:v>0</c:v>
                </c:pt>
                <c:pt idx="712">
                  <c:v>0</c:v>
                </c:pt>
                <c:pt idx="713">
                  <c:v>165</c:v>
                </c:pt>
                <c:pt idx="714">
                  <c:v>0</c:v>
                </c:pt>
                <c:pt idx="715">
                  <c:v>161</c:v>
                </c:pt>
                <c:pt idx="716">
                  <c:v>174</c:v>
                </c:pt>
                <c:pt idx="717">
                  <c:v>0</c:v>
                </c:pt>
                <c:pt idx="718">
                  <c:v>0</c:v>
                </c:pt>
                <c:pt idx="719">
                  <c:v>166</c:v>
                </c:pt>
                <c:pt idx="720">
                  <c:v>0</c:v>
                </c:pt>
                <c:pt idx="721">
                  <c:v>162</c:v>
                </c:pt>
                <c:pt idx="722">
                  <c:v>0</c:v>
                </c:pt>
                <c:pt idx="723">
                  <c:v>0</c:v>
                </c:pt>
                <c:pt idx="724">
                  <c:v>0</c:v>
                </c:pt>
                <c:pt idx="725">
                  <c:v>0</c:v>
                </c:pt>
                <c:pt idx="726">
                  <c:v>167</c:v>
                </c:pt>
                <c:pt idx="727">
                  <c:v>168</c:v>
                </c:pt>
                <c:pt idx="728">
                  <c:v>0</c:v>
                </c:pt>
                <c:pt idx="729">
                  <c:v>167</c:v>
                </c:pt>
                <c:pt idx="730">
                  <c:v>0</c:v>
                </c:pt>
                <c:pt idx="731">
                  <c:v>0</c:v>
                </c:pt>
                <c:pt idx="732">
                  <c:v>0</c:v>
                </c:pt>
                <c:pt idx="733">
                  <c:v>170</c:v>
                </c:pt>
                <c:pt idx="734">
                  <c:v>0</c:v>
                </c:pt>
                <c:pt idx="735">
                  <c:v>164</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169</c:v>
                </c:pt>
                <c:pt idx="910">
                  <c:v>0</c:v>
                </c:pt>
                <c:pt idx="911">
                  <c:v>175</c:v>
                </c:pt>
                <c:pt idx="912">
                  <c:v>167</c:v>
                </c:pt>
                <c:pt idx="913">
                  <c:v>161</c:v>
                </c:pt>
                <c:pt idx="914">
                  <c:v>164</c:v>
                </c:pt>
                <c:pt idx="915">
                  <c:v>0</c:v>
                </c:pt>
                <c:pt idx="916">
                  <c:v>167</c:v>
                </c:pt>
                <c:pt idx="917">
                  <c:v>170</c:v>
                </c:pt>
                <c:pt idx="918">
                  <c:v>161</c:v>
                </c:pt>
                <c:pt idx="919">
                  <c:v>170</c:v>
                </c:pt>
                <c:pt idx="920">
                  <c:v>0</c:v>
                </c:pt>
                <c:pt idx="921">
                  <c:v>0</c:v>
                </c:pt>
                <c:pt idx="922">
                  <c:v>167</c:v>
                </c:pt>
                <c:pt idx="923">
                  <c:v>163</c:v>
                </c:pt>
                <c:pt idx="924">
                  <c:v>162</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3A2B-4818-92E8-F304E8750931}"/>
            </c:ext>
          </c:extLst>
        </c:ser>
        <c:ser>
          <c:idx val="1"/>
          <c:order val="1"/>
          <c:tx>
            <c:strRef>
              <c:f>'Sub-Dataset'!$BV$1</c:f>
              <c:strCache>
                <c:ptCount val="1"/>
                <c:pt idx="0">
                  <c:v>High</c:v>
                </c:pt>
              </c:strCache>
            </c:strRef>
          </c:tx>
          <c:spPr>
            <a:ln w="19050" cap="rnd">
              <a:noFill/>
              <a:round/>
            </a:ln>
            <a:effectLst/>
          </c:spPr>
          <c:marker>
            <c:symbol val="circle"/>
            <c:size val="3"/>
            <c:spPr>
              <a:solidFill>
                <a:schemeClr val="accent4">
                  <a:lumMod val="75000"/>
                </a:schemeClr>
              </a:solidFill>
              <a:ln w="9525">
                <a:noFill/>
              </a:ln>
              <a:effectLst/>
            </c:spPr>
          </c:marker>
          <c:xVal>
            <c:numRef>
              <c:f>'Sub-Dataset'!$BT$2:$BT$974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162</c:v>
                </c:pt>
                <c:pt idx="323">
                  <c:v>132</c:v>
                </c:pt>
                <c:pt idx="324">
                  <c:v>144</c:v>
                </c:pt>
                <c:pt idx="325">
                  <c:v>151</c:v>
                </c:pt>
                <c:pt idx="326">
                  <c:v>162</c:v>
                </c:pt>
                <c:pt idx="327">
                  <c:v>155</c:v>
                </c:pt>
                <c:pt idx="328">
                  <c:v>161</c:v>
                </c:pt>
                <c:pt idx="329">
                  <c:v>146</c:v>
                </c:pt>
                <c:pt idx="330">
                  <c:v>159</c:v>
                </c:pt>
                <c:pt idx="331">
                  <c:v>130</c:v>
                </c:pt>
                <c:pt idx="332">
                  <c:v>129</c:v>
                </c:pt>
                <c:pt idx="333">
                  <c:v>142</c:v>
                </c:pt>
                <c:pt idx="334">
                  <c:v>156</c:v>
                </c:pt>
                <c:pt idx="335">
                  <c:v>163</c:v>
                </c:pt>
                <c:pt idx="336">
                  <c:v>145</c:v>
                </c:pt>
                <c:pt idx="337">
                  <c:v>131</c:v>
                </c:pt>
                <c:pt idx="338">
                  <c:v>128</c:v>
                </c:pt>
                <c:pt idx="339">
                  <c:v>165</c:v>
                </c:pt>
                <c:pt idx="340">
                  <c:v>130</c:v>
                </c:pt>
                <c:pt idx="341">
                  <c:v>134</c:v>
                </c:pt>
                <c:pt idx="342">
                  <c:v>137</c:v>
                </c:pt>
                <c:pt idx="343">
                  <c:v>153</c:v>
                </c:pt>
                <c:pt idx="344">
                  <c:v>167</c:v>
                </c:pt>
                <c:pt idx="345">
                  <c:v>132</c:v>
                </c:pt>
                <c:pt idx="346">
                  <c:v>151</c:v>
                </c:pt>
                <c:pt idx="347">
                  <c:v>165</c:v>
                </c:pt>
                <c:pt idx="348">
                  <c:v>161</c:v>
                </c:pt>
                <c:pt idx="349">
                  <c:v>149</c:v>
                </c:pt>
                <c:pt idx="350">
                  <c:v>148</c:v>
                </c:pt>
                <c:pt idx="351">
                  <c:v>153</c:v>
                </c:pt>
                <c:pt idx="352">
                  <c:v>152</c:v>
                </c:pt>
                <c:pt idx="353">
                  <c:v>133</c:v>
                </c:pt>
                <c:pt idx="354">
                  <c:v>165</c:v>
                </c:pt>
                <c:pt idx="355">
                  <c:v>151</c:v>
                </c:pt>
                <c:pt idx="356">
                  <c:v>128</c:v>
                </c:pt>
                <c:pt idx="357">
                  <c:v>165</c:v>
                </c:pt>
                <c:pt idx="358">
                  <c:v>168</c:v>
                </c:pt>
                <c:pt idx="359">
                  <c:v>153</c:v>
                </c:pt>
                <c:pt idx="360">
                  <c:v>161</c:v>
                </c:pt>
                <c:pt idx="361">
                  <c:v>121</c:v>
                </c:pt>
                <c:pt idx="362">
                  <c:v>157</c:v>
                </c:pt>
                <c:pt idx="363">
                  <c:v>169</c:v>
                </c:pt>
                <c:pt idx="364">
                  <c:v>157</c:v>
                </c:pt>
                <c:pt idx="365">
                  <c:v>154</c:v>
                </c:pt>
                <c:pt idx="366">
                  <c:v>138</c:v>
                </c:pt>
                <c:pt idx="367">
                  <c:v>162</c:v>
                </c:pt>
                <c:pt idx="368">
                  <c:v>158</c:v>
                </c:pt>
                <c:pt idx="369">
                  <c:v>142</c:v>
                </c:pt>
                <c:pt idx="370">
                  <c:v>152</c:v>
                </c:pt>
                <c:pt idx="371">
                  <c:v>155</c:v>
                </c:pt>
                <c:pt idx="372">
                  <c:v>168</c:v>
                </c:pt>
                <c:pt idx="373">
                  <c:v>151</c:v>
                </c:pt>
                <c:pt idx="374">
                  <c:v>155</c:v>
                </c:pt>
                <c:pt idx="375">
                  <c:v>168</c:v>
                </c:pt>
                <c:pt idx="376">
                  <c:v>166</c:v>
                </c:pt>
                <c:pt idx="377">
                  <c:v>142</c:v>
                </c:pt>
                <c:pt idx="378">
                  <c:v>120</c:v>
                </c:pt>
                <c:pt idx="379">
                  <c:v>156</c:v>
                </c:pt>
                <c:pt idx="380">
                  <c:v>147</c:v>
                </c:pt>
                <c:pt idx="381">
                  <c:v>150</c:v>
                </c:pt>
                <c:pt idx="382">
                  <c:v>157</c:v>
                </c:pt>
                <c:pt idx="383">
                  <c:v>167</c:v>
                </c:pt>
                <c:pt idx="384">
                  <c:v>164</c:v>
                </c:pt>
                <c:pt idx="385">
                  <c:v>133</c:v>
                </c:pt>
                <c:pt idx="386">
                  <c:v>127</c:v>
                </c:pt>
                <c:pt idx="387">
                  <c:v>163</c:v>
                </c:pt>
                <c:pt idx="388">
                  <c:v>130</c:v>
                </c:pt>
                <c:pt idx="389">
                  <c:v>153</c:v>
                </c:pt>
                <c:pt idx="390">
                  <c:v>144</c:v>
                </c:pt>
                <c:pt idx="391">
                  <c:v>132</c:v>
                </c:pt>
                <c:pt idx="392">
                  <c:v>149</c:v>
                </c:pt>
                <c:pt idx="393">
                  <c:v>168</c:v>
                </c:pt>
                <c:pt idx="394">
                  <c:v>168</c:v>
                </c:pt>
                <c:pt idx="395">
                  <c:v>166</c:v>
                </c:pt>
                <c:pt idx="396">
                  <c:v>149</c:v>
                </c:pt>
                <c:pt idx="397">
                  <c:v>168</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165</c:v>
                </c:pt>
                <c:pt idx="435">
                  <c:v>144</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163</c:v>
                </c:pt>
                <c:pt idx="564">
                  <c:v>126</c:v>
                </c:pt>
                <c:pt idx="565">
                  <c:v>166</c:v>
                </c:pt>
                <c:pt idx="566">
                  <c:v>144</c:v>
                </c:pt>
                <c:pt idx="567">
                  <c:v>144</c:v>
                </c:pt>
                <c:pt idx="568">
                  <c:v>160</c:v>
                </c:pt>
                <c:pt idx="569">
                  <c:v>155</c:v>
                </c:pt>
                <c:pt idx="570">
                  <c:v>135</c:v>
                </c:pt>
                <c:pt idx="571">
                  <c:v>167</c:v>
                </c:pt>
                <c:pt idx="572">
                  <c:v>157</c:v>
                </c:pt>
                <c:pt idx="573">
                  <c:v>154</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167</c:v>
                </c:pt>
                <c:pt idx="658">
                  <c:v>150</c:v>
                </c:pt>
                <c:pt idx="659">
                  <c:v>160</c:v>
                </c:pt>
                <c:pt idx="660">
                  <c:v>163</c:v>
                </c:pt>
                <c:pt idx="661">
                  <c:v>150</c:v>
                </c:pt>
                <c:pt idx="662">
                  <c:v>167</c:v>
                </c:pt>
                <c:pt idx="663">
                  <c:v>158</c:v>
                </c:pt>
                <c:pt idx="664">
                  <c:v>148</c:v>
                </c:pt>
                <c:pt idx="665">
                  <c:v>144</c:v>
                </c:pt>
                <c:pt idx="666">
                  <c:v>141</c:v>
                </c:pt>
                <c:pt idx="667">
                  <c:v>158</c:v>
                </c:pt>
                <c:pt idx="668">
                  <c:v>160</c:v>
                </c:pt>
                <c:pt idx="669">
                  <c:v>165</c:v>
                </c:pt>
                <c:pt idx="670">
                  <c:v>139</c:v>
                </c:pt>
                <c:pt idx="671">
                  <c:v>155</c:v>
                </c:pt>
                <c:pt idx="672">
                  <c:v>164</c:v>
                </c:pt>
                <c:pt idx="673">
                  <c:v>152</c:v>
                </c:pt>
                <c:pt idx="674">
                  <c:v>143</c:v>
                </c:pt>
                <c:pt idx="675">
                  <c:v>153</c:v>
                </c:pt>
                <c:pt idx="676">
                  <c:v>132</c:v>
                </c:pt>
                <c:pt idx="677">
                  <c:v>163</c:v>
                </c:pt>
                <c:pt idx="678">
                  <c:v>154</c:v>
                </c:pt>
                <c:pt idx="679">
                  <c:v>159</c:v>
                </c:pt>
                <c:pt idx="680">
                  <c:v>168</c:v>
                </c:pt>
                <c:pt idx="681">
                  <c:v>156</c:v>
                </c:pt>
                <c:pt idx="682">
                  <c:v>153</c:v>
                </c:pt>
                <c:pt idx="683">
                  <c:v>153</c:v>
                </c:pt>
                <c:pt idx="684">
                  <c:v>122</c:v>
                </c:pt>
                <c:pt idx="685">
                  <c:v>156</c:v>
                </c:pt>
                <c:pt idx="686">
                  <c:v>164</c:v>
                </c:pt>
                <c:pt idx="687">
                  <c:v>144</c:v>
                </c:pt>
                <c:pt idx="688">
                  <c:v>140</c:v>
                </c:pt>
                <c:pt idx="689">
                  <c:v>146</c:v>
                </c:pt>
                <c:pt idx="690">
                  <c:v>167</c:v>
                </c:pt>
                <c:pt idx="691">
                  <c:v>162</c:v>
                </c:pt>
                <c:pt idx="692">
                  <c:v>165</c:v>
                </c:pt>
                <c:pt idx="693">
                  <c:v>161</c:v>
                </c:pt>
                <c:pt idx="694">
                  <c:v>169</c:v>
                </c:pt>
                <c:pt idx="695">
                  <c:v>150</c:v>
                </c:pt>
                <c:pt idx="696">
                  <c:v>147</c:v>
                </c:pt>
                <c:pt idx="697">
                  <c:v>126</c:v>
                </c:pt>
                <c:pt idx="698">
                  <c:v>145</c:v>
                </c:pt>
                <c:pt idx="699">
                  <c:v>140</c:v>
                </c:pt>
                <c:pt idx="700">
                  <c:v>143</c:v>
                </c:pt>
                <c:pt idx="701">
                  <c:v>166</c:v>
                </c:pt>
                <c:pt idx="702">
                  <c:v>139</c:v>
                </c:pt>
                <c:pt idx="703">
                  <c:v>121</c:v>
                </c:pt>
                <c:pt idx="704">
                  <c:v>144</c:v>
                </c:pt>
                <c:pt idx="705">
                  <c:v>166</c:v>
                </c:pt>
                <c:pt idx="706">
                  <c:v>142</c:v>
                </c:pt>
                <c:pt idx="707">
                  <c:v>153</c:v>
                </c:pt>
                <c:pt idx="708">
                  <c:v>139</c:v>
                </c:pt>
                <c:pt idx="709">
                  <c:v>167</c:v>
                </c:pt>
                <c:pt idx="710">
                  <c:v>144</c:v>
                </c:pt>
                <c:pt idx="711">
                  <c:v>166</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169</c:v>
                </c:pt>
                <c:pt idx="737">
                  <c:v>169</c:v>
                </c:pt>
                <c:pt idx="738">
                  <c:v>163</c:v>
                </c:pt>
                <c:pt idx="739">
                  <c:v>151</c:v>
                </c:pt>
                <c:pt idx="740">
                  <c:v>125</c:v>
                </c:pt>
                <c:pt idx="741">
                  <c:v>134</c:v>
                </c:pt>
                <c:pt idx="742">
                  <c:v>120</c:v>
                </c:pt>
                <c:pt idx="743">
                  <c:v>169</c:v>
                </c:pt>
                <c:pt idx="744">
                  <c:v>152</c:v>
                </c:pt>
                <c:pt idx="745">
                  <c:v>168</c:v>
                </c:pt>
                <c:pt idx="746">
                  <c:v>138</c:v>
                </c:pt>
                <c:pt idx="747">
                  <c:v>163</c:v>
                </c:pt>
                <c:pt idx="748">
                  <c:v>166</c:v>
                </c:pt>
                <c:pt idx="749">
                  <c:v>156</c:v>
                </c:pt>
                <c:pt idx="750">
                  <c:v>159</c:v>
                </c:pt>
                <c:pt idx="751">
                  <c:v>133</c:v>
                </c:pt>
                <c:pt idx="752">
                  <c:v>150</c:v>
                </c:pt>
                <c:pt idx="753">
                  <c:v>149</c:v>
                </c:pt>
                <c:pt idx="754">
                  <c:v>149</c:v>
                </c:pt>
                <c:pt idx="755">
                  <c:v>152</c:v>
                </c:pt>
                <c:pt idx="756">
                  <c:v>158</c:v>
                </c:pt>
                <c:pt idx="757">
                  <c:v>160</c:v>
                </c:pt>
                <c:pt idx="758">
                  <c:v>145</c:v>
                </c:pt>
                <c:pt idx="759">
                  <c:v>162</c:v>
                </c:pt>
                <c:pt idx="760">
                  <c:v>152</c:v>
                </c:pt>
                <c:pt idx="761">
                  <c:v>156</c:v>
                </c:pt>
                <c:pt idx="762">
                  <c:v>120</c:v>
                </c:pt>
                <c:pt idx="763">
                  <c:v>167</c:v>
                </c:pt>
                <c:pt idx="764">
                  <c:v>162</c:v>
                </c:pt>
                <c:pt idx="765">
                  <c:v>159</c:v>
                </c:pt>
                <c:pt idx="766">
                  <c:v>166</c:v>
                </c:pt>
                <c:pt idx="767">
                  <c:v>169</c:v>
                </c:pt>
                <c:pt idx="768">
                  <c:v>160</c:v>
                </c:pt>
                <c:pt idx="769">
                  <c:v>167</c:v>
                </c:pt>
                <c:pt idx="770">
                  <c:v>157</c:v>
                </c:pt>
                <c:pt idx="771">
                  <c:v>165</c:v>
                </c:pt>
                <c:pt idx="772">
                  <c:v>127</c:v>
                </c:pt>
                <c:pt idx="773">
                  <c:v>161</c:v>
                </c:pt>
                <c:pt idx="774">
                  <c:v>159</c:v>
                </c:pt>
                <c:pt idx="775">
                  <c:v>153</c:v>
                </c:pt>
                <c:pt idx="776">
                  <c:v>168</c:v>
                </c:pt>
                <c:pt idx="777">
                  <c:v>168</c:v>
                </c:pt>
                <c:pt idx="778">
                  <c:v>149</c:v>
                </c:pt>
                <c:pt idx="779">
                  <c:v>138</c:v>
                </c:pt>
                <c:pt idx="780">
                  <c:v>167</c:v>
                </c:pt>
                <c:pt idx="781">
                  <c:v>166</c:v>
                </c:pt>
                <c:pt idx="782">
                  <c:v>134</c:v>
                </c:pt>
                <c:pt idx="783">
                  <c:v>163</c:v>
                </c:pt>
                <c:pt idx="784">
                  <c:v>156</c:v>
                </c:pt>
                <c:pt idx="785">
                  <c:v>155</c:v>
                </c:pt>
                <c:pt idx="786">
                  <c:v>147</c:v>
                </c:pt>
                <c:pt idx="787">
                  <c:v>161</c:v>
                </c:pt>
                <c:pt idx="788">
                  <c:v>160</c:v>
                </c:pt>
                <c:pt idx="789">
                  <c:v>165</c:v>
                </c:pt>
                <c:pt idx="790">
                  <c:v>166</c:v>
                </c:pt>
                <c:pt idx="791">
                  <c:v>169</c:v>
                </c:pt>
                <c:pt idx="792">
                  <c:v>158</c:v>
                </c:pt>
                <c:pt idx="793">
                  <c:v>134</c:v>
                </c:pt>
                <c:pt idx="794">
                  <c:v>169</c:v>
                </c:pt>
                <c:pt idx="795">
                  <c:v>129</c:v>
                </c:pt>
                <c:pt idx="796">
                  <c:v>159</c:v>
                </c:pt>
                <c:pt idx="797">
                  <c:v>159</c:v>
                </c:pt>
                <c:pt idx="798">
                  <c:v>125</c:v>
                </c:pt>
                <c:pt idx="799">
                  <c:v>160</c:v>
                </c:pt>
                <c:pt idx="800">
                  <c:v>157</c:v>
                </c:pt>
                <c:pt idx="801">
                  <c:v>159</c:v>
                </c:pt>
                <c:pt idx="802">
                  <c:v>160</c:v>
                </c:pt>
                <c:pt idx="803">
                  <c:v>166</c:v>
                </c:pt>
                <c:pt idx="804">
                  <c:v>160</c:v>
                </c:pt>
                <c:pt idx="805">
                  <c:v>150</c:v>
                </c:pt>
                <c:pt idx="806">
                  <c:v>130</c:v>
                </c:pt>
                <c:pt idx="807">
                  <c:v>141</c:v>
                </c:pt>
                <c:pt idx="808">
                  <c:v>163</c:v>
                </c:pt>
                <c:pt idx="809">
                  <c:v>167</c:v>
                </c:pt>
                <c:pt idx="810">
                  <c:v>151</c:v>
                </c:pt>
                <c:pt idx="811">
                  <c:v>143</c:v>
                </c:pt>
                <c:pt idx="812">
                  <c:v>162</c:v>
                </c:pt>
                <c:pt idx="813">
                  <c:v>152</c:v>
                </c:pt>
                <c:pt idx="814">
                  <c:v>150</c:v>
                </c:pt>
                <c:pt idx="815">
                  <c:v>152</c:v>
                </c:pt>
                <c:pt idx="816">
                  <c:v>135</c:v>
                </c:pt>
                <c:pt idx="817">
                  <c:v>156</c:v>
                </c:pt>
                <c:pt idx="818">
                  <c:v>152</c:v>
                </c:pt>
                <c:pt idx="819">
                  <c:v>156</c:v>
                </c:pt>
                <c:pt idx="820">
                  <c:v>165</c:v>
                </c:pt>
                <c:pt idx="821">
                  <c:v>167</c:v>
                </c:pt>
                <c:pt idx="822">
                  <c:v>157</c:v>
                </c:pt>
                <c:pt idx="823">
                  <c:v>155</c:v>
                </c:pt>
                <c:pt idx="824">
                  <c:v>161</c:v>
                </c:pt>
                <c:pt idx="825">
                  <c:v>153</c:v>
                </c:pt>
                <c:pt idx="826">
                  <c:v>153</c:v>
                </c:pt>
                <c:pt idx="827">
                  <c:v>163</c:v>
                </c:pt>
                <c:pt idx="828">
                  <c:v>160</c:v>
                </c:pt>
                <c:pt idx="829">
                  <c:v>163</c:v>
                </c:pt>
                <c:pt idx="830">
                  <c:v>140</c:v>
                </c:pt>
                <c:pt idx="831">
                  <c:v>134</c:v>
                </c:pt>
                <c:pt idx="832">
                  <c:v>164</c:v>
                </c:pt>
                <c:pt idx="833">
                  <c:v>122</c:v>
                </c:pt>
                <c:pt idx="834">
                  <c:v>159</c:v>
                </c:pt>
                <c:pt idx="835">
                  <c:v>121</c:v>
                </c:pt>
                <c:pt idx="836">
                  <c:v>158</c:v>
                </c:pt>
                <c:pt idx="837">
                  <c:v>168</c:v>
                </c:pt>
                <c:pt idx="838">
                  <c:v>165</c:v>
                </c:pt>
                <c:pt idx="839">
                  <c:v>155</c:v>
                </c:pt>
                <c:pt idx="840">
                  <c:v>133</c:v>
                </c:pt>
                <c:pt idx="841">
                  <c:v>123</c:v>
                </c:pt>
                <c:pt idx="842">
                  <c:v>154</c:v>
                </c:pt>
                <c:pt idx="843">
                  <c:v>155</c:v>
                </c:pt>
                <c:pt idx="844">
                  <c:v>158</c:v>
                </c:pt>
                <c:pt idx="845">
                  <c:v>127</c:v>
                </c:pt>
                <c:pt idx="846">
                  <c:v>143</c:v>
                </c:pt>
                <c:pt idx="847">
                  <c:v>158</c:v>
                </c:pt>
                <c:pt idx="848">
                  <c:v>146</c:v>
                </c:pt>
                <c:pt idx="849">
                  <c:v>146</c:v>
                </c:pt>
                <c:pt idx="850">
                  <c:v>152</c:v>
                </c:pt>
                <c:pt idx="851">
                  <c:v>155</c:v>
                </c:pt>
                <c:pt idx="852">
                  <c:v>155</c:v>
                </c:pt>
                <c:pt idx="853">
                  <c:v>135</c:v>
                </c:pt>
                <c:pt idx="854">
                  <c:v>165</c:v>
                </c:pt>
                <c:pt idx="855">
                  <c:v>146</c:v>
                </c:pt>
                <c:pt idx="856">
                  <c:v>152</c:v>
                </c:pt>
                <c:pt idx="857">
                  <c:v>134</c:v>
                </c:pt>
                <c:pt idx="858">
                  <c:v>154</c:v>
                </c:pt>
                <c:pt idx="859">
                  <c:v>134</c:v>
                </c:pt>
                <c:pt idx="860">
                  <c:v>146</c:v>
                </c:pt>
                <c:pt idx="861">
                  <c:v>162</c:v>
                </c:pt>
                <c:pt idx="862">
                  <c:v>162</c:v>
                </c:pt>
                <c:pt idx="863">
                  <c:v>164</c:v>
                </c:pt>
                <c:pt idx="864">
                  <c:v>126</c:v>
                </c:pt>
                <c:pt idx="865">
                  <c:v>155</c:v>
                </c:pt>
                <c:pt idx="866">
                  <c:v>130</c:v>
                </c:pt>
                <c:pt idx="867">
                  <c:v>160</c:v>
                </c:pt>
                <c:pt idx="868">
                  <c:v>150</c:v>
                </c:pt>
                <c:pt idx="869">
                  <c:v>160</c:v>
                </c:pt>
                <c:pt idx="870">
                  <c:v>125</c:v>
                </c:pt>
                <c:pt idx="871">
                  <c:v>166</c:v>
                </c:pt>
                <c:pt idx="872">
                  <c:v>140</c:v>
                </c:pt>
                <c:pt idx="873">
                  <c:v>153</c:v>
                </c:pt>
                <c:pt idx="874">
                  <c:v>128</c:v>
                </c:pt>
                <c:pt idx="875">
                  <c:v>161</c:v>
                </c:pt>
                <c:pt idx="876">
                  <c:v>130</c:v>
                </c:pt>
                <c:pt idx="877">
                  <c:v>156</c:v>
                </c:pt>
                <c:pt idx="878">
                  <c:v>125</c:v>
                </c:pt>
                <c:pt idx="879">
                  <c:v>126</c:v>
                </c:pt>
                <c:pt idx="880">
                  <c:v>156</c:v>
                </c:pt>
                <c:pt idx="881">
                  <c:v>123</c:v>
                </c:pt>
                <c:pt idx="882">
                  <c:v>161</c:v>
                </c:pt>
                <c:pt idx="883">
                  <c:v>161</c:v>
                </c:pt>
                <c:pt idx="884">
                  <c:v>149</c:v>
                </c:pt>
                <c:pt idx="885">
                  <c:v>147</c:v>
                </c:pt>
                <c:pt idx="886">
                  <c:v>153</c:v>
                </c:pt>
                <c:pt idx="887">
                  <c:v>165</c:v>
                </c:pt>
                <c:pt idx="888">
                  <c:v>155</c:v>
                </c:pt>
                <c:pt idx="889">
                  <c:v>137</c:v>
                </c:pt>
                <c:pt idx="890">
                  <c:v>136</c:v>
                </c:pt>
                <c:pt idx="891">
                  <c:v>141</c:v>
                </c:pt>
                <c:pt idx="892">
                  <c:v>158</c:v>
                </c:pt>
                <c:pt idx="893">
                  <c:v>156</c:v>
                </c:pt>
                <c:pt idx="894">
                  <c:v>133</c:v>
                </c:pt>
                <c:pt idx="895">
                  <c:v>162</c:v>
                </c:pt>
                <c:pt idx="896">
                  <c:v>144</c:v>
                </c:pt>
                <c:pt idx="897">
                  <c:v>140</c:v>
                </c:pt>
                <c:pt idx="898">
                  <c:v>132</c:v>
                </c:pt>
                <c:pt idx="899">
                  <c:v>120</c:v>
                </c:pt>
                <c:pt idx="900">
                  <c:v>136</c:v>
                </c:pt>
                <c:pt idx="901">
                  <c:v>146</c:v>
                </c:pt>
                <c:pt idx="902">
                  <c:v>153</c:v>
                </c:pt>
                <c:pt idx="903">
                  <c:v>168</c:v>
                </c:pt>
                <c:pt idx="904">
                  <c:v>123</c:v>
                </c:pt>
                <c:pt idx="905">
                  <c:v>167</c:v>
                </c:pt>
                <c:pt idx="906">
                  <c:v>127</c:v>
                </c:pt>
                <c:pt idx="907">
                  <c:v>146</c:v>
                </c:pt>
                <c:pt idx="908">
                  <c:v>158</c:v>
                </c:pt>
                <c:pt idx="909">
                  <c:v>136</c:v>
                </c:pt>
                <c:pt idx="910">
                  <c:v>152</c:v>
                </c:pt>
                <c:pt idx="911">
                  <c:v>127</c:v>
                </c:pt>
                <c:pt idx="912">
                  <c:v>160</c:v>
                </c:pt>
                <c:pt idx="913">
                  <c:v>151</c:v>
                </c:pt>
                <c:pt idx="914">
                  <c:v>132</c:v>
                </c:pt>
                <c:pt idx="915">
                  <c:v>161</c:v>
                </c:pt>
                <c:pt idx="916">
                  <c:v>145</c:v>
                </c:pt>
                <c:pt idx="917">
                  <c:v>130</c:v>
                </c:pt>
                <c:pt idx="918">
                  <c:v>136</c:v>
                </c:pt>
                <c:pt idx="919">
                  <c:v>156</c:v>
                </c:pt>
                <c:pt idx="920">
                  <c:v>161</c:v>
                </c:pt>
                <c:pt idx="921">
                  <c:v>169</c:v>
                </c:pt>
                <c:pt idx="922">
                  <c:v>160</c:v>
                </c:pt>
                <c:pt idx="923">
                  <c:v>121</c:v>
                </c:pt>
                <c:pt idx="924">
                  <c:v>135</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169</c:v>
                </c:pt>
                <c:pt idx="962">
                  <c:v>150</c:v>
                </c:pt>
                <c:pt idx="963">
                  <c:v>167</c:v>
                </c:pt>
                <c:pt idx="964">
                  <c:v>148</c:v>
                </c:pt>
                <c:pt idx="965">
                  <c:v>149</c:v>
                </c:pt>
                <c:pt idx="966">
                  <c:v>169</c:v>
                </c:pt>
                <c:pt idx="967">
                  <c:v>146</c:v>
                </c:pt>
                <c:pt idx="968">
                  <c:v>157</c:v>
                </c:pt>
                <c:pt idx="969">
                  <c:v>167</c:v>
                </c:pt>
                <c:pt idx="970">
                  <c:v>168</c:v>
                </c:pt>
                <c:pt idx="971">
                  <c:v>167</c:v>
                </c:pt>
                <c:pt idx="972">
                  <c:v>168</c:v>
                </c:pt>
              </c:numCache>
            </c:numRef>
          </c:xVal>
          <c:yVal>
            <c:numRef>
              <c:f>'Sub-Dataset'!$BV$2:$BV$974</c:f>
              <c:numCache>
                <c:formatCode>General</c:formatCode>
                <c:ptCount val="973"/>
                <c:pt idx="0">
                  <c:v>167</c:v>
                </c:pt>
                <c:pt idx="1">
                  <c:v>179</c:v>
                </c:pt>
                <c:pt idx="2">
                  <c:v>184</c:v>
                </c:pt>
                <c:pt idx="3">
                  <c:v>182</c:v>
                </c:pt>
                <c:pt idx="4">
                  <c:v>177</c:v>
                </c:pt>
                <c:pt idx="5">
                  <c:v>171</c:v>
                </c:pt>
                <c:pt idx="6">
                  <c:v>179</c:v>
                </c:pt>
                <c:pt idx="7">
                  <c:v>189</c:v>
                </c:pt>
                <c:pt idx="8">
                  <c:v>185</c:v>
                </c:pt>
                <c:pt idx="9">
                  <c:v>183</c:v>
                </c:pt>
                <c:pt idx="10">
                  <c:v>175</c:v>
                </c:pt>
                <c:pt idx="11">
                  <c:v>175</c:v>
                </c:pt>
                <c:pt idx="12">
                  <c:v>176</c:v>
                </c:pt>
                <c:pt idx="13">
                  <c:v>198</c:v>
                </c:pt>
                <c:pt idx="14">
                  <c:v>179</c:v>
                </c:pt>
                <c:pt idx="15">
                  <c:v>184</c:v>
                </c:pt>
                <c:pt idx="16">
                  <c:v>175</c:v>
                </c:pt>
                <c:pt idx="17">
                  <c:v>180</c:v>
                </c:pt>
                <c:pt idx="18">
                  <c:v>198</c:v>
                </c:pt>
                <c:pt idx="19">
                  <c:v>161</c:v>
                </c:pt>
                <c:pt idx="20">
                  <c:v>178</c:v>
                </c:pt>
                <c:pt idx="21">
                  <c:v>175</c:v>
                </c:pt>
                <c:pt idx="22">
                  <c:v>173</c:v>
                </c:pt>
                <c:pt idx="23">
                  <c:v>164</c:v>
                </c:pt>
                <c:pt idx="24">
                  <c:v>168</c:v>
                </c:pt>
                <c:pt idx="25">
                  <c:v>168</c:v>
                </c:pt>
                <c:pt idx="26">
                  <c:v>197</c:v>
                </c:pt>
                <c:pt idx="27">
                  <c:v>179</c:v>
                </c:pt>
                <c:pt idx="28">
                  <c:v>184</c:v>
                </c:pt>
                <c:pt idx="29">
                  <c:v>172</c:v>
                </c:pt>
                <c:pt idx="30">
                  <c:v>173</c:v>
                </c:pt>
                <c:pt idx="31">
                  <c:v>164</c:v>
                </c:pt>
                <c:pt idx="32">
                  <c:v>189</c:v>
                </c:pt>
                <c:pt idx="33">
                  <c:v>191</c:v>
                </c:pt>
                <c:pt idx="34">
                  <c:v>177</c:v>
                </c:pt>
                <c:pt idx="35">
                  <c:v>170</c:v>
                </c:pt>
                <c:pt idx="36">
                  <c:v>181</c:v>
                </c:pt>
                <c:pt idx="37">
                  <c:v>189</c:v>
                </c:pt>
                <c:pt idx="38">
                  <c:v>179</c:v>
                </c:pt>
                <c:pt idx="39">
                  <c:v>184</c:v>
                </c:pt>
                <c:pt idx="40">
                  <c:v>191</c:v>
                </c:pt>
                <c:pt idx="41">
                  <c:v>164</c:v>
                </c:pt>
                <c:pt idx="42">
                  <c:v>185</c:v>
                </c:pt>
                <c:pt idx="43">
                  <c:v>172</c:v>
                </c:pt>
                <c:pt idx="44">
                  <c:v>197</c:v>
                </c:pt>
                <c:pt idx="45">
                  <c:v>186</c:v>
                </c:pt>
                <c:pt idx="46">
                  <c:v>176</c:v>
                </c:pt>
                <c:pt idx="47">
                  <c:v>173</c:v>
                </c:pt>
                <c:pt idx="48">
                  <c:v>180</c:v>
                </c:pt>
                <c:pt idx="49">
                  <c:v>178</c:v>
                </c:pt>
                <c:pt idx="50">
                  <c:v>177</c:v>
                </c:pt>
                <c:pt idx="51">
                  <c:v>171</c:v>
                </c:pt>
                <c:pt idx="52">
                  <c:v>161</c:v>
                </c:pt>
                <c:pt idx="53">
                  <c:v>170</c:v>
                </c:pt>
                <c:pt idx="54">
                  <c:v>190</c:v>
                </c:pt>
                <c:pt idx="55">
                  <c:v>188</c:v>
                </c:pt>
                <c:pt idx="56">
                  <c:v>184</c:v>
                </c:pt>
                <c:pt idx="57">
                  <c:v>197</c:v>
                </c:pt>
                <c:pt idx="58">
                  <c:v>180</c:v>
                </c:pt>
                <c:pt idx="59">
                  <c:v>165</c:v>
                </c:pt>
                <c:pt idx="60">
                  <c:v>171</c:v>
                </c:pt>
                <c:pt idx="61">
                  <c:v>168</c:v>
                </c:pt>
                <c:pt idx="62">
                  <c:v>194</c:v>
                </c:pt>
                <c:pt idx="63">
                  <c:v>186</c:v>
                </c:pt>
                <c:pt idx="64">
                  <c:v>161</c:v>
                </c:pt>
                <c:pt idx="65">
                  <c:v>190</c:v>
                </c:pt>
                <c:pt idx="66">
                  <c:v>186</c:v>
                </c:pt>
                <c:pt idx="67">
                  <c:v>180</c:v>
                </c:pt>
                <c:pt idx="68">
                  <c:v>165</c:v>
                </c:pt>
                <c:pt idx="69">
                  <c:v>172</c:v>
                </c:pt>
                <c:pt idx="70">
                  <c:v>167</c:v>
                </c:pt>
                <c:pt idx="71">
                  <c:v>171</c:v>
                </c:pt>
                <c:pt idx="72">
                  <c:v>182</c:v>
                </c:pt>
                <c:pt idx="73">
                  <c:v>174</c:v>
                </c:pt>
                <c:pt idx="74">
                  <c:v>181</c:v>
                </c:pt>
                <c:pt idx="75">
                  <c:v>175</c:v>
                </c:pt>
                <c:pt idx="76">
                  <c:v>174</c:v>
                </c:pt>
                <c:pt idx="77">
                  <c:v>179</c:v>
                </c:pt>
                <c:pt idx="78">
                  <c:v>178</c:v>
                </c:pt>
                <c:pt idx="79">
                  <c:v>172</c:v>
                </c:pt>
                <c:pt idx="80">
                  <c:v>177</c:v>
                </c:pt>
                <c:pt idx="81">
                  <c:v>186</c:v>
                </c:pt>
                <c:pt idx="82">
                  <c:v>165</c:v>
                </c:pt>
                <c:pt idx="83">
                  <c:v>163</c:v>
                </c:pt>
                <c:pt idx="84">
                  <c:v>169</c:v>
                </c:pt>
                <c:pt idx="85">
                  <c:v>170</c:v>
                </c:pt>
                <c:pt idx="86">
                  <c:v>199</c:v>
                </c:pt>
                <c:pt idx="87">
                  <c:v>180</c:v>
                </c:pt>
                <c:pt idx="88">
                  <c:v>183</c:v>
                </c:pt>
                <c:pt idx="89">
                  <c:v>161</c:v>
                </c:pt>
                <c:pt idx="90">
                  <c:v>162</c:v>
                </c:pt>
                <c:pt idx="91">
                  <c:v>179</c:v>
                </c:pt>
                <c:pt idx="92">
                  <c:v>165</c:v>
                </c:pt>
                <c:pt idx="93">
                  <c:v>165</c:v>
                </c:pt>
                <c:pt idx="94">
                  <c:v>166</c:v>
                </c:pt>
                <c:pt idx="95">
                  <c:v>190</c:v>
                </c:pt>
                <c:pt idx="96">
                  <c:v>190</c:v>
                </c:pt>
                <c:pt idx="97">
                  <c:v>188</c:v>
                </c:pt>
                <c:pt idx="98">
                  <c:v>199</c:v>
                </c:pt>
                <c:pt idx="99">
                  <c:v>179</c:v>
                </c:pt>
                <c:pt idx="100">
                  <c:v>190</c:v>
                </c:pt>
                <c:pt idx="101">
                  <c:v>163</c:v>
                </c:pt>
                <c:pt idx="102">
                  <c:v>181</c:v>
                </c:pt>
                <c:pt idx="103">
                  <c:v>170</c:v>
                </c:pt>
                <c:pt idx="104">
                  <c:v>167</c:v>
                </c:pt>
                <c:pt idx="105">
                  <c:v>169</c:v>
                </c:pt>
                <c:pt idx="106">
                  <c:v>194</c:v>
                </c:pt>
                <c:pt idx="107">
                  <c:v>170</c:v>
                </c:pt>
                <c:pt idx="108">
                  <c:v>173</c:v>
                </c:pt>
                <c:pt idx="109">
                  <c:v>178</c:v>
                </c:pt>
                <c:pt idx="110">
                  <c:v>181</c:v>
                </c:pt>
                <c:pt idx="111">
                  <c:v>180</c:v>
                </c:pt>
                <c:pt idx="112">
                  <c:v>182</c:v>
                </c:pt>
                <c:pt idx="113">
                  <c:v>164</c:v>
                </c:pt>
                <c:pt idx="114">
                  <c:v>187</c:v>
                </c:pt>
                <c:pt idx="115">
                  <c:v>167</c:v>
                </c:pt>
                <c:pt idx="116">
                  <c:v>167</c:v>
                </c:pt>
                <c:pt idx="117">
                  <c:v>176</c:v>
                </c:pt>
                <c:pt idx="118">
                  <c:v>173</c:v>
                </c:pt>
                <c:pt idx="119">
                  <c:v>186</c:v>
                </c:pt>
                <c:pt idx="120">
                  <c:v>174</c:v>
                </c:pt>
                <c:pt idx="121">
                  <c:v>187</c:v>
                </c:pt>
                <c:pt idx="122">
                  <c:v>199</c:v>
                </c:pt>
                <c:pt idx="123">
                  <c:v>166</c:v>
                </c:pt>
                <c:pt idx="124">
                  <c:v>188</c:v>
                </c:pt>
                <c:pt idx="125">
                  <c:v>187</c:v>
                </c:pt>
                <c:pt idx="126">
                  <c:v>177</c:v>
                </c:pt>
                <c:pt idx="127">
                  <c:v>163</c:v>
                </c:pt>
                <c:pt idx="128">
                  <c:v>185</c:v>
                </c:pt>
                <c:pt idx="129">
                  <c:v>196</c:v>
                </c:pt>
                <c:pt idx="130">
                  <c:v>193</c:v>
                </c:pt>
                <c:pt idx="131">
                  <c:v>187</c:v>
                </c:pt>
                <c:pt idx="132">
                  <c:v>184</c:v>
                </c:pt>
                <c:pt idx="133">
                  <c:v>182</c:v>
                </c:pt>
                <c:pt idx="134">
                  <c:v>166</c:v>
                </c:pt>
                <c:pt idx="135">
                  <c:v>178</c:v>
                </c:pt>
                <c:pt idx="136">
                  <c:v>168</c:v>
                </c:pt>
                <c:pt idx="137">
                  <c:v>184</c:v>
                </c:pt>
                <c:pt idx="138">
                  <c:v>174</c:v>
                </c:pt>
                <c:pt idx="139">
                  <c:v>178</c:v>
                </c:pt>
                <c:pt idx="140">
                  <c:v>169</c:v>
                </c:pt>
                <c:pt idx="141">
                  <c:v>188</c:v>
                </c:pt>
                <c:pt idx="142">
                  <c:v>161</c:v>
                </c:pt>
                <c:pt idx="143">
                  <c:v>161</c:v>
                </c:pt>
                <c:pt idx="144">
                  <c:v>192</c:v>
                </c:pt>
                <c:pt idx="145">
                  <c:v>191</c:v>
                </c:pt>
                <c:pt idx="146">
                  <c:v>164</c:v>
                </c:pt>
                <c:pt idx="147">
                  <c:v>174</c:v>
                </c:pt>
                <c:pt idx="148">
                  <c:v>179</c:v>
                </c:pt>
                <c:pt idx="149">
                  <c:v>162</c:v>
                </c:pt>
                <c:pt idx="150">
                  <c:v>193</c:v>
                </c:pt>
                <c:pt idx="151">
                  <c:v>197</c:v>
                </c:pt>
                <c:pt idx="152">
                  <c:v>167</c:v>
                </c:pt>
                <c:pt idx="153">
                  <c:v>196</c:v>
                </c:pt>
                <c:pt idx="154">
                  <c:v>193</c:v>
                </c:pt>
                <c:pt idx="155">
                  <c:v>172</c:v>
                </c:pt>
                <c:pt idx="156">
                  <c:v>179</c:v>
                </c:pt>
                <c:pt idx="157">
                  <c:v>184</c:v>
                </c:pt>
                <c:pt idx="158">
                  <c:v>184</c:v>
                </c:pt>
                <c:pt idx="159">
                  <c:v>198</c:v>
                </c:pt>
                <c:pt idx="160">
                  <c:v>175</c:v>
                </c:pt>
                <c:pt idx="161">
                  <c:v>198</c:v>
                </c:pt>
                <c:pt idx="162">
                  <c:v>171</c:v>
                </c:pt>
                <c:pt idx="163">
                  <c:v>184</c:v>
                </c:pt>
                <c:pt idx="164">
                  <c:v>183</c:v>
                </c:pt>
                <c:pt idx="165">
                  <c:v>174</c:v>
                </c:pt>
                <c:pt idx="166">
                  <c:v>167</c:v>
                </c:pt>
                <c:pt idx="167">
                  <c:v>184</c:v>
                </c:pt>
                <c:pt idx="168">
                  <c:v>172</c:v>
                </c:pt>
                <c:pt idx="169">
                  <c:v>183</c:v>
                </c:pt>
                <c:pt idx="170">
                  <c:v>187</c:v>
                </c:pt>
                <c:pt idx="171">
                  <c:v>183</c:v>
                </c:pt>
                <c:pt idx="172">
                  <c:v>174</c:v>
                </c:pt>
                <c:pt idx="173">
                  <c:v>174</c:v>
                </c:pt>
                <c:pt idx="174">
                  <c:v>169</c:v>
                </c:pt>
                <c:pt idx="175">
                  <c:v>166</c:v>
                </c:pt>
                <c:pt idx="176">
                  <c:v>195</c:v>
                </c:pt>
                <c:pt idx="177">
                  <c:v>188</c:v>
                </c:pt>
                <c:pt idx="178">
                  <c:v>170</c:v>
                </c:pt>
                <c:pt idx="179">
                  <c:v>192</c:v>
                </c:pt>
                <c:pt idx="180">
                  <c:v>164</c:v>
                </c:pt>
                <c:pt idx="181">
                  <c:v>172</c:v>
                </c:pt>
                <c:pt idx="182">
                  <c:v>172</c:v>
                </c:pt>
                <c:pt idx="183">
                  <c:v>188</c:v>
                </c:pt>
                <c:pt idx="184">
                  <c:v>172</c:v>
                </c:pt>
                <c:pt idx="185">
                  <c:v>161</c:v>
                </c:pt>
                <c:pt idx="186">
                  <c:v>165</c:v>
                </c:pt>
                <c:pt idx="187">
                  <c:v>183</c:v>
                </c:pt>
                <c:pt idx="188">
                  <c:v>172</c:v>
                </c:pt>
                <c:pt idx="189">
                  <c:v>162</c:v>
                </c:pt>
                <c:pt idx="190">
                  <c:v>198</c:v>
                </c:pt>
                <c:pt idx="191">
                  <c:v>175</c:v>
                </c:pt>
                <c:pt idx="192">
                  <c:v>169</c:v>
                </c:pt>
                <c:pt idx="193">
                  <c:v>182</c:v>
                </c:pt>
                <c:pt idx="194">
                  <c:v>177</c:v>
                </c:pt>
                <c:pt idx="195">
                  <c:v>164</c:v>
                </c:pt>
                <c:pt idx="196">
                  <c:v>164</c:v>
                </c:pt>
                <c:pt idx="197">
                  <c:v>183</c:v>
                </c:pt>
                <c:pt idx="198">
                  <c:v>172</c:v>
                </c:pt>
                <c:pt idx="199">
                  <c:v>194</c:v>
                </c:pt>
                <c:pt idx="200">
                  <c:v>180</c:v>
                </c:pt>
                <c:pt idx="201">
                  <c:v>186</c:v>
                </c:pt>
                <c:pt idx="202">
                  <c:v>171</c:v>
                </c:pt>
                <c:pt idx="203">
                  <c:v>185</c:v>
                </c:pt>
                <c:pt idx="204">
                  <c:v>193</c:v>
                </c:pt>
                <c:pt idx="205">
                  <c:v>189</c:v>
                </c:pt>
                <c:pt idx="206">
                  <c:v>160</c:v>
                </c:pt>
                <c:pt idx="207">
                  <c:v>177</c:v>
                </c:pt>
                <c:pt idx="208">
                  <c:v>190</c:v>
                </c:pt>
                <c:pt idx="209">
                  <c:v>169</c:v>
                </c:pt>
                <c:pt idx="210">
                  <c:v>181</c:v>
                </c:pt>
                <c:pt idx="211">
                  <c:v>199</c:v>
                </c:pt>
                <c:pt idx="212">
                  <c:v>192</c:v>
                </c:pt>
                <c:pt idx="213">
                  <c:v>197</c:v>
                </c:pt>
                <c:pt idx="214">
                  <c:v>186</c:v>
                </c:pt>
                <c:pt idx="215">
                  <c:v>182</c:v>
                </c:pt>
                <c:pt idx="216">
                  <c:v>172</c:v>
                </c:pt>
                <c:pt idx="217">
                  <c:v>195</c:v>
                </c:pt>
                <c:pt idx="218">
                  <c:v>183</c:v>
                </c:pt>
                <c:pt idx="219">
                  <c:v>161</c:v>
                </c:pt>
                <c:pt idx="220">
                  <c:v>168</c:v>
                </c:pt>
                <c:pt idx="221">
                  <c:v>178</c:v>
                </c:pt>
                <c:pt idx="222">
                  <c:v>186</c:v>
                </c:pt>
                <c:pt idx="223">
                  <c:v>185</c:v>
                </c:pt>
                <c:pt idx="224">
                  <c:v>188</c:v>
                </c:pt>
                <c:pt idx="225">
                  <c:v>194</c:v>
                </c:pt>
                <c:pt idx="226">
                  <c:v>188</c:v>
                </c:pt>
                <c:pt idx="227">
                  <c:v>197</c:v>
                </c:pt>
                <c:pt idx="228">
                  <c:v>160</c:v>
                </c:pt>
                <c:pt idx="229">
                  <c:v>184</c:v>
                </c:pt>
                <c:pt idx="230">
                  <c:v>169</c:v>
                </c:pt>
                <c:pt idx="231">
                  <c:v>173</c:v>
                </c:pt>
                <c:pt idx="232">
                  <c:v>182</c:v>
                </c:pt>
                <c:pt idx="233">
                  <c:v>177</c:v>
                </c:pt>
                <c:pt idx="234">
                  <c:v>179</c:v>
                </c:pt>
                <c:pt idx="235">
                  <c:v>175</c:v>
                </c:pt>
                <c:pt idx="236">
                  <c:v>175</c:v>
                </c:pt>
                <c:pt idx="237">
                  <c:v>173</c:v>
                </c:pt>
                <c:pt idx="238">
                  <c:v>184</c:v>
                </c:pt>
                <c:pt idx="239">
                  <c:v>196</c:v>
                </c:pt>
                <c:pt idx="240">
                  <c:v>185</c:v>
                </c:pt>
                <c:pt idx="241">
                  <c:v>176</c:v>
                </c:pt>
                <c:pt idx="242">
                  <c:v>171</c:v>
                </c:pt>
                <c:pt idx="243">
                  <c:v>182</c:v>
                </c:pt>
                <c:pt idx="244">
                  <c:v>195</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190</c:v>
                </c:pt>
                <c:pt idx="284">
                  <c:v>0</c:v>
                </c:pt>
                <c:pt idx="285">
                  <c:v>0</c:v>
                </c:pt>
                <c:pt idx="286">
                  <c:v>181</c:v>
                </c:pt>
                <c:pt idx="287">
                  <c:v>0</c:v>
                </c:pt>
                <c:pt idx="288">
                  <c:v>0</c:v>
                </c:pt>
                <c:pt idx="289">
                  <c:v>186</c:v>
                </c:pt>
                <c:pt idx="290">
                  <c:v>0</c:v>
                </c:pt>
                <c:pt idx="291">
                  <c:v>0</c:v>
                </c:pt>
                <c:pt idx="292">
                  <c:v>0</c:v>
                </c:pt>
                <c:pt idx="293">
                  <c:v>0</c:v>
                </c:pt>
                <c:pt idx="294">
                  <c:v>0</c:v>
                </c:pt>
                <c:pt idx="295">
                  <c:v>0</c:v>
                </c:pt>
                <c:pt idx="296">
                  <c:v>0</c:v>
                </c:pt>
                <c:pt idx="297">
                  <c:v>181</c:v>
                </c:pt>
                <c:pt idx="298">
                  <c:v>0</c:v>
                </c:pt>
                <c:pt idx="299">
                  <c:v>160</c:v>
                </c:pt>
                <c:pt idx="300">
                  <c:v>187</c:v>
                </c:pt>
                <c:pt idx="301">
                  <c:v>193</c:v>
                </c:pt>
                <c:pt idx="302">
                  <c:v>166</c:v>
                </c:pt>
                <c:pt idx="303">
                  <c:v>0</c:v>
                </c:pt>
                <c:pt idx="304">
                  <c:v>0</c:v>
                </c:pt>
                <c:pt idx="305">
                  <c:v>0</c:v>
                </c:pt>
                <c:pt idx="306">
                  <c:v>0</c:v>
                </c:pt>
                <c:pt idx="307">
                  <c:v>0</c:v>
                </c:pt>
                <c:pt idx="308">
                  <c:v>173</c:v>
                </c:pt>
                <c:pt idx="309">
                  <c:v>196</c:v>
                </c:pt>
                <c:pt idx="310">
                  <c:v>166</c:v>
                </c:pt>
                <c:pt idx="311">
                  <c:v>171</c:v>
                </c:pt>
                <c:pt idx="312">
                  <c:v>191</c:v>
                </c:pt>
                <c:pt idx="313">
                  <c:v>176</c:v>
                </c:pt>
                <c:pt idx="314">
                  <c:v>0</c:v>
                </c:pt>
                <c:pt idx="315">
                  <c:v>0</c:v>
                </c:pt>
                <c:pt idx="316">
                  <c:v>175</c:v>
                </c:pt>
                <c:pt idx="317">
                  <c:v>162</c:v>
                </c:pt>
                <c:pt idx="318">
                  <c:v>169</c:v>
                </c:pt>
                <c:pt idx="319">
                  <c:v>0</c:v>
                </c:pt>
                <c:pt idx="320">
                  <c:v>0</c:v>
                </c:pt>
                <c:pt idx="321">
                  <c:v>0</c:v>
                </c:pt>
                <c:pt idx="322">
                  <c:v>161</c:v>
                </c:pt>
                <c:pt idx="323">
                  <c:v>164</c:v>
                </c:pt>
                <c:pt idx="324">
                  <c:v>174</c:v>
                </c:pt>
                <c:pt idx="325">
                  <c:v>160</c:v>
                </c:pt>
                <c:pt idx="326">
                  <c:v>162</c:v>
                </c:pt>
                <c:pt idx="327">
                  <c:v>171</c:v>
                </c:pt>
                <c:pt idx="328">
                  <c:v>162</c:v>
                </c:pt>
                <c:pt idx="329">
                  <c:v>177</c:v>
                </c:pt>
                <c:pt idx="330">
                  <c:v>168</c:v>
                </c:pt>
                <c:pt idx="331">
                  <c:v>165</c:v>
                </c:pt>
                <c:pt idx="332">
                  <c:v>165</c:v>
                </c:pt>
                <c:pt idx="333">
                  <c:v>182</c:v>
                </c:pt>
                <c:pt idx="334">
                  <c:v>184</c:v>
                </c:pt>
                <c:pt idx="335">
                  <c:v>171</c:v>
                </c:pt>
                <c:pt idx="336">
                  <c:v>193</c:v>
                </c:pt>
                <c:pt idx="337">
                  <c:v>164</c:v>
                </c:pt>
                <c:pt idx="338">
                  <c:v>183</c:v>
                </c:pt>
                <c:pt idx="339">
                  <c:v>161</c:v>
                </c:pt>
                <c:pt idx="340">
                  <c:v>161</c:v>
                </c:pt>
                <c:pt idx="341">
                  <c:v>173</c:v>
                </c:pt>
                <c:pt idx="342">
                  <c:v>160</c:v>
                </c:pt>
                <c:pt idx="343">
                  <c:v>165</c:v>
                </c:pt>
                <c:pt idx="344">
                  <c:v>181</c:v>
                </c:pt>
                <c:pt idx="345">
                  <c:v>170</c:v>
                </c:pt>
                <c:pt idx="346">
                  <c:v>0</c:v>
                </c:pt>
                <c:pt idx="347">
                  <c:v>0</c:v>
                </c:pt>
                <c:pt idx="348">
                  <c:v>0</c:v>
                </c:pt>
                <c:pt idx="349">
                  <c:v>0</c:v>
                </c:pt>
                <c:pt idx="350">
                  <c:v>162</c:v>
                </c:pt>
                <c:pt idx="351">
                  <c:v>0</c:v>
                </c:pt>
                <c:pt idx="352">
                  <c:v>0</c:v>
                </c:pt>
                <c:pt idx="353">
                  <c:v>178</c:v>
                </c:pt>
                <c:pt idx="354">
                  <c:v>0</c:v>
                </c:pt>
                <c:pt idx="355">
                  <c:v>181</c:v>
                </c:pt>
                <c:pt idx="356">
                  <c:v>172</c:v>
                </c:pt>
                <c:pt idx="357">
                  <c:v>0</c:v>
                </c:pt>
                <c:pt idx="358">
                  <c:v>0</c:v>
                </c:pt>
                <c:pt idx="359">
                  <c:v>0</c:v>
                </c:pt>
                <c:pt idx="360">
                  <c:v>0</c:v>
                </c:pt>
                <c:pt idx="361">
                  <c:v>182</c:v>
                </c:pt>
                <c:pt idx="362">
                  <c:v>0</c:v>
                </c:pt>
                <c:pt idx="363">
                  <c:v>0</c:v>
                </c:pt>
                <c:pt idx="364">
                  <c:v>0</c:v>
                </c:pt>
                <c:pt idx="365">
                  <c:v>0</c:v>
                </c:pt>
                <c:pt idx="366">
                  <c:v>178</c:v>
                </c:pt>
                <c:pt idx="367">
                  <c:v>0</c:v>
                </c:pt>
                <c:pt idx="368">
                  <c:v>0</c:v>
                </c:pt>
                <c:pt idx="369">
                  <c:v>0</c:v>
                </c:pt>
                <c:pt idx="370">
                  <c:v>176</c:v>
                </c:pt>
                <c:pt idx="371">
                  <c:v>0</c:v>
                </c:pt>
                <c:pt idx="372">
                  <c:v>0</c:v>
                </c:pt>
                <c:pt idx="373">
                  <c:v>0</c:v>
                </c:pt>
                <c:pt idx="374">
                  <c:v>0</c:v>
                </c:pt>
                <c:pt idx="375">
                  <c:v>0</c:v>
                </c:pt>
                <c:pt idx="376">
                  <c:v>0</c:v>
                </c:pt>
                <c:pt idx="377">
                  <c:v>185</c:v>
                </c:pt>
                <c:pt idx="378">
                  <c:v>198</c:v>
                </c:pt>
                <c:pt idx="379">
                  <c:v>0</c:v>
                </c:pt>
                <c:pt idx="380">
                  <c:v>171</c:v>
                </c:pt>
                <c:pt idx="381">
                  <c:v>174</c:v>
                </c:pt>
                <c:pt idx="382">
                  <c:v>0</c:v>
                </c:pt>
                <c:pt idx="383">
                  <c:v>0</c:v>
                </c:pt>
                <c:pt idx="384">
                  <c:v>0</c:v>
                </c:pt>
                <c:pt idx="385">
                  <c:v>174</c:v>
                </c:pt>
                <c:pt idx="386">
                  <c:v>170</c:v>
                </c:pt>
                <c:pt idx="387">
                  <c:v>0</c:v>
                </c:pt>
                <c:pt idx="388">
                  <c:v>171</c:v>
                </c:pt>
                <c:pt idx="389">
                  <c:v>0</c:v>
                </c:pt>
                <c:pt idx="390">
                  <c:v>0</c:v>
                </c:pt>
                <c:pt idx="391">
                  <c:v>173</c:v>
                </c:pt>
                <c:pt idx="392">
                  <c:v>165</c:v>
                </c:pt>
                <c:pt idx="393">
                  <c:v>0</c:v>
                </c:pt>
                <c:pt idx="394">
                  <c:v>0</c:v>
                </c:pt>
                <c:pt idx="395">
                  <c:v>0</c:v>
                </c:pt>
                <c:pt idx="396">
                  <c:v>180</c:v>
                </c:pt>
                <c:pt idx="397">
                  <c:v>163</c:v>
                </c:pt>
                <c:pt idx="398">
                  <c:v>173</c:v>
                </c:pt>
                <c:pt idx="399">
                  <c:v>187</c:v>
                </c:pt>
                <c:pt idx="400">
                  <c:v>177</c:v>
                </c:pt>
                <c:pt idx="401">
                  <c:v>192</c:v>
                </c:pt>
                <c:pt idx="402">
                  <c:v>162</c:v>
                </c:pt>
                <c:pt idx="403">
                  <c:v>170</c:v>
                </c:pt>
                <c:pt idx="404">
                  <c:v>193</c:v>
                </c:pt>
                <c:pt idx="405">
                  <c:v>177</c:v>
                </c:pt>
                <c:pt idx="406">
                  <c:v>165</c:v>
                </c:pt>
                <c:pt idx="407">
                  <c:v>185</c:v>
                </c:pt>
                <c:pt idx="408">
                  <c:v>181</c:v>
                </c:pt>
                <c:pt idx="409">
                  <c:v>192</c:v>
                </c:pt>
                <c:pt idx="410">
                  <c:v>194</c:v>
                </c:pt>
                <c:pt idx="411">
                  <c:v>184</c:v>
                </c:pt>
                <c:pt idx="412">
                  <c:v>186</c:v>
                </c:pt>
                <c:pt idx="413">
                  <c:v>174</c:v>
                </c:pt>
                <c:pt idx="414">
                  <c:v>176</c:v>
                </c:pt>
                <c:pt idx="415">
                  <c:v>172</c:v>
                </c:pt>
                <c:pt idx="416">
                  <c:v>185</c:v>
                </c:pt>
                <c:pt idx="417">
                  <c:v>178</c:v>
                </c:pt>
                <c:pt idx="418">
                  <c:v>0</c:v>
                </c:pt>
                <c:pt idx="419">
                  <c:v>173</c:v>
                </c:pt>
                <c:pt idx="420">
                  <c:v>198</c:v>
                </c:pt>
                <c:pt idx="421">
                  <c:v>0</c:v>
                </c:pt>
                <c:pt idx="422">
                  <c:v>0</c:v>
                </c:pt>
                <c:pt idx="423">
                  <c:v>0</c:v>
                </c:pt>
                <c:pt idx="424">
                  <c:v>0</c:v>
                </c:pt>
                <c:pt idx="425">
                  <c:v>0</c:v>
                </c:pt>
                <c:pt idx="426">
                  <c:v>0</c:v>
                </c:pt>
                <c:pt idx="427">
                  <c:v>176</c:v>
                </c:pt>
                <c:pt idx="428">
                  <c:v>196</c:v>
                </c:pt>
                <c:pt idx="429">
                  <c:v>0</c:v>
                </c:pt>
                <c:pt idx="430">
                  <c:v>0</c:v>
                </c:pt>
                <c:pt idx="431">
                  <c:v>0</c:v>
                </c:pt>
                <c:pt idx="432">
                  <c:v>0</c:v>
                </c:pt>
                <c:pt idx="433">
                  <c:v>0</c:v>
                </c:pt>
                <c:pt idx="434">
                  <c:v>164</c:v>
                </c:pt>
                <c:pt idx="435">
                  <c:v>0</c:v>
                </c:pt>
                <c:pt idx="436">
                  <c:v>0</c:v>
                </c:pt>
                <c:pt idx="437">
                  <c:v>0</c:v>
                </c:pt>
                <c:pt idx="438">
                  <c:v>0</c:v>
                </c:pt>
                <c:pt idx="439">
                  <c:v>185</c:v>
                </c:pt>
                <c:pt idx="440">
                  <c:v>0</c:v>
                </c:pt>
                <c:pt idx="441">
                  <c:v>165</c:v>
                </c:pt>
                <c:pt idx="442">
                  <c:v>199</c:v>
                </c:pt>
                <c:pt idx="443">
                  <c:v>191</c:v>
                </c:pt>
                <c:pt idx="444">
                  <c:v>0</c:v>
                </c:pt>
                <c:pt idx="445">
                  <c:v>177</c:v>
                </c:pt>
                <c:pt idx="446">
                  <c:v>195</c:v>
                </c:pt>
                <c:pt idx="447">
                  <c:v>187</c:v>
                </c:pt>
                <c:pt idx="448">
                  <c:v>0</c:v>
                </c:pt>
                <c:pt idx="449">
                  <c:v>0</c:v>
                </c:pt>
                <c:pt idx="450">
                  <c:v>184</c:v>
                </c:pt>
                <c:pt idx="451">
                  <c:v>162</c:v>
                </c:pt>
                <c:pt idx="452">
                  <c:v>177</c:v>
                </c:pt>
                <c:pt idx="453">
                  <c:v>0</c:v>
                </c:pt>
                <c:pt idx="454">
                  <c:v>167</c:v>
                </c:pt>
                <c:pt idx="455">
                  <c:v>0</c:v>
                </c:pt>
                <c:pt idx="456">
                  <c:v>164</c:v>
                </c:pt>
                <c:pt idx="457">
                  <c:v>0</c:v>
                </c:pt>
                <c:pt idx="458">
                  <c:v>0</c:v>
                </c:pt>
                <c:pt idx="459">
                  <c:v>164</c:v>
                </c:pt>
                <c:pt idx="460">
                  <c:v>0</c:v>
                </c:pt>
                <c:pt idx="461">
                  <c:v>0</c:v>
                </c:pt>
                <c:pt idx="462">
                  <c:v>177</c:v>
                </c:pt>
                <c:pt idx="463">
                  <c:v>182</c:v>
                </c:pt>
                <c:pt idx="464">
                  <c:v>199</c:v>
                </c:pt>
                <c:pt idx="465">
                  <c:v>176</c:v>
                </c:pt>
                <c:pt idx="466">
                  <c:v>184</c:v>
                </c:pt>
                <c:pt idx="467">
                  <c:v>0</c:v>
                </c:pt>
                <c:pt idx="468">
                  <c:v>192</c:v>
                </c:pt>
                <c:pt idx="469">
                  <c:v>174</c:v>
                </c:pt>
                <c:pt idx="470">
                  <c:v>0</c:v>
                </c:pt>
                <c:pt idx="471">
                  <c:v>185</c:v>
                </c:pt>
                <c:pt idx="472">
                  <c:v>195</c:v>
                </c:pt>
                <c:pt idx="473">
                  <c:v>177</c:v>
                </c:pt>
                <c:pt idx="474">
                  <c:v>168</c:v>
                </c:pt>
                <c:pt idx="475">
                  <c:v>190</c:v>
                </c:pt>
                <c:pt idx="476">
                  <c:v>183</c:v>
                </c:pt>
                <c:pt idx="477">
                  <c:v>0</c:v>
                </c:pt>
                <c:pt idx="478">
                  <c:v>182</c:v>
                </c:pt>
                <c:pt idx="479">
                  <c:v>187</c:v>
                </c:pt>
                <c:pt idx="480">
                  <c:v>177</c:v>
                </c:pt>
                <c:pt idx="481">
                  <c:v>0</c:v>
                </c:pt>
                <c:pt idx="482">
                  <c:v>173</c:v>
                </c:pt>
                <c:pt idx="483">
                  <c:v>0</c:v>
                </c:pt>
                <c:pt idx="484">
                  <c:v>175</c:v>
                </c:pt>
                <c:pt idx="485">
                  <c:v>173</c:v>
                </c:pt>
                <c:pt idx="486">
                  <c:v>166</c:v>
                </c:pt>
                <c:pt idx="487">
                  <c:v>160</c:v>
                </c:pt>
                <c:pt idx="488">
                  <c:v>190</c:v>
                </c:pt>
                <c:pt idx="489">
                  <c:v>0</c:v>
                </c:pt>
                <c:pt idx="490">
                  <c:v>172</c:v>
                </c:pt>
                <c:pt idx="491">
                  <c:v>174</c:v>
                </c:pt>
                <c:pt idx="492">
                  <c:v>187</c:v>
                </c:pt>
                <c:pt idx="493">
                  <c:v>184</c:v>
                </c:pt>
                <c:pt idx="494">
                  <c:v>183</c:v>
                </c:pt>
                <c:pt idx="495">
                  <c:v>176</c:v>
                </c:pt>
                <c:pt idx="496">
                  <c:v>0</c:v>
                </c:pt>
                <c:pt idx="497">
                  <c:v>189</c:v>
                </c:pt>
                <c:pt idx="498">
                  <c:v>198</c:v>
                </c:pt>
                <c:pt idx="499">
                  <c:v>174</c:v>
                </c:pt>
                <c:pt idx="500">
                  <c:v>161</c:v>
                </c:pt>
                <c:pt idx="501">
                  <c:v>0</c:v>
                </c:pt>
                <c:pt idx="502">
                  <c:v>192</c:v>
                </c:pt>
                <c:pt idx="503">
                  <c:v>183</c:v>
                </c:pt>
                <c:pt idx="504">
                  <c:v>0</c:v>
                </c:pt>
                <c:pt idx="505">
                  <c:v>177</c:v>
                </c:pt>
                <c:pt idx="506">
                  <c:v>0</c:v>
                </c:pt>
                <c:pt idx="507">
                  <c:v>174</c:v>
                </c:pt>
                <c:pt idx="508">
                  <c:v>194</c:v>
                </c:pt>
                <c:pt idx="509">
                  <c:v>183</c:v>
                </c:pt>
                <c:pt idx="510">
                  <c:v>181</c:v>
                </c:pt>
                <c:pt idx="511">
                  <c:v>0</c:v>
                </c:pt>
                <c:pt idx="512">
                  <c:v>164</c:v>
                </c:pt>
                <c:pt idx="513">
                  <c:v>178</c:v>
                </c:pt>
                <c:pt idx="514">
                  <c:v>0</c:v>
                </c:pt>
                <c:pt idx="515">
                  <c:v>0</c:v>
                </c:pt>
                <c:pt idx="516">
                  <c:v>163</c:v>
                </c:pt>
                <c:pt idx="517">
                  <c:v>185</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166</c:v>
                </c:pt>
                <c:pt idx="564">
                  <c:v>0</c:v>
                </c:pt>
                <c:pt idx="565">
                  <c:v>181</c:v>
                </c:pt>
                <c:pt idx="566">
                  <c:v>161</c:v>
                </c:pt>
                <c:pt idx="567">
                  <c:v>0</c:v>
                </c:pt>
                <c:pt idx="568">
                  <c:v>185</c:v>
                </c:pt>
                <c:pt idx="569">
                  <c:v>167</c:v>
                </c:pt>
                <c:pt idx="570">
                  <c:v>0</c:v>
                </c:pt>
                <c:pt idx="571">
                  <c:v>168</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177</c:v>
                </c:pt>
                <c:pt idx="713">
                  <c:v>0</c:v>
                </c:pt>
                <c:pt idx="714">
                  <c:v>172</c:v>
                </c:pt>
                <c:pt idx="715">
                  <c:v>0</c:v>
                </c:pt>
                <c:pt idx="716">
                  <c:v>0</c:v>
                </c:pt>
                <c:pt idx="717">
                  <c:v>185</c:v>
                </c:pt>
                <c:pt idx="718">
                  <c:v>179</c:v>
                </c:pt>
                <c:pt idx="719">
                  <c:v>0</c:v>
                </c:pt>
                <c:pt idx="720">
                  <c:v>165</c:v>
                </c:pt>
                <c:pt idx="721">
                  <c:v>0</c:v>
                </c:pt>
                <c:pt idx="722">
                  <c:v>197</c:v>
                </c:pt>
                <c:pt idx="723">
                  <c:v>172</c:v>
                </c:pt>
                <c:pt idx="724">
                  <c:v>178</c:v>
                </c:pt>
                <c:pt idx="725">
                  <c:v>175</c:v>
                </c:pt>
                <c:pt idx="726">
                  <c:v>0</c:v>
                </c:pt>
                <c:pt idx="727">
                  <c:v>0</c:v>
                </c:pt>
                <c:pt idx="728">
                  <c:v>169</c:v>
                </c:pt>
                <c:pt idx="729">
                  <c:v>0</c:v>
                </c:pt>
                <c:pt idx="730">
                  <c:v>174</c:v>
                </c:pt>
                <c:pt idx="731">
                  <c:v>190</c:v>
                </c:pt>
                <c:pt idx="732">
                  <c:v>190</c:v>
                </c:pt>
                <c:pt idx="733">
                  <c:v>0</c:v>
                </c:pt>
                <c:pt idx="734">
                  <c:v>171</c:v>
                </c:pt>
                <c:pt idx="735">
                  <c:v>0</c:v>
                </c:pt>
                <c:pt idx="736">
                  <c:v>174</c:v>
                </c:pt>
                <c:pt idx="737">
                  <c:v>173</c:v>
                </c:pt>
                <c:pt idx="738">
                  <c:v>166</c:v>
                </c:pt>
                <c:pt idx="739">
                  <c:v>169</c:v>
                </c:pt>
                <c:pt idx="740">
                  <c:v>177</c:v>
                </c:pt>
                <c:pt idx="741">
                  <c:v>197</c:v>
                </c:pt>
                <c:pt idx="742">
                  <c:v>170</c:v>
                </c:pt>
                <c:pt idx="743">
                  <c:v>175</c:v>
                </c:pt>
                <c:pt idx="744">
                  <c:v>160</c:v>
                </c:pt>
                <c:pt idx="745">
                  <c:v>162</c:v>
                </c:pt>
                <c:pt idx="746">
                  <c:v>182</c:v>
                </c:pt>
                <c:pt idx="747">
                  <c:v>163</c:v>
                </c:pt>
                <c:pt idx="748">
                  <c:v>175</c:v>
                </c:pt>
                <c:pt idx="749">
                  <c:v>164</c:v>
                </c:pt>
                <c:pt idx="750">
                  <c:v>163</c:v>
                </c:pt>
                <c:pt idx="751">
                  <c:v>166</c:v>
                </c:pt>
                <c:pt idx="752">
                  <c:v>196</c:v>
                </c:pt>
                <c:pt idx="753">
                  <c:v>171</c:v>
                </c:pt>
                <c:pt idx="754">
                  <c:v>163</c:v>
                </c:pt>
                <c:pt idx="755">
                  <c:v>173</c:v>
                </c:pt>
                <c:pt idx="756">
                  <c:v>163</c:v>
                </c:pt>
                <c:pt idx="757">
                  <c:v>162</c:v>
                </c:pt>
                <c:pt idx="758">
                  <c:v>162</c:v>
                </c:pt>
                <c:pt idx="759">
                  <c:v>163</c:v>
                </c:pt>
                <c:pt idx="760">
                  <c:v>164</c:v>
                </c:pt>
                <c:pt idx="761">
                  <c:v>162</c:v>
                </c:pt>
                <c:pt idx="762">
                  <c:v>168</c:v>
                </c:pt>
                <c:pt idx="763">
                  <c:v>160</c:v>
                </c:pt>
                <c:pt idx="764">
                  <c:v>177</c:v>
                </c:pt>
                <c:pt idx="765">
                  <c:v>167</c:v>
                </c:pt>
                <c:pt idx="766">
                  <c:v>184</c:v>
                </c:pt>
                <c:pt idx="767">
                  <c:v>168</c:v>
                </c:pt>
                <c:pt idx="768">
                  <c:v>161</c:v>
                </c:pt>
                <c:pt idx="769">
                  <c:v>162</c:v>
                </c:pt>
                <c:pt idx="770">
                  <c:v>165</c:v>
                </c:pt>
                <c:pt idx="771">
                  <c:v>168</c:v>
                </c:pt>
                <c:pt idx="772">
                  <c:v>185</c:v>
                </c:pt>
                <c:pt idx="773">
                  <c:v>196</c:v>
                </c:pt>
                <c:pt idx="774">
                  <c:v>168</c:v>
                </c:pt>
                <c:pt idx="775">
                  <c:v>162</c:v>
                </c:pt>
                <c:pt idx="776">
                  <c:v>180</c:v>
                </c:pt>
                <c:pt idx="777">
                  <c:v>197</c:v>
                </c:pt>
                <c:pt idx="778">
                  <c:v>164</c:v>
                </c:pt>
                <c:pt idx="779">
                  <c:v>172</c:v>
                </c:pt>
                <c:pt idx="780">
                  <c:v>166</c:v>
                </c:pt>
                <c:pt idx="781">
                  <c:v>163</c:v>
                </c:pt>
                <c:pt idx="782">
                  <c:v>161</c:v>
                </c:pt>
                <c:pt idx="783">
                  <c:v>175</c:v>
                </c:pt>
                <c:pt idx="784">
                  <c:v>165</c:v>
                </c:pt>
                <c:pt idx="785">
                  <c:v>168</c:v>
                </c:pt>
                <c:pt idx="786">
                  <c:v>160</c:v>
                </c:pt>
                <c:pt idx="787">
                  <c:v>176</c:v>
                </c:pt>
                <c:pt idx="788">
                  <c:v>168</c:v>
                </c:pt>
                <c:pt idx="789">
                  <c:v>167</c:v>
                </c:pt>
                <c:pt idx="790">
                  <c:v>161</c:v>
                </c:pt>
                <c:pt idx="791">
                  <c:v>168</c:v>
                </c:pt>
                <c:pt idx="792">
                  <c:v>168</c:v>
                </c:pt>
                <c:pt idx="793">
                  <c:v>165</c:v>
                </c:pt>
                <c:pt idx="794">
                  <c:v>176</c:v>
                </c:pt>
                <c:pt idx="795">
                  <c:v>160</c:v>
                </c:pt>
                <c:pt idx="796">
                  <c:v>196</c:v>
                </c:pt>
                <c:pt idx="797">
                  <c:v>170</c:v>
                </c:pt>
                <c:pt idx="798">
                  <c:v>161</c:v>
                </c:pt>
                <c:pt idx="799">
                  <c:v>173</c:v>
                </c:pt>
                <c:pt idx="800">
                  <c:v>177</c:v>
                </c:pt>
                <c:pt idx="801">
                  <c:v>166</c:v>
                </c:pt>
                <c:pt idx="802">
                  <c:v>164</c:v>
                </c:pt>
                <c:pt idx="803">
                  <c:v>162</c:v>
                </c:pt>
                <c:pt idx="804">
                  <c:v>184</c:v>
                </c:pt>
                <c:pt idx="805">
                  <c:v>174</c:v>
                </c:pt>
                <c:pt idx="806">
                  <c:v>166</c:v>
                </c:pt>
                <c:pt idx="807">
                  <c:v>164</c:v>
                </c:pt>
                <c:pt idx="808">
                  <c:v>160</c:v>
                </c:pt>
                <c:pt idx="809">
                  <c:v>170</c:v>
                </c:pt>
                <c:pt idx="810">
                  <c:v>169</c:v>
                </c:pt>
                <c:pt idx="811">
                  <c:v>184</c:v>
                </c:pt>
                <c:pt idx="812">
                  <c:v>180</c:v>
                </c:pt>
                <c:pt idx="813">
                  <c:v>166</c:v>
                </c:pt>
                <c:pt idx="814">
                  <c:v>168</c:v>
                </c:pt>
                <c:pt idx="815">
                  <c:v>183</c:v>
                </c:pt>
                <c:pt idx="816">
                  <c:v>164</c:v>
                </c:pt>
                <c:pt idx="817">
                  <c:v>0</c:v>
                </c:pt>
                <c:pt idx="818">
                  <c:v>0</c:v>
                </c:pt>
                <c:pt idx="819">
                  <c:v>177</c:v>
                </c:pt>
                <c:pt idx="820">
                  <c:v>0</c:v>
                </c:pt>
                <c:pt idx="821">
                  <c:v>191</c:v>
                </c:pt>
                <c:pt idx="822">
                  <c:v>0</c:v>
                </c:pt>
                <c:pt idx="823">
                  <c:v>0</c:v>
                </c:pt>
                <c:pt idx="824">
                  <c:v>0</c:v>
                </c:pt>
                <c:pt idx="825">
                  <c:v>0</c:v>
                </c:pt>
                <c:pt idx="826">
                  <c:v>186</c:v>
                </c:pt>
                <c:pt idx="827">
                  <c:v>0</c:v>
                </c:pt>
                <c:pt idx="828">
                  <c:v>179</c:v>
                </c:pt>
                <c:pt idx="829">
                  <c:v>0</c:v>
                </c:pt>
                <c:pt idx="830">
                  <c:v>186</c:v>
                </c:pt>
                <c:pt idx="831">
                  <c:v>182</c:v>
                </c:pt>
                <c:pt idx="832">
                  <c:v>0</c:v>
                </c:pt>
                <c:pt idx="833">
                  <c:v>174</c:v>
                </c:pt>
                <c:pt idx="834">
                  <c:v>0</c:v>
                </c:pt>
                <c:pt idx="835">
                  <c:v>180</c:v>
                </c:pt>
                <c:pt idx="836">
                  <c:v>0</c:v>
                </c:pt>
                <c:pt idx="837">
                  <c:v>0</c:v>
                </c:pt>
                <c:pt idx="838">
                  <c:v>0</c:v>
                </c:pt>
                <c:pt idx="839">
                  <c:v>0</c:v>
                </c:pt>
                <c:pt idx="840">
                  <c:v>193</c:v>
                </c:pt>
                <c:pt idx="841">
                  <c:v>199</c:v>
                </c:pt>
                <c:pt idx="842">
                  <c:v>0</c:v>
                </c:pt>
                <c:pt idx="843">
                  <c:v>0</c:v>
                </c:pt>
                <c:pt idx="844">
                  <c:v>0</c:v>
                </c:pt>
                <c:pt idx="845">
                  <c:v>178</c:v>
                </c:pt>
                <c:pt idx="846">
                  <c:v>0</c:v>
                </c:pt>
                <c:pt idx="847">
                  <c:v>0</c:v>
                </c:pt>
                <c:pt idx="848">
                  <c:v>186</c:v>
                </c:pt>
                <c:pt idx="849">
                  <c:v>0</c:v>
                </c:pt>
                <c:pt idx="850">
                  <c:v>165</c:v>
                </c:pt>
                <c:pt idx="851">
                  <c:v>0</c:v>
                </c:pt>
                <c:pt idx="852">
                  <c:v>0</c:v>
                </c:pt>
                <c:pt idx="853">
                  <c:v>185</c:v>
                </c:pt>
                <c:pt idx="854">
                  <c:v>0</c:v>
                </c:pt>
                <c:pt idx="855">
                  <c:v>0</c:v>
                </c:pt>
                <c:pt idx="856">
                  <c:v>0</c:v>
                </c:pt>
                <c:pt idx="857">
                  <c:v>172</c:v>
                </c:pt>
                <c:pt idx="858">
                  <c:v>0</c:v>
                </c:pt>
                <c:pt idx="859">
                  <c:v>188</c:v>
                </c:pt>
                <c:pt idx="860">
                  <c:v>166</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175</c:v>
                </c:pt>
                <c:pt idx="926">
                  <c:v>160</c:v>
                </c:pt>
                <c:pt idx="927">
                  <c:v>162</c:v>
                </c:pt>
                <c:pt idx="928">
                  <c:v>0</c:v>
                </c:pt>
                <c:pt idx="929">
                  <c:v>180</c:v>
                </c:pt>
                <c:pt idx="930">
                  <c:v>161</c:v>
                </c:pt>
                <c:pt idx="931">
                  <c:v>0</c:v>
                </c:pt>
                <c:pt idx="932">
                  <c:v>0</c:v>
                </c:pt>
                <c:pt idx="933">
                  <c:v>165</c:v>
                </c:pt>
                <c:pt idx="934">
                  <c:v>160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164</c:v>
                </c:pt>
                <c:pt idx="962">
                  <c:v>0</c:v>
                </c:pt>
                <c:pt idx="963">
                  <c:v>0</c:v>
                </c:pt>
                <c:pt idx="964">
                  <c:v>0</c:v>
                </c:pt>
                <c:pt idx="965">
                  <c:v>0</c:v>
                </c:pt>
                <c:pt idx="966">
                  <c:v>0</c:v>
                </c:pt>
                <c:pt idx="967">
                  <c:v>0</c:v>
                </c:pt>
                <c:pt idx="968">
                  <c:v>0</c:v>
                </c:pt>
                <c:pt idx="969">
                  <c:v>0</c:v>
                </c:pt>
                <c:pt idx="970">
                  <c:v>0</c:v>
                </c:pt>
                <c:pt idx="971">
                  <c:v>0</c:v>
                </c:pt>
                <c:pt idx="972">
                  <c:v>163</c:v>
                </c:pt>
              </c:numCache>
            </c:numRef>
          </c:yVal>
          <c:smooth val="0"/>
          <c:extLst>
            <c:ext xmlns:c16="http://schemas.microsoft.com/office/drawing/2014/chart" uri="{C3380CC4-5D6E-409C-BE32-E72D297353CC}">
              <c16:uniqueId val="{00000001-3A2B-4818-92E8-F304E8750931}"/>
            </c:ext>
          </c:extLst>
        </c:ser>
        <c:ser>
          <c:idx val="2"/>
          <c:order val="2"/>
          <c:tx>
            <c:strRef>
              <c:f>'Sub-Dataset'!$BW$1</c:f>
              <c:strCache>
                <c:ptCount val="1"/>
                <c:pt idx="0">
                  <c:v>Critical</c:v>
                </c:pt>
              </c:strCache>
            </c:strRef>
          </c:tx>
          <c:spPr>
            <a:ln w="19050" cap="rnd">
              <a:noFill/>
              <a:round/>
            </a:ln>
            <a:effectLst/>
          </c:spPr>
          <c:marker>
            <c:symbol val="circle"/>
            <c:size val="3"/>
            <c:spPr>
              <a:solidFill>
                <a:schemeClr val="accent2">
                  <a:lumMod val="75000"/>
                </a:schemeClr>
              </a:solidFill>
              <a:ln w="9525">
                <a:noFill/>
              </a:ln>
              <a:effectLst/>
            </c:spPr>
          </c:marker>
          <c:xVal>
            <c:numRef>
              <c:f>'Sub-Dataset'!$BT$2:$BT$974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162</c:v>
                </c:pt>
                <c:pt idx="323">
                  <c:v>132</c:v>
                </c:pt>
                <c:pt idx="324">
                  <c:v>144</c:v>
                </c:pt>
                <c:pt idx="325">
                  <c:v>151</c:v>
                </c:pt>
                <c:pt idx="326">
                  <c:v>162</c:v>
                </c:pt>
                <c:pt idx="327">
                  <c:v>155</c:v>
                </c:pt>
                <c:pt idx="328">
                  <c:v>161</c:v>
                </c:pt>
                <c:pt idx="329">
                  <c:v>146</c:v>
                </c:pt>
                <c:pt idx="330">
                  <c:v>159</c:v>
                </c:pt>
                <c:pt idx="331">
                  <c:v>130</c:v>
                </c:pt>
                <c:pt idx="332">
                  <c:v>129</c:v>
                </c:pt>
                <c:pt idx="333">
                  <c:v>142</c:v>
                </c:pt>
                <c:pt idx="334">
                  <c:v>156</c:v>
                </c:pt>
                <c:pt idx="335">
                  <c:v>163</c:v>
                </c:pt>
                <c:pt idx="336">
                  <c:v>145</c:v>
                </c:pt>
                <c:pt idx="337">
                  <c:v>131</c:v>
                </c:pt>
                <c:pt idx="338">
                  <c:v>128</c:v>
                </c:pt>
                <c:pt idx="339">
                  <c:v>165</c:v>
                </c:pt>
                <c:pt idx="340">
                  <c:v>130</c:v>
                </c:pt>
                <c:pt idx="341">
                  <c:v>134</c:v>
                </c:pt>
                <c:pt idx="342">
                  <c:v>137</c:v>
                </c:pt>
                <c:pt idx="343">
                  <c:v>153</c:v>
                </c:pt>
                <c:pt idx="344">
                  <c:v>167</c:v>
                </c:pt>
                <c:pt idx="345">
                  <c:v>132</c:v>
                </c:pt>
                <c:pt idx="346">
                  <c:v>151</c:v>
                </c:pt>
                <c:pt idx="347">
                  <c:v>165</c:v>
                </c:pt>
                <c:pt idx="348">
                  <c:v>161</c:v>
                </c:pt>
                <c:pt idx="349">
                  <c:v>149</c:v>
                </c:pt>
                <c:pt idx="350">
                  <c:v>148</c:v>
                </c:pt>
                <c:pt idx="351">
                  <c:v>153</c:v>
                </c:pt>
                <c:pt idx="352">
                  <c:v>152</c:v>
                </c:pt>
                <c:pt idx="353">
                  <c:v>133</c:v>
                </c:pt>
                <c:pt idx="354">
                  <c:v>165</c:v>
                </c:pt>
                <c:pt idx="355">
                  <c:v>151</c:v>
                </c:pt>
                <c:pt idx="356">
                  <c:v>128</c:v>
                </c:pt>
                <c:pt idx="357">
                  <c:v>165</c:v>
                </c:pt>
                <c:pt idx="358">
                  <c:v>168</c:v>
                </c:pt>
                <c:pt idx="359">
                  <c:v>153</c:v>
                </c:pt>
                <c:pt idx="360">
                  <c:v>161</c:v>
                </c:pt>
                <c:pt idx="361">
                  <c:v>121</c:v>
                </c:pt>
                <c:pt idx="362">
                  <c:v>157</c:v>
                </c:pt>
                <c:pt idx="363">
                  <c:v>169</c:v>
                </c:pt>
                <c:pt idx="364">
                  <c:v>157</c:v>
                </c:pt>
                <c:pt idx="365">
                  <c:v>154</c:v>
                </c:pt>
                <c:pt idx="366">
                  <c:v>138</c:v>
                </c:pt>
                <c:pt idx="367">
                  <c:v>162</c:v>
                </c:pt>
                <c:pt idx="368">
                  <c:v>158</c:v>
                </c:pt>
                <c:pt idx="369">
                  <c:v>142</c:v>
                </c:pt>
                <c:pt idx="370">
                  <c:v>152</c:v>
                </c:pt>
                <c:pt idx="371">
                  <c:v>155</c:v>
                </c:pt>
                <c:pt idx="372">
                  <c:v>168</c:v>
                </c:pt>
                <c:pt idx="373">
                  <c:v>151</c:v>
                </c:pt>
                <c:pt idx="374">
                  <c:v>155</c:v>
                </c:pt>
                <c:pt idx="375">
                  <c:v>168</c:v>
                </c:pt>
                <c:pt idx="376">
                  <c:v>166</c:v>
                </c:pt>
                <c:pt idx="377">
                  <c:v>142</c:v>
                </c:pt>
                <c:pt idx="378">
                  <c:v>120</c:v>
                </c:pt>
                <c:pt idx="379">
                  <c:v>156</c:v>
                </c:pt>
                <c:pt idx="380">
                  <c:v>147</c:v>
                </c:pt>
                <c:pt idx="381">
                  <c:v>150</c:v>
                </c:pt>
                <c:pt idx="382">
                  <c:v>157</c:v>
                </c:pt>
                <c:pt idx="383">
                  <c:v>167</c:v>
                </c:pt>
                <c:pt idx="384">
                  <c:v>164</c:v>
                </c:pt>
                <c:pt idx="385">
                  <c:v>133</c:v>
                </c:pt>
                <c:pt idx="386">
                  <c:v>127</c:v>
                </c:pt>
                <c:pt idx="387">
                  <c:v>163</c:v>
                </c:pt>
                <c:pt idx="388">
                  <c:v>130</c:v>
                </c:pt>
                <c:pt idx="389">
                  <c:v>153</c:v>
                </c:pt>
                <c:pt idx="390">
                  <c:v>144</c:v>
                </c:pt>
                <c:pt idx="391">
                  <c:v>132</c:v>
                </c:pt>
                <c:pt idx="392">
                  <c:v>149</c:v>
                </c:pt>
                <c:pt idx="393">
                  <c:v>168</c:v>
                </c:pt>
                <c:pt idx="394">
                  <c:v>168</c:v>
                </c:pt>
                <c:pt idx="395">
                  <c:v>166</c:v>
                </c:pt>
                <c:pt idx="396">
                  <c:v>149</c:v>
                </c:pt>
                <c:pt idx="397">
                  <c:v>168</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165</c:v>
                </c:pt>
                <c:pt idx="435">
                  <c:v>144</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163</c:v>
                </c:pt>
                <c:pt idx="564">
                  <c:v>126</c:v>
                </c:pt>
                <c:pt idx="565">
                  <c:v>166</c:v>
                </c:pt>
                <c:pt idx="566">
                  <c:v>144</c:v>
                </c:pt>
                <c:pt idx="567">
                  <c:v>144</c:v>
                </c:pt>
                <c:pt idx="568">
                  <c:v>160</c:v>
                </c:pt>
                <c:pt idx="569">
                  <c:v>155</c:v>
                </c:pt>
                <c:pt idx="570">
                  <c:v>135</c:v>
                </c:pt>
                <c:pt idx="571">
                  <c:v>167</c:v>
                </c:pt>
                <c:pt idx="572">
                  <c:v>157</c:v>
                </c:pt>
                <c:pt idx="573">
                  <c:v>154</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167</c:v>
                </c:pt>
                <c:pt idx="658">
                  <c:v>150</c:v>
                </c:pt>
                <c:pt idx="659">
                  <c:v>160</c:v>
                </c:pt>
                <c:pt idx="660">
                  <c:v>163</c:v>
                </c:pt>
                <c:pt idx="661">
                  <c:v>150</c:v>
                </c:pt>
                <c:pt idx="662">
                  <c:v>167</c:v>
                </c:pt>
                <c:pt idx="663">
                  <c:v>158</c:v>
                </c:pt>
                <c:pt idx="664">
                  <c:v>148</c:v>
                </c:pt>
                <c:pt idx="665">
                  <c:v>144</c:v>
                </c:pt>
                <c:pt idx="666">
                  <c:v>141</c:v>
                </c:pt>
                <c:pt idx="667">
                  <c:v>158</c:v>
                </c:pt>
                <c:pt idx="668">
                  <c:v>160</c:v>
                </c:pt>
                <c:pt idx="669">
                  <c:v>165</c:v>
                </c:pt>
                <c:pt idx="670">
                  <c:v>139</c:v>
                </c:pt>
                <c:pt idx="671">
                  <c:v>155</c:v>
                </c:pt>
                <c:pt idx="672">
                  <c:v>164</c:v>
                </c:pt>
                <c:pt idx="673">
                  <c:v>152</c:v>
                </c:pt>
                <c:pt idx="674">
                  <c:v>143</c:v>
                </c:pt>
                <c:pt idx="675">
                  <c:v>153</c:v>
                </c:pt>
                <c:pt idx="676">
                  <c:v>132</c:v>
                </c:pt>
                <c:pt idx="677">
                  <c:v>163</c:v>
                </c:pt>
                <c:pt idx="678">
                  <c:v>154</c:v>
                </c:pt>
                <c:pt idx="679">
                  <c:v>159</c:v>
                </c:pt>
                <c:pt idx="680">
                  <c:v>168</c:v>
                </c:pt>
                <c:pt idx="681">
                  <c:v>156</c:v>
                </c:pt>
                <c:pt idx="682">
                  <c:v>153</c:v>
                </c:pt>
                <c:pt idx="683">
                  <c:v>153</c:v>
                </c:pt>
                <c:pt idx="684">
                  <c:v>122</c:v>
                </c:pt>
                <c:pt idx="685">
                  <c:v>156</c:v>
                </c:pt>
                <c:pt idx="686">
                  <c:v>164</c:v>
                </c:pt>
                <c:pt idx="687">
                  <c:v>144</c:v>
                </c:pt>
                <c:pt idx="688">
                  <c:v>140</c:v>
                </c:pt>
                <c:pt idx="689">
                  <c:v>146</c:v>
                </c:pt>
                <c:pt idx="690">
                  <c:v>167</c:v>
                </c:pt>
                <c:pt idx="691">
                  <c:v>162</c:v>
                </c:pt>
                <c:pt idx="692">
                  <c:v>165</c:v>
                </c:pt>
                <c:pt idx="693">
                  <c:v>161</c:v>
                </c:pt>
                <c:pt idx="694">
                  <c:v>169</c:v>
                </c:pt>
                <c:pt idx="695">
                  <c:v>150</c:v>
                </c:pt>
                <c:pt idx="696">
                  <c:v>147</c:v>
                </c:pt>
                <c:pt idx="697">
                  <c:v>126</c:v>
                </c:pt>
                <c:pt idx="698">
                  <c:v>145</c:v>
                </c:pt>
                <c:pt idx="699">
                  <c:v>140</c:v>
                </c:pt>
                <c:pt idx="700">
                  <c:v>143</c:v>
                </c:pt>
                <c:pt idx="701">
                  <c:v>166</c:v>
                </c:pt>
                <c:pt idx="702">
                  <c:v>139</c:v>
                </c:pt>
                <c:pt idx="703">
                  <c:v>121</c:v>
                </c:pt>
                <c:pt idx="704">
                  <c:v>144</c:v>
                </c:pt>
                <c:pt idx="705">
                  <c:v>166</c:v>
                </c:pt>
                <c:pt idx="706">
                  <c:v>142</c:v>
                </c:pt>
                <c:pt idx="707">
                  <c:v>153</c:v>
                </c:pt>
                <c:pt idx="708">
                  <c:v>139</c:v>
                </c:pt>
                <c:pt idx="709">
                  <c:v>167</c:v>
                </c:pt>
                <c:pt idx="710">
                  <c:v>144</c:v>
                </c:pt>
                <c:pt idx="711">
                  <c:v>166</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169</c:v>
                </c:pt>
                <c:pt idx="737">
                  <c:v>169</c:v>
                </c:pt>
                <c:pt idx="738">
                  <c:v>163</c:v>
                </c:pt>
                <c:pt idx="739">
                  <c:v>151</c:v>
                </c:pt>
                <c:pt idx="740">
                  <c:v>125</c:v>
                </c:pt>
                <c:pt idx="741">
                  <c:v>134</c:v>
                </c:pt>
                <c:pt idx="742">
                  <c:v>120</c:v>
                </c:pt>
                <c:pt idx="743">
                  <c:v>169</c:v>
                </c:pt>
                <c:pt idx="744">
                  <c:v>152</c:v>
                </c:pt>
                <c:pt idx="745">
                  <c:v>168</c:v>
                </c:pt>
                <c:pt idx="746">
                  <c:v>138</c:v>
                </c:pt>
                <c:pt idx="747">
                  <c:v>163</c:v>
                </c:pt>
                <c:pt idx="748">
                  <c:v>166</c:v>
                </c:pt>
                <c:pt idx="749">
                  <c:v>156</c:v>
                </c:pt>
                <c:pt idx="750">
                  <c:v>159</c:v>
                </c:pt>
                <c:pt idx="751">
                  <c:v>133</c:v>
                </c:pt>
                <c:pt idx="752">
                  <c:v>150</c:v>
                </c:pt>
                <c:pt idx="753">
                  <c:v>149</c:v>
                </c:pt>
                <c:pt idx="754">
                  <c:v>149</c:v>
                </c:pt>
                <c:pt idx="755">
                  <c:v>152</c:v>
                </c:pt>
                <c:pt idx="756">
                  <c:v>158</c:v>
                </c:pt>
                <c:pt idx="757">
                  <c:v>160</c:v>
                </c:pt>
                <c:pt idx="758">
                  <c:v>145</c:v>
                </c:pt>
                <c:pt idx="759">
                  <c:v>162</c:v>
                </c:pt>
                <c:pt idx="760">
                  <c:v>152</c:v>
                </c:pt>
                <c:pt idx="761">
                  <c:v>156</c:v>
                </c:pt>
                <c:pt idx="762">
                  <c:v>120</c:v>
                </c:pt>
                <c:pt idx="763">
                  <c:v>167</c:v>
                </c:pt>
                <c:pt idx="764">
                  <c:v>162</c:v>
                </c:pt>
                <c:pt idx="765">
                  <c:v>159</c:v>
                </c:pt>
                <c:pt idx="766">
                  <c:v>166</c:v>
                </c:pt>
                <c:pt idx="767">
                  <c:v>169</c:v>
                </c:pt>
                <c:pt idx="768">
                  <c:v>160</c:v>
                </c:pt>
                <c:pt idx="769">
                  <c:v>167</c:v>
                </c:pt>
                <c:pt idx="770">
                  <c:v>157</c:v>
                </c:pt>
                <c:pt idx="771">
                  <c:v>165</c:v>
                </c:pt>
                <c:pt idx="772">
                  <c:v>127</c:v>
                </c:pt>
                <c:pt idx="773">
                  <c:v>161</c:v>
                </c:pt>
                <c:pt idx="774">
                  <c:v>159</c:v>
                </c:pt>
                <c:pt idx="775">
                  <c:v>153</c:v>
                </c:pt>
                <c:pt idx="776">
                  <c:v>168</c:v>
                </c:pt>
                <c:pt idx="777">
                  <c:v>168</c:v>
                </c:pt>
                <c:pt idx="778">
                  <c:v>149</c:v>
                </c:pt>
                <c:pt idx="779">
                  <c:v>138</c:v>
                </c:pt>
                <c:pt idx="780">
                  <c:v>167</c:v>
                </c:pt>
                <c:pt idx="781">
                  <c:v>166</c:v>
                </c:pt>
                <c:pt idx="782">
                  <c:v>134</c:v>
                </c:pt>
                <c:pt idx="783">
                  <c:v>163</c:v>
                </c:pt>
                <c:pt idx="784">
                  <c:v>156</c:v>
                </c:pt>
                <c:pt idx="785">
                  <c:v>155</c:v>
                </c:pt>
                <c:pt idx="786">
                  <c:v>147</c:v>
                </c:pt>
                <c:pt idx="787">
                  <c:v>161</c:v>
                </c:pt>
                <c:pt idx="788">
                  <c:v>160</c:v>
                </c:pt>
                <c:pt idx="789">
                  <c:v>165</c:v>
                </c:pt>
                <c:pt idx="790">
                  <c:v>166</c:v>
                </c:pt>
                <c:pt idx="791">
                  <c:v>169</c:v>
                </c:pt>
                <c:pt idx="792">
                  <c:v>158</c:v>
                </c:pt>
                <c:pt idx="793">
                  <c:v>134</c:v>
                </c:pt>
                <c:pt idx="794">
                  <c:v>169</c:v>
                </c:pt>
                <c:pt idx="795">
                  <c:v>129</c:v>
                </c:pt>
                <c:pt idx="796">
                  <c:v>159</c:v>
                </c:pt>
                <c:pt idx="797">
                  <c:v>159</c:v>
                </c:pt>
                <c:pt idx="798">
                  <c:v>125</c:v>
                </c:pt>
                <c:pt idx="799">
                  <c:v>160</c:v>
                </c:pt>
                <c:pt idx="800">
                  <c:v>157</c:v>
                </c:pt>
                <c:pt idx="801">
                  <c:v>159</c:v>
                </c:pt>
                <c:pt idx="802">
                  <c:v>160</c:v>
                </c:pt>
                <c:pt idx="803">
                  <c:v>166</c:v>
                </c:pt>
                <c:pt idx="804">
                  <c:v>160</c:v>
                </c:pt>
                <c:pt idx="805">
                  <c:v>150</c:v>
                </c:pt>
                <c:pt idx="806">
                  <c:v>130</c:v>
                </c:pt>
                <c:pt idx="807">
                  <c:v>141</c:v>
                </c:pt>
                <c:pt idx="808">
                  <c:v>163</c:v>
                </c:pt>
                <c:pt idx="809">
                  <c:v>167</c:v>
                </c:pt>
                <c:pt idx="810">
                  <c:v>151</c:v>
                </c:pt>
                <c:pt idx="811">
                  <c:v>143</c:v>
                </c:pt>
                <c:pt idx="812">
                  <c:v>162</c:v>
                </c:pt>
                <c:pt idx="813">
                  <c:v>152</c:v>
                </c:pt>
                <c:pt idx="814">
                  <c:v>150</c:v>
                </c:pt>
                <c:pt idx="815">
                  <c:v>152</c:v>
                </c:pt>
                <c:pt idx="816">
                  <c:v>135</c:v>
                </c:pt>
                <c:pt idx="817">
                  <c:v>156</c:v>
                </c:pt>
                <c:pt idx="818">
                  <c:v>152</c:v>
                </c:pt>
                <c:pt idx="819">
                  <c:v>156</c:v>
                </c:pt>
                <c:pt idx="820">
                  <c:v>165</c:v>
                </c:pt>
                <c:pt idx="821">
                  <c:v>167</c:v>
                </c:pt>
                <c:pt idx="822">
                  <c:v>157</c:v>
                </c:pt>
                <c:pt idx="823">
                  <c:v>155</c:v>
                </c:pt>
                <c:pt idx="824">
                  <c:v>161</c:v>
                </c:pt>
                <c:pt idx="825">
                  <c:v>153</c:v>
                </c:pt>
                <c:pt idx="826">
                  <c:v>153</c:v>
                </c:pt>
                <c:pt idx="827">
                  <c:v>163</c:v>
                </c:pt>
                <c:pt idx="828">
                  <c:v>160</c:v>
                </c:pt>
                <c:pt idx="829">
                  <c:v>163</c:v>
                </c:pt>
                <c:pt idx="830">
                  <c:v>140</c:v>
                </c:pt>
                <c:pt idx="831">
                  <c:v>134</c:v>
                </c:pt>
                <c:pt idx="832">
                  <c:v>164</c:v>
                </c:pt>
                <c:pt idx="833">
                  <c:v>122</c:v>
                </c:pt>
                <c:pt idx="834">
                  <c:v>159</c:v>
                </c:pt>
                <c:pt idx="835">
                  <c:v>121</c:v>
                </c:pt>
                <c:pt idx="836">
                  <c:v>158</c:v>
                </c:pt>
                <c:pt idx="837">
                  <c:v>168</c:v>
                </c:pt>
                <c:pt idx="838">
                  <c:v>165</c:v>
                </c:pt>
                <c:pt idx="839">
                  <c:v>155</c:v>
                </c:pt>
                <c:pt idx="840">
                  <c:v>133</c:v>
                </c:pt>
                <c:pt idx="841">
                  <c:v>123</c:v>
                </c:pt>
                <c:pt idx="842">
                  <c:v>154</c:v>
                </c:pt>
                <c:pt idx="843">
                  <c:v>155</c:v>
                </c:pt>
                <c:pt idx="844">
                  <c:v>158</c:v>
                </c:pt>
                <c:pt idx="845">
                  <c:v>127</c:v>
                </c:pt>
                <c:pt idx="846">
                  <c:v>143</c:v>
                </c:pt>
                <c:pt idx="847">
                  <c:v>158</c:v>
                </c:pt>
                <c:pt idx="848">
                  <c:v>146</c:v>
                </c:pt>
                <c:pt idx="849">
                  <c:v>146</c:v>
                </c:pt>
                <c:pt idx="850">
                  <c:v>152</c:v>
                </c:pt>
                <c:pt idx="851">
                  <c:v>155</c:v>
                </c:pt>
                <c:pt idx="852">
                  <c:v>155</c:v>
                </c:pt>
                <c:pt idx="853">
                  <c:v>135</c:v>
                </c:pt>
                <c:pt idx="854">
                  <c:v>165</c:v>
                </c:pt>
                <c:pt idx="855">
                  <c:v>146</c:v>
                </c:pt>
                <c:pt idx="856">
                  <c:v>152</c:v>
                </c:pt>
                <c:pt idx="857">
                  <c:v>134</c:v>
                </c:pt>
                <c:pt idx="858">
                  <c:v>154</c:v>
                </c:pt>
                <c:pt idx="859">
                  <c:v>134</c:v>
                </c:pt>
                <c:pt idx="860">
                  <c:v>146</c:v>
                </c:pt>
                <c:pt idx="861">
                  <c:v>162</c:v>
                </c:pt>
                <c:pt idx="862">
                  <c:v>162</c:v>
                </c:pt>
                <c:pt idx="863">
                  <c:v>164</c:v>
                </c:pt>
                <c:pt idx="864">
                  <c:v>126</c:v>
                </c:pt>
                <c:pt idx="865">
                  <c:v>155</c:v>
                </c:pt>
                <c:pt idx="866">
                  <c:v>130</c:v>
                </c:pt>
                <c:pt idx="867">
                  <c:v>160</c:v>
                </c:pt>
                <c:pt idx="868">
                  <c:v>150</c:v>
                </c:pt>
                <c:pt idx="869">
                  <c:v>160</c:v>
                </c:pt>
                <c:pt idx="870">
                  <c:v>125</c:v>
                </c:pt>
                <c:pt idx="871">
                  <c:v>166</c:v>
                </c:pt>
                <c:pt idx="872">
                  <c:v>140</c:v>
                </c:pt>
                <c:pt idx="873">
                  <c:v>153</c:v>
                </c:pt>
                <c:pt idx="874">
                  <c:v>128</c:v>
                </c:pt>
                <c:pt idx="875">
                  <c:v>161</c:v>
                </c:pt>
                <c:pt idx="876">
                  <c:v>130</c:v>
                </c:pt>
                <c:pt idx="877">
                  <c:v>156</c:v>
                </c:pt>
                <c:pt idx="878">
                  <c:v>125</c:v>
                </c:pt>
                <c:pt idx="879">
                  <c:v>126</c:v>
                </c:pt>
                <c:pt idx="880">
                  <c:v>156</c:v>
                </c:pt>
                <c:pt idx="881">
                  <c:v>123</c:v>
                </c:pt>
                <c:pt idx="882">
                  <c:v>161</c:v>
                </c:pt>
                <c:pt idx="883">
                  <c:v>161</c:v>
                </c:pt>
                <c:pt idx="884">
                  <c:v>149</c:v>
                </c:pt>
                <c:pt idx="885">
                  <c:v>147</c:v>
                </c:pt>
                <c:pt idx="886">
                  <c:v>153</c:v>
                </c:pt>
                <c:pt idx="887">
                  <c:v>165</c:v>
                </c:pt>
                <c:pt idx="888">
                  <c:v>155</c:v>
                </c:pt>
                <c:pt idx="889">
                  <c:v>137</c:v>
                </c:pt>
                <c:pt idx="890">
                  <c:v>136</c:v>
                </c:pt>
                <c:pt idx="891">
                  <c:v>141</c:v>
                </c:pt>
                <c:pt idx="892">
                  <c:v>158</c:v>
                </c:pt>
                <c:pt idx="893">
                  <c:v>156</c:v>
                </c:pt>
                <c:pt idx="894">
                  <c:v>133</c:v>
                </c:pt>
                <c:pt idx="895">
                  <c:v>162</c:v>
                </c:pt>
                <c:pt idx="896">
                  <c:v>144</c:v>
                </c:pt>
                <c:pt idx="897">
                  <c:v>140</c:v>
                </c:pt>
                <c:pt idx="898">
                  <c:v>132</c:v>
                </c:pt>
                <c:pt idx="899">
                  <c:v>120</c:v>
                </c:pt>
                <c:pt idx="900">
                  <c:v>136</c:v>
                </c:pt>
                <c:pt idx="901">
                  <c:v>146</c:v>
                </c:pt>
                <c:pt idx="902">
                  <c:v>153</c:v>
                </c:pt>
                <c:pt idx="903">
                  <c:v>168</c:v>
                </c:pt>
                <c:pt idx="904">
                  <c:v>123</c:v>
                </c:pt>
                <c:pt idx="905">
                  <c:v>167</c:v>
                </c:pt>
                <c:pt idx="906">
                  <c:v>127</c:v>
                </c:pt>
                <c:pt idx="907">
                  <c:v>146</c:v>
                </c:pt>
                <c:pt idx="908">
                  <c:v>158</c:v>
                </c:pt>
                <c:pt idx="909">
                  <c:v>136</c:v>
                </c:pt>
                <c:pt idx="910">
                  <c:v>152</c:v>
                </c:pt>
                <c:pt idx="911">
                  <c:v>127</c:v>
                </c:pt>
                <c:pt idx="912">
                  <c:v>160</c:v>
                </c:pt>
                <c:pt idx="913">
                  <c:v>151</c:v>
                </c:pt>
                <c:pt idx="914">
                  <c:v>132</c:v>
                </c:pt>
                <c:pt idx="915">
                  <c:v>161</c:v>
                </c:pt>
                <c:pt idx="916">
                  <c:v>145</c:v>
                </c:pt>
                <c:pt idx="917">
                  <c:v>130</c:v>
                </c:pt>
                <c:pt idx="918">
                  <c:v>136</c:v>
                </c:pt>
                <c:pt idx="919">
                  <c:v>156</c:v>
                </c:pt>
                <c:pt idx="920">
                  <c:v>161</c:v>
                </c:pt>
                <c:pt idx="921">
                  <c:v>169</c:v>
                </c:pt>
                <c:pt idx="922">
                  <c:v>160</c:v>
                </c:pt>
                <c:pt idx="923">
                  <c:v>121</c:v>
                </c:pt>
                <c:pt idx="924">
                  <c:v>135</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169</c:v>
                </c:pt>
                <c:pt idx="962">
                  <c:v>150</c:v>
                </c:pt>
                <c:pt idx="963">
                  <c:v>167</c:v>
                </c:pt>
                <c:pt idx="964">
                  <c:v>148</c:v>
                </c:pt>
                <c:pt idx="965">
                  <c:v>149</c:v>
                </c:pt>
                <c:pt idx="966">
                  <c:v>169</c:v>
                </c:pt>
                <c:pt idx="967">
                  <c:v>146</c:v>
                </c:pt>
                <c:pt idx="968">
                  <c:v>157</c:v>
                </c:pt>
                <c:pt idx="969">
                  <c:v>167</c:v>
                </c:pt>
                <c:pt idx="970">
                  <c:v>168</c:v>
                </c:pt>
                <c:pt idx="971">
                  <c:v>167</c:v>
                </c:pt>
                <c:pt idx="972">
                  <c:v>168</c:v>
                </c:pt>
              </c:numCache>
            </c:numRef>
          </c:xVal>
          <c:yVal>
            <c:numRef>
              <c:f>'Sub-Dataset'!$BW$2:$BW$974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189</c:v>
                </c:pt>
                <c:pt idx="246">
                  <c:v>188</c:v>
                </c:pt>
                <c:pt idx="247">
                  <c:v>188</c:v>
                </c:pt>
                <c:pt idx="248">
                  <c:v>194</c:v>
                </c:pt>
                <c:pt idx="249">
                  <c:v>196</c:v>
                </c:pt>
                <c:pt idx="250">
                  <c:v>190</c:v>
                </c:pt>
                <c:pt idx="251">
                  <c:v>188</c:v>
                </c:pt>
                <c:pt idx="252">
                  <c:v>189</c:v>
                </c:pt>
                <c:pt idx="253">
                  <c:v>189</c:v>
                </c:pt>
                <c:pt idx="254">
                  <c:v>191</c:v>
                </c:pt>
                <c:pt idx="255">
                  <c:v>192</c:v>
                </c:pt>
                <c:pt idx="256">
                  <c:v>182</c:v>
                </c:pt>
                <c:pt idx="257">
                  <c:v>192</c:v>
                </c:pt>
                <c:pt idx="258">
                  <c:v>198</c:v>
                </c:pt>
                <c:pt idx="259">
                  <c:v>193</c:v>
                </c:pt>
                <c:pt idx="260">
                  <c:v>189</c:v>
                </c:pt>
                <c:pt idx="261">
                  <c:v>187</c:v>
                </c:pt>
                <c:pt idx="262">
                  <c:v>197</c:v>
                </c:pt>
                <c:pt idx="263">
                  <c:v>176</c:v>
                </c:pt>
                <c:pt idx="264">
                  <c:v>192</c:v>
                </c:pt>
                <c:pt idx="265">
                  <c:v>196</c:v>
                </c:pt>
                <c:pt idx="266">
                  <c:v>198</c:v>
                </c:pt>
                <c:pt idx="267">
                  <c:v>199</c:v>
                </c:pt>
                <c:pt idx="268">
                  <c:v>184</c:v>
                </c:pt>
                <c:pt idx="269">
                  <c:v>192</c:v>
                </c:pt>
                <c:pt idx="270">
                  <c:v>192</c:v>
                </c:pt>
                <c:pt idx="271">
                  <c:v>193</c:v>
                </c:pt>
                <c:pt idx="272">
                  <c:v>193</c:v>
                </c:pt>
                <c:pt idx="273">
                  <c:v>190</c:v>
                </c:pt>
                <c:pt idx="274">
                  <c:v>188</c:v>
                </c:pt>
                <c:pt idx="275">
                  <c:v>177</c:v>
                </c:pt>
                <c:pt idx="276">
                  <c:v>196</c:v>
                </c:pt>
                <c:pt idx="277">
                  <c:v>189</c:v>
                </c:pt>
                <c:pt idx="278">
                  <c:v>183</c:v>
                </c:pt>
                <c:pt idx="279">
                  <c:v>195</c:v>
                </c:pt>
                <c:pt idx="280">
                  <c:v>193</c:v>
                </c:pt>
                <c:pt idx="281">
                  <c:v>198</c:v>
                </c:pt>
                <c:pt idx="282">
                  <c:v>178</c:v>
                </c:pt>
                <c:pt idx="283">
                  <c:v>0</c:v>
                </c:pt>
                <c:pt idx="284">
                  <c:v>193</c:v>
                </c:pt>
                <c:pt idx="285">
                  <c:v>199</c:v>
                </c:pt>
                <c:pt idx="286">
                  <c:v>0</c:v>
                </c:pt>
                <c:pt idx="287">
                  <c:v>195</c:v>
                </c:pt>
                <c:pt idx="288">
                  <c:v>192</c:v>
                </c:pt>
                <c:pt idx="289">
                  <c:v>0</c:v>
                </c:pt>
                <c:pt idx="290">
                  <c:v>199</c:v>
                </c:pt>
                <c:pt idx="291">
                  <c:v>172</c:v>
                </c:pt>
                <c:pt idx="292">
                  <c:v>187</c:v>
                </c:pt>
                <c:pt idx="293">
                  <c:v>173</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179</c:v>
                </c:pt>
                <c:pt idx="347">
                  <c:v>195</c:v>
                </c:pt>
                <c:pt idx="348">
                  <c:v>187</c:v>
                </c:pt>
                <c:pt idx="349">
                  <c:v>185</c:v>
                </c:pt>
                <c:pt idx="350">
                  <c:v>0</c:v>
                </c:pt>
                <c:pt idx="351">
                  <c:v>178</c:v>
                </c:pt>
                <c:pt idx="352">
                  <c:v>188</c:v>
                </c:pt>
                <c:pt idx="353">
                  <c:v>0</c:v>
                </c:pt>
                <c:pt idx="354">
                  <c:v>185</c:v>
                </c:pt>
                <c:pt idx="355">
                  <c:v>0</c:v>
                </c:pt>
                <c:pt idx="356">
                  <c:v>0</c:v>
                </c:pt>
                <c:pt idx="357">
                  <c:v>178</c:v>
                </c:pt>
                <c:pt idx="358">
                  <c:v>198</c:v>
                </c:pt>
                <c:pt idx="359">
                  <c:v>173</c:v>
                </c:pt>
                <c:pt idx="360">
                  <c:v>177</c:v>
                </c:pt>
                <c:pt idx="361">
                  <c:v>0</c:v>
                </c:pt>
                <c:pt idx="362">
                  <c:v>188</c:v>
                </c:pt>
                <c:pt idx="363">
                  <c:v>185</c:v>
                </c:pt>
                <c:pt idx="364">
                  <c:v>196</c:v>
                </c:pt>
                <c:pt idx="365">
                  <c:v>179</c:v>
                </c:pt>
                <c:pt idx="366">
                  <c:v>0</c:v>
                </c:pt>
                <c:pt idx="367">
                  <c:v>175</c:v>
                </c:pt>
                <c:pt idx="368">
                  <c:v>196</c:v>
                </c:pt>
                <c:pt idx="369">
                  <c:v>189</c:v>
                </c:pt>
                <c:pt idx="370">
                  <c:v>0</c:v>
                </c:pt>
                <c:pt idx="371">
                  <c:v>187</c:v>
                </c:pt>
                <c:pt idx="372">
                  <c:v>178</c:v>
                </c:pt>
                <c:pt idx="373">
                  <c:v>182</c:v>
                </c:pt>
                <c:pt idx="374">
                  <c:v>180</c:v>
                </c:pt>
                <c:pt idx="375">
                  <c:v>171</c:v>
                </c:pt>
                <c:pt idx="376">
                  <c:v>186</c:v>
                </c:pt>
                <c:pt idx="377">
                  <c:v>0</c:v>
                </c:pt>
                <c:pt idx="378">
                  <c:v>0</c:v>
                </c:pt>
                <c:pt idx="379">
                  <c:v>187</c:v>
                </c:pt>
                <c:pt idx="380">
                  <c:v>0</c:v>
                </c:pt>
                <c:pt idx="381">
                  <c:v>0</c:v>
                </c:pt>
                <c:pt idx="382">
                  <c:v>199</c:v>
                </c:pt>
                <c:pt idx="383">
                  <c:v>193</c:v>
                </c:pt>
                <c:pt idx="384">
                  <c:v>181</c:v>
                </c:pt>
                <c:pt idx="385">
                  <c:v>0</c:v>
                </c:pt>
                <c:pt idx="386">
                  <c:v>0</c:v>
                </c:pt>
                <c:pt idx="387">
                  <c:v>198</c:v>
                </c:pt>
                <c:pt idx="388">
                  <c:v>0</c:v>
                </c:pt>
                <c:pt idx="389">
                  <c:v>186</c:v>
                </c:pt>
                <c:pt idx="390">
                  <c:v>199</c:v>
                </c:pt>
                <c:pt idx="391">
                  <c:v>0</c:v>
                </c:pt>
                <c:pt idx="392">
                  <c:v>0</c:v>
                </c:pt>
                <c:pt idx="393">
                  <c:v>172</c:v>
                </c:pt>
                <c:pt idx="394">
                  <c:v>181</c:v>
                </c:pt>
                <c:pt idx="395">
                  <c:v>188</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170</c:v>
                </c:pt>
                <c:pt idx="419">
                  <c:v>0</c:v>
                </c:pt>
                <c:pt idx="420">
                  <c:v>0</c:v>
                </c:pt>
                <c:pt idx="421">
                  <c:v>190</c:v>
                </c:pt>
                <c:pt idx="422">
                  <c:v>199</c:v>
                </c:pt>
                <c:pt idx="423">
                  <c:v>197</c:v>
                </c:pt>
                <c:pt idx="424">
                  <c:v>171</c:v>
                </c:pt>
                <c:pt idx="425">
                  <c:v>197</c:v>
                </c:pt>
                <c:pt idx="426">
                  <c:v>199</c:v>
                </c:pt>
                <c:pt idx="427">
                  <c:v>0</c:v>
                </c:pt>
                <c:pt idx="428">
                  <c:v>0</c:v>
                </c:pt>
                <c:pt idx="429">
                  <c:v>194</c:v>
                </c:pt>
                <c:pt idx="430">
                  <c:v>188</c:v>
                </c:pt>
                <c:pt idx="431">
                  <c:v>0</c:v>
                </c:pt>
                <c:pt idx="432">
                  <c:v>0</c:v>
                </c:pt>
                <c:pt idx="433">
                  <c:v>168</c:v>
                </c:pt>
                <c:pt idx="434">
                  <c:v>0</c:v>
                </c:pt>
                <c:pt idx="435">
                  <c:v>177</c:v>
                </c:pt>
                <c:pt idx="436">
                  <c:v>196</c:v>
                </c:pt>
                <c:pt idx="437">
                  <c:v>198</c:v>
                </c:pt>
                <c:pt idx="438">
                  <c:v>179</c:v>
                </c:pt>
                <c:pt idx="439">
                  <c:v>0</c:v>
                </c:pt>
                <c:pt idx="440">
                  <c:v>183</c:v>
                </c:pt>
                <c:pt idx="441">
                  <c:v>0</c:v>
                </c:pt>
                <c:pt idx="442">
                  <c:v>0</c:v>
                </c:pt>
                <c:pt idx="443">
                  <c:v>0</c:v>
                </c:pt>
                <c:pt idx="444">
                  <c:v>198</c:v>
                </c:pt>
                <c:pt idx="445">
                  <c:v>0</c:v>
                </c:pt>
                <c:pt idx="446">
                  <c:v>0</c:v>
                </c:pt>
                <c:pt idx="447">
                  <c:v>0</c:v>
                </c:pt>
                <c:pt idx="448">
                  <c:v>181</c:v>
                </c:pt>
                <c:pt idx="449">
                  <c:v>195</c:v>
                </c:pt>
                <c:pt idx="450">
                  <c:v>0</c:v>
                </c:pt>
                <c:pt idx="451">
                  <c:v>0</c:v>
                </c:pt>
                <c:pt idx="452">
                  <c:v>0</c:v>
                </c:pt>
                <c:pt idx="453">
                  <c:v>171</c:v>
                </c:pt>
                <c:pt idx="454">
                  <c:v>0</c:v>
                </c:pt>
                <c:pt idx="455">
                  <c:v>192</c:v>
                </c:pt>
                <c:pt idx="456">
                  <c:v>0</c:v>
                </c:pt>
                <c:pt idx="457">
                  <c:v>184</c:v>
                </c:pt>
                <c:pt idx="458">
                  <c:v>188</c:v>
                </c:pt>
                <c:pt idx="459">
                  <c:v>0</c:v>
                </c:pt>
                <c:pt idx="460">
                  <c:v>177</c:v>
                </c:pt>
                <c:pt idx="461">
                  <c:v>193</c:v>
                </c:pt>
                <c:pt idx="462">
                  <c:v>0</c:v>
                </c:pt>
                <c:pt idx="463">
                  <c:v>0</c:v>
                </c:pt>
                <c:pt idx="464">
                  <c:v>0</c:v>
                </c:pt>
                <c:pt idx="465">
                  <c:v>0</c:v>
                </c:pt>
                <c:pt idx="466">
                  <c:v>0</c:v>
                </c:pt>
                <c:pt idx="467">
                  <c:v>198</c:v>
                </c:pt>
                <c:pt idx="468">
                  <c:v>0</c:v>
                </c:pt>
                <c:pt idx="469">
                  <c:v>0</c:v>
                </c:pt>
                <c:pt idx="470">
                  <c:v>196</c:v>
                </c:pt>
                <c:pt idx="471">
                  <c:v>0</c:v>
                </c:pt>
                <c:pt idx="472">
                  <c:v>0</c:v>
                </c:pt>
                <c:pt idx="473">
                  <c:v>0</c:v>
                </c:pt>
                <c:pt idx="474">
                  <c:v>0</c:v>
                </c:pt>
                <c:pt idx="475">
                  <c:v>0</c:v>
                </c:pt>
                <c:pt idx="476">
                  <c:v>0</c:v>
                </c:pt>
                <c:pt idx="477">
                  <c:v>193</c:v>
                </c:pt>
                <c:pt idx="478">
                  <c:v>0</c:v>
                </c:pt>
                <c:pt idx="479">
                  <c:v>0</c:v>
                </c:pt>
                <c:pt idx="480">
                  <c:v>0</c:v>
                </c:pt>
                <c:pt idx="481">
                  <c:v>186</c:v>
                </c:pt>
                <c:pt idx="482">
                  <c:v>0</c:v>
                </c:pt>
                <c:pt idx="483">
                  <c:v>178</c:v>
                </c:pt>
                <c:pt idx="484">
                  <c:v>0</c:v>
                </c:pt>
                <c:pt idx="485">
                  <c:v>0</c:v>
                </c:pt>
                <c:pt idx="486">
                  <c:v>0</c:v>
                </c:pt>
                <c:pt idx="487">
                  <c:v>0</c:v>
                </c:pt>
                <c:pt idx="488">
                  <c:v>0</c:v>
                </c:pt>
                <c:pt idx="489">
                  <c:v>189</c:v>
                </c:pt>
                <c:pt idx="490">
                  <c:v>0</c:v>
                </c:pt>
                <c:pt idx="491">
                  <c:v>0</c:v>
                </c:pt>
                <c:pt idx="492">
                  <c:v>0</c:v>
                </c:pt>
                <c:pt idx="493">
                  <c:v>0</c:v>
                </c:pt>
                <c:pt idx="494">
                  <c:v>0</c:v>
                </c:pt>
                <c:pt idx="495">
                  <c:v>0</c:v>
                </c:pt>
                <c:pt idx="496">
                  <c:v>172</c:v>
                </c:pt>
                <c:pt idx="497">
                  <c:v>0</c:v>
                </c:pt>
                <c:pt idx="498">
                  <c:v>0</c:v>
                </c:pt>
                <c:pt idx="499">
                  <c:v>0</c:v>
                </c:pt>
                <c:pt idx="500">
                  <c:v>0</c:v>
                </c:pt>
                <c:pt idx="501">
                  <c:v>198</c:v>
                </c:pt>
                <c:pt idx="502">
                  <c:v>0</c:v>
                </c:pt>
                <c:pt idx="503">
                  <c:v>0</c:v>
                </c:pt>
                <c:pt idx="504">
                  <c:v>180</c:v>
                </c:pt>
                <c:pt idx="505">
                  <c:v>0</c:v>
                </c:pt>
                <c:pt idx="506">
                  <c:v>189</c:v>
                </c:pt>
                <c:pt idx="507">
                  <c:v>0</c:v>
                </c:pt>
                <c:pt idx="508">
                  <c:v>0</c:v>
                </c:pt>
                <c:pt idx="509">
                  <c:v>0</c:v>
                </c:pt>
                <c:pt idx="510">
                  <c:v>0</c:v>
                </c:pt>
                <c:pt idx="511">
                  <c:v>179</c:v>
                </c:pt>
                <c:pt idx="512">
                  <c:v>0</c:v>
                </c:pt>
                <c:pt idx="513">
                  <c:v>0</c:v>
                </c:pt>
                <c:pt idx="514">
                  <c:v>183</c:v>
                </c:pt>
                <c:pt idx="515">
                  <c:v>184</c:v>
                </c:pt>
                <c:pt idx="516">
                  <c:v>0</c:v>
                </c:pt>
                <c:pt idx="517">
                  <c:v>0</c:v>
                </c:pt>
                <c:pt idx="518">
                  <c:v>187</c:v>
                </c:pt>
                <c:pt idx="519">
                  <c:v>193</c:v>
                </c:pt>
                <c:pt idx="520">
                  <c:v>168</c:v>
                </c:pt>
                <c:pt idx="521">
                  <c:v>185</c:v>
                </c:pt>
                <c:pt idx="522">
                  <c:v>182</c:v>
                </c:pt>
                <c:pt idx="523">
                  <c:v>194</c:v>
                </c:pt>
                <c:pt idx="524">
                  <c:v>191</c:v>
                </c:pt>
                <c:pt idx="525">
                  <c:v>178</c:v>
                </c:pt>
                <c:pt idx="526">
                  <c:v>192</c:v>
                </c:pt>
                <c:pt idx="527">
                  <c:v>187</c:v>
                </c:pt>
                <c:pt idx="528">
                  <c:v>194</c:v>
                </c:pt>
                <c:pt idx="529">
                  <c:v>195</c:v>
                </c:pt>
                <c:pt idx="530">
                  <c:v>182</c:v>
                </c:pt>
                <c:pt idx="531">
                  <c:v>186</c:v>
                </c:pt>
                <c:pt idx="532">
                  <c:v>179</c:v>
                </c:pt>
                <c:pt idx="533">
                  <c:v>191</c:v>
                </c:pt>
                <c:pt idx="534">
                  <c:v>182</c:v>
                </c:pt>
                <c:pt idx="535">
                  <c:v>189</c:v>
                </c:pt>
                <c:pt idx="536">
                  <c:v>190</c:v>
                </c:pt>
                <c:pt idx="537">
                  <c:v>176</c:v>
                </c:pt>
                <c:pt idx="538">
                  <c:v>171</c:v>
                </c:pt>
                <c:pt idx="539">
                  <c:v>188</c:v>
                </c:pt>
                <c:pt idx="540">
                  <c:v>196</c:v>
                </c:pt>
                <c:pt idx="541">
                  <c:v>196</c:v>
                </c:pt>
                <c:pt idx="542">
                  <c:v>197</c:v>
                </c:pt>
                <c:pt idx="543">
                  <c:v>193</c:v>
                </c:pt>
                <c:pt idx="544">
                  <c:v>189</c:v>
                </c:pt>
                <c:pt idx="545">
                  <c:v>182</c:v>
                </c:pt>
                <c:pt idx="546">
                  <c:v>183</c:v>
                </c:pt>
                <c:pt idx="547">
                  <c:v>175</c:v>
                </c:pt>
                <c:pt idx="548">
                  <c:v>179</c:v>
                </c:pt>
                <c:pt idx="549">
                  <c:v>199</c:v>
                </c:pt>
                <c:pt idx="550">
                  <c:v>182</c:v>
                </c:pt>
                <c:pt idx="551">
                  <c:v>188</c:v>
                </c:pt>
                <c:pt idx="552">
                  <c:v>180</c:v>
                </c:pt>
                <c:pt idx="553">
                  <c:v>196</c:v>
                </c:pt>
                <c:pt idx="554">
                  <c:v>0</c:v>
                </c:pt>
                <c:pt idx="555">
                  <c:v>0</c:v>
                </c:pt>
                <c:pt idx="556">
                  <c:v>0</c:v>
                </c:pt>
                <c:pt idx="557">
                  <c:v>0</c:v>
                </c:pt>
                <c:pt idx="558">
                  <c:v>0</c:v>
                </c:pt>
                <c:pt idx="559">
                  <c:v>187</c:v>
                </c:pt>
                <c:pt idx="560">
                  <c:v>0</c:v>
                </c:pt>
                <c:pt idx="561">
                  <c:v>0</c:v>
                </c:pt>
                <c:pt idx="562">
                  <c:v>0</c:v>
                </c:pt>
                <c:pt idx="563">
                  <c:v>0</c:v>
                </c:pt>
                <c:pt idx="564">
                  <c:v>170</c:v>
                </c:pt>
                <c:pt idx="565">
                  <c:v>0</c:v>
                </c:pt>
                <c:pt idx="566">
                  <c:v>0</c:v>
                </c:pt>
                <c:pt idx="567">
                  <c:v>193</c:v>
                </c:pt>
                <c:pt idx="568">
                  <c:v>0</c:v>
                </c:pt>
                <c:pt idx="569">
                  <c:v>0</c:v>
                </c:pt>
                <c:pt idx="570">
                  <c:v>192</c:v>
                </c:pt>
                <c:pt idx="571">
                  <c:v>0</c:v>
                </c:pt>
                <c:pt idx="572">
                  <c:v>180</c:v>
                </c:pt>
                <c:pt idx="573">
                  <c:v>174</c:v>
                </c:pt>
                <c:pt idx="574">
                  <c:v>199</c:v>
                </c:pt>
                <c:pt idx="575">
                  <c:v>197</c:v>
                </c:pt>
                <c:pt idx="576">
                  <c:v>190</c:v>
                </c:pt>
                <c:pt idx="577">
                  <c:v>192</c:v>
                </c:pt>
                <c:pt idx="578">
                  <c:v>186</c:v>
                </c:pt>
                <c:pt idx="579">
                  <c:v>195</c:v>
                </c:pt>
                <c:pt idx="580">
                  <c:v>169</c:v>
                </c:pt>
                <c:pt idx="581">
                  <c:v>195</c:v>
                </c:pt>
                <c:pt idx="582">
                  <c:v>192</c:v>
                </c:pt>
                <c:pt idx="583">
                  <c:v>187</c:v>
                </c:pt>
                <c:pt idx="584">
                  <c:v>195</c:v>
                </c:pt>
                <c:pt idx="585">
                  <c:v>195</c:v>
                </c:pt>
                <c:pt idx="586">
                  <c:v>177</c:v>
                </c:pt>
                <c:pt idx="587">
                  <c:v>195</c:v>
                </c:pt>
                <c:pt idx="588">
                  <c:v>196</c:v>
                </c:pt>
                <c:pt idx="589">
                  <c:v>190</c:v>
                </c:pt>
                <c:pt idx="590">
                  <c:v>192</c:v>
                </c:pt>
                <c:pt idx="591">
                  <c:v>182</c:v>
                </c:pt>
                <c:pt idx="592">
                  <c:v>193</c:v>
                </c:pt>
                <c:pt idx="593">
                  <c:v>195</c:v>
                </c:pt>
                <c:pt idx="594">
                  <c:v>167</c:v>
                </c:pt>
                <c:pt idx="595">
                  <c:v>185</c:v>
                </c:pt>
                <c:pt idx="596">
                  <c:v>192</c:v>
                </c:pt>
                <c:pt idx="597">
                  <c:v>196</c:v>
                </c:pt>
                <c:pt idx="598">
                  <c:v>171</c:v>
                </c:pt>
                <c:pt idx="599">
                  <c:v>187</c:v>
                </c:pt>
                <c:pt idx="600">
                  <c:v>185</c:v>
                </c:pt>
                <c:pt idx="601">
                  <c:v>175</c:v>
                </c:pt>
                <c:pt idx="602">
                  <c:v>192</c:v>
                </c:pt>
                <c:pt idx="603">
                  <c:v>194</c:v>
                </c:pt>
                <c:pt idx="604">
                  <c:v>194</c:v>
                </c:pt>
                <c:pt idx="605">
                  <c:v>195</c:v>
                </c:pt>
                <c:pt idx="606">
                  <c:v>183</c:v>
                </c:pt>
                <c:pt idx="607">
                  <c:v>185</c:v>
                </c:pt>
                <c:pt idx="608">
                  <c:v>187</c:v>
                </c:pt>
                <c:pt idx="609">
                  <c:v>199</c:v>
                </c:pt>
                <c:pt idx="610">
                  <c:v>181</c:v>
                </c:pt>
                <c:pt idx="611">
                  <c:v>187</c:v>
                </c:pt>
                <c:pt idx="612">
                  <c:v>182</c:v>
                </c:pt>
                <c:pt idx="613">
                  <c:v>198</c:v>
                </c:pt>
                <c:pt idx="614">
                  <c:v>192</c:v>
                </c:pt>
                <c:pt idx="615">
                  <c:v>198</c:v>
                </c:pt>
                <c:pt idx="616">
                  <c:v>191</c:v>
                </c:pt>
                <c:pt idx="617">
                  <c:v>195</c:v>
                </c:pt>
                <c:pt idx="618">
                  <c:v>185</c:v>
                </c:pt>
                <c:pt idx="619">
                  <c:v>192</c:v>
                </c:pt>
                <c:pt idx="620">
                  <c:v>180</c:v>
                </c:pt>
                <c:pt idx="621">
                  <c:v>198</c:v>
                </c:pt>
                <c:pt idx="622">
                  <c:v>183</c:v>
                </c:pt>
                <c:pt idx="623">
                  <c:v>184</c:v>
                </c:pt>
                <c:pt idx="624">
                  <c:v>191</c:v>
                </c:pt>
                <c:pt idx="625">
                  <c:v>191</c:v>
                </c:pt>
                <c:pt idx="626">
                  <c:v>196</c:v>
                </c:pt>
                <c:pt idx="627">
                  <c:v>189</c:v>
                </c:pt>
                <c:pt idx="628">
                  <c:v>187</c:v>
                </c:pt>
                <c:pt idx="629">
                  <c:v>196</c:v>
                </c:pt>
                <c:pt idx="630">
                  <c:v>187</c:v>
                </c:pt>
                <c:pt idx="631">
                  <c:v>198</c:v>
                </c:pt>
                <c:pt idx="632">
                  <c:v>191</c:v>
                </c:pt>
                <c:pt idx="633">
                  <c:v>173</c:v>
                </c:pt>
                <c:pt idx="634">
                  <c:v>194</c:v>
                </c:pt>
                <c:pt idx="635">
                  <c:v>191</c:v>
                </c:pt>
                <c:pt idx="636">
                  <c:v>187</c:v>
                </c:pt>
                <c:pt idx="637">
                  <c:v>191</c:v>
                </c:pt>
                <c:pt idx="638">
                  <c:v>194</c:v>
                </c:pt>
                <c:pt idx="639">
                  <c:v>189</c:v>
                </c:pt>
                <c:pt idx="640">
                  <c:v>167</c:v>
                </c:pt>
                <c:pt idx="641">
                  <c:v>198</c:v>
                </c:pt>
                <c:pt idx="642">
                  <c:v>192</c:v>
                </c:pt>
                <c:pt idx="643">
                  <c:v>189</c:v>
                </c:pt>
                <c:pt idx="644">
                  <c:v>181</c:v>
                </c:pt>
                <c:pt idx="645">
                  <c:v>170</c:v>
                </c:pt>
                <c:pt idx="646">
                  <c:v>171</c:v>
                </c:pt>
                <c:pt idx="647">
                  <c:v>188</c:v>
                </c:pt>
                <c:pt idx="648">
                  <c:v>191</c:v>
                </c:pt>
                <c:pt idx="649">
                  <c:v>192</c:v>
                </c:pt>
                <c:pt idx="650">
                  <c:v>188</c:v>
                </c:pt>
                <c:pt idx="651">
                  <c:v>194</c:v>
                </c:pt>
                <c:pt idx="652">
                  <c:v>190</c:v>
                </c:pt>
                <c:pt idx="653">
                  <c:v>182</c:v>
                </c:pt>
                <c:pt idx="654">
                  <c:v>191</c:v>
                </c:pt>
                <c:pt idx="655">
                  <c:v>190</c:v>
                </c:pt>
                <c:pt idx="656">
                  <c:v>194</c:v>
                </c:pt>
                <c:pt idx="657">
                  <c:v>198</c:v>
                </c:pt>
                <c:pt idx="658">
                  <c:v>177</c:v>
                </c:pt>
                <c:pt idx="659">
                  <c:v>195</c:v>
                </c:pt>
                <c:pt idx="660">
                  <c:v>197</c:v>
                </c:pt>
                <c:pt idx="661">
                  <c:v>0</c:v>
                </c:pt>
                <c:pt idx="662">
                  <c:v>0</c:v>
                </c:pt>
                <c:pt idx="663">
                  <c:v>0</c:v>
                </c:pt>
                <c:pt idx="664">
                  <c:v>179</c:v>
                </c:pt>
                <c:pt idx="665">
                  <c:v>0</c:v>
                </c:pt>
                <c:pt idx="666">
                  <c:v>0</c:v>
                </c:pt>
                <c:pt idx="667">
                  <c:v>191</c:v>
                </c:pt>
                <c:pt idx="668">
                  <c:v>191</c:v>
                </c:pt>
                <c:pt idx="669">
                  <c:v>0</c:v>
                </c:pt>
                <c:pt idx="670">
                  <c:v>0</c:v>
                </c:pt>
                <c:pt idx="671">
                  <c:v>0</c:v>
                </c:pt>
                <c:pt idx="672">
                  <c:v>0</c:v>
                </c:pt>
                <c:pt idx="673">
                  <c:v>176</c:v>
                </c:pt>
                <c:pt idx="674">
                  <c:v>168</c:v>
                </c:pt>
                <c:pt idx="675">
                  <c:v>0</c:v>
                </c:pt>
                <c:pt idx="676">
                  <c:v>0</c:v>
                </c:pt>
                <c:pt idx="677">
                  <c:v>0</c:v>
                </c:pt>
                <c:pt idx="678">
                  <c:v>194</c:v>
                </c:pt>
                <c:pt idx="679">
                  <c:v>173</c:v>
                </c:pt>
                <c:pt idx="680">
                  <c:v>0</c:v>
                </c:pt>
                <c:pt idx="681">
                  <c:v>183</c:v>
                </c:pt>
                <c:pt idx="682">
                  <c:v>194</c:v>
                </c:pt>
                <c:pt idx="683">
                  <c:v>178</c:v>
                </c:pt>
                <c:pt idx="684">
                  <c:v>0</c:v>
                </c:pt>
                <c:pt idx="685">
                  <c:v>0</c:v>
                </c:pt>
                <c:pt idx="686">
                  <c:v>196</c:v>
                </c:pt>
                <c:pt idx="687">
                  <c:v>0</c:v>
                </c:pt>
                <c:pt idx="688">
                  <c:v>0</c:v>
                </c:pt>
                <c:pt idx="689">
                  <c:v>0</c:v>
                </c:pt>
                <c:pt idx="690">
                  <c:v>198</c:v>
                </c:pt>
                <c:pt idx="691">
                  <c:v>166</c:v>
                </c:pt>
                <c:pt idx="692">
                  <c:v>177</c:v>
                </c:pt>
                <c:pt idx="693">
                  <c:v>0</c:v>
                </c:pt>
                <c:pt idx="694">
                  <c:v>0</c:v>
                </c:pt>
                <c:pt idx="695">
                  <c:v>0</c:v>
                </c:pt>
                <c:pt idx="696">
                  <c:v>0</c:v>
                </c:pt>
                <c:pt idx="697">
                  <c:v>0</c:v>
                </c:pt>
                <c:pt idx="698">
                  <c:v>0</c:v>
                </c:pt>
                <c:pt idx="699">
                  <c:v>0</c:v>
                </c:pt>
                <c:pt idx="700">
                  <c:v>0</c:v>
                </c:pt>
                <c:pt idx="701">
                  <c:v>191</c:v>
                </c:pt>
                <c:pt idx="702">
                  <c:v>0</c:v>
                </c:pt>
                <c:pt idx="703">
                  <c:v>0</c:v>
                </c:pt>
                <c:pt idx="704">
                  <c:v>190</c:v>
                </c:pt>
                <c:pt idx="705">
                  <c:v>0</c:v>
                </c:pt>
                <c:pt idx="706">
                  <c:v>0</c:v>
                </c:pt>
                <c:pt idx="707">
                  <c:v>0</c:v>
                </c:pt>
                <c:pt idx="708">
                  <c:v>0</c:v>
                </c:pt>
                <c:pt idx="709">
                  <c:v>188</c:v>
                </c:pt>
                <c:pt idx="710">
                  <c:v>0</c:v>
                </c:pt>
                <c:pt idx="711">
                  <c:v>172</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168</c:v>
                </c:pt>
                <c:pt idx="818">
                  <c:v>175</c:v>
                </c:pt>
                <c:pt idx="819">
                  <c:v>0</c:v>
                </c:pt>
                <c:pt idx="820">
                  <c:v>182</c:v>
                </c:pt>
                <c:pt idx="821">
                  <c:v>0</c:v>
                </c:pt>
                <c:pt idx="822">
                  <c:v>188</c:v>
                </c:pt>
                <c:pt idx="823">
                  <c:v>182</c:v>
                </c:pt>
                <c:pt idx="824">
                  <c:v>186</c:v>
                </c:pt>
                <c:pt idx="825">
                  <c:v>181</c:v>
                </c:pt>
                <c:pt idx="826">
                  <c:v>0</c:v>
                </c:pt>
                <c:pt idx="827">
                  <c:v>185</c:v>
                </c:pt>
                <c:pt idx="828">
                  <c:v>0</c:v>
                </c:pt>
                <c:pt idx="829">
                  <c:v>171</c:v>
                </c:pt>
                <c:pt idx="830">
                  <c:v>0</c:v>
                </c:pt>
                <c:pt idx="831">
                  <c:v>0</c:v>
                </c:pt>
                <c:pt idx="832">
                  <c:v>191</c:v>
                </c:pt>
                <c:pt idx="833">
                  <c:v>0</c:v>
                </c:pt>
                <c:pt idx="834">
                  <c:v>183</c:v>
                </c:pt>
                <c:pt idx="835">
                  <c:v>0</c:v>
                </c:pt>
                <c:pt idx="836">
                  <c:v>180</c:v>
                </c:pt>
                <c:pt idx="837">
                  <c:v>176</c:v>
                </c:pt>
                <c:pt idx="838">
                  <c:v>196</c:v>
                </c:pt>
                <c:pt idx="839">
                  <c:v>192</c:v>
                </c:pt>
                <c:pt idx="840">
                  <c:v>0</c:v>
                </c:pt>
                <c:pt idx="841">
                  <c:v>0</c:v>
                </c:pt>
                <c:pt idx="842">
                  <c:v>176</c:v>
                </c:pt>
                <c:pt idx="843">
                  <c:v>169</c:v>
                </c:pt>
                <c:pt idx="844">
                  <c:v>177</c:v>
                </c:pt>
                <c:pt idx="845">
                  <c:v>0</c:v>
                </c:pt>
                <c:pt idx="846">
                  <c:v>171</c:v>
                </c:pt>
                <c:pt idx="847">
                  <c:v>184</c:v>
                </c:pt>
                <c:pt idx="848">
                  <c:v>0</c:v>
                </c:pt>
                <c:pt idx="849">
                  <c:v>198</c:v>
                </c:pt>
                <c:pt idx="850">
                  <c:v>0</c:v>
                </c:pt>
                <c:pt idx="851">
                  <c:v>180</c:v>
                </c:pt>
                <c:pt idx="852">
                  <c:v>199</c:v>
                </c:pt>
                <c:pt idx="853">
                  <c:v>0</c:v>
                </c:pt>
                <c:pt idx="854">
                  <c:v>198</c:v>
                </c:pt>
                <c:pt idx="855">
                  <c:v>174</c:v>
                </c:pt>
                <c:pt idx="856">
                  <c:v>187</c:v>
                </c:pt>
                <c:pt idx="857">
                  <c:v>0</c:v>
                </c:pt>
                <c:pt idx="858">
                  <c:v>185</c:v>
                </c:pt>
                <c:pt idx="859">
                  <c:v>0</c:v>
                </c:pt>
                <c:pt idx="860">
                  <c:v>0</c:v>
                </c:pt>
                <c:pt idx="861">
                  <c:v>185</c:v>
                </c:pt>
                <c:pt idx="862">
                  <c:v>181</c:v>
                </c:pt>
                <c:pt idx="863">
                  <c:v>199</c:v>
                </c:pt>
                <c:pt idx="864">
                  <c:v>194</c:v>
                </c:pt>
                <c:pt idx="865">
                  <c:v>171</c:v>
                </c:pt>
                <c:pt idx="866">
                  <c:v>194</c:v>
                </c:pt>
                <c:pt idx="867">
                  <c:v>196</c:v>
                </c:pt>
                <c:pt idx="868">
                  <c:v>194</c:v>
                </c:pt>
                <c:pt idx="869">
                  <c:v>181</c:v>
                </c:pt>
                <c:pt idx="870">
                  <c:v>195</c:v>
                </c:pt>
                <c:pt idx="871">
                  <c:v>199</c:v>
                </c:pt>
                <c:pt idx="872">
                  <c:v>194</c:v>
                </c:pt>
                <c:pt idx="873">
                  <c:v>182</c:v>
                </c:pt>
                <c:pt idx="874">
                  <c:v>194</c:v>
                </c:pt>
                <c:pt idx="875">
                  <c:v>195</c:v>
                </c:pt>
                <c:pt idx="876">
                  <c:v>173</c:v>
                </c:pt>
                <c:pt idx="877">
                  <c:v>191</c:v>
                </c:pt>
                <c:pt idx="878">
                  <c:v>188</c:v>
                </c:pt>
                <c:pt idx="879">
                  <c:v>185</c:v>
                </c:pt>
                <c:pt idx="880">
                  <c:v>184</c:v>
                </c:pt>
                <c:pt idx="881">
                  <c:v>194</c:v>
                </c:pt>
                <c:pt idx="882">
                  <c:v>172</c:v>
                </c:pt>
                <c:pt idx="883">
                  <c:v>194</c:v>
                </c:pt>
                <c:pt idx="884">
                  <c:v>171</c:v>
                </c:pt>
                <c:pt idx="885">
                  <c:v>190</c:v>
                </c:pt>
                <c:pt idx="886">
                  <c:v>179</c:v>
                </c:pt>
                <c:pt idx="887">
                  <c:v>175</c:v>
                </c:pt>
                <c:pt idx="888">
                  <c:v>183</c:v>
                </c:pt>
                <c:pt idx="889">
                  <c:v>171</c:v>
                </c:pt>
                <c:pt idx="890">
                  <c:v>193</c:v>
                </c:pt>
                <c:pt idx="891">
                  <c:v>189</c:v>
                </c:pt>
                <c:pt idx="892">
                  <c:v>188</c:v>
                </c:pt>
                <c:pt idx="893">
                  <c:v>173</c:v>
                </c:pt>
                <c:pt idx="894">
                  <c:v>199</c:v>
                </c:pt>
                <c:pt idx="895">
                  <c:v>189</c:v>
                </c:pt>
                <c:pt idx="896">
                  <c:v>198</c:v>
                </c:pt>
                <c:pt idx="897">
                  <c:v>189</c:v>
                </c:pt>
                <c:pt idx="898">
                  <c:v>199</c:v>
                </c:pt>
                <c:pt idx="899">
                  <c:v>185</c:v>
                </c:pt>
                <c:pt idx="900">
                  <c:v>188</c:v>
                </c:pt>
                <c:pt idx="901">
                  <c:v>175</c:v>
                </c:pt>
                <c:pt idx="902">
                  <c:v>194</c:v>
                </c:pt>
                <c:pt idx="903">
                  <c:v>195</c:v>
                </c:pt>
                <c:pt idx="904">
                  <c:v>184</c:v>
                </c:pt>
                <c:pt idx="905">
                  <c:v>198</c:v>
                </c:pt>
                <c:pt idx="906">
                  <c:v>195</c:v>
                </c:pt>
                <c:pt idx="907">
                  <c:v>198</c:v>
                </c:pt>
                <c:pt idx="908">
                  <c:v>183</c:v>
                </c:pt>
                <c:pt idx="909">
                  <c:v>0</c:v>
                </c:pt>
                <c:pt idx="910">
                  <c:v>181</c:v>
                </c:pt>
                <c:pt idx="911">
                  <c:v>0</c:v>
                </c:pt>
                <c:pt idx="912">
                  <c:v>0</c:v>
                </c:pt>
                <c:pt idx="913">
                  <c:v>0</c:v>
                </c:pt>
                <c:pt idx="914">
                  <c:v>0</c:v>
                </c:pt>
                <c:pt idx="915">
                  <c:v>197</c:v>
                </c:pt>
                <c:pt idx="916">
                  <c:v>0</c:v>
                </c:pt>
                <c:pt idx="917">
                  <c:v>0</c:v>
                </c:pt>
                <c:pt idx="918">
                  <c:v>0</c:v>
                </c:pt>
                <c:pt idx="919">
                  <c:v>0</c:v>
                </c:pt>
                <c:pt idx="920">
                  <c:v>192</c:v>
                </c:pt>
                <c:pt idx="921">
                  <c:v>181</c:v>
                </c:pt>
                <c:pt idx="922">
                  <c:v>0</c:v>
                </c:pt>
                <c:pt idx="923">
                  <c:v>0</c:v>
                </c:pt>
                <c:pt idx="924">
                  <c:v>0</c:v>
                </c:pt>
                <c:pt idx="925">
                  <c:v>0</c:v>
                </c:pt>
                <c:pt idx="926">
                  <c:v>0</c:v>
                </c:pt>
                <c:pt idx="927">
                  <c:v>0</c:v>
                </c:pt>
                <c:pt idx="928">
                  <c:v>183</c:v>
                </c:pt>
                <c:pt idx="929">
                  <c:v>0</c:v>
                </c:pt>
                <c:pt idx="930">
                  <c:v>0</c:v>
                </c:pt>
                <c:pt idx="931">
                  <c:v>198</c:v>
                </c:pt>
                <c:pt idx="932">
                  <c:v>197</c:v>
                </c:pt>
                <c:pt idx="933">
                  <c:v>0</c:v>
                </c:pt>
                <c:pt idx="934">
                  <c:v>0</c:v>
                </c:pt>
                <c:pt idx="935">
                  <c:v>186</c:v>
                </c:pt>
                <c:pt idx="936">
                  <c:v>187</c:v>
                </c:pt>
                <c:pt idx="937">
                  <c:v>199</c:v>
                </c:pt>
                <c:pt idx="938">
                  <c:v>174</c:v>
                </c:pt>
                <c:pt idx="939">
                  <c:v>196</c:v>
                </c:pt>
                <c:pt idx="940">
                  <c:v>192</c:v>
                </c:pt>
                <c:pt idx="941">
                  <c:v>182</c:v>
                </c:pt>
                <c:pt idx="942">
                  <c:v>198</c:v>
                </c:pt>
                <c:pt idx="943">
                  <c:v>188</c:v>
                </c:pt>
                <c:pt idx="944">
                  <c:v>186</c:v>
                </c:pt>
                <c:pt idx="945">
                  <c:v>198</c:v>
                </c:pt>
                <c:pt idx="946">
                  <c:v>194</c:v>
                </c:pt>
                <c:pt idx="947">
                  <c:v>169</c:v>
                </c:pt>
                <c:pt idx="948">
                  <c:v>199</c:v>
                </c:pt>
                <c:pt idx="949">
                  <c:v>189</c:v>
                </c:pt>
                <c:pt idx="950">
                  <c:v>193</c:v>
                </c:pt>
                <c:pt idx="951">
                  <c:v>188</c:v>
                </c:pt>
                <c:pt idx="952">
                  <c:v>166</c:v>
                </c:pt>
                <c:pt idx="953">
                  <c:v>199</c:v>
                </c:pt>
                <c:pt idx="954">
                  <c:v>189</c:v>
                </c:pt>
                <c:pt idx="955">
                  <c:v>188</c:v>
                </c:pt>
                <c:pt idx="956">
                  <c:v>177</c:v>
                </c:pt>
                <c:pt idx="957">
                  <c:v>176</c:v>
                </c:pt>
                <c:pt idx="958">
                  <c:v>171</c:v>
                </c:pt>
                <c:pt idx="959">
                  <c:v>180</c:v>
                </c:pt>
                <c:pt idx="960">
                  <c:v>183</c:v>
                </c:pt>
                <c:pt idx="961">
                  <c:v>0</c:v>
                </c:pt>
                <c:pt idx="962">
                  <c:v>199</c:v>
                </c:pt>
                <c:pt idx="963">
                  <c:v>188</c:v>
                </c:pt>
                <c:pt idx="964">
                  <c:v>198</c:v>
                </c:pt>
                <c:pt idx="965">
                  <c:v>168</c:v>
                </c:pt>
                <c:pt idx="966">
                  <c:v>173</c:v>
                </c:pt>
                <c:pt idx="967">
                  <c:v>168</c:v>
                </c:pt>
                <c:pt idx="968">
                  <c:v>198</c:v>
                </c:pt>
                <c:pt idx="969">
                  <c:v>180</c:v>
                </c:pt>
                <c:pt idx="970">
                  <c:v>187</c:v>
                </c:pt>
                <c:pt idx="971">
                  <c:v>179</c:v>
                </c:pt>
                <c:pt idx="972">
                  <c:v>0</c:v>
                </c:pt>
              </c:numCache>
            </c:numRef>
          </c:yVal>
          <c:smooth val="0"/>
          <c:extLst>
            <c:ext xmlns:c16="http://schemas.microsoft.com/office/drawing/2014/chart" uri="{C3380CC4-5D6E-409C-BE32-E72D297353CC}">
              <c16:uniqueId val="{00000002-3A2B-4818-92E8-F304E8750931}"/>
            </c:ext>
          </c:extLst>
        </c:ser>
        <c:dLbls>
          <c:showLegendKey val="0"/>
          <c:showVal val="0"/>
          <c:showCatName val="0"/>
          <c:showSerName val="0"/>
          <c:showPercent val="0"/>
          <c:showBubbleSize val="0"/>
        </c:dLbls>
        <c:axId val="23271632"/>
        <c:axId val="23290832"/>
      </c:scatterChart>
      <c:valAx>
        <c:axId val="23271632"/>
        <c:scaling>
          <c:orientation val="minMax"/>
          <c:min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Avg EHR BPM</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290832"/>
        <c:crosses val="autoZero"/>
        <c:crossBetween val="midCat"/>
      </c:valAx>
      <c:valAx>
        <c:axId val="23290832"/>
        <c:scaling>
          <c:orientation val="minMax"/>
          <c:min val="14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Max EHR BPM</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271632"/>
        <c:crosses val="autoZero"/>
        <c:crossBetween val="midCat"/>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EHR Zone: Max EHR &amp; RHR BPM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'Sub-Dataset'!$CB$1</c:f>
              <c:strCache>
                <c:ptCount val="1"/>
                <c:pt idx="0">
                  <c:v>Normal</c:v>
                </c:pt>
              </c:strCache>
            </c:strRef>
          </c:tx>
          <c:spPr>
            <a:ln w="19050" cap="rnd">
              <a:noFill/>
              <a:round/>
            </a:ln>
            <a:effectLst/>
          </c:spPr>
          <c:marker>
            <c:symbol val="circle"/>
            <c:size val="3"/>
            <c:spPr>
              <a:solidFill>
                <a:schemeClr val="accent3">
                  <a:lumMod val="75000"/>
                </a:schemeClr>
              </a:solidFill>
              <a:ln w="9525">
                <a:noFill/>
              </a:ln>
              <a:effectLst/>
            </c:spPr>
          </c:marker>
          <c:xVal>
            <c:numRef>
              <c:f>'Sub-Dataset'!$CA$2:$CA$974</c:f>
              <c:numCache>
                <c:formatCode>General</c:formatCode>
                <c:ptCount val="973"/>
                <c:pt idx="0">
                  <c:v>54</c:v>
                </c:pt>
                <c:pt idx="1">
                  <c:v>69</c:v>
                </c:pt>
                <c:pt idx="2">
                  <c:v>53</c:v>
                </c:pt>
                <c:pt idx="3">
                  <c:v>68</c:v>
                </c:pt>
                <c:pt idx="4">
                  <c:v>61</c:v>
                </c:pt>
                <c:pt idx="5">
                  <c:v>67</c:v>
                </c:pt>
                <c:pt idx="6">
                  <c:v>54</c:v>
                </c:pt>
                <c:pt idx="7">
                  <c:v>67</c:v>
                </c:pt>
                <c:pt idx="8">
                  <c:v>63</c:v>
                </c:pt>
                <c:pt idx="9">
                  <c:v>54</c:v>
                </c:pt>
                <c:pt idx="10">
                  <c:v>68</c:v>
                </c:pt>
                <c:pt idx="11">
                  <c:v>58</c:v>
                </c:pt>
                <c:pt idx="12">
                  <c:v>71</c:v>
                </c:pt>
                <c:pt idx="13">
                  <c:v>72</c:v>
                </c:pt>
                <c:pt idx="14">
                  <c:v>59</c:v>
                </c:pt>
                <c:pt idx="15">
                  <c:v>64</c:v>
                </c:pt>
                <c:pt idx="16">
                  <c:v>69</c:v>
                </c:pt>
                <c:pt idx="17">
                  <c:v>59</c:v>
                </c:pt>
                <c:pt idx="18">
                  <c:v>64</c:v>
                </c:pt>
                <c:pt idx="19">
                  <c:v>59</c:v>
                </c:pt>
                <c:pt idx="20">
                  <c:v>59</c:v>
                </c:pt>
                <c:pt idx="21">
                  <c:v>54</c:v>
                </c:pt>
                <c:pt idx="22">
                  <c:v>64</c:v>
                </c:pt>
                <c:pt idx="23">
                  <c:v>54</c:v>
                </c:pt>
                <c:pt idx="24">
                  <c:v>56</c:v>
                </c:pt>
                <c:pt idx="25">
                  <c:v>61</c:v>
                </c:pt>
                <c:pt idx="26">
                  <c:v>56</c:v>
                </c:pt>
                <c:pt idx="27">
                  <c:v>71</c:v>
                </c:pt>
                <c:pt idx="28">
                  <c:v>59</c:v>
                </c:pt>
                <c:pt idx="29">
                  <c:v>74</c:v>
                </c:pt>
                <c:pt idx="30">
                  <c:v>58</c:v>
                </c:pt>
                <c:pt idx="31">
                  <c:v>70</c:v>
                </c:pt>
                <c:pt idx="32">
                  <c:v>73</c:v>
                </c:pt>
                <c:pt idx="33">
                  <c:v>69</c:v>
                </c:pt>
                <c:pt idx="34">
                  <c:v>51</c:v>
                </c:pt>
                <c:pt idx="35">
                  <c:v>62</c:v>
                </c:pt>
                <c:pt idx="36">
                  <c:v>53</c:v>
                </c:pt>
                <c:pt idx="37">
                  <c:v>62</c:v>
                </c:pt>
                <c:pt idx="38">
                  <c:v>52</c:v>
                </c:pt>
                <c:pt idx="39">
                  <c:v>51</c:v>
                </c:pt>
                <c:pt idx="40">
                  <c:v>64</c:v>
                </c:pt>
                <c:pt idx="41">
                  <c:v>66</c:v>
                </c:pt>
                <c:pt idx="42">
                  <c:v>58</c:v>
                </c:pt>
                <c:pt idx="43">
                  <c:v>56</c:v>
                </c:pt>
                <c:pt idx="44">
                  <c:v>53</c:v>
                </c:pt>
                <c:pt idx="45">
                  <c:v>56</c:v>
                </c:pt>
                <c:pt idx="46">
                  <c:v>63</c:v>
                </c:pt>
                <c:pt idx="47">
                  <c:v>63</c:v>
                </c:pt>
                <c:pt idx="48">
                  <c:v>59</c:v>
                </c:pt>
                <c:pt idx="49">
                  <c:v>56</c:v>
                </c:pt>
                <c:pt idx="50">
                  <c:v>71</c:v>
                </c:pt>
                <c:pt idx="51">
                  <c:v>60</c:v>
                </c:pt>
                <c:pt idx="52">
                  <c:v>66</c:v>
                </c:pt>
                <c:pt idx="53">
                  <c:v>58</c:v>
                </c:pt>
                <c:pt idx="54">
                  <c:v>50</c:v>
                </c:pt>
                <c:pt idx="55">
                  <c:v>64</c:v>
                </c:pt>
                <c:pt idx="56">
                  <c:v>51</c:v>
                </c:pt>
                <c:pt idx="57">
                  <c:v>66</c:v>
                </c:pt>
                <c:pt idx="58">
                  <c:v>50</c:v>
                </c:pt>
                <c:pt idx="59">
                  <c:v>50</c:v>
                </c:pt>
                <c:pt idx="60">
                  <c:v>66</c:v>
                </c:pt>
                <c:pt idx="61">
                  <c:v>50</c:v>
                </c:pt>
                <c:pt idx="62">
                  <c:v>55</c:v>
                </c:pt>
                <c:pt idx="63">
                  <c:v>74</c:v>
                </c:pt>
                <c:pt idx="64">
                  <c:v>50</c:v>
                </c:pt>
                <c:pt idx="65">
                  <c:v>60</c:v>
                </c:pt>
                <c:pt idx="66">
                  <c:v>66</c:v>
                </c:pt>
                <c:pt idx="67">
                  <c:v>61</c:v>
                </c:pt>
                <c:pt idx="68">
                  <c:v>63</c:v>
                </c:pt>
                <c:pt idx="69">
                  <c:v>58</c:v>
                </c:pt>
                <c:pt idx="70">
                  <c:v>59</c:v>
                </c:pt>
                <c:pt idx="71">
                  <c:v>62</c:v>
                </c:pt>
                <c:pt idx="72">
                  <c:v>53</c:v>
                </c:pt>
                <c:pt idx="73">
                  <c:v>74</c:v>
                </c:pt>
                <c:pt idx="74">
                  <c:v>69</c:v>
                </c:pt>
                <c:pt idx="75">
                  <c:v>55</c:v>
                </c:pt>
                <c:pt idx="76">
                  <c:v>63</c:v>
                </c:pt>
                <c:pt idx="77">
                  <c:v>68</c:v>
                </c:pt>
                <c:pt idx="78">
                  <c:v>62</c:v>
                </c:pt>
                <c:pt idx="79">
                  <c:v>72</c:v>
                </c:pt>
                <c:pt idx="80">
                  <c:v>73</c:v>
                </c:pt>
                <c:pt idx="81">
                  <c:v>58</c:v>
                </c:pt>
                <c:pt idx="82">
                  <c:v>62</c:v>
                </c:pt>
                <c:pt idx="83">
                  <c:v>61</c:v>
                </c:pt>
                <c:pt idx="84">
                  <c:v>57</c:v>
                </c:pt>
                <c:pt idx="85">
                  <c:v>74</c:v>
                </c:pt>
                <c:pt idx="86">
                  <c:v>68</c:v>
                </c:pt>
                <c:pt idx="87">
                  <c:v>57</c:v>
                </c:pt>
                <c:pt idx="88">
                  <c:v>67</c:v>
                </c:pt>
                <c:pt idx="89">
                  <c:v>63</c:v>
                </c:pt>
                <c:pt idx="90">
                  <c:v>56</c:v>
                </c:pt>
                <c:pt idx="91">
                  <c:v>65</c:v>
                </c:pt>
                <c:pt idx="92">
                  <c:v>63</c:v>
                </c:pt>
                <c:pt idx="93">
                  <c:v>65</c:v>
                </c:pt>
                <c:pt idx="94">
                  <c:v>66</c:v>
                </c:pt>
                <c:pt idx="95">
                  <c:v>58</c:v>
                </c:pt>
                <c:pt idx="96">
                  <c:v>66</c:v>
                </c:pt>
                <c:pt idx="97">
                  <c:v>61</c:v>
                </c:pt>
                <c:pt idx="98">
                  <c:v>54</c:v>
                </c:pt>
                <c:pt idx="99">
                  <c:v>61</c:v>
                </c:pt>
                <c:pt idx="100">
                  <c:v>60</c:v>
                </c:pt>
                <c:pt idx="101">
                  <c:v>61</c:v>
                </c:pt>
                <c:pt idx="102">
                  <c:v>52</c:v>
                </c:pt>
                <c:pt idx="103">
                  <c:v>73</c:v>
                </c:pt>
                <c:pt idx="104">
                  <c:v>50</c:v>
                </c:pt>
                <c:pt idx="105">
                  <c:v>52</c:v>
                </c:pt>
                <c:pt idx="106">
                  <c:v>74</c:v>
                </c:pt>
                <c:pt idx="107">
                  <c:v>50</c:v>
                </c:pt>
                <c:pt idx="108">
                  <c:v>63</c:v>
                </c:pt>
                <c:pt idx="109">
                  <c:v>58</c:v>
                </c:pt>
                <c:pt idx="110">
                  <c:v>72</c:v>
                </c:pt>
                <c:pt idx="111">
                  <c:v>53</c:v>
                </c:pt>
                <c:pt idx="112">
                  <c:v>54</c:v>
                </c:pt>
                <c:pt idx="113">
                  <c:v>70</c:v>
                </c:pt>
                <c:pt idx="114">
                  <c:v>52</c:v>
                </c:pt>
                <c:pt idx="115">
                  <c:v>73</c:v>
                </c:pt>
                <c:pt idx="116">
                  <c:v>69</c:v>
                </c:pt>
                <c:pt idx="117">
                  <c:v>71</c:v>
                </c:pt>
                <c:pt idx="118">
                  <c:v>50</c:v>
                </c:pt>
                <c:pt idx="119">
                  <c:v>63</c:v>
                </c:pt>
                <c:pt idx="120">
                  <c:v>62</c:v>
                </c:pt>
                <c:pt idx="121">
                  <c:v>72</c:v>
                </c:pt>
                <c:pt idx="122">
                  <c:v>62</c:v>
                </c:pt>
                <c:pt idx="123">
                  <c:v>62</c:v>
                </c:pt>
                <c:pt idx="124">
                  <c:v>52</c:v>
                </c:pt>
                <c:pt idx="125">
                  <c:v>56</c:v>
                </c:pt>
                <c:pt idx="126">
                  <c:v>62</c:v>
                </c:pt>
                <c:pt idx="127">
                  <c:v>56</c:v>
                </c:pt>
                <c:pt idx="128">
                  <c:v>54</c:v>
                </c:pt>
                <c:pt idx="129">
                  <c:v>50</c:v>
                </c:pt>
                <c:pt idx="130">
                  <c:v>74</c:v>
                </c:pt>
                <c:pt idx="131">
                  <c:v>56</c:v>
                </c:pt>
                <c:pt idx="132">
                  <c:v>69</c:v>
                </c:pt>
                <c:pt idx="133">
                  <c:v>52</c:v>
                </c:pt>
                <c:pt idx="134">
                  <c:v>68</c:v>
                </c:pt>
                <c:pt idx="135">
                  <c:v>59</c:v>
                </c:pt>
                <c:pt idx="136">
                  <c:v>68</c:v>
                </c:pt>
                <c:pt idx="137">
                  <c:v>73</c:v>
                </c:pt>
                <c:pt idx="138">
                  <c:v>50</c:v>
                </c:pt>
                <c:pt idx="139">
                  <c:v>56</c:v>
                </c:pt>
                <c:pt idx="140">
                  <c:v>64</c:v>
                </c:pt>
                <c:pt idx="141">
                  <c:v>74</c:v>
                </c:pt>
                <c:pt idx="142">
                  <c:v>51</c:v>
                </c:pt>
                <c:pt idx="143">
                  <c:v>63</c:v>
                </c:pt>
                <c:pt idx="144">
                  <c:v>59</c:v>
                </c:pt>
                <c:pt idx="145">
                  <c:v>52</c:v>
                </c:pt>
                <c:pt idx="146">
                  <c:v>57</c:v>
                </c:pt>
                <c:pt idx="147">
                  <c:v>71</c:v>
                </c:pt>
                <c:pt idx="148">
                  <c:v>73</c:v>
                </c:pt>
                <c:pt idx="149">
                  <c:v>52</c:v>
                </c:pt>
                <c:pt idx="150">
                  <c:v>56</c:v>
                </c:pt>
                <c:pt idx="151">
                  <c:v>57</c:v>
                </c:pt>
                <c:pt idx="152">
                  <c:v>74</c:v>
                </c:pt>
                <c:pt idx="153">
                  <c:v>55</c:v>
                </c:pt>
                <c:pt idx="154">
                  <c:v>69</c:v>
                </c:pt>
                <c:pt idx="155">
                  <c:v>58</c:v>
                </c:pt>
                <c:pt idx="156">
                  <c:v>58</c:v>
                </c:pt>
                <c:pt idx="157">
                  <c:v>50</c:v>
                </c:pt>
                <c:pt idx="158">
                  <c:v>50</c:v>
                </c:pt>
                <c:pt idx="159">
                  <c:v>58</c:v>
                </c:pt>
                <c:pt idx="160">
                  <c:v>57</c:v>
                </c:pt>
                <c:pt idx="161">
                  <c:v>67</c:v>
                </c:pt>
                <c:pt idx="162">
                  <c:v>74</c:v>
                </c:pt>
                <c:pt idx="163">
                  <c:v>60</c:v>
                </c:pt>
                <c:pt idx="164">
                  <c:v>70</c:v>
                </c:pt>
                <c:pt idx="165">
                  <c:v>61</c:v>
                </c:pt>
                <c:pt idx="166">
                  <c:v>52</c:v>
                </c:pt>
                <c:pt idx="167">
                  <c:v>71</c:v>
                </c:pt>
                <c:pt idx="168">
                  <c:v>67</c:v>
                </c:pt>
                <c:pt idx="169">
                  <c:v>55</c:v>
                </c:pt>
                <c:pt idx="170">
                  <c:v>68</c:v>
                </c:pt>
                <c:pt idx="171">
                  <c:v>69</c:v>
                </c:pt>
                <c:pt idx="172">
                  <c:v>67</c:v>
                </c:pt>
                <c:pt idx="173">
                  <c:v>50</c:v>
                </c:pt>
                <c:pt idx="174">
                  <c:v>65</c:v>
                </c:pt>
                <c:pt idx="175">
                  <c:v>53</c:v>
                </c:pt>
                <c:pt idx="176">
                  <c:v>72</c:v>
                </c:pt>
                <c:pt idx="177">
                  <c:v>71</c:v>
                </c:pt>
                <c:pt idx="178">
                  <c:v>67</c:v>
                </c:pt>
                <c:pt idx="179">
                  <c:v>56</c:v>
                </c:pt>
                <c:pt idx="180">
                  <c:v>50</c:v>
                </c:pt>
                <c:pt idx="181">
                  <c:v>63</c:v>
                </c:pt>
                <c:pt idx="182">
                  <c:v>55</c:v>
                </c:pt>
                <c:pt idx="183">
                  <c:v>72</c:v>
                </c:pt>
                <c:pt idx="184">
                  <c:v>62</c:v>
                </c:pt>
                <c:pt idx="185">
                  <c:v>60</c:v>
                </c:pt>
                <c:pt idx="186">
                  <c:v>54</c:v>
                </c:pt>
                <c:pt idx="187">
                  <c:v>66</c:v>
                </c:pt>
                <c:pt idx="188">
                  <c:v>63</c:v>
                </c:pt>
                <c:pt idx="189">
                  <c:v>53</c:v>
                </c:pt>
                <c:pt idx="190">
                  <c:v>73</c:v>
                </c:pt>
                <c:pt idx="191">
                  <c:v>73</c:v>
                </c:pt>
                <c:pt idx="192">
                  <c:v>55</c:v>
                </c:pt>
                <c:pt idx="193">
                  <c:v>71</c:v>
                </c:pt>
                <c:pt idx="194">
                  <c:v>59</c:v>
                </c:pt>
                <c:pt idx="195">
                  <c:v>69</c:v>
                </c:pt>
                <c:pt idx="196">
                  <c:v>65</c:v>
                </c:pt>
                <c:pt idx="197">
                  <c:v>64</c:v>
                </c:pt>
                <c:pt idx="198">
                  <c:v>52</c:v>
                </c:pt>
                <c:pt idx="199">
                  <c:v>71</c:v>
                </c:pt>
                <c:pt idx="200">
                  <c:v>62</c:v>
                </c:pt>
                <c:pt idx="201">
                  <c:v>66</c:v>
                </c:pt>
                <c:pt idx="202">
                  <c:v>62</c:v>
                </c:pt>
                <c:pt idx="203">
                  <c:v>59</c:v>
                </c:pt>
                <c:pt idx="204">
                  <c:v>63</c:v>
                </c:pt>
                <c:pt idx="205">
                  <c:v>50</c:v>
                </c:pt>
                <c:pt idx="206">
                  <c:v>51</c:v>
                </c:pt>
                <c:pt idx="207">
                  <c:v>66</c:v>
                </c:pt>
                <c:pt idx="208">
                  <c:v>72</c:v>
                </c:pt>
                <c:pt idx="209">
                  <c:v>58</c:v>
                </c:pt>
                <c:pt idx="210">
                  <c:v>50</c:v>
                </c:pt>
                <c:pt idx="211">
                  <c:v>68</c:v>
                </c:pt>
                <c:pt idx="212">
                  <c:v>60</c:v>
                </c:pt>
                <c:pt idx="213">
                  <c:v>74</c:v>
                </c:pt>
                <c:pt idx="214">
                  <c:v>74</c:v>
                </c:pt>
                <c:pt idx="215">
                  <c:v>60</c:v>
                </c:pt>
                <c:pt idx="216">
                  <c:v>50</c:v>
                </c:pt>
                <c:pt idx="217">
                  <c:v>50</c:v>
                </c:pt>
                <c:pt idx="218">
                  <c:v>68</c:v>
                </c:pt>
                <c:pt idx="219">
                  <c:v>73</c:v>
                </c:pt>
                <c:pt idx="220">
                  <c:v>74</c:v>
                </c:pt>
                <c:pt idx="221">
                  <c:v>52</c:v>
                </c:pt>
                <c:pt idx="222">
                  <c:v>67</c:v>
                </c:pt>
                <c:pt idx="223">
                  <c:v>73</c:v>
                </c:pt>
                <c:pt idx="224">
                  <c:v>62</c:v>
                </c:pt>
                <c:pt idx="225">
                  <c:v>63</c:v>
                </c:pt>
                <c:pt idx="226">
                  <c:v>52</c:v>
                </c:pt>
                <c:pt idx="227">
                  <c:v>74</c:v>
                </c:pt>
                <c:pt idx="228">
                  <c:v>50</c:v>
                </c:pt>
                <c:pt idx="229">
                  <c:v>55</c:v>
                </c:pt>
                <c:pt idx="230">
                  <c:v>71</c:v>
                </c:pt>
                <c:pt idx="231">
                  <c:v>74</c:v>
                </c:pt>
                <c:pt idx="232">
                  <c:v>50</c:v>
                </c:pt>
                <c:pt idx="233">
                  <c:v>54</c:v>
                </c:pt>
                <c:pt idx="234">
                  <c:v>51</c:v>
                </c:pt>
                <c:pt idx="235">
                  <c:v>56</c:v>
                </c:pt>
                <c:pt idx="236">
                  <c:v>69</c:v>
                </c:pt>
                <c:pt idx="237">
                  <c:v>71</c:v>
                </c:pt>
                <c:pt idx="238">
                  <c:v>52</c:v>
                </c:pt>
                <c:pt idx="239">
                  <c:v>53</c:v>
                </c:pt>
                <c:pt idx="240">
                  <c:v>70</c:v>
                </c:pt>
                <c:pt idx="241">
                  <c:v>66</c:v>
                </c:pt>
                <c:pt idx="242">
                  <c:v>65</c:v>
                </c:pt>
                <c:pt idx="243">
                  <c:v>54</c:v>
                </c:pt>
                <c:pt idx="244">
                  <c:v>63</c:v>
                </c:pt>
                <c:pt idx="245">
                  <c:v>64</c:v>
                </c:pt>
                <c:pt idx="246">
                  <c:v>54</c:v>
                </c:pt>
                <c:pt idx="247">
                  <c:v>72</c:v>
                </c:pt>
                <c:pt idx="248">
                  <c:v>54</c:v>
                </c:pt>
                <c:pt idx="249">
                  <c:v>66</c:v>
                </c:pt>
                <c:pt idx="250">
                  <c:v>63</c:v>
                </c:pt>
                <c:pt idx="251">
                  <c:v>71</c:v>
                </c:pt>
                <c:pt idx="252">
                  <c:v>69</c:v>
                </c:pt>
                <c:pt idx="253">
                  <c:v>73</c:v>
                </c:pt>
                <c:pt idx="254">
                  <c:v>50</c:v>
                </c:pt>
                <c:pt idx="255">
                  <c:v>57</c:v>
                </c:pt>
                <c:pt idx="256">
                  <c:v>67</c:v>
                </c:pt>
                <c:pt idx="257">
                  <c:v>73</c:v>
                </c:pt>
                <c:pt idx="258">
                  <c:v>59</c:v>
                </c:pt>
                <c:pt idx="259">
                  <c:v>74</c:v>
                </c:pt>
                <c:pt idx="260">
                  <c:v>73</c:v>
                </c:pt>
                <c:pt idx="261">
                  <c:v>67</c:v>
                </c:pt>
                <c:pt idx="262">
                  <c:v>64</c:v>
                </c:pt>
                <c:pt idx="263">
                  <c:v>62</c:v>
                </c:pt>
                <c:pt idx="264">
                  <c:v>59</c:v>
                </c:pt>
                <c:pt idx="265">
                  <c:v>66</c:v>
                </c:pt>
                <c:pt idx="266">
                  <c:v>73</c:v>
                </c:pt>
                <c:pt idx="267">
                  <c:v>68</c:v>
                </c:pt>
                <c:pt idx="268">
                  <c:v>52</c:v>
                </c:pt>
                <c:pt idx="269">
                  <c:v>61</c:v>
                </c:pt>
                <c:pt idx="270">
                  <c:v>66</c:v>
                </c:pt>
                <c:pt idx="271">
                  <c:v>65</c:v>
                </c:pt>
                <c:pt idx="272">
                  <c:v>68</c:v>
                </c:pt>
                <c:pt idx="273">
                  <c:v>54</c:v>
                </c:pt>
                <c:pt idx="274">
                  <c:v>52</c:v>
                </c:pt>
                <c:pt idx="275">
                  <c:v>50</c:v>
                </c:pt>
                <c:pt idx="276">
                  <c:v>64</c:v>
                </c:pt>
                <c:pt idx="277">
                  <c:v>55</c:v>
                </c:pt>
                <c:pt idx="278">
                  <c:v>74</c:v>
                </c:pt>
                <c:pt idx="279">
                  <c:v>54</c:v>
                </c:pt>
                <c:pt idx="280">
                  <c:v>64</c:v>
                </c:pt>
                <c:pt idx="281">
                  <c:v>50</c:v>
                </c:pt>
                <c:pt idx="282">
                  <c:v>52</c:v>
                </c:pt>
                <c:pt idx="283">
                  <c:v>56</c:v>
                </c:pt>
                <c:pt idx="284">
                  <c:v>59</c:v>
                </c:pt>
                <c:pt idx="285">
                  <c:v>53</c:v>
                </c:pt>
                <c:pt idx="286">
                  <c:v>52</c:v>
                </c:pt>
                <c:pt idx="287">
                  <c:v>55</c:v>
                </c:pt>
                <c:pt idx="288">
                  <c:v>50</c:v>
                </c:pt>
                <c:pt idx="289">
                  <c:v>61</c:v>
                </c:pt>
                <c:pt idx="290">
                  <c:v>64</c:v>
                </c:pt>
                <c:pt idx="291">
                  <c:v>56</c:v>
                </c:pt>
                <c:pt idx="292">
                  <c:v>69</c:v>
                </c:pt>
                <c:pt idx="293">
                  <c:v>50</c:v>
                </c:pt>
                <c:pt idx="294">
                  <c:v>65</c:v>
                </c:pt>
                <c:pt idx="295">
                  <c:v>71</c:v>
                </c:pt>
                <c:pt idx="296">
                  <c:v>51</c:v>
                </c:pt>
                <c:pt idx="297">
                  <c:v>66</c:v>
                </c:pt>
                <c:pt idx="298">
                  <c:v>70</c:v>
                </c:pt>
                <c:pt idx="299">
                  <c:v>66</c:v>
                </c:pt>
                <c:pt idx="300">
                  <c:v>58</c:v>
                </c:pt>
                <c:pt idx="301">
                  <c:v>64</c:v>
                </c:pt>
                <c:pt idx="302">
                  <c:v>68</c:v>
                </c:pt>
                <c:pt idx="303">
                  <c:v>69</c:v>
                </c:pt>
                <c:pt idx="304">
                  <c:v>54</c:v>
                </c:pt>
                <c:pt idx="305">
                  <c:v>63</c:v>
                </c:pt>
                <c:pt idx="306">
                  <c:v>60</c:v>
                </c:pt>
                <c:pt idx="307">
                  <c:v>58</c:v>
                </c:pt>
                <c:pt idx="308">
                  <c:v>61</c:v>
                </c:pt>
                <c:pt idx="309">
                  <c:v>65</c:v>
                </c:pt>
                <c:pt idx="310">
                  <c:v>60</c:v>
                </c:pt>
                <c:pt idx="311">
                  <c:v>70</c:v>
                </c:pt>
                <c:pt idx="312">
                  <c:v>61</c:v>
                </c:pt>
                <c:pt idx="313">
                  <c:v>64</c:v>
                </c:pt>
                <c:pt idx="314">
                  <c:v>66</c:v>
                </c:pt>
                <c:pt idx="315">
                  <c:v>70</c:v>
                </c:pt>
                <c:pt idx="316">
                  <c:v>56</c:v>
                </c:pt>
                <c:pt idx="317">
                  <c:v>71</c:v>
                </c:pt>
                <c:pt idx="318">
                  <c:v>72</c:v>
                </c:pt>
                <c:pt idx="319">
                  <c:v>55</c:v>
                </c:pt>
                <c:pt idx="320">
                  <c:v>68</c:v>
                </c:pt>
                <c:pt idx="321">
                  <c:v>74</c:v>
                </c:pt>
                <c:pt idx="322">
                  <c:v>61</c:v>
                </c:pt>
                <c:pt idx="323">
                  <c:v>74</c:v>
                </c:pt>
                <c:pt idx="324">
                  <c:v>55</c:v>
                </c:pt>
                <c:pt idx="325">
                  <c:v>74</c:v>
                </c:pt>
                <c:pt idx="326">
                  <c:v>74</c:v>
                </c:pt>
                <c:pt idx="327">
                  <c:v>53</c:v>
                </c:pt>
                <c:pt idx="328">
                  <c:v>71</c:v>
                </c:pt>
                <c:pt idx="329">
                  <c:v>51</c:v>
                </c:pt>
                <c:pt idx="330">
                  <c:v>65</c:v>
                </c:pt>
                <c:pt idx="331">
                  <c:v>60</c:v>
                </c:pt>
                <c:pt idx="332">
                  <c:v>73</c:v>
                </c:pt>
                <c:pt idx="333">
                  <c:v>67</c:v>
                </c:pt>
                <c:pt idx="334">
                  <c:v>50</c:v>
                </c:pt>
                <c:pt idx="335">
                  <c:v>74</c:v>
                </c:pt>
                <c:pt idx="336">
                  <c:v>64</c:v>
                </c:pt>
                <c:pt idx="337">
                  <c:v>56</c:v>
                </c:pt>
                <c:pt idx="338">
                  <c:v>64</c:v>
                </c:pt>
                <c:pt idx="339">
                  <c:v>65</c:v>
                </c:pt>
                <c:pt idx="340">
                  <c:v>71</c:v>
                </c:pt>
                <c:pt idx="341">
                  <c:v>53</c:v>
                </c:pt>
                <c:pt idx="342">
                  <c:v>56</c:v>
                </c:pt>
                <c:pt idx="343">
                  <c:v>65</c:v>
                </c:pt>
                <c:pt idx="344">
                  <c:v>67</c:v>
                </c:pt>
                <c:pt idx="345">
                  <c:v>67</c:v>
                </c:pt>
                <c:pt idx="346">
                  <c:v>66</c:v>
                </c:pt>
                <c:pt idx="347">
                  <c:v>61</c:v>
                </c:pt>
                <c:pt idx="348">
                  <c:v>70</c:v>
                </c:pt>
                <c:pt idx="349">
                  <c:v>52</c:v>
                </c:pt>
                <c:pt idx="350">
                  <c:v>59</c:v>
                </c:pt>
                <c:pt idx="351">
                  <c:v>51</c:v>
                </c:pt>
                <c:pt idx="352">
                  <c:v>67</c:v>
                </c:pt>
                <c:pt idx="353">
                  <c:v>72</c:v>
                </c:pt>
                <c:pt idx="354">
                  <c:v>67</c:v>
                </c:pt>
                <c:pt idx="355">
                  <c:v>73</c:v>
                </c:pt>
                <c:pt idx="356">
                  <c:v>69</c:v>
                </c:pt>
                <c:pt idx="357">
                  <c:v>52</c:v>
                </c:pt>
                <c:pt idx="358">
                  <c:v>57</c:v>
                </c:pt>
                <c:pt idx="359">
                  <c:v>62</c:v>
                </c:pt>
                <c:pt idx="360">
                  <c:v>67</c:v>
                </c:pt>
                <c:pt idx="361">
                  <c:v>65</c:v>
                </c:pt>
                <c:pt idx="362">
                  <c:v>60</c:v>
                </c:pt>
                <c:pt idx="363">
                  <c:v>63</c:v>
                </c:pt>
                <c:pt idx="364">
                  <c:v>66</c:v>
                </c:pt>
                <c:pt idx="365">
                  <c:v>60</c:v>
                </c:pt>
                <c:pt idx="366">
                  <c:v>70</c:v>
                </c:pt>
                <c:pt idx="367">
                  <c:v>53</c:v>
                </c:pt>
                <c:pt idx="368">
                  <c:v>65</c:v>
                </c:pt>
                <c:pt idx="369">
                  <c:v>52</c:v>
                </c:pt>
                <c:pt idx="370">
                  <c:v>67</c:v>
                </c:pt>
                <c:pt idx="371">
                  <c:v>60</c:v>
                </c:pt>
                <c:pt idx="372">
                  <c:v>59</c:v>
                </c:pt>
                <c:pt idx="373">
                  <c:v>64</c:v>
                </c:pt>
                <c:pt idx="374">
                  <c:v>52</c:v>
                </c:pt>
                <c:pt idx="375">
                  <c:v>68</c:v>
                </c:pt>
                <c:pt idx="376">
                  <c:v>50</c:v>
                </c:pt>
                <c:pt idx="377">
                  <c:v>56</c:v>
                </c:pt>
                <c:pt idx="378">
                  <c:v>69</c:v>
                </c:pt>
                <c:pt idx="379">
                  <c:v>62</c:v>
                </c:pt>
                <c:pt idx="380">
                  <c:v>57</c:v>
                </c:pt>
                <c:pt idx="381">
                  <c:v>64</c:v>
                </c:pt>
                <c:pt idx="382">
                  <c:v>73</c:v>
                </c:pt>
                <c:pt idx="383">
                  <c:v>62</c:v>
                </c:pt>
                <c:pt idx="384">
                  <c:v>67</c:v>
                </c:pt>
                <c:pt idx="385">
                  <c:v>66</c:v>
                </c:pt>
                <c:pt idx="386">
                  <c:v>70</c:v>
                </c:pt>
                <c:pt idx="387">
                  <c:v>65</c:v>
                </c:pt>
                <c:pt idx="388">
                  <c:v>53</c:v>
                </c:pt>
                <c:pt idx="389">
                  <c:v>65</c:v>
                </c:pt>
                <c:pt idx="390">
                  <c:v>54</c:v>
                </c:pt>
                <c:pt idx="391">
                  <c:v>63</c:v>
                </c:pt>
                <c:pt idx="392">
                  <c:v>65</c:v>
                </c:pt>
                <c:pt idx="393">
                  <c:v>61</c:v>
                </c:pt>
                <c:pt idx="394">
                  <c:v>54</c:v>
                </c:pt>
                <c:pt idx="395">
                  <c:v>66</c:v>
                </c:pt>
                <c:pt idx="396">
                  <c:v>51</c:v>
                </c:pt>
                <c:pt idx="397">
                  <c:v>51</c:v>
                </c:pt>
                <c:pt idx="398">
                  <c:v>71</c:v>
                </c:pt>
                <c:pt idx="399">
                  <c:v>72</c:v>
                </c:pt>
                <c:pt idx="400">
                  <c:v>56</c:v>
                </c:pt>
                <c:pt idx="401">
                  <c:v>57</c:v>
                </c:pt>
                <c:pt idx="402">
                  <c:v>55</c:v>
                </c:pt>
                <c:pt idx="403">
                  <c:v>59</c:v>
                </c:pt>
                <c:pt idx="404">
                  <c:v>58</c:v>
                </c:pt>
                <c:pt idx="405">
                  <c:v>69</c:v>
                </c:pt>
                <c:pt idx="406">
                  <c:v>58</c:v>
                </c:pt>
                <c:pt idx="407">
                  <c:v>50</c:v>
                </c:pt>
                <c:pt idx="408">
                  <c:v>71</c:v>
                </c:pt>
                <c:pt idx="409">
                  <c:v>67</c:v>
                </c:pt>
                <c:pt idx="410">
                  <c:v>60</c:v>
                </c:pt>
                <c:pt idx="411">
                  <c:v>63</c:v>
                </c:pt>
                <c:pt idx="412">
                  <c:v>71</c:v>
                </c:pt>
                <c:pt idx="413">
                  <c:v>73</c:v>
                </c:pt>
                <c:pt idx="414">
                  <c:v>63</c:v>
                </c:pt>
                <c:pt idx="415">
                  <c:v>69</c:v>
                </c:pt>
                <c:pt idx="416">
                  <c:v>54</c:v>
                </c:pt>
                <c:pt idx="417">
                  <c:v>71</c:v>
                </c:pt>
                <c:pt idx="418">
                  <c:v>52</c:v>
                </c:pt>
                <c:pt idx="419">
                  <c:v>54</c:v>
                </c:pt>
                <c:pt idx="420">
                  <c:v>65</c:v>
                </c:pt>
                <c:pt idx="421">
                  <c:v>61</c:v>
                </c:pt>
                <c:pt idx="422">
                  <c:v>66</c:v>
                </c:pt>
                <c:pt idx="423">
                  <c:v>73</c:v>
                </c:pt>
                <c:pt idx="424">
                  <c:v>58</c:v>
                </c:pt>
                <c:pt idx="425">
                  <c:v>73</c:v>
                </c:pt>
                <c:pt idx="426">
                  <c:v>58</c:v>
                </c:pt>
                <c:pt idx="427">
                  <c:v>65</c:v>
                </c:pt>
                <c:pt idx="428">
                  <c:v>58</c:v>
                </c:pt>
                <c:pt idx="429">
                  <c:v>62</c:v>
                </c:pt>
                <c:pt idx="430">
                  <c:v>68</c:v>
                </c:pt>
                <c:pt idx="431">
                  <c:v>54</c:v>
                </c:pt>
                <c:pt idx="432">
                  <c:v>61</c:v>
                </c:pt>
                <c:pt idx="433">
                  <c:v>69</c:v>
                </c:pt>
                <c:pt idx="434">
                  <c:v>68</c:v>
                </c:pt>
                <c:pt idx="435">
                  <c:v>73</c:v>
                </c:pt>
                <c:pt idx="436">
                  <c:v>65</c:v>
                </c:pt>
                <c:pt idx="437">
                  <c:v>69</c:v>
                </c:pt>
                <c:pt idx="438">
                  <c:v>61</c:v>
                </c:pt>
                <c:pt idx="439">
                  <c:v>50</c:v>
                </c:pt>
                <c:pt idx="440">
                  <c:v>74</c:v>
                </c:pt>
                <c:pt idx="441">
                  <c:v>69</c:v>
                </c:pt>
                <c:pt idx="442">
                  <c:v>72</c:v>
                </c:pt>
                <c:pt idx="443">
                  <c:v>53</c:v>
                </c:pt>
                <c:pt idx="444">
                  <c:v>57</c:v>
                </c:pt>
                <c:pt idx="445">
                  <c:v>58</c:v>
                </c:pt>
                <c:pt idx="446">
                  <c:v>62</c:v>
                </c:pt>
                <c:pt idx="447">
                  <c:v>58</c:v>
                </c:pt>
                <c:pt idx="448">
                  <c:v>62</c:v>
                </c:pt>
                <c:pt idx="449">
                  <c:v>71</c:v>
                </c:pt>
                <c:pt idx="450">
                  <c:v>68</c:v>
                </c:pt>
                <c:pt idx="451">
                  <c:v>73</c:v>
                </c:pt>
                <c:pt idx="452">
                  <c:v>61</c:v>
                </c:pt>
                <c:pt idx="453">
                  <c:v>52</c:v>
                </c:pt>
                <c:pt idx="454">
                  <c:v>59</c:v>
                </c:pt>
                <c:pt idx="455">
                  <c:v>59</c:v>
                </c:pt>
                <c:pt idx="456">
                  <c:v>51</c:v>
                </c:pt>
                <c:pt idx="457">
                  <c:v>68</c:v>
                </c:pt>
                <c:pt idx="458">
                  <c:v>74</c:v>
                </c:pt>
                <c:pt idx="459">
                  <c:v>65</c:v>
                </c:pt>
                <c:pt idx="460">
                  <c:v>72</c:v>
                </c:pt>
                <c:pt idx="461">
                  <c:v>52</c:v>
                </c:pt>
                <c:pt idx="462">
                  <c:v>66</c:v>
                </c:pt>
                <c:pt idx="463">
                  <c:v>68</c:v>
                </c:pt>
                <c:pt idx="464">
                  <c:v>60</c:v>
                </c:pt>
                <c:pt idx="465">
                  <c:v>55</c:v>
                </c:pt>
                <c:pt idx="466">
                  <c:v>59</c:v>
                </c:pt>
                <c:pt idx="467">
                  <c:v>68</c:v>
                </c:pt>
                <c:pt idx="468">
                  <c:v>63</c:v>
                </c:pt>
                <c:pt idx="469">
                  <c:v>66</c:v>
                </c:pt>
                <c:pt idx="470">
                  <c:v>70</c:v>
                </c:pt>
                <c:pt idx="471">
                  <c:v>55</c:v>
                </c:pt>
                <c:pt idx="472">
                  <c:v>60</c:v>
                </c:pt>
                <c:pt idx="473">
                  <c:v>72</c:v>
                </c:pt>
                <c:pt idx="474">
                  <c:v>68</c:v>
                </c:pt>
                <c:pt idx="475">
                  <c:v>68</c:v>
                </c:pt>
                <c:pt idx="476">
                  <c:v>59</c:v>
                </c:pt>
                <c:pt idx="477">
                  <c:v>59</c:v>
                </c:pt>
                <c:pt idx="478">
                  <c:v>50</c:v>
                </c:pt>
                <c:pt idx="479">
                  <c:v>51</c:v>
                </c:pt>
                <c:pt idx="480">
                  <c:v>65</c:v>
                </c:pt>
                <c:pt idx="481">
                  <c:v>56</c:v>
                </c:pt>
                <c:pt idx="482">
                  <c:v>67</c:v>
                </c:pt>
                <c:pt idx="483">
                  <c:v>64</c:v>
                </c:pt>
                <c:pt idx="484">
                  <c:v>67</c:v>
                </c:pt>
                <c:pt idx="485">
                  <c:v>68</c:v>
                </c:pt>
                <c:pt idx="486">
                  <c:v>53</c:v>
                </c:pt>
                <c:pt idx="487">
                  <c:v>58</c:v>
                </c:pt>
                <c:pt idx="488">
                  <c:v>52</c:v>
                </c:pt>
                <c:pt idx="489">
                  <c:v>74</c:v>
                </c:pt>
                <c:pt idx="490">
                  <c:v>55</c:v>
                </c:pt>
                <c:pt idx="491">
                  <c:v>74</c:v>
                </c:pt>
                <c:pt idx="492">
                  <c:v>67</c:v>
                </c:pt>
                <c:pt idx="493">
                  <c:v>59</c:v>
                </c:pt>
                <c:pt idx="494">
                  <c:v>74</c:v>
                </c:pt>
                <c:pt idx="495">
                  <c:v>60</c:v>
                </c:pt>
                <c:pt idx="496">
                  <c:v>59</c:v>
                </c:pt>
                <c:pt idx="497">
                  <c:v>72</c:v>
                </c:pt>
                <c:pt idx="498">
                  <c:v>67</c:v>
                </c:pt>
                <c:pt idx="499">
                  <c:v>55</c:v>
                </c:pt>
                <c:pt idx="500">
                  <c:v>58</c:v>
                </c:pt>
                <c:pt idx="501">
                  <c:v>74</c:v>
                </c:pt>
                <c:pt idx="502">
                  <c:v>64</c:v>
                </c:pt>
                <c:pt idx="503">
                  <c:v>71</c:v>
                </c:pt>
                <c:pt idx="504">
                  <c:v>61</c:v>
                </c:pt>
                <c:pt idx="505">
                  <c:v>74</c:v>
                </c:pt>
                <c:pt idx="506">
                  <c:v>52</c:v>
                </c:pt>
                <c:pt idx="507">
                  <c:v>69</c:v>
                </c:pt>
                <c:pt idx="508">
                  <c:v>54</c:v>
                </c:pt>
                <c:pt idx="509">
                  <c:v>69</c:v>
                </c:pt>
                <c:pt idx="510">
                  <c:v>54</c:v>
                </c:pt>
                <c:pt idx="511">
                  <c:v>61</c:v>
                </c:pt>
                <c:pt idx="512">
                  <c:v>66</c:v>
                </c:pt>
                <c:pt idx="513">
                  <c:v>69</c:v>
                </c:pt>
                <c:pt idx="514">
                  <c:v>61</c:v>
                </c:pt>
                <c:pt idx="515">
                  <c:v>63</c:v>
                </c:pt>
                <c:pt idx="516">
                  <c:v>72</c:v>
                </c:pt>
                <c:pt idx="517">
                  <c:v>65</c:v>
                </c:pt>
                <c:pt idx="518">
                  <c:v>58</c:v>
                </c:pt>
                <c:pt idx="519">
                  <c:v>51</c:v>
                </c:pt>
                <c:pt idx="520">
                  <c:v>68</c:v>
                </c:pt>
                <c:pt idx="521">
                  <c:v>61</c:v>
                </c:pt>
                <c:pt idx="522">
                  <c:v>74</c:v>
                </c:pt>
                <c:pt idx="523">
                  <c:v>56</c:v>
                </c:pt>
                <c:pt idx="524">
                  <c:v>72</c:v>
                </c:pt>
                <c:pt idx="525">
                  <c:v>54</c:v>
                </c:pt>
                <c:pt idx="526">
                  <c:v>69</c:v>
                </c:pt>
                <c:pt idx="527">
                  <c:v>70</c:v>
                </c:pt>
                <c:pt idx="528">
                  <c:v>69</c:v>
                </c:pt>
                <c:pt idx="529">
                  <c:v>52</c:v>
                </c:pt>
                <c:pt idx="530">
                  <c:v>56</c:v>
                </c:pt>
                <c:pt idx="531">
                  <c:v>60</c:v>
                </c:pt>
                <c:pt idx="532">
                  <c:v>64</c:v>
                </c:pt>
                <c:pt idx="533">
                  <c:v>62</c:v>
                </c:pt>
                <c:pt idx="534">
                  <c:v>66</c:v>
                </c:pt>
                <c:pt idx="535">
                  <c:v>65</c:v>
                </c:pt>
                <c:pt idx="536">
                  <c:v>66</c:v>
                </c:pt>
                <c:pt idx="537">
                  <c:v>70</c:v>
                </c:pt>
                <c:pt idx="538">
                  <c:v>61</c:v>
                </c:pt>
                <c:pt idx="539">
                  <c:v>53</c:v>
                </c:pt>
                <c:pt idx="540">
                  <c:v>60</c:v>
                </c:pt>
                <c:pt idx="541">
                  <c:v>69</c:v>
                </c:pt>
                <c:pt idx="542">
                  <c:v>70</c:v>
                </c:pt>
                <c:pt idx="543">
                  <c:v>50</c:v>
                </c:pt>
                <c:pt idx="544">
                  <c:v>50</c:v>
                </c:pt>
                <c:pt idx="545">
                  <c:v>50</c:v>
                </c:pt>
                <c:pt idx="546">
                  <c:v>54</c:v>
                </c:pt>
                <c:pt idx="547">
                  <c:v>59</c:v>
                </c:pt>
                <c:pt idx="548">
                  <c:v>67</c:v>
                </c:pt>
                <c:pt idx="549">
                  <c:v>61</c:v>
                </c:pt>
                <c:pt idx="550">
                  <c:v>59</c:v>
                </c:pt>
                <c:pt idx="551">
                  <c:v>65</c:v>
                </c:pt>
                <c:pt idx="552">
                  <c:v>65</c:v>
                </c:pt>
                <c:pt idx="553">
                  <c:v>54</c:v>
                </c:pt>
                <c:pt idx="554">
                  <c:v>58</c:v>
                </c:pt>
                <c:pt idx="555">
                  <c:v>63</c:v>
                </c:pt>
                <c:pt idx="556">
                  <c:v>56</c:v>
                </c:pt>
                <c:pt idx="557">
                  <c:v>64</c:v>
                </c:pt>
                <c:pt idx="558">
                  <c:v>52</c:v>
                </c:pt>
                <c:pt idx="559">
                  <c:v>51</c:v>
                </c:pt>
                <c:pt idx="560">
                  <c:v>62</c:v>
                </c:pt>
                <c:pt idx="561">
                  <c:v>54</c:v>
                </c:pt>
                <c:pt idx="562">
                  <c:v>57</c:v>
                </c:pt>
                <c:pt idx="563">
                  <c:v>59</c:v>
                </c:pt>
                <c:pt idx="564">
                  <c:v>70</c:v>
                </c:pt>
                <c:pt idx="565">
                  <c:v>66</c:v>
                </c:pt>
                <c:pt idx="566">
                  <c:v>59</c:v>
                </c:pt>
                <c:pt idx="567">
                  <c:v>58</c:v>
                </c:pt>
                <c:pt idx="568">
                  <c:v>73</c:v>
                </c:pt>
                <c:pt idx="569">
                  <c:v>70</c:v>
                </c:pt>
                <c:pt idx="570">
                  <c:v>62</c:v>
                </c:pt>
                <c:pt idx="571">
                  <c:v>74</c:v>
                </c:pt>
                <c:pt idx="572">
                  <c:v>60</c:v>
                </c:pt>
                <c:pt idx="573">
                  <c:v>57</c:v>
                </c:pt>
                <c:pt idx="574">
                  <c:v>56</c:v>
                </c:pt>
                <c:pt idx="575">
                  <c:v>72</c:v>
                </c:pt>
                <c:pt idx="576">
                  <c:v>58</c:v>
                </c:pt>
                <c:pt idx="577">
                  <c:v>68</c:v>
                </c:pt>
                <c:pt idx="578">
                  <c:v>66</c:v>
                </c:pt>
                <c:pt idx="579">
                  <c:v>60</c:v>
                </c:pt>
                <c:pt idx="580">
                  <c:v>57</c:v>
                </c:pt>
                <c:pt idx="581">
                  <c:v>52</c:v>
                </c:pt>
                <c:pt idx="582">
                  <c:v>72</c:v>
                </c:pt>
                <c:pt idx="583">
                  <c:v>50</c:v>
                </c:pt>
                <c:pt idx="584">
                  <c:v>64</c:v>
                </c:pt>
                <c:pt idx="585">
                  <c:v>58</c:v>
                </c:pt>
                <c:pt idx="586">
                  <c:v>50</c:v>
                </c:pt>
                <c:pt idx="587">
                  <c:v>54</c:v>
                </c:pt>
                <c:pt idx="588">
                  <c:v>62</c:v>
                </c:pt>
                <c:pt idx="589">
                  <c:v>69</c:v>
                </c:pt>
                <c:pt idx="590">
                  <c:v>52</c:v>
                </c:pt>
                <c:pt idx="591">
                  <c:v>64</c:v>
                </c:pt>
                <c:pt idx="592">
                  <c:v>58</c:v>
                </c:pt>
                <c:pt idx="593">
                  <c:v>59</c:v>
                </c:pt>
                <c:pt idx="594">
                  <c:v>53</c:v>
                </c:pt>
                <c:pt idx="595">
                  <c:v>65</c:v>
                </c:pt>
                <c:pt idx="596">
                  <c:v>58</c:v>
                </c:pt>
                <c:pt idx="597">
                  <c:v>68</c:v>
                </c:pt>
                <c:pt idx="598">
                  <c:v>56</c:v>
                </c:pt>
                <c:pt idx="599">
                  <c:v>63</c:v>
                </c:pt>
                <c:pt idx="600">
                  <c:v>72</c:v>
                </c:pt>
                <c:pt idx="601">
                  <c:v>65</c:v>
                </c:pt>
                <c:pt idx="602">
                  <c:v>55</c:v>
                </c:pt>
                <c:pt idx="603">
                  <c:v>66</c:v>
                </c:pt>
                <c:pt idx="604">
                  <c:v>51</c:v>
                </c:pt>
                <c:pt idx="605">
                  <c:v>62</c:v>
                </c:pt>
                <c:pt idx="606">
                  <c:v>73</c:v>
                </c:pt>
                <c:pt idx="607">
                  <c:v>65</c:v>
                </c:pt>
                <c:pt idx="608">
                  <c:v>74</c:v>
                </c:pt>
                <c:pt idx="609">
                  <c:v>50</c:v>
                </c:pt>
                <c:pt idx="610">
                  <c:v>57</c:v>
                </c:pt>
                <c:pt idx="611">
                  <c:v>68</c:v>
                </c:pt>
                <c:pt idx="612">
                  <c:v>51</c:v>
                </c:pt>
                <c:pt idx="613">
                  <c:v>66</c:v>
                </c:pt>
                <c:pt idx="614">
                  <c:v>71</c:v>
                </c:pt>
                <c:pt idx="615">
                  <c:v>70</c:v>
                </c:pt>
                <c:pt idx="616">
                  <c:v>70</c:v>
                </c:pt>
                <c:pt idx="617">
                  <c:v>60</c:v>
                </c:pt>
                <c:pt idx="618">
                  <c:v>52</c:v>
                </c:pt>
                <c:pt idx="619">
                  <c:v>66</c:v>
                </c:pt>
                <c:pt idx="620">
                  <c:v>53</c:v>
                </c:pt>
                <c:pt idx="621">
                  <c:v>71</c:v>
                </c:pt>
                <c:pt idx="622">
                  <c:v>59</c:v>
                </c:pt>
                <c:pt idx="623">
                  <c:v>50</c:v>
                </c:pt>
                <c:pt idx="624">
                  <c:v>72</c:v>
                </c:pt>
                <c:pt idx="625">
                  <c:v>73</c:v>
                </c:pt>
                <c:pt idx="626">
                  <c:v>66</c:v>
                </c:pt>
                <c:pt idx="627">
                  <c:v>66</c:v>
                </c:pt>
                <c:pt idx="628">
                  <c:v>72</c:v>
                </c:pt>
                <c:pt idx="629">
                  <c:v>61</c:v>
                </c:pt>
                <c:pt idx="630">
                  <c:v>67</c:v>
                </c:pt>
                <c:pt idx="631">
                  <c:v>71</c:v>
                </c:pt>
                <c:pt idx="632">
                  <c:v>70</c:v>
                </c:pt>
                <c:pt idx="633">
                  <c:v>55</c:v>
                </c:pt>
                <c:pt idx="634">
                  <c:v>58</c:v>
                </c:pt>
                <c:pt idx="635">
                  <c:v>72</c:v>
                </c:pt>
                <c:pt idx="636">
                  <c:v>56</c:v>
                </c:pt>
                <c:pt idx="637">
                  <c:v>55</c:v>
                </c:pt>
                <c:pt idx="638">
                  <c:v>73</c:v>
                </c:pt>
                <c:pt idx="639">
                  <c:v>69</c:v>
                </c:pt>
                <c:pt idx="640">
                  <c:v>53</c:v>
                </c:pt>
                <c:pt idx="641">
                  <c:v>51</c:v>
                </c:pt>
                <c:pt idx="642">
                  <c:v>74</c:v>
                </c:pt>
                <c:pt idx="643">
                  <c:v>60</c:v>
                </c:pt>
                <c:pt idx="644">
                  <c:v>50</c:v>
                </c:pt>
                <c:pt idx="645">
                  <c:v>57</c:v>
                </c:pt>
                <c:pt idx="646">
                  <c:v>54</c:v>
                </c:pt>
                <c:pt idx="647">
                  <c:v>69</c:v>
                </c:pt>
                <c:pt idx="648">
                  <c:v>69</c:v>
                </c:pt>
                <c:pt idx="649">
                  <c:v>50</c:v>
                </c:pt>
                <c:pt idx="650">
                  <c:v>65</c:v>
                </c:pt>
                <c:pt idx="651">
                  <c:v>71</c:v>
                </c:pt>
                <c:pt idx="652">
                  <c:v>66</c:v>
                </c:pt>
                <c:pt idx="653">
                  <c:v>58</c:v>
                </c:pt>
                <c:pt idx="654">
                  <c:v>52</c:v>
                </c:pt>
                <c:pt idx="655">
                  <c:v>61</c:v>
                </c:pt>
                <c:pt idx="656">
                  <c:v>53</c:v>
                </c:pt>
                <c:pt idx="657">
                  <c:v>67</c:v>
                </c:pt>
                <c:pt idx="658">
                  <c:v>60</c:v>
                </c:pt>
                <c:pt idx="659">
                  <c:v>68</c:v>
                </c:pt>
                <c:pt idx="660">
                  <c:v>74</c:v>
                </c:pt>
                <c:pt idx="661">
                  <c:v>62</c:v>
                </c:pt>
                <c:pt idx="662">
                  <c:v>53</c:v>
                </c:pt>
                <c:pt idx="663">
                  <c:v>53</c:v>
                </c:pt>
                <c:pt idx="664">
                  <c:v>67</c:v>
                </c:pt>
                <c:pt idx="665">
                  <c:v>70</c:v>
                </c:pt>
                <c:pt idx="666">
                  <c:v>58</c:v>
                </c:pt>
                <c:pt idx="667">
                  <c:v>67</c:v>
                </c:pt>
                <c:pt idx="668">
                  <c:v>72</c:v>
                </c:pt>
                <c:pt idx="669">
                  <c:v>63</c:v>
                </c:pt>
                <c:pt idx="670">
                  <c:v>72</c:v>
                </c:pt>
                <c:pt idx="671">
                  <c:v>68</c:v>
                </c:pt>
                <c:pt idx="672">
                  <c:v>70</c:v>
                </c:pt>
                <c:pt idx="673">
                  <c:v>65</c:v>
                </c:pt>
                <c:pt idx="674">
                  <c:v>51</c:v>
                </c:pt>
                <c:pt idx="675">
                  <c:v>50</c:v>
                </c:pt>
                <c:pt idx="676">
                  <c:v>67</c:v>
                </c:pt>
                <c:pt idx="677">
                  <c:v>52</c:v>
                </c:pt>
                <c:pt idx="678">
                  <c:v>60</c:v>
                </c:pt>
                <c:pt idx="679">
                  <c:v>60</c:v>
                </c:pt>
                <c:pt idx="680">
                  <c:v>55</c:v>
                </c:pt>
                <c:pt idx="681">
                  <c:v>67</c:v>
                </c:pt>
                <c:pt idx="682">
                  <c:v>72</c:v>
                </c:pt>
                <c:pt idx="683">
                  <c:v>70</c:v>
                </c:pt>
                <c:pt idx="684">
                  <c:v>68</c:v>
                </c:pt>
                <c:pt idx="685">
                  <c:v>66</c:v>
                </c:pt>
                <c:pt idx="686">
                  <c:v>70</c:v>
                </c:pt>
                <c:pt idx="687">
                  <c:v>68</c:v>
                </c:pt>
                <c:pt idx="688">
                  <c:v>64</c:v>
                </c:pt>
                <c:pt idx="689">
                  <c:v>60</c:v>
                </c:pt>
                <c:pt idx="690">
                  <c:v>66</c:v>
                </c:pt>
                <c:pt idx="691">
                  <c:v>68</c:v>
                </c:pt>
                <c:pt idx="692">
                  <c:v>50</c:v>
                </c:pt>
                <c:pt idx="693">
                  <c:v>53</c:v>
                </c:pt>
                <c:pt idx="694">
                  <c:v>74</c:v>
                </c:pt>
                <c:pt idx="695">
                  <c:v>71</c:v>
                </c:pt>
                <c:pt idx="696">
                  <c:v>54</c:v>
                </c:pt>
                <c:pt idx="697">
                  <c:v>54</c:v>
                </c:pt>
                <c:pt idx="698">
                  <c:v>50</c:v>
                </c:pt>
                <c:pt idx="699">
                  <c:v>65</c:v>
                </c:pt>
                <c:pt idx="700">
                  <c:v>73</c:v>
                </c:pt>
                <c:pt idx="701">
                  <c:v>53</c:v>
                </c:pt>
                <c:pt idx="702">
                  <c:v>73</c:v>
                </c:pt>
                <c:pt idx="703">
                  <c:v>53</c:v>
                </c:pt>
                <c:pt idx="704">
                  <c:v>71</c:v>
                </c:pt>
                <c:pt idx="705">
                  <c:v>60</c:v>
                </c:pt>
                <c:pt idx="706">
                  <c:v>62</c:v>
                </c:pt>
                <c:pt idx="707">
                  <c:v>53</c:v>
                </c:pt>
                <c:pt idx="708">
                  <c:v>53</c:v>
                </c:pt>
                <c:pt idx="709">
                  <c:v>51</c:v>
                </c:pt>
                <c:pt idx="710">
                  <c:v>72</c:v>
                </c:pt>
                <c:pt idx="711">
                  <c:v>67</c:v>
                </c:pt>
                <c:pt idx="712">
                  <c:v>73</c:v>
                </c:pt>
                <c:pt idx="713">
                  <c:v>66</c:v>
                </c:pt>
                <c:pt idx="714">
                  <c:v>66</c:v>
                </c:pt>
                <c:pt idx="715">
                  <c:v>50</c:v>
                </c:pt>
                <c:pt idx="716">
                  <c:v>62</c:v>
                </c:pt>
                <c:pt idx="717">
                  <c:v>56</c:v>
                </c:pt>
                <c:pt idx="718">
                  <c:v>58</c:v>
                </c:pt>
                <c:pt idx="719">
                  <c:v>54</c:v>
                </c:pt>
                <c:pt idx="720">
                  <c:v>65</c:v>
                </c:pt>
                <c:pt idx="721">
                  <c:v>73</c:v>
                </c:pt>
                <c:pt idx="722">
                  <c:v>60</c:v>
                </c:pt>
                <c:pt idx="723">
                  <c:v>62</c:v>
                </c:pt>
                <c:pt idx="724">
                  <c:v>74</c:v>
                </c:pt>
                <c:pt idx="725">
                  <c:v>55</c:v>
                </c:pt>
                <c:pt idx="726">
                  <c:v>61</c:v>
                </c:pt>
                <c:pt idx="727">
                  <c:v>53</c:v>
                </c:pt>
                <c:pt idx="728">
                  <c:v>58</c:v>
                </c:pt>
                <c:pt idx="729">
                  <c:v>66</c:v>
                </c:pt>
                <c:pt idx="730">
                  <c:v>52</c:v>
                </c:pt>
                <c:pt idx="731">
                  <c:v>67</c:v>
                </c:pt>
                <c:pt idx="732">
                  <c:v>50</c:v>
                </c:pt>
                <c:pt idx="733">
                  <c:v>61</c:v>
                </c:pt>
                <c:pt idx="734">
                  <c:v>69</c:v>
                </c:pt>
                <c:pt idx="735">
                  <c:v>58</c:v>
                </c:pt>
                <c:pt idx="736">
                  <c:v>73</c:v>
                </c:pt>
                <c:pt idx="737">
                  <c:v>62</c:v>
                </c:pt>
                <c:pt idx="738">
                  <c:v>64</c:v>
                </c:pt>
                <c:pt idx="739">
                  <c:v>58</c:v>
                </c:pt>
                <c:pt idx="740">
                  <c:v>72</c:v>
                </c:pt>
                <c:pt idx="741">
                  <c:v>50</c:v>
                </c:pt>
                <c:pt idx="742">
                  <c:v>67</c:v>
                </c:pt>
                <c:pt idx="743">
                  <c:v>65</c:v>
                </c:pt>
                <c:pt idx="744">
                  <c:v>63</c:v>
                </c:pt>
                <c:pt idx="745">
                  <c:v>51</c:v>
                </c:pt>
                <c:pt idx="746">
                  <c:v>55</c:v>
                </c:pt>
                <c:pt idx="747">
                  <c:v>70</c:v>
                </c:pt>
                <c:pt idx="748">
                  <c:v>62</c:v>
                </c:pt>
                <c:pt idx="749">
                  <c:v>73</c:v>
                </c:pt>
                <c:pt idx="750">
                  <c:v>59</c:v>
                </c:pt>
                <c:pt idx="751">
                  <c:v>58</c:v>
                </c:pt>
                <c:pt idx="752">
                  <c:v>56</c:v>
                </c:pt>
                <c:pt idx="753">
                  <c:v>68</c:v>
                </c:pt>
                <c:pt idx="754">
                  <c:v>72</c:v>
                </c:pt>
                <c:pt idx="755">
                  <c:v>73</c:v>
                </c:pt>
                <c:pt idx="756">
                  <c:v>62</c:v>
                </c:pt>
                <c:pt idx="757">
                  <c:v>64</c:v>
                </c:pt>
                <c:pt idx="758">
                  <c:v>70</c:v>
                </c:pt>
                <c:pt idx="759">
                  <c:v>51</c:v>
                </c:pt>
                <c:pt idx="760">
                  <c:v>67</c:v>
                </c:pt>
                <c:pt idx="761">
                  <c:v>60</c:v>
                </c:pt>
                <c:pt idx="762">
                  <c:v>61</c:v>
                </c:pt>
                <c:pt idx="763">
                  <c:v>58</c:v>
                </c:pt>
                <c:pt idx="764">
                  <c:v>69</c:v>
                </c:pt>
                <c:pt idx="765">
                  <c:v>64</c:v>
                </c:pt>
                <c:pt idx="766">
                  <c:v>56</c:v>
                </c:pt>
                <c:pt idx="767">
                  <c:v>74</c:v>
                </c:pt>
                <c:pt idx="768">
                  <c:v>71</c:v>
                </c:pt>
                <c:pt idx="769">
                  <c:v>63</c:v>
                </c:pt>
                <c:pt idx="770">
                  <c:v>65</c:v>
                </c:pt>
                <c:pt idx="771">
                  <c:v>54</c:v>
                </c:pt>
                <c:pt idx="772">
                  <c:v>52</c:v>
                </c:pt>
                <c:pt idx="773">
                  <c:v>54</c:v>
                </c:pt>
                <c:pt idx="774">
                  <c:v>67</c:v>
                </c:pt>
                <c:pt idx="775">
                  <c:v>54</c:v>
                </c:pt>
                <c:pt idx="776">
                  <c:v>67</c:v>
                </c:pt>
                <c:pt idx="777">
                  <c:v>65</c:v>
                </c:pt>
                <c:pt idx="778">
                  <c:v>74</c:v>
                </c:pt>
                <c:pt idx="779">
                  <c:v>53</c:v>
                </c:pt>
                <c:pt idx="780">
                  <c:v>62</c:v>
                </c:pt>
                <c:pt idx="781">
                  <c:v>60</c:v>
                </c:pt>
                <c:pt idx="782">
                  <c:v>63</c:v>
                </c:pt>
                <c:pt idx="783">
                  <c:v>68</c:v>
                </c:pt>
                <c:pt idx="784">
                  <c:v>51</c:v>
                </c:pt>
                <c:pt idx="785">
                  <c:v>65</c:v>
                </c:pt>
                <c:pt idx="786">
                  <c:v>70</c:v>
                </c:pt>
                <c:pt idx="787">
                  <c:v>71</c:v>
                </c:pt>
                <c:pt idx="788">
                  <c:v>53</c:v>
                </c:pt>
                <c:pt idx="789">
                  <c:v>62</c:v>
                </c:pt>
                <c:pt idx="790">
                  <c:v>67</c:v>
                </c:pt>
                <c:pt idx="791">
                  <c:v>60</c:v>
                </c:pt>
                <c:pt idx="792">
                  <c:v>50</c:v>
                </c:pt>
                <c:pt idx="793">
                  <c:v>58</c:v>
                </c:pt>
                <c:pt idx="794">
                  <c:v>54</c:v>
                </c:pt>
                <c:pt idx="795">
                  <c:v>66</c:v>
                </c:pt>
                <c:pt idx="796">
                  <c:v>60</c:v>
                </c:pt>
                <c:pt idx="797">
                  <c:v>73</c:v>
                </c:pt>
                <c:pt idx="798">
                  <c:v>61</c:v>
                </c:pt>
                <c:pt idx="799">
                  <c:v>71</c:v>
                </c:pt>
                <c:pt idx="800">
                  <c:v>57</c:v>
                </c:pt>
                <c:pt idx="801">
                  <c:v>65</c:v>
                </c:pt>
                <c:pt idx="802">
                  <c:v>72</c:v>
                </c:pt>
                <c:pt idx="803">
                  <c:v>50</c:v>
                </c:pt>
                <c:pt idx="804">
                  <c:v>63</c:v>
                </c:pt>
                <c:pt idx="805">
                  <c:v>66</c:v>
                </c:pt>
                <c:pt idx="806">
                  <c:v>55</c:v>
                </c:pt>
                <c:pt idx="807">
                  <c:v>55</c:v>
                </c:pt>
                <c:pt idx="808">
                  <c:v>68</c:v>
                </c:pt>
                <c:pt idx="809">
                  <c:v>72</c:v>
                </c:pt>
                <c:pt idx="810">
                  <c:v>70</c:v>
                </c:pt>
                <c:pt idx="811">
                  <c:v>72</c:v>
                </c:pt>
                <c:pt idx="812">
                  <c:v>62</c:v>
                </c:pt>
                <c:pt idx="813">
                  <c:v>68</c:v>
                </c:pt>
                <c:pt idx="814">
                  <c:v>55</c:v>
                </c:pt>
                <c:pt idx="815">
                  <c:v>74</c:v>
                </c:pt>
                <c:pt idx="816">
                  <c:v>58</c:v>
                </c:pt>
                <c:pt idx="817">
                  <c:v>74</c:v>
                </c:pt>
                <c:pt idx="818">
                  <c:v>72</c:v>
                </c:pt>
                <c:pt idx="819">
                  <c:v>60</c:v>
                </c:pt>
                <c:pt idx="820">
                  <c:v>58</c:v>
                </c:pt>
                <c:pt idx="821">
                  <c:v>57</c:v>
                </c:pt>
                <c:pt idx="822">
                  <c:v>67</c:v>
                </c:pt>
                <c:pt idx="823">
                  <c:v>57</c:v>
                </c:pt>
                <c:pt idx="824">
                  <c:v>73</c:v>
                </c:pt>
                <c:pt idx="825">
                  <c:v>61</c:v>
                </c:pt>
                <c:pt idx="826">
                  <c:v>67</c:v>
                </c:pt>
                <c:pt idx="827">
                  <c:v>74</c:v>
                </c:pt>
                <c:pt idx="828">
                  <c:v>60</c:v>
                </c:pt>
                <c:pt idx="829">
                  <c:v>51</c:v>
                </c:pt>
                <c:pt idx="830">
                  <c:v>53</c:v>
                </c:pt>
                <c:pt idx="831">
                  <c:v>61</c:v>
                </c:pt>
                <c:pt idx="832">
                  <c:v>63</c:v>
                </c:pt>
                <c:pt idx="833">
                  <c:v>70</c:v>
                </c:pt>
                <c:pt idx="834">
                  <c:v>73</c:v>
                </c:pt>
                <c:pt idx="835">
                  <c:v>72</c:v>
                </c:pt>
                <c:pt idx="836">
                  <c:v>66</c:v>
                </c:pt>
                <c:pt idx="837">
                  <c:v>55</c:v>
                </c:pt>
                <c:pt idx="838">
                  <c:v>72</c:v>
                </c:pt>
                <c:pt idx="839">
                  <c:v>69</c:v>
                </c:pt>
                <c:pt idx="840">
                  <c:v>59</c:v>
                </c:pt>
                <c:pt idx="841">
                  <c:v>58</c:v>
                </c:pt>
                <c:pt idx="842">
                  <c:v>73</c:v>
                </c:pt>
                <c:pt idx="843">
                  <c:v>53</c:v>
                </c:pt>
                <c:pt idx="844">
                  <c:v>57</c:v>
                </c:pt>
                <c:pt idx="845">
                  <c:v>69</c:v>
                </c:pt>
                <c:pt idx="846">
                  <c:v>55</c:v>
                </c:pt>
                <c:pt idx="847">
                  <c:v>64</c:v>
                </c:pt>
                <c:pt idx="848">
                  <c:v>72</c:v>
                </c:pt>
                <c:pt idx="849">
                  <c:v>63</c:v>
                </c:pt>
                <c:pt idx="850">
                  <c:v>71</c:v>
                </c:pt>
                <c:pt idx="851">
                  <c:v>53</c:v>
                </c:pt>
                <c:pt idx="852">
                  <c:v>64</c:v>
                </c:pt>
                <c:pt idx="853">
                  <c:v>72</c:v>
                </c:pt>
                <c:pt idx="854">
                  <c:v>53</c:v>
                </c:pt>
                <c:pt idx="855">
                  <c:v>72</c:v>
                </c:pt>
                <c:pt idx="856">
                  <c:v>68</c:v>
                </c:pt>
                <c:pt idx="857">
                  <c:v>57</c:v>
                </c:pt>
                <c:pt idx="858">
                  <c:v>55</c:v>
                </c:pt>
                <c:pt idx="859">
                  <c:v>67</c:v>
                </c:pt>
                <c:pt idx="860">
                  <c:v>66</c:v>
                </c:pt>
                <c:pt idx="861">
                  <c:v>58</c:v>
                </c:pt>
                <c:pt idx="862">
                  <c:v>73</c:v>
                </c:pt>
                <c:pt idx="863">
                  <c:v>65</c:v>
                </c:pt>
                <c:pt idx="864">
                  <c:v>64</c:v>
                </c:pt>
                <c:pt idx="865">
                  <c:v>55</c:v>
                </c:pt>
                <c:pt idx="866">
                  <c:v>56</c:v>
                </c:pt>
                <c:pt idx="867">
                  <c:v>53</c:v>
                </c:pt>
                <c:pt idx="868">
                  <c:v>65</c:v>
                </c:pt>
                <c:pt idx="869">
                  <c:v>70</c:v>
                </c:pt>
                <c:pt idx="870">
                  <c:v>69</c:v>
                </c:pt>
                <c:pt idx="871">
                  <c:v>69</c:v>
                </c:pt>
                <c:pt idx="872">
                  <c:v>64</c:v>
                </c:pt>
                <c:pt idx="873">
                  <c:v>70</c:v>
                </c:pt>
                <c:pt idx="874">
                  <c:v>69</c:v>
                </c:pt>
                <c:pt idx="875">
                  <c:v>55</c:v>
                </c:pt>
                <c:pt idx="876">
                  <c:v>57</c:v>
                </c:pt>
                <c:pt idx="877">
                  <c:v>74</c:v>
                </c:pt>
                <c:pt idx="878">
                  <c:v>62</c:v>
                </c:pt>
                <c:pt idx="879">
                  <c:v>50</c:v>
                </c:pt>
                <c:pt idx="880">
                  <c:v>53</c:v>
                </c:pt>
                <c:pt idx="881">
                  <c:v>60</c:v>
                </c:pt>
                <c:pt idx="882">
                  <c:v>60</c:v>
                </c:pt>
                <c:pt idx="883">
                  <c:v>73</c:v>
                </c:pt>
                <c:pt idx="884">
                  <c:v>71</c:v>
                </c:pt>
                <c:pt idx="885">
                  <c:v>58</c:v>
                </c:pt>
                <c:pt idx="886">
                  <c:v>63</c:v>
                </c:pt>
                <c:pt idx="887">
                  <c:v>58</c:v>
                </c:pt>
                <c:pt idx="888">
                  <c:v>59</c:v>
                </c:pt>
                <c:pt idx="889">
                  <c:v>70</c:v>
                </c:pt>
                <c:pt idx="890">
                  <c:v>73</c:v>
                </c:pt>
                <c:pt idx="891">
                  <c:v>61</c:v>
                </c:pt>
                <c:pt idx="892">
                  <c:v>65</c:v>
                </c:pt>
                <c:pt idx="893">
                  <c:v>54</c:v>
                </c:pt>
                <c:pt idx="894">
                  <c:v>71</c:v>
                </c:pt>
                <c:pt idx="895">
                  <c:v>66</c:v>
                </c:pt>
                <c:pt idx="896">
                  <c:v>53</c:v>
                </c:pt>
                <c:pt idx="897">
                  <c:v>64</c:v>
                </c:pt>
                <c:pt idx="898">
                  <c:v>73</c:v>
                </c:pt>
                <c:pt idx="899">
                  <c:v>70</c:v>
                </c:pt>
                <c:pt idx="900">
                  <c:v>68</c:v>
                </c:pt>
                <c:pt idx="901">
                  <c:v>58</c:v>
                </c:pt>
                <c:pt idx="902">
                  <c:v>71</c:v>
                </c:pt>
                <c:pt idx="903">
                  <c:v>71</c:v>
                </c:pt>
                <c:pt idx="904">
                  <c:v>65</c:v>
                </c:pt>
                <c:pt idx="905">
                  <c:v>64</c:v>
                </c:pt>
                <c:pt idx="906">
                  <c:v>63</c:v>
                </c:pt>
                <c:pt idx="907">
                  <c:v>62</c:v>
                </c:pt>
                <c:pt idx="908">
                  <c:v>53</c:v>
                </c:pt>
                <c:pt idx="909">
                  <c:v>64</c:v>
                </c:pt>
                <c:pt idx="910">
                  <c:v>50</c:v>
                </c:pt>
                <c:pt idx="911">
                  <c:v>72</c:v>
                </c:pt>
                <c:pt idx="912">
                  <c:v>62</c:v>
                </c:pt>
                <c:pt idx="913">
                  <c:v>62</c:v>
                </c:pt>
                <c:pt idx="914">
                  <c:v>58</c:v>
                </c:pt>
                <c:pt idx="915">
                  <c:v>59</c:v>
                </c:pt>
                <c:pt idx="916">
                  <c:v>57</c:v>
                </c:pt>
                <c:pt idx="917">
                  <c:v>50</c:v>
                </c:pt>
                <c:pt idx="918">
                  <c:v>66</c:v>
                </c:pt>
                <c:pt idx="919">
                  <c:v>50</c:v>
                </c:pt>
                <c:pt idx="920">
                  <c:v>50</c:v>
                </c:pt>
                <c:pt idx="921">
                  <c:v>71</c:v>
                </c:pt>
                <c:pt idx="922">
                  <c:v>73</c:v>
                </c:pt>
                <c:pt idx="923">
                  <c:v>50</c:v>
                </c:pt>
                <c:pt idx="924">
                  <c:v>62</c:v>
                </c:pt>
                <c:pt idx="925">
                  <c:v>57</c:v>
                </c:pt>
                <c:pt idx="926">
                  <c:v>50</c:v>
                </c:pt>
                <c:pt idx="927">
                  <c:v>59</c:v>
                </c:pt>
                <c:pt idx="928">
                  <c:v>67</c:v>
                </c:pt>
                <c:pt idx="929">
                  <c:v>70</c:v>
                </c:pt>
                <c:pt idx="930">
                  <c:v>59</c:v>
                </c:pt>
                <c:pt idx="931">
                  <c:v>53</c:v>
                </c:pt>
                <c:pt idx="932">
                  <c:v>50</c:v>
                </c:pt>
                <c:pt idx="933">
                  <c:v>55</c:v>
                </c:pt>
                <c:pt idx="934">
                  <c:v>66</c:v>
                </c:pt>
                <c:pt idx="935">
                  <c:v>73</c:v>
                </c:pt>
                <c:pt idx="936">
                  <c:v>65</c:v>
                </c:pt>
                <c:pt idx="937">
                  <c:v>74</c:v>
                </c:pt>
                <c:pt idx="938">
                  <c:v>50</c:v>
                </c:pt>
                <c:pt idx="939">
                  <c:v>66</c:v>
                </c:pt>
                <c:pt idx="940">
                  <c:v>74</c:v>
                </c:pt>
                <c:pt idx="941">
                  <c:v>64</c:v>
                </c:pt>
                <c:pt idx="942">
                  <c:v>56</c:v>
                </c:pt>
                <c:pt idx="943">
                  <c:v>63</c:v>
                </c:pt>
                <c:pt idx="944">
                  <c:v>64</c:v>
                </c:pt>
                <c:pt idx="945">
                  <c:v>59</c:v>
                </c:pt>
                <c:pt idx="946">
                  <c:v>73</c:v>
                </c:pt>
                <c:pt idx="947">
                  <c:v>67</c:v>
                </c:pt>
                <c:pt idx="948">
                  <c:v>67</c:v>
                </c:pt>
                <c:pt idx="949">
                  <c:v>50</c:v>
                </c:pt>
                <c:pt idx="950">
                  <c:v>50</c:v>
                </c:pt>
                <c:pt idx="951">
                  <c:v>64</c:v>
                </c:pt>
                <c:pt idx="952">
                  <c:v>56</c:v>
                </c:pt>
                <c:pt idx="953">
                  <c:v>56</c:v>
                </c:pt>
                <c:pt idx="954">
                  <c:v>68</c:v>
                </c:pt>
                <c:pt idx="955">
                  <c:v>65</c:v>
                </c:pt>
                <c:pt idx="956">
                  <c:v>52</c:v>
                </c:pt>
                <c:pt idx="957">
                  <c:v>61</c:v>
                </c:pt>
                <c:pt idx="958">
                  <c:v>73</c:v>
                </c:pt>
                <c:pt idx="959">
                  <c:v>73</c:v>
                </c:pt>
                <c:pt idx="960">
                  <c:v>62</c:v>
                </c:pt>
                <c:pt idx="961">
                  <c:v>64</c:v>
                </c:pt>
                <c:pt idx="962">
                  <c:v>55</c:v>
                </c:pt>
                <c:pt idx="963">
                  <c:v>55</c:v>
                </c:pt>
                <c:pt idx="964">
                  <c:v>51</c:v>
                </c:pt>
                <c:pt idx="965">
                  <c:v>68</c:v>
                </c:pt>
                <c:pt idx="966">
                  <c:v>52</c:v>
                </c:pt>
                <c:pt idx="967">
                  <c:v>74</c:v>
                </c:pt>
                <c:pt idx="968">
                  <c:v>60</c:v>
                </c:pt>
                <c:pt idx="969">
                  <c:v>50</c:v>
                </c:pt>
                <c:pt idx="970">
                  <c:v>74</c:v>
                </c:pt>
                <c:pt idx="971">
                  <c:v>57</c:v>
                </c:pt>
                <c:pt idx="972">
                  <c:v>67</c:v>
                </c:pt>
              </c:numCache>
            </c:numRef>
          </c:xVal>
          <c:yVal>
            <c:numRef>
              <c:f>'Sub-Dataset'!$CB$2:$CB$974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163</c:v>
                </c:pt>
                <c:pt idx="295">
                  <c:v>173</c:v>
                </c:pt>
                <c:pt idx="296">
                  <c:v>168</c:v>
                </c:pt>
                <c:pt idx="297">
                  <c:v>0</c:v>
                </c:pt>
                <c:pt idx="298">
                  <c:v>161</c:v>
                </c:pt>
                <c:pt idx="299">
                  <c:v>0</c:v>
                </c:pt>
                <c:pt idx="300">
                  <c:v>0</c:v>
                </c:pt>
                <c:pt idx="301">
                  <c:v>0</c:v>
                </c:pt>
                <c:pt idx="302">
                  <c:v>0</c:v>
                </c:pt>
                <c:pt idx="303">
                  <c:v>161</c:v>
                </c:pt>
                <c:pt idx="304">
                  <c:v>161</c:v>
                </c:pt>
                <c:pt idx="305">
                  <c:v>165</c:v>
                </c:pt>
                <c:pt idx="306">
                  <c:v>172</c:v>
                </c:pt>
                <c:pt idx="307">
                  <c:v>163</c:v>
                </c:pt>
                <c:pt idx="308">
                  <c:v>0</c:v>
                </c:pt>
                <c:pt idx="309">
                  <c:v>0</c:v>
                </c:pt>
                <c:pt idx="310">
                  <c:v>0</c:v>
                </c:pt>
                <c:pt idx="311">
                  <c:v>0</c:v>
                </c:pt>
                <c:pt idx="312">
                  <c:v>0</c:v>
                </c:pt>
                <c:pt idx="313">
                  <c:v>0</c:v>
                </c:pt>
                <c:pt idx="314">
                  <c:v>162</c:v>
                </c:pt>
                <c:pt idx="315">
                  <c:v>162</c:v>
                </c:pt>
                <c:pt idx="316">
                  <c:v>0</c:v>
                </c:pt>
                <c:pt idx="317">
                  <c:v>0</c:v>
                </c:pt>
                <c:pt idx="318">
                  <c:v>0</c:v>
                </c:pt>
                <c:pt idx="319">
                  <c:v>167</c:v>
                </c:pt>
                <c:pt idx="320">
                  <c:v>164</c:v>
                </c:pt>
                <c:pt idx="321">
                  <c:v>161</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170</c:v>
                </c:pt>
                <c:pt idx="432">
                  <c:v>169</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166</c:v>
                </c:pt>
                <c:pt idx="555">
                  <c:v>170</c:v>
                </c:pt>
                <c:pt idx="556">
                  <c:v>172</c:v>
                </c:pt>
                <c:pt idx="557">
                  <c:v>162</c:v>
                </c:pt>
                <c:pt idx="558">
                  <c:v>170</c:v>
                </c:pt>
                <c:pt idx="559">
                  <c:v>0</c:v>
                </c:pt>
                <c:pt idx="560">
                  <c:v>169</c:v>
                </c:pt>
                <c:pt idx="561">
                  <c:v>167</c:v>
                </c:pt>
                <c:pt idx="562">
                  <c:v>170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164</c:v>
                </c:pt>
                <c:pt idx="662">
                  <c:v>160</c:v>
                </c:pt>
                <c:pt idx="663">
                  <c:v>162</c:v>
                </c:pt>
                <c:pt idx="664">
                  <c:v>0</c:v>
                </c:pt>
                <c:pt idx="665">
                  <c:v>160</c:v>
                </c:pt>
                <c:pt idx="666">
                  <c:v>160</c:v>
                </c:pt>
                <c:pt idx="667">
                  <c:v>0</c:v>
                </c:pt>
                <c:pt idx="668">
                  <c:v>0</c:v>
                </c:pt>
                <c:pt idx="669">
                  <c:v>170</c:v>
                </c:pt>
                <c:pt idx="670">
                  <c:v>161</c:v>
                </c:pt>
                <c:pt idx="671">
                  <c:v>160</c:v>
                </c:pt>
                <c:pt idx="672">
                  <c:v>168</c:v>
                </c:pt>
                <c:pt idx="673">
                  <c:v>0</c:v>
                </c:pt>
                <c:pt idx="674">
                  <c:v>0</c:v>
                </c:pt>
                <c:pt idx="675">
                  <c:v>174</c:v>
                </c:pt>
                <c:pt idx="676">
                  <c:v>163</c:v>
                </c:pt>
                <c:pt idx="677">
                  <c:v>167</c:v>
                </c:pt>
                <c:pt idx="678">
                  <c:v>0</c:v>
                </c:pt>
                <c:pt idx="679">
                  <c:v>0</c:v>
                </c:pt>
                <c:pt idx="680">
                  <c:v>168</c:v>
                </c:pt>
                <c:pt idx="681">
                  <c:v>0</c:v>
                </c:pt>
                <c:pt idx="682">
                  <c:v>0</c:v>
                </c:pt>
                <c:pt idx="683">
                  <c:v>0</c:v>
                </c:pt>
                <c:pt idx="684">
                  <c:v>165</c:v>
                </c:pt>
                <c:pt idx="685">
                  <c:v>170</c:v>
                </c:pt>
                <c:pt idx="686">
                  <c:v>0</c:v>
                </c:pt>
                <c:pt idx="687">
                  <c:v>166</c:v>
                </c:pt>
                <c:pt idx="688">
                  <c:v>169</c:v>
                </c:pt>
                <c:pt idx="689">
                  <c:v>166</c:v>
                </c:pt>
                <c:pt idx="690">
                  <c:v>0</c:v>
                </c:pt>
                <c:pt idx="691">
                  <c:v>0</c:v>
                </c:pt>
                <c:pt idx="692">
                  <c:v>0</c:v>
                </c:pt>
                <c:pt idx="693">
                  <c:v>163</c:v>
                </c:pt>
                <c:pt idx="694">
                  <c:v>164</c:v>
                </c:pt>
                <c:pt idx="695">
                  <c:v>175</c:v>
                </c:pt>
                <c:pt idx="696">
                  <c:v>161</c:v>
                </c:pt>
                <c:pt idx="697">
                  <c:v>162</c:v>
                </c:pt>
                <c:pt idx="698">
                  <c:v>160</c:v>
                </c:pt>
                <c:pt idx="699">
                  <c:v>161</c:v>
                </c:pt>
                <c:pt idx="700">
                  <c:v>164</c:v>
                </c:pt>
                <c:pt idx="701">
                  <c:v>0</c:v>
                </c:pt>
                <c:pt idx="702">
                  <c:v>164</c:v>
                </c:pt>
                <c:pt idx="703">
                  <c:v>161</c:v>
                </c:pt>
                <c:pt idx="704">
                  <c:v>0</c:v>
                </c:pt>
                <c:pt idx="705">
                  <c:v>169</c:v>
                </c:pt>
                <c:pt idx="706">
                  <c:v>166</c:v>
                </c:pt>
                <c:pt idx="707">
                  <c:v>161</c:v>
                </c:pt>
                <c:pt idx="708">
                  <c:v>162</c:v>
                </c:pt>
                <c:pt idx="709">
                  <c:v>0</c:v>
                </c:pt>
                <c:pt idx="710">
                  <c:v>169</c:v>
                </c:pt>
                <c:pt idx="711">
                  <c:v>0</c:v>
                </c:pt>
                <c:pt idx="712">
                  <c:v>0</c:v>
                </c:pt>
                <c:pt idx="713">
                  <c:v>165</c:v>
                </c:pt>
                <c:pt idx="714">
                  <c:v>0</c:v>
                </c:pt>
                <c:pt idx="715">
                  <c:v>161</c:v>
                </c:pt>
                <c:pt idx="716">
                  <c:v>174</c:v>
                </c:pt>
                <c:pt idx="717">
                  <c:v>0</c:v>
                </c:pt>
                <c:pt idx="718">
                  <c:v>0</c:v>
                </c:pt>
                <c:pt idx="719">
                  <c:v>166</c:v>
                </c:pt>
                <c:pt idx="720">
                  <c:v>0</c:v>
                </c:pt>
                <c:pt idx="721">
                  <c:v>162</c:v>
                </c:pt>
                <c:pt idx="722">
                  <c:v>0</c:v>
                </c:pt>
                <c:pt idx="723">
                  <c:v>0</c:v>
                </c:pt>
                <c:pt idx="724">
                  <c:v>0</c:v>
                </c:pt>
                <c:pt idx="725">
                  <c:v>0</c:v>
                </c:pt>
                <c:pt idx="726">
                  <c:v>167</c:v>
                </c:pt>
                <c:pt idx="727">
                  <c:v>168</c:v>
                </c:pt>
                <c:pt idx="728">
                  <c:v>0</c:v>
                </c:pt>
                <c:pt idx="729">
                  <c:v>167</c:v>
                </c:pt>
                <c:pt idx="730">
                  <c:v>0</c:v>
                </c:pt>
                <c:pt idx="731">
                  <c:v>0</c:v>
                </c:pt>
                <c:pt idx="732">
                  <c:v>0</c:v>
                </c:pt>
                <c:pt idx="733">
                  <c:v>170</c:v>
                </c:pt>
                <c:pt idx="734">
                  <c:v>0</c:v>
                </c:pt>
                <c:pt idx="735">
                  <c:v>164</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169</c:v>
                </c:pt>
                <c:pt idx="910">
                  <c:v>0</c:v>
                </c:pt>
                <c:pt idx="911">
                  <c:v>175</c:v>
                </c:pt>
                <c:pt idx="912">
                  <c:v>167</c:v>
                </c:pt>
                <c:pt idx="913">
                  <c:v>161</c:v>
                </c:pt>
                <c:pt idx="914">
                  <c:v>164</c:v>
                </c:pt>
                <c:pt idx="915">
                  <c:v>0</c:v>
                </c:pt>
                <c:pt idx="916">
                  <c:v>167</c:v>
                </c:pt>
                <c:pt idx="917">
                  <c:v>170</c:v>
                </c:pt>
                <c:pt idx="918">
                  <c:v>161</c:v>
                </c:pt>
                <c:pt idx="919">
                  <c:v>170</c:v>
                </c:pt>
                <c:pt idx="920">
                  <c:v>0</c:v>
                </c:pt>
                <c:pt idx="921">
                  <c:v>0</c:v>
                </c:pt>
                <c:pt idx="922">
                  <c:v>167</c:v>
                </c:pt>
                <c:pt idx="923">
                  <c:v>163</c:v>
                </c:pt>
                <c:pt idx="924">
                  <c:v>162</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9FA8-49D5-9E83-FD13D68FC362}"/>
            </c:ext>
          </c:extLst>
        </c:ser>
        <c:ser>
          <c:idx val="1"/>
          <c:order val="1"/>
          <c:tx>
            <c:strRef>
              <c:f>'Sub-Dataset'!$CC$1</c:f>
              <c:strCache>
                <c:ptCount val="1"/>
                <c:pt idx="0">
                  <c:v>High</c:v>
                </c:pt>
              </c:strCache>
            </c:strRef>
          </c:tx>
          <c:spPr>
            <a:ln w="19050" cap="rnd">
              <a:noFill/>
              <a:round/>
            </a:ln>
            <a:effectLst/>
          </c:spPr>
          <c:marker>
            <c:symbol val="circle"/>
            <c:size val="3"/>
            <c:spPr>
              <a:solidFill>
                <a:schemeClr val="accent4">
                  <a:lumMod val="75000"/>
                </a:schemeClr>
              </a:solidFill>
              <a:ln w="9525">
                <a:noFill/>
              </a:ln>
              <a:effectLst/>
            </c:spPr>
          </c:marker>
          <c:xVal>
            <c:numRef>
              <c:f>'Sub-Dataset'!$CA$2:$CA$974</c:f>
              <c:numCache>
                <c:formatCode>General</c:formatCode>
                <c:ptCount val="973"/>
                <c:pt idx="0">
                  <c:v>54</c:v>
                </c:pt>
                <c:pt idx="1">
                  <c:v>69</c:v>
                </c:pt>
                <c:pt idx="2">
                  <c:v>53</c:v>
                </c:pt>
                <c:pt idx="3">
                  <c:v>68</c:v>
                </c:pt>
                <c:pt idx="4">
                  <c:v>61</c:v>
                </c:pt>
                <c:pt idx="5">
                  <c:v>67</c:v>
                </c:pt>
                <c:pt idx="6">
                  <c:v>54</c:v>
                </c:pt>
                <c:pt idx="7">
                  <c:v>67</c:v>
                </c:pt>
                <c:pt idx="8">
                  <c:v>63</c:v>
                </c:pt>
                <c:pt idx="9">
                  <c:v>54</c:v>
                </c:pt>
                <c:pt idx="10">
                  <c:v>68</c:v>
                </c:pt>
                <c:pt idx="11">
                  <c:v>58</c:v>
                </c:pt>
                <c:pt idx="12">
                  <c:v>71</c:v>
                </c:pt>
                <c:pt idx="13">
                  <c:v>72</c:v>
                </c:pt>
                <c:pt idx="14">
                  <c:v>59</c:v>
                </c:pt>
                <c:pt idx="15">
                  <c:v>64</c:v>
                </c:pt>
                <c:pt idx="16">
                  <c:v>69</c:v>
                </c:pt>
                <c:pt idx="17">
                  <c:v>59</c:v>
                </c:pt>
                <c:pt idx="18">
                  <c:v>64</c:v>
                </c:pt>
                <c:pt idx="19">
                  <c:v>59</c:v>
                </c:pt>
                <c:pt idx="20">
                  <c:v>59</c:v>
                </c:pt>
                <c:pt idx="21">
                  <c:v>54</c:v>
                </c:pt>
                <c:pt idx="22">
                  <c:v>64</c:v>
                </c:pt>
                <c:pt idx="23">
                  <c:v>54</c:v>
                </c:pt>
                <c:pt idx="24">
                  <c:v>56</c:v>
                </c:pt>
                <c:pt idx="25">
                  <c:v>61</c:v>
                </c:pt>
                <c:pt idx="26">
                  <c:v>56</c:v>
                </c:pt>
                <c:pt idx="27">
                  <c:v>71</c:v>
                </c:pt>
                <c:pt idx="28">
                  <c:v>59</c:v>
                </c:pt>
                <c:pt idx="29">
                  <c:v>74</c:v>
                </c:pt>
                <c:pt idx="30">
                  <c:v>58</c:v>
                </c:pt>
                <c:pt idx="31">
                  <c:v>70</c:v>
                </c:pt>
                <c:pt idx="32">
                  <c:v>73</c:v>
                </c:pt>
                <c:pt idx="33">
                  <c:v>69</c:v>
                </c:pt>
                <c:pt idx="34">
                  <c:v>51</c:v>
                </c:pt>
                <c:pt idx="35">
                  <c:v>62</c:v>
                </c:pt>
                <c:pt idx="36">
                  <c:v>53</c:v>
                </c:pt>
                <c:pt idx="37">
                  <c:v>62</c:v>
                </c:pt>
                <c:pt idx="38">
                  <c:v>52</c:v>
                </c:pt>
                <c:pt idx="39">
                  <c:v>51</c:v>
                </c:pt>
                <c:pt idx="40">
                  <c:v>64</c:v>
                </c:pt>
                <c:pt idx="41">
                  <c:v>66</c:v>
                </c:pt>
                <c:pt idx="42">
                  <c:v>58</c:v>
                </c:pt>
                <c:pt idx="43">
                  <c:v>56</c:v>
                </c:pt>
                <c:pt idx="44">
                  <c:v>53</c:v>
                </c:pt>
                <c:pt idx="45">
                  <c:v>56</c:v>
                </c:pt>
                <c:pt idx="46">
                  <c:v>63</c:v>
                </c:pt>
                <c:pt idx="47">
                  <c:v>63</c:v>
                </c:pt>
                <c:pt idx="48">
                  <c:v>59</c:v>
                </c:pt>
                <c:pt idx="49">
                  <c:v>56</c:v>
                </c:pt>
                <c:pt idx="50">
                  <c:v>71</c:v>
                </c:pt>
                <c:pt idx="51">
                  <c:v>60</c:v>
                </c:pt>
                <c:pt idx="52">
                  <c:v>66</c:v>
                </c:pt>
                <c:pt idx="53">
                  <c:v>58</c:v>
                </c:pt>
                <c:pt idx="54">
                  <c:v>50</c:v>
                </c:pt>
                <c:pt idx="55">
                  <c:v>64</c:v>
                </c:pt>
                <c:pt idx="56">
                  <c:v>51</c:v>
                </c:pt>
                <c:pt idx="57">
                  <c:v>66</c:v>
                </c:pt>
                <c:pt idx="58">
                  <c:v>50</c:v>
                </c:pt>
                <c:pt idx="59">
                  <c:v>50</c:v>
                </c:pt>
                <c:pt idx="60">
                  <c:v>66</c:v>
                </c:pt>
                <c:pt idx="61">
                  <c:v>50</c:v>
                </c:pt>
                <c:pt idx="62">
                  <c:v>55</c:v>
                </c:pt>
                <c:pt idx="63">
                  <c:v>74</c:v>
                </c:pt>
                <c:pt idx="64">
                  <c:v>50</c:v>
                </c:pt>
                <c:pt idx="65">
                  <c:v>60</c:v>
                </c:pt>
                <c:pt idx="66">
                  <c:v>66</c:v>
                </c:pt>
                <c:pt idx="67">
                  <c:v>61</c:v>
                </c:pt>
                <c:pt idx="68">
                  <c:v>63</c:v>
                </c:pt>
                <c:pt idx="69">
                  <c:v>58</c:v>
                </c:pt>
                <c:pt idx="70">
                  <c:v>59</c:v>
                </c:pt>
                <c:pt idx="71">
                  <c:v>62</c:v>
                </c:pt>
                <c:pt idx="72">
                  <c:v>53</c:v>
                </c:pt>
                <c:pt idx="73">
                  <c:v>74</c:v>
                </c:pt>
                <c:pt idx="74">
                  <c:v>69</c:v>
                </c:pt>
                <c:pt idx="75">
                  <c:v>55</c:v>
                </c:pt>
                <c:pt idx="76">
                  <c:v>63</c:v>
                </c:pt>
                <c:pt idx="77">
                  <c:v>68</c:v>
                </c:pt>
                <c:pt idx="78">
                  <c:v>62</c:v>
                </c:pt>
                <c:pt idx="79">
                  <c:v>72</c:v>
                </c:pt>
                <c:pt idx="80">
                  <c:v>73</c:v>
                </c:pt>
                <c:pt idx="81">
                  <c:v>58</c:v>
                </c:pt>
                <c:pt idx="82">
                  <c:v>62</c:v>
                </c:pt>
                <c:pt idx="83">
                  <c:v>61</c:v>
                </c:pt>
                <c:pt idx="84">
                  <c:v>57</c:v>
                </c:pt>
                <c:pt idx="85">
                  <c:v>74</c:v>
                </c:pt>
                <c:pt idx="86">
                  <c:v>68</c:v>
                </c:pt>
                <c:pt idx="87">
                  <c:v>57</c:v>
                </c:pt>
                <c:pt idx="88">
                  <c:v>67</c:v>
                </c:pt>
                <c:pt idx="89">
                  <c:v>63</c:v>
                </c:pt>
                <c:pt idx="90">
                  <c:v>56</c:v>
                </c:pt>
                <c:pt idx="91">
                  <c:v>65</c:v>
                </c:pt>
                <c:pt idx="92">
                  <c:v>63</c:v>
                </c:pt>
                <c:pt idx="93">
                  <c:v>65</c:v>
                </c:pt>
                <c:pt idx="94">
                  <c:v>66</c:v>
                </c:pt>
                <c:pt idx="95">
                  <c:v>58</c:v>
                </c:pt>
                <c:pt idx="96">
                  <c:v>66</c:v>
                </c:pt>
                <c:pt idx="97">
                  <c:v>61</c:v>
                </c:pt>
                <c:pt idx="98">
                  <c:v>54</c:v>
                </c:pt>
                <c:pt idx="99">
                  <c:v>61</c:v>
                </c:pt>
                <c:pt idx="100">
                  <c:v>60</c:v>
                </c:pt>
                <c:pt idx="101">
                  <c:v>61</c:v>
                </c:pt>
                <c:pt idx="102">
                  <c:v>52</c:v>
                </c:pt>
                <c:pt idx="103">
                  <c:v>73</c:v>
                </c:pt>
                <c:pt idx="104">
                  <c:v>50</c:v>
                </c:pt>
                <c:pt idx="105">
                  <c:v>52</c:v>
                </c:pt>
                <c:pt idx="106">
                  <c:v>74</c:v>
                </c:pt>
                <c:pt idx="107">
                  <c:v>50</c:v>
                </c:pt>
                <c:pt idx="108">
                  <c:v>63</c:v>
                </c:pt>
                <c:pt idx="109">
                  <c:v>58</c:v>
                </c:pt>
                <c:pt idx="110">
                  <c:v>72</c:v>
                </c:pt>
                <c:pt idx="111">
                  <c:v>53</c:v>
                </c:pt>
                <c:pt idx="112">
                  <c:v>54</c:v>
                </c:pt>
                <c:pt idx="113">
                  <c:v>70</c:v>
                </c:pt>
                <c:pt idx="114">
                  <c:v>52</c:v>
                </c:pt>
                <c:pt idx="115">
                  <c:v>73</c:v>
                </c:pt>
                <c:pt idx="116">
                  <c:v>69</c:v>
                </c:pt>
                <c:pt idx="117">
                  <c:v>71</c:v>
                </c:pt>
                <c:pt idx="118">
                  <c:v>50</c:v>
                </c:pt>
                <c:pt idx="119">
                  <c:v>63</c:v>
                </c:pt>
                <c:pt idx="120">
                  <c:v>62</c:v>
                </c:pt>
                <c:pt idx="121">
                  <c:v>72</c:v>
                </c:pt>
                <c:pt idx="122">
                  <c:v>62</c:v>
                </c:pt>
                <c:pt idx="123">
                  <c:v>62</c:v>
                </c:pt>
                <c:pt idx="124">
                  <c:v>52</c:v>
                </c:pt>
                <c:pt idx="125">
                  <c:v>56</c:v>
                </c:pt>
                <c:pt idx="126">
                  <c:v>62</c:v>
                </c:pt>
                <c:pt idx="127">
                  <c:v>56</c:v>
                </c:pt>
                <c:pt idx="128">
                  <c:v>54</c:v>
                </c:pt>
                <c:pt idx="129">
                  <c:v>50</c:v>
                </c:pt>
                <c:pt idx="130">
                  <c:v>74</c:v>
                </c:pt>
                <c:pt idx="131">
                  <c:v>56</c:v>
                </c:pt>
                <c:pt idx="132">
                  <c:v>69</c:v>
                </c:pt>
                <c:pt idx="133">
                  <c:v>52</c:v>
                </c:pt>
                <c:pt idx="134">
                  <c:v>68</c:v>
                </c:pt>
                <c:pt idx="135">
                  <c:v>59</c:v>
                </c:pt>
                <c:pt idx="136">
                  <c:v>68</c:v>
                </c:pt>
                <c:pt idx="137">
                  <c:v>73</c:v>
                </c:pt>
                <c:pt idx="138">
                  <c:v>50</c:v>
                </c:pt>
                <c:pt idx="139">
                  <c:v>56</c:v>
                </c:pt>
                <c:pt idx="140">
                  <c:v>64</c:v>
                </c:pt>
                <c:pt idx="141">
                  <c:v>74</c:v>
                </c:pt>
                <c:pt idx="142">
                  <c:v>51</c:v>
                </c:pt>
                <c:pt idx="143">
                  <c:v>63</c:v>
                </c:pt>
                <c:pt idx="144">
                  <c:v>59</c:v>
                </c:pt>
                <c:pt idx="145">
                  <c:v>52</c:v>
                </c:pt>
                <c:pt idx="146">
                  <c:v>57</c:v>
                </c:pt>
                <c:pt idx="147">
                  <c:v>71</c:v>
                </c:pt>
                <c:pt idx="148">
                  <c:v>73</c:v>
                </c:pt>
                <c:pt idx="149">
                  <c:v>52</c:v>
                </c:pt>
                <c:pt idx="150">
                  <c:v>56</c:v>
                </c:pt>
                <c:pt idx="151">
                  <c:v>57</c:v>
                </c:pt>
                <c:pt idx="152">
                  <c:v>74</c:v>
                </c:pt>
                <c:pt idx="153">
                  <c:v>55</c:v>
                </c:pt>
                <c:pt idx="154">
                  <c:v>69</c:v>
                </c:pt>
                <c:pt idx="155">
                  <c:v>58</c:v>
                </c:pt>
                <c:pt idx="156">
                  <c:v>58</c:v>
                </c:pt>
                <c:pt idx="157">
                  <c:v>50</c:v>
                </c:pt>
                <c:pt idx="158">
                  <c:v>50</c:v>
                </c:pt>
                <c:pt idx="159">
                  <c:v>58</c:v>
                </c:pt>
                <c:pt idx="160">
                  <c:v>57</c:v>
                </c:pt>
                <c:pt idx="161">
                  <c:v>67</c:v>
                </c:pt>
                <c:pt idx="162">
                  <c:v>74</c:v>
                </c:pt>
                <c:pt idx="163">
                  <c:v>60</c:v>
                </c:pt>
                <c:pt idx="164">
                  <c:v>70</c:v>
                </c:pt>
                <c:pt idx="165">
                  <c:v>61</c:v>
                </c:pt>
                <c:pt idx="166">
                  <c:v>52</c:v>
                </c:pt>
                <c:pt idx="167">
                  <c:v>71</c:v>
                </c:pt>
                <c:pt idx="168">
                  <c:v>67</c:v>
                </c:pt>
                <c:pt idx="169">
                  <c:v>55</c:v>
                </c:pt>
                <c:pt idx="170">
                  <c:v>68</c:v>
                </c:pt>
                <c:pt idx="171">
                  <c:v>69</c:v>
                </c:pt>
                <c:pt idx="172">
                  <c:v>67</c:v>
                </c:pt>
                <c:pt idx="173">
                  <c:v>50</c:v>
                </c:pt>
                <c:pt idx="174">
                  <c:v>65</c:v>
                </c:pt>
                <c:pt idx="175">
                  <c:v>53</c:v>
                </c:pt>
                <c:pt idx="176">
                  <c:v>72</c:v>
                </c:pt>
                <c:pt idx="177">
                  <c:v>71</c:v>
                </c:pt>
                <c:pt idx="178">
                  <c:v>67</c:v>
                </c:pt>
                <c:pt idx="179">
                  <c:v>56</c:v>
                </c:pt>
                <c:pt idx="180">
                  <c:v>50</c:v>
                </c:pt>
                <c:pt idx="181">
                  <c:v>63</c:v>
                </c:pt>
                <c:pt idx="182">
                  <c:v>55</c:v>
                </c:pt>
                <c:pt idx="183">
                  <c:v>72</c:v>
                </c:pt>
                <c:pt idx="184">
                  <c:v>62</c:v>
                </c:pt>
                <c:pt idx="185">
                  <c:v>60</c:v>
                </c:pt>
                <c:pt idx="186">
                  <c:v>54</c:v>
                </c:pt>
                <c:pt idx="187">
                  <c:v>66</c:v>
                </c:pt>
                <c:pt idx="188">
                  <c:v>63</c:v>
                </c:pt>
                <c:pt idx="189">
                  <c:v>53</c:v>
                </c:pt>
                <c:pt idx="190">
                  <c:v>73</c:v>
                </c:pt>
                <c:pt idx="191">
                  <c:v>73</c:v>
                </c:pt>
                <c:pt idx="192">
                  <c:v>55</c:v>
                </c:pt>
                <c:pt idx="193">
                  <c:v>71</c:v>
                </c:pt>
                <c:pt idx="194">
                  <c:v>59</c:v>
                </c:pt>
                <c:pt idx="195">
                  <c:v>69</c:v>
                </c:pt>
                <c:pt idx="196">
                  <c:v>65</c:v>
                </c:pt>
                <c:pt idx="197">
                  <c:v>64</c:v>
                </c:pt>
                <c:pt idx="198">
                  <c:v>52</c:v>
                </c:pt>
                <c:pt idx="199">
                  <c:v>71</c:v>
                </c:pt>
                <c:pt idx="200">
                  <c:v>62</c:v>
                </c:pt>
                <c:pt idx="201">
                  <c:v>66</c:v>
                </c:pt>
                <c:pt idx="202">
                  <c:v>62</c:v>
                </c:pt>
                <c:pt idx="203">
                  <c:v>59</c:v>
                </c:pt>
                <c:pt idx="204">
                  <c:v>63</c:v>
                </c:pt>
                <c:pt idx="205">
                  <c:v>50</c:v>
                </c:pt>
                <c:pt idx="206">
                  <c:v>51</c:v>
                </c:pt>
                <c:pt idx="207">
                  <c:v>66</c:v>
                </c:pt>
                <c:pt idx="208">
                  <c:v>72</c:v>
                </c:pt>
                <c:pt idx="209">
                  <c:v>58</c:v>
                </c:pt>
                <c:pt idx="210">
                  <c:v>50</c:v>
                </c:pt>
                <c:pt idx="211">
                  <c:v>68</c:v>
                </c:pt>
                <c:pt idx="212">
                  <c:v>60</c:v>
                </c:pt>
                <c:pt idx="213">
                  <c:v>74</c:v>
                </c:pt>
                <c:pt idx="214">
                  <c:v>74</c:v>
                </c:pt>
                <c:pt idx="215">
                  <c:v>60</c:v>
                </c:pt>
                <c:pt idx="216">
                  <c:v>50</c:v>
                </c:pt>
                <c:pt idx="217">
                  <c:v>50</c:v>
                </c:pt>
                <c:pt idx="218">
                  <c:v>68</c:v>
                </c:pt>
                <c:pt idx="219">
                  <c:v>73</c:v>
                </c:pt>
                <c:pt idx="220">
                  <c:v>74</c:v>
                </c:pt>
                <c:pt idx="221">
                  <c:v>52</c:v>
                </c:pt>
                <c:pt idx="222">
                  <c:v>67</c:v>
                </c:pt>
                <c:pt idx="223">
                  <c:v>73</c:v>
                </c:pt>
                <c:pt idx="224">
                  <c:v>62</c:v>
                </c:pt>
                <c:pt idx="225">
                  <c:v>63</c:v>
                </c:pt>
                <c:pt idx="226">
                  <c:v>52</c:v>
                </c:pt>
                <c:pt idx="227">
                  <c:v>74</c:v>
                </c:pt>
                <c:pt idx="228">
                  <c:v>50</c:v>
                </c:pt>
                <c:pt idx="229">
                  <c:v>55</c:v>
                </c:pt>
                <c:pt idx="230">
                  <c:v>71</c:v>
                </c:pt>
                <c:pt idx="231">
                  <c:v>74</c:v>
                </c:pt>
                <c:pt idx="232">
                  <c:v>50</c:v>
                </c:pt>
                <c:pt idx="233">
                  <c:v>54</c:v>
                </c:pt>
                <c:pt idx="234">
                  <c:v>51</c:v>
                </c:pt>
                <c:pt idx="235">
                  <c:v>56</c:v>
                </c:pt>
                <c:pt idx="236">
                  <c:v>69</c:v>
                </c:pt>
                <c:pt idx="237">
                  <c:v>71</c:v>
                </c:pt>
                <c:pt idx="238">
                  <c:v>52</c:v>
                </c:pt>
                <c:pt idx="239">
                  <c:v>53</c:v>
                </c:pt>
                <c:pt idx="240">
                  <c:v>70</c:v>
                </c:pt>
                <c:pt idx="241">
                  <c:v>66</c:v>
                </c:pt>
                <c:pt idx="242">
                  <c:v>65</c:v>
                </c:pt>
                <c:pt idx="243">
                  <c:v>54</c:v>
                </c:pt>
                <c:pt idx="244">
                  <c:v>63</c:v>
                </c:pt>
                <c:pt idx="245">
                  <c:v>64</c:v>
                </c:pt>
                <c:pt idx="246">
                  <c:v>54</c:v>
                </c:pt>
                <c:pt idx="247">
                  <c:v>72</c:v>
                </c:pt>
                <c:pt idx="248">
                  <c:v>54</c:v>
                </c:pt>
                <c:pt idx="249">
                  <c:v>66</c:v>
                </c:pt>
                <c:pt idx="250">
                  <c:v>63</c:v>
                </c:pt>
                <c:pt idx="251">
                  <c:v>71</c:v>
                </c:pt>
                <c:pt idx="252">
                  <c:v>69</c:v>
                </c:pt>
                <c:pt idx="253">
                  <c:v>73</c:v>
                </c:pt>
                <c:pt idx="254">
                  <c:v>50</c:v>
                </c:pt>
                <c:pt idx="255">
                  <c:v>57</c:v>
                </c:pt>
                <c:pt idx="256">
                  <c:v>67</c:v>
                </c:pt>
                <c:pt idx="257">
                  <c:v>73</c:v>
                </c:pt>
                <c:pt idx="258">
                  <c:v>59</c:v>
                </c:pt>
                <c:pt idx="259">
                  <c:v>74</c:v>
                </c:pt>
                <c:pt idx="260">
                  <c:v>73</c:v>
                </c:pt>
                <c:pt idx="261">
                  <c:v>67</c:v>
                </c:pt>
                <c:pt idx="262">
                  <c:v>64</c:v>
                </c:pt>
                <c:pt idx="263">
                  <c:v>62</c:v>
                </c:pt>
                <c:pt idx="264">
                  <c:v>59</c:v>
                </c:pt>
                <c:pt idx="265">
                  <c:v>66</c:v>
                </c:pt>
                <c:pt idx="266">
                  <c:v>73</c:v>
                </c:pt>
                <c:pt idx="267">
                  <c:v>68</c:v>
                </c:pt>
                <c:pt idx="268">
                  <c:v>52</c:v>
                </c:pt>
                <c:pt idx="269">
                  <c:v>61</c:v>
                </c:pt>
                <c:pt idx="270">
                  <c:v>66</c:v>
                </c:pt>
                <c:pt idx="271">
                  <c:v>65</c:v>
                </c:pt>
                <c:pt idx="272">
                  <c:v>68</c:v>
                </c:pt>
                <c:pt idx="273">
                  <c:v>54</c:v>
                </c:pt>
                <c:pt idx="274">
                  <c:v>52</c:v>
                </c:pt>
                <c:pt idx="275">
                  <c:v>50</c:v>
                </c:pt>
                <c:pt idx="276">
                  <c:v>64</c:v>
                </c:pt>
                <c:pt idx="277">
                  <c:v>55</c:v>
                </c:pt>
                <c:pt idx="278">
                  <c:v>74</c:v>
                </c:pt>
                <c:pt idx="279">
                  <c:v>54</c:v>
                </c:pt>
                <c:pt idx="280">
                  <c:v>64</c:v>
                </c:pt>
                <c:pt idx="281">
                  <c:v>50</c:v>
                </c:pt>
                <c:pt idx="282">
                  <c:v>52</c:v>
                </c:pt>
                <c:pt idx="283">
                  <c:v>56</c:v>
                </c:pt>
                <c:pt idx="284">
                  <c:v>59</c:v>
                </c:pt>
                <c:pt idx="285">
                  <c:v>53</c:v>
                </c:pt>
                <c:pt idx="286">
                  <c:v>52</c:v>
                </c:pt>
                <c:pt idx="287">
                  <c:v>55</c:v>
                </c:pt>
                <c:pt idx="288">
                  <c:v>50</c:v>
                </c:pt>
                <c:pt idx="289">
                  <c:v>61</c:v>
                </c:pt>
                <c:pt idx="290">
                  <c:v>64</c:v>
                </c:pt>
                <c:pt idx="291">
                  <c:v>56</c:v>
                </c:pt>
                <c:pt idx="292">
                  <c:v>69</c:v>
                </c:pt>
                <c:pt idx="293">
                  <c:v>50</c:v>
                </c:pt>
                <c:pt idx="294">
                  <c:v>65</c:v>
                </c:pt>
                <c:pt idx="295">
                  <c:v>71</c:v>
                </c:pt>
                <c:pt idx="296">
                  <c:v>51</c:v>
                </c:pt>
                <c:pt idx="297">
                  <c:v>66</c:v>
                </c:pt>
                <c:pt idx="298">
                  <c:v>70</c:v>
                </c:pt>
                <c:pt idx="299">
                  <c:v>66</c:v>
                </c:pt>
                <c:pt idx="300">
                  <c:v>58</c:v>
                </c:pt>
                <c:pt idx="301">
                  <c:v>64</c:v>
                </c:pt>
                <c:pt idx="302">
                  <c:v>68</c:v>
                </c:pt>
                <c:pt idx="303">
                  <c:v>69</c:v>
                </c:pt>
                <c:pt idx="304">
                  <c:v>54</c:v>
                </c:pt>
                <c:pt idx="305">
                  <c:v>63</c:v>
                </c:pt>
                <c:pt idx="306">
                  <c:v>60</c:v>
                </c:pt>
                <c:pt idx="307">
                  <c:v>58</c:v>
                </c:pt>
                <c:pt idx="308">
                  <c:v>61</c:v>
                </c:pt>
                <c:pt idx="309">
                  <c:v>65</c:v>
                </c:pt>
                <c:pt idx="310">
                  <c:v>60</c:v>
                </c:pt>
                <c:pt idx="311">
                  <c:v>70</c:v>
                </c:pt>
                <c:pt idx="312">
                  <c:v>61</c:v>
                </c:pt>
                <c:pt idx="313">
                  <c:v>64</c:v>
                </c:pt>
                <c:pt idx="314">
                  <c:v>66</c:v>
                </c:pt>
                <c:pt idx="315">
                  <c:v>70</c:v>
                </c:pt>
                <c:pt idx="316">
                  <c:v>56</c:v>
                </c:pt>
                <c:pt idx="317">
                  <c:v>71</c:v>
                </c:pt>
                <c:pt idx="318">
                  <c:v>72</c:v>
                </c:pt>
                <c:pt idx="319">
                  <c:v>55</c:v>
                </c:pt>
                <c:pt idx="320">
                  <c:v>68</c:v>
                </c:pt>
                <c:pt idx="321">
                  <c:v>74</c:v>
                </c:pt>
                <c:pt idx="322">
                  <c:v>61</c:v>
                </c:pt>
                <c:pt idx="323">
                  <c:v>74</c:v>
                </c:pt>
                <c:pt idx="324">
                  <c:v>55</c:v>
                </c:pt>
                <c:pt idx="325">
                  <c:v>74</c:v>
                </c:pt>
                <c:pt idx="326">
                  <c:v>74</c:v>
                </c:pt>
                <c:pt idx="327">
                  <c:v>53</c:v>
                </c:pt>
                <c:pt idx="328">
                  <c:v>71</c:v>
                </c:pt>
                <c:pt idx="329">
                  <c:v>51</c:v>
                </c:pt>
                <c:pt idx="330">
                  <c:v>65</c:v>
                </c:pt>
                <c:pt idx="331">
                  <c:v>60</c:v>
                </c:pt>
                <c:pt idx="332">
                  <c:v>73</c:v>
                </c:pt>
                <c:pt idx="333">
                  <c:v>67</c:v>
                </c:pt>
                <c:pt idx="334">
                  <c:v>50</c:v>
                </c:pt>
                <c:pt idx="335">
                  <c:v>74</c:v>
                </c:pt>
                <c:pt idx="336">
                  <c:v>64</c:v>
                </c:pt>
                <c:pt idx="337">
                  <c:v>56</c:v>
                </c:pt>
                <c:pt idx="338">
                  <c:v>64</c:v>
                </c:pt>
                <c:pt idx="339">
                  <c:v>65</c:v>
                </c:pt>
                <c:pt idx="340">
                  <c:v>71</c:v>
                </c:pt>
                <c:pt idx="341">
                  <c:v>53</c:v>
                </c:pt>
                <c:pt idx="342">
                  <c:v>56</c:v>
                </c:pt>
                <c:pt idx="343">
                  <c:v>65</c:v>
                </c:pt>
                <c:pt idx="344">
                  <c:v>67</c:v>
                </c:pt>
                <c:pt idx="345">
                  <c:v>67</c:v>
                </c:pt>
                <c:pt idx="346">
                  <c:v>66</c:v>
                </c:pt>
                <c:pt idx="347">
                  <c:v>61</c:v>
                </c:pt>
                <c:pt idx="348">
                  <c:v>70</c:v>
                </c:pt>
                <c:pt idx="349">
                  <c:v>52</c:v>
                </c:pt>
                <c:pt idx="350">
                  <c:v>59</c:v>
                </c:pt>
                <c:pt idx="351">
                  <c:v>51</c:v>
                </c:pt>
                <c:pt idx="352">
                  <c:v>67</c:v>
                </c:pt>
                <c:pt idx="353">
                  <c:v>72</c:v>
                </c:pt>
                <c:pt idx="354">
                  <c:v>67</c:v>
                </c:pt>
                <c:pt idx="355">
                  <c:v>73</c:v>
                </c:pt>
                <c:pt idx="356">
                  <c:v>69</c:v>
                </c:pt>
                <c:pt idx="357">
                  <c:v>52</c:v>
                </c:pt>
                <c:pt idx="358">
                  <c:v>57</c:v>
                </c:pt>
                <c:pt idx="359">
                  <c:v>62</c:v>
                </c:pt>
                <c:pt idx="360">
                  <c:v>67</c:v>
                </c:pt>
                <c:pt idx="361">
                  <c:v>65</c:v>
                </c:pt>
                <c:pt idx="362">
                  <c:v>60</c:v>
                </c:pt>
                <c:pt idx="363">
                  <c:v>63</c:v>
                </c:pt>
                <c:pt idx="364">
                  <c:v>66</c:v>
                </c:pt>
                <c:pt idx="365">
                  <c:v>60</c:v>
                </c:pt>
                <c:pt idx="366">
                  <c:v>70</c:v>
                </c:pt>
                <c:pt idx="367">
                  <c:v>53</c:v>
                </c:pt>
                <c:pt idx="368">
                  <c:v>65</c:v>
                </c:pt>
                <c:pt idx="369">
                  <c:v>52</c:v>
                </c:pt>
                <c:pt idx="370">
                  <c:v>67</c:v>
                </c:pt>
                <c:pt idx="371">
                  <c:v>60</c:v>
                </c:pt>
                <c:pt idx="372">
                  <c:v>59</c:v>
                </c:pt>
                <c:pt idx="373">
                  <c:v>64</c:v>
                </c:pt>
                <c:pt idx="374">
                  <c:v>52</c:v>
                </c:pt>
                <c:pt idx="375">
                  <c:v>68</c:v>
                </c:pt>
                <c:pt idx="376">
                  <c:v>50</c:v>
                </c:pt>
                <c:pt idx="377">
                  <c:v>56</c:v>
                </c:pt>
                <c:pt idx="378">
                  <c:v>69</c:v>
                </c:pt>
                <c:pt idx="379">
                  <c:v>62</c:v>
                </c:pt>
                <c:pt idx="380">
                  <c:v>57</c:v>
                </c:pt>
                <c:pt idx="381">
                  <c:v>64</c:v>
                </c:pt>
                <c:pt idx="382">
                  <c:v>73</c:v>
                </c:pt>
                <c:pt idx="383">
                  <c:v>62</c:v>
                </c:pt>
                <c:pt idx="384">
                  <c:v>67</c:v>
                </c:pt>
                <c:pt idx="385">
                  <c:v>66</c:v>
                </c:pt>
                <c:pt idx="386">
                  <c:v>70</c:v>
                </c:pt>
                <c:pt idx="387">
                  <c:v>65</c:v>
                </c:pt>
                <c:pt idx="388">
                  <c:v>53</c:v>
                </c:pt>
                <c:pt idx="389">
                  <c:v>65</c:v>
                </c:pt>
                <c:pt idx="390">
                  <c:v>54</c:v>
                </c:pt>
                <c:pt idx="391">
                  <c:v>63</c:v>
                </c:pt>
                <c:pt idx="392">
                  <c:v>65</c:v>
                </c:pt>
                <c:pt idx="393">
                  <c:v>61</c:v>
                </c:pt>
                <c:pt idx="394">
                  <c:v>54</c:v>
                </c:pt>
                <c:pt idx="395">
                  <c:v>66</c:v>
                </c:pt>
                <c:pt idx="396">
                  <c:v>51</c:v>
                </c:pt>
                <c:pt idx="397">
                  <c:v>51</c:v>
                </c:pt>
                <c:pt idx="398">
                  <c:v>71</c:v>
                </c:pt>
                <c:pt idx="399">
                  <c:v>72</c:v>
                </c:pt>
                <c:pt idx="400">
                  <c:v>56</c:v>
                </c:pt>
                <c:pt idx="401">
                  <c:v>57</c:v>
                </c:pt>
                <c:pt idx="402">
                  <c:v>55</c:v>
                </c:pt>
                <c:pt idx="403">
                  <c:v>59</c:v>
                </c:pt>
                <c:pt idx="404">
                  <c:v>58</c:v>
                </c:pt>
                <c:pt idx="405">
                  <c:v>69</c:v>
                </c:pt>
                <c:pt idx="406">
                  <c:v>58</c:v>
                </c:pt>
                <c:pt idx="407">
                  <c:v>50</c:v>
                </c:pt>
                <c:pt idx="408">
                  <c:v>71</c:v>
                </c:pt>
                <c:pt idx="409">
                  <c:v>67</c:v>
                </c:pt>
                <c:pt idx="410">
                  <c:v>60</c:v>
                </c:pt>
                <c:pt idx="411">
                  <c:v>63</c:v>
                </c:pt>
                <c:pt idx="412">
                  <c:v>71</c:v>
                </c:pt>
                <c:pt idx="413">
                  <c:v>73</c:v>
                </c:pt>
                <c:pt idx="414">
                  <c:v>63</c:v>
                </c:pt>
                <c:pt idx="415">
                  <c:v>69</c:v>
                </c:pt>
                <c:pt idx="416">
                  <c:v>54</c:v>
                </c:pt>
                <c:pt idx="417">
                  <c:v>71</c:v>
                </c:pt>
                <c:pt idx="418">
                  <c:v>52</c:v>
                </c:pt>
                <c:pt idx="419">
                  <c:v>54</c:v>
                </c:pt>
                <c:pt idx="420">
                  <c:v>65</c:v>
                </c:pt>
                <c:pt idx="421">
                  <c:v>61</c:v>
                </c:pt>
                <c:pt idx="422">
                  <c:v>66</c:v>
                </c:pt>
                <c:pt idx="423">
                  <c:v>73</c:v>
                </c:pt>
                <c:pt idx="424">
                  <c:v>58</c:v>
                </c:pt>
                <c:pt idx="425">
                  <c:v>73</c:v>
                </c:pt>
                <c:pt idx="426">
                  <c:v>58</c:v>
                </c:pt>
                <c:pt idx="427">
                  <c:v>65</c:v>
                </c:pt>
                <c:pt idx="428">
                  <c:v>58</c:v>
                </c:pt>
                <c:pt idx="429">
                  <c:v>62</c:v>
                </c:pt>
                <c:pt idx="430">
                  <c:v>68</c:v>
                </c:pt>
                <c:pt idx="431">
                  <c:v>54</c:v>
                </c:pt>
                <c:pt idx="432">
                  <c:v>61</c:v>
                </c:pt>
                <c:pt idx="433">
                  <c:v>69</c:v>
                </c:pt>
                <c:pt idx="434">
                  <c:v>68</c:v>
                </c:pt>
                <c:pt idx="435">
                  <c:v>73</c:v>
                </c:pt>
                <c:pt idx="436">
                  <c:v>65</c:v>
                </c:pt>
                <c:pt idx="437">
                  <c:v>69</c:v>
                </c:pt>
                <c:pt idx="438">
                  <c:v>61</c:v>
                </c:pt>
                <c:pt idx="439">
                  <c:v>50</c:v>
                </c:pt>
                <c:pt idx="440">
                  <c:v>74</c:v>
                </c:pt>
                <c:pt idx="441">
                  <c:v>69</c:v>
                </c:pt>
                <c:pt idx="442">
                  <c:v>72</c:v>
                </c:pt>
                <c:pt idx="443">
                  <c:v>53</c:v>
                </c:pt>
                <c:pt idx="444">
                  <c:v>57</c:v>
                </c:pt>
                <c:pt idx="445">
                  <c:v>58</c:v>
                </c:pt>
                <c:pt idx="446">
                  <c:v>62</c:v>
                </c:pt>
                <c:pt idx="447">
                  <c:v>58</c:v>
                </c:pt>
                <c:pt idx="448">
                  <c:v>62</c:v>
                </c:pt>
                <c:pt idx="449">
                  <c:v>71</c:v>
                </c:pt>
                <c:pt idx="450">
                  <c:v>68</c:v>
                </c:pt>
                <c:pt idx="451">
                  <c:v>73</c:v>
                </c:pt>
                <c:pt idx="452">
                  <c:v>61</c:v>
                </c:pt>
                <c:pt idx="453">
                  <c:v>52</c:v>
                </c:pt>
                <c:pt idx="454">
                  <c:v>59</c:v>
                </c:pt>
                <c:pt idx="455">
                  <c:v>59</c:v>
                </c:pt>
                <c:pt idx="456">
                  <c:v>51</c:v>
                </c:pt>
                <c:pt idx="457">
                  <c:v>68</c:v>
                </c:pt>
                <c:pt idx="458">
                  <c:v>74</c:v>
                </c:pt>
                <c:pt idx="459">
                  <c:v>65</c:v>
                </c:pt>
                <c:pt idx="460">
                  <c:v>72</c:v>
                </c:pt>
                <c:pt idx="461">
                  <c:v>52</c:v>
                </c:pt>
                <c:pt idx="462">
                  <c:v>66</c:v>
                </c:pt>
                <c:pt idx="463">
                  <c:v>68</c:v>
                </c:pt>
                <c:pt idx="464">
                  <c:v>60</c:v>
                </c:pt>
                <c:pt idx="465">
                  <c:v>55</c:v>
                </c:pt>
                <c:pt idx="466">
                  <c:v>59</c:v>
                </c:pt>
                <c:pt idx="467">
                  <c:v>68</c:v>
                </c:pt>
                <c:pt idx="468">
                  <c:v>63</c:v>
                </c:pt>
                <c:pt idx="469">
                  <c:v>66</c:v>
                </c:pt>
                <c:pt idx="470">
                  <c:v>70</c:v>
                </c:pt>
                <c:pt idx="471">
                  <c:v>55</c:v>
                </c:pt>
                <c:pt idx="472">
                  <c:v>60</c:v>
                </c:pt>
                <c:pt idx="473">
                  <c:v>72</c:v>
                </c:pt>
                <c:pt idx="474">
                  <c:v>68</c:v>
                </c:pt>
                <c:pt idx="475">
                  <c:v>68</c:v>
                </c:pt>
                <c:pt idx="476">
                  <c:v>59</c:v>
                </c:pt>
                <c:pt idx="477">
                  <c:v>59</c:v>
                </c:pt>
                <c:pt idx="478">
                  <c:v>50</c:v>
                </c:pt>
                <c:pt idx="479">
                  <c:v>51</c:v>
                </c:pt>
                <c:pt idx="480">
                  <c:v>65</c:v>
                </c:pt>
                <c:pt idx="481">
                  <c:v>56</c:v>
                </c:pt>
                <c:pt idx="482">
                  <c:v>67</c:v>
                </c:pt>
                <c:pt idx="483">
                  <c:v>64</c:v>
                </c:pt>
                <c:pt idx="484">
                  <c:v>67</c:v>
                </c:pt>
                <c:pt idx="485">
                  <c:v>68</c:v>
                </c:pt>
                <c:pt idx="486">
                  <c:v>53</c:v>
                </c:pt>
                <c:pt idx="487">
                  <c:v>58</c:v>
                </c:pt>
                <c:pt idx="488">
                  <c:v>52</c:v>
                </c:pt>
                <c:pt idx="489">
                  <c:v>74</c:v>
                </c:pt>
                <c:pt idx="490">
                  <c:v>55</c:v>
                </c:pt>
                <c:pt idx="491">
                  <c:v>74</c:v>
                </c:pt>
                <c:pt idx="492">
                  <c:v>67</c:v>
                </c:pt>
                <c:pt idx="493">
                  <c:v>59</c:v>
                </c:pt>
                <c:pt idx="494">
                  <c:v>74</c:v>
                </c:pt>
                <c:pt idx="495">
                  <c:v>60</c:v>
                </c:pt>
                <c:pt idx="496">
                  <c:v>59</c:v>
                </c:pt>
                <c:pt idx="497">
                  <c:v>72</c:v>
                </c:pt>
                <c:pt idx="498">
                  <c:v>67</c:v>
                </c:pt>
                <c:pt idx="499">
                  <c:v>55</c:v>
                </c:pt>
                <c:pt idx="500">
                  <c:v>58</c:v>
                </c:pt>
                <c:pt idx="501">
                  <c:v>74</c:v>
                </c:pt>
                <c:pt idx="502">
                  <c:v>64</c:v>
                </c:pt>
                <c:pt idx="503">
                  <c:v>71</c:v>
                </c:pt>
                <c:pt idx="504">
                  <c:v>61</c:v>
                </c:pt>
                <c:pt idx="505">
                  <c:v>74</c:v>
                </c:pt>
                <c:pt idx="506">
                  <c:v>52</c:v>
                </c:pt>
                <c:pt idx="507">
                  <c:v>69</c:v>
                </c:pt>
                <c:pt idx="508">
                  <c:v>54</c:v>
                </c:pt>
                <c:pt idx="509">
                  <c:v>69</c:v>
                </c:pt>
                <c:pt idx="510">
                  <c:v>54</c:v>
                </c:pt>
                <c:pt idx="511">
                  <c:v>61</c:v>
                </c:pt>
                <c:pt idx="512">
                  <c:v>66</c:v>
                </c:pt>
                <c:pt idx="513">
                  <c:v>69</c:v>
                </c:pt>
                <c:pt idx="514">
                  <c:v>61</c:v>
                </c:pt>
                <c:pt idx="515">
                  <c:v>63</c:v>
                </c:pt>
                <c:pt idx="516">
                  <c:v>72</c:v>
                </c:pt>
                <c:pt idx="517">
                  <c:v>65</c:v>
                </c:pt>
                <c:pt idx="518">
                  <c:v>58</c:v>
                </c:pt>
                <c:pt idx="519">
                  <c:v>51</c:v>
                </c:pt>
                <c:pt idx="520">
                  <c:v>68</c:v>
                </c:pt>
                <c:pt idx="521">
                  <c:v>61</c:v>
                </c:pt>
                <c:pt idx="522">
                  <c:v>74</c:v>
                </c:pt>
                <c:pt idx="523">
                  <c:v>56</c:v>
                </c:pt>
                <c:pt idx="524">
                  <c:v>72</c:v>
                </c:pt>
                <c:pt idx="525">
                  <c:v>54</c:v>
                </c:pt>
                <c:pt idx="526">
                  <c:v>69</c:v>
                </c:pt>
                <c:pt idx="527">
                  <c:v>70</c:v>
                </c:pt>
                <c:pt idx="528">
                  <c:v>69</c:v>
                </c:pt>
                <c:pt idx="529">
                  <c:v>52</c:v>
                </c:pt>
                <c:pt idx="530">
                  <c:v>56</c:v>
                </c:pt>
                <c:pt idx="531">
                  <c:v>60</c:v>
                </c:pt>
                <c:pt idx="532">
                  <c:v>64</c:v>
                </c:pt>
                <c:pt idx="533">
                  <c:v>62</c:v>
                </c:pt>
                <c:pt idx="534">
                  <c:v>66</c:v>
                </c:pt>
                <c:pt idx="535">
                  <c:v>65</c:v>
                </c:pt>
                <c:pt idx="536">
                  <c:v>66</c:v>
                </c:pt>
                <c:pt idx="537">
                  <c:v>70</c:v>
                </c:pt>
                <c:pt idx="538">
                  <c:v>61</c:v>
                </c:pt>
                <c:pt idx="539">
                  <c:v>53</c:v>
                </c:pt>
                <c:pt idx="540">
                  <c:v>60</c:v>
                </c:pt>
                <c:pt idx="541">
                  <c:v>69</c:v>
                </c:pt>
                <c:pt idx="542">
                  <c:v>70</c:v>
                </c:pt>
                <c:pt idx="543">
                  <c:v>50</c:v>
                </c:pt>
                <c:pt idx="544">
                  <c:v>50</c:v>
                </c:pt>
                <c:pt idx="545">
                  <c:v>50</c:v>
                </c:pt>
                <c:pt idx="546">
                  <c:v>54</c:v>
                </c:pt>
                <c:pt idx="547">
                  <c:v>59</c:v>
                </c:pt>
                <c:pt idx="548">
                  <c:v>67</c:v>
                </c:pt>
                <c:pt idx="549">
                  <c:v>61</c:v>
                </c:pt>
                <c:pt idx="550">
                  <c:v>59</c:v>
                </c:pt>
                <c:pt idx="551">
                  <c:v>65</c:v>
                </c:pt>
                <c:pt idx="552">
                  <c:v>65</c:v>
                </c:pt>
                <c:pt idx="553">
                  <c:v>54</c:v>
                </c:pt>
                <c:pt idx="554">
                  <c:v>58</c:v>
                </c:pt>
                <c:pt idx="555">
                  <c:v>63</c:v>
                </c:pt>
                <c:pt idx="556">
                  <c:v>56</c:v>
                </c:pt>
                <c:pt idx="557">
                  <c:v>64</c:v>
                </c:pt>
                <c:pt idx="558">
                  <c:v>52</c:v>
                </c:pt>
                <c:pt idx="559">
                  <c:v>51</c:v>
                </c:pt>
                <c:pt idx="560">
                  <c:v>62</c:v>
                </c:pt>
                <c:pt idx="561">
                  <c:v>54</c:v>
                </c:pt>
                <c:pt idx="562">
                  <c:v>57</c:v>
                </c:pt>
                <c:pt idx="563">
                  <c:v>59</c:v>
                </c:pt>
                <c:pt idx="564">
                  <c:v>70</c:v>
                </c:pt>
                <c:pt idx="565">
                  <c:v>66</c:v>
                </c:pt>
                <c:pt idx="566">
                  <c:v>59</c:v>
                </c:pt>
                <c:pt idx="567">
                  <c:v>58</c:v>
                </c:pt>
                <c:pt idx="568">
                  <c:v>73</c:v>
                </c:pt>
                <c:pt idx="569">
                  <c:v>70</c:v>
                </c:pt>
                <c:pt idx="570">
                  <c:v>62</c:v>
                </c:pt>
                <c:pt idx="571">
                  <c:v>74</c:v>
                </c:pt>
                <c:pt idx="572">
                  <c:v>60</c:v>
                </c:pt>
                <c:pt idx="573">
                  <c:v>57</c:v>
                </c:pt>
                <c:pt idx="574">
                  <c:v>56</c:v>
                </c:pt>
                <c:pt idx="575">
                  <c:v>72</c:v>
                </c:pt>
                <c:pt idx="576">
                  <c:v>58</c:v>
                </c:pt>
                <c:pt idx="577">
                  <c:v>68</c:v>
                </c:pt>
                <c:pt idx="578">
                  <c:v>66</c:v>
                </c:pt>
                <c:pt idx="579">
                  <c:v>60</c:v>
                </c:pt>
                <c:pt idx="580">
                  <c:v>57</c:v>
                </c:pt>
                <c:pt idx="581">
                  <c:v>52</c:v>
                </c:pt>
                <c:pt idx="582">
                  <c:v>72</c:v>
                </c:pt>
                <c:pt idx="583">
                  <c:v>50</c:v>
                </c:pt>
                <c:pt idx="584">
                  <c:v>64</c:v>
                </c:pt>
                <c:pt idx="585">
                  <c:v>58</c:v>
                </c:pt>
                <c:pt idx="586">
                  <c:v>50</c:v>
                </c:pt>
                <c:pt idx="587">
                  <c:v>54</c:v>
                </c:pt>
                <c:pt idx="588">
                  <c:v>62</c:v>
                </c:pt>
                <c:pt idx="589">
                  <c:v>69</c:v>
                </c:pt>
                <c:pt idx="590">
                  <c:v>52</c:v>
                </c:pt>
                <c:pt idx="591">
                  <c:v>64</c:v>
                </c:pt>
                <c:pt idx="592">
                  <c:v>58</c:v>
                </c:pt>
                <c:pt idx="593">
                  <c:v>59</c:v>
                </c:pt>
                <c:pt idx="594">
                  <c:v>53</c:v>
                </c:pt>
                <c:pt idx="595">
                  <c:v>65</c:v>
                </c:pt>
                <c:pt idx="596">
                  <c:v>58</c:v>
                </c:pt>
                <c:pt idx="597">
                  <c:v>68</c:v>
                </c:pt>
                <c:pt idx="598">
                  <c:v>56</c:v>
                </c:pt>
                <c:pt idx="599">
                  <c:v>63</c:v>
                </c:pt>
                <c:pt idx="600">
                  <c:v>72</c:v>
                </c:pt>
                <c:pt idx="601">
                  <c:v>65</c:v>
                </c:pt>
                <c:pt idx="602">
                  <c:v>55</c:v>
                </c:pt>
                <c:pt idx="603">
                  <c:v>66</c:v>
                </c:pt>
                <c:pt idx="604">
                  <c:v>51</c:v>
                </c:pt>
                <c:pt idx="605">
                  <c:v>62</c:v>
                </c:pt>
                <c:pt idx="606">
                  <c:v>73</c:v>
                </c:pt>
                <c:pt idx="607">
                  <c:v>65</c:v>
                </c:pt>
                <c:pt idx="608">
                  <c:v>74</c:v>
                </c:pt>
                <c:pt idx="609">
                  <c:v>50</c:v>
                </c:pt>
                <c:pt idx="610">
                  <c:v>57</c:v>
                </c:pt>
                <c:pt idx="611">
                  <c:v>68</c:v>
                </c:pt>
                <c:pt idx="612">
                  <c:v>51</c:v>
                </c:pt>
                <c:pt idx="613">
                  <c:v>66</c:v>
                </c:pt>
                <c:pt idx="614">
                  <c:v>71</c:v>
                </c:pt>
                <c:pt idx="615">
                  <c:v>70</c:v>
                </c:pt>
                <c:pt idx="616">
                  <c:v>70</c:v>
                </c:pt>
                <c:pt idx="617">
                  <c:v>60</c:v>
                </c:pt>
                <c:pt idx="618">
                  <c:v>52</c:v>
                </c:pt>
                <c:pt idx="619">
                  <c:v>66</c:v>
                </c:pt>
                <c:pt idx="620">
                  <c:v>53</c:v>
                </c:pt>
                <c:pt idx="621">
                  <c:v>71</c:v>
                </c:pt>
                <c:pt idx="622">
                  <c:v>59</c:v>
                </c:pt>
                <c:pt idx="623">
                  <c:v>50</c:v>
                </c:pt>
                <c:pt idx="624">
                  <c:v>72</c:v>
                </c:pt>
                <c:pt idx="625">
                  <c:v>73</c:v>
                </c:pt>
                <c:pt idx="626">
                  <c:v>66</c:v>
                </c:pt>
                <c:pt idx="627">
                  <c:v>66</c:v>
                </c:pt>
                <c:pt idx="628">
                  <c:v>72</c:v>
                </c:pt>
                <c:pt idx="629">
                  <c:v>61</c:v>
                </c:pt>
                <c:pt idx="630">
                  <c:v>67</c:v>
                </c:pt>
                <c:pt idx="631">
                  <c:v>71</c:v>
                </c:pt>
                <c:pt idx="632">
                  <c:v>70</c:v>
                </c:pt>
                <c:pt idx="633">
                  <c:v>55</c:v>
                </c:pt>
                <c:pt idx="634">
                  <c:v>58</c:v>
                </c:pt>
                <c:pt idx="635">
                  <c:v>72</c:v>
                </c:pt>
                <c:pt idx="636">
                  <c:v>56</c:v>
                </c:pt>
                <c:pt idx="637">
                  <c:v>55</c:v>
                </c:pt>
                <c:pt idx="638">
                  <c:v>73</c:v>
                </c:pt>
                <c:pt idx="639">
                  <c:v>69</c:v>
                </c:pt>
                <c:pt idx="640">
                  <c:v>53</c:v>
                </c:pt>
                <c:pt idx="641">
                  <c:v>51</c:v>
                </c:pt>
                <c:pt idx="642">
                  <c:v>74</c:v>
                </c:pt>
                <c:pt idx="643">
                  <c:v>60</c:v>
                </c:pt>
                <c:pt idx="644">
                  <c:v>50</c:v>
                </c:pt>
                <c:pt idx="645">
                  <c:v>57</c:v>
                </c:pt>
                <c:pt idx="646">
                  <c:v>54</c:v>
                </c:pt>
                <c:pt idx="647">
                  <c:v>69</c:v>
                </c:pt>
                <c:pt idx="648">
                  <c:v>69</c:v>
                </c:pt>
                <c:pt idx="649">
                  <c:v>50</c:v>
                </c:pt>
                <c:pt idx="650">
                  <c:v>65</c:v>
                </c:pt>
                <c:pt idx="651">
                  <c:v>71</c:v>
                </c:pt>
                <c:pt idx="652">
                  <c:v>66</c:v>
                </c:pt>
                <c:pt idx="653">
                  <c:v>58</c:v>
                </c:pt>
                <c:pt idx="654">
                  <c:v>52</c:v>
                </c:pt>
                <c:pt idx="655">
                  <c:v>61</c:v>
                </c:pt>
                <c:pt idx="656">
                  <c:v>53</c:v>
                </c:pt>
                <c:pt idx="657">
                  <c:v>67</c:v>
                </c:pt>
                <c:pt idx="658">
                  <c:v>60</c:v>
                </c:pt>
                <c:pt idx="659">
                  <c:v>68</c:v>
                </c:pt>
                <c:pt idx="660">
                  <c:v>74</c:v>
                </c:pt>
                <c:pt idx="661">
                  <c:v>62</c:v>
                </c:pt>
                <c:pt idx="662">
                  <c:v>53</c:v>
                </c:pt>
                <c:pt idx="663">
                  <c:v>53</c:v>
                </c:pt>
                <c:pt idx="664">
                  <c:v>67</c:v>
                </c:pt>
                <c:pt idx="665">
                  <c:v>70</c:v>
                </c:pt>
                <c:pt idx="666">
                  <c:v>58</c:v>
                </c:pt>
                <c:pt idx="667">
                  <c:v>67</c:v>
                </c:pt>
                <c:pt idx="668">
                  <c:v>72</c:v>
                </c:pt>
                <c:pt idx="669">
                  <c:v>63</c:v>
                </c:pt>
                <c:pt idx="670">
                  <c:v>72</c:v>
                </c:pt>
                <c:pt idx="671">
                  <c:v>68</c:v>
                </c:pt>
                <c:pt idx="672">
                  <c:v>70</c:v>
                </c:pt>
                <c:pt idx="673">
                  <c:v>65</c:v>
                </c:pt>
                <c:pt idx="674">
                  <c:v>51</c:v>
                </c:pt>
                <c:pt idx="675">
                  <c:v>50</c:v>
                </c:pt>
                <c:pt idx="676">
                  <c:v>67</c:v>
                </c:pt>
                <c:pt idx="677">
                  <c:v>52</c:v>
                </c:pt>
                <c:pt idx="678">
                  <c:v>60</c:v>
                </c:pt>
                <c:pt idx="679">
                  <c:v>60</c:v>
                </c:pt>
                <c:pt idx="680">
                  <c:v>55</c:v>
                </c:pt>
                <c:pt idx="681">
                  <c:v>67</c:v>
                </c:pt>
                <c:pt idx="682">
                  <c:v>72</c:v>
                </c:pt>
                <c:pt idx="683">
                  <c:v>70</c:v>
                </c:pt>
                <c:pt idx="684">
                  <c:v>68</c:v>
                </c:pt>
                <c:pt idx="685">
                  <c:v>66</c:v>
                </c:pt>
                <c:pt idx="686">
                  <c:v>70</c:v>
                </c:pt>
                <c:pt idx="687">
                  <c:v>68</c:v>
                </c:pt>
                <c:pt idx="688">
                  <c:v>64</c:v>
                </c:pt>
                <c:pt idx="689">
                  <c:v>60</c:v>
                </c:pt>
                <c:pt idx="690">
                  <c:v>66</c:v>
                </c:pt>
                <c:pt idx="691">
                  <c:v>68</c:v>
                </c:pt>
                <c:pt idx="692">
                  <c:v>50</c:v>
                </c:pt>
                <c:pt idx="693">
                  <c:v>53</c:v>
                </c:pt>
                <c:pt idx="694">
                  <c:v>74</c:v>
                </c:pt>
                <c:pt idx="695">
                  <c:v>71</c:v>
                </c:pt>
                <c:pt idx="696">
                  <c:v>54</c:v>
                </c:pt>
                <c:pt idx="697">
                  <c:v>54</c:v>
                </c:pt>
                <c:pt idx="698">
                  <c:v>50</c:v>
                </c:pt>
                <c:pt idx="699">
                  <c:v>65</c:v>
                </c:pt>
                <c:pt idx="700">
                  <c:v>73</c:v>
                </c:pt>
                <c:pt idx="701">
                  <c:v>53</c:v>
                </c:pt>
                <c:pt idx="702">
                  <c:v>73</c:v>
                </c:pt>
                <c:pt idx="703">
                  <c:v>53</c:v>
                </c:pt>
                <c:pt idx="704">
                  <c:v>71</c:v>
                </c:pt>
                <c:pt idx="705">
                  <c:v>60</c:v>
                </c:pt>
                <c:pt idx="706">
                  <c:v>62</c:v>
                </c:pt>
                <c:pt idx="707">
                  <c:v>53</c:v>
                </c:pt>
                <c:pt idx="708">
                  <c:v>53</c:v>
                </c:pt>
                <c:pt idx="709">
                  <c:v>51</c:v>
                </c:pt>
                <c:pt idx="710">
                  <c:v>72</c:v>
                </c:pt>
                <c:pt idx="711">
                  <c:v>67</c:v>
                </c:pt>
                <c:pt idx="712">
                  <c:v>73</c:v>
                </c:pt>
                <c:pt idx="713">
                  <c:v>66</c:v>
                </c:pt>
                <c:pt idx="714">
                  <c:v>66</c:v>
                </c:pt>
                <c:pt idx="715">
                  <c:v>50</c:v>
                </c:pt>
                <c:pt idx="716">
                  <c:v>62</c:v>
                </c:pt>
                <c:pt idx="717">
                  <c:v>56</c:v>
                </c:pt>
                <c:pt idx="718">
                  <c:v>58</c:v>
                </c:pt>
                <c:pt idx="719">
                  <c:v>54</c:v>
                </c:pt>
                <c:pt idx="720">
                  <c:v>65</c:v>
                </c:pt>
                <c:pt idx="721">
                  <c:v>73</c:v>
                </c:pt>
                <c:pt idx="722">
                  <c:v>60</c:v>
                </c:pt>
                <c:pt idx="723">
                  <c:v>62</c:v>
                </c:pt>
                <c:pt idx="724">
                  <c:v>74</c:v>
                </c:pt>
                <c:pt idx="725">
                  <c:v>55</c:v>
                </c:pt>
                <c:pt idx="726">
                  <c:v>61</c:v>
                </c:pt>
                <c:pt idx="727">
                  <c:v>53</c:v>
                </c:pt>
                <c:pt idx="728">
                  <c:v>58</c:v>
                </c:pt>
                <c:pt idx="729">
                  <c:v>66</c:v>
                </c:pt>
                <c:pt idx="730">
                  <c:v>52</c:v>
                </c:pt>
                <c:pt idx="731">
                  <c:v>67</c:v>
                </c:pt>
                <c:pt idx="732">
                  <c:v>50</c:v>
                </c:pt>
                <c:pt idx="733">
                  <c:v>61</c:v>
                </c:pt>
                <c:pt idx="734">
                  <c:v>69</c:v>
                </c:pt>
                <c:pt idx="735">
                  <c:v>58</c:v>
                </c:pt>
                <c:pt idx="736">
                  <c:v>73</c:v>
                </c:pt>
                <c:pt idx="737">
                  <c:v>62</c:v>
                </c:pt>
                <c:pt idx="738">
                  <c:v>64</c:v>
                </c:pt>
                <c:pt idx="739">
                  <c:v>58</c:v>
                </c:pt>
                <c:pt idx="740">
                  <c:v>72</c:v>
                </c:pt>
                <c:pt idx="741">
                  <c:v>50</c:v>
                </c:pt>
                <c:pt idx="742">
                  <c:v>67</c:v>
                </c:pt>
                <c:pt idx="743">
                  <c:v>65</c:v>
                </c:pt>
                <c:pt idx="744">
                  <c:v>63</c:v>
                </c:pt>
                <c:pt idx="745">
                  <c:v>51</c:v>
                </c:pt>
                <c:pt idx="746">
                  <c:v>55</c:v>
                </c:pt>
                <c:pt idx="747">
                  <c:v>70</c:v>
                </c:pt>
                <c:pt idx="748">
                  <c:v>62</c:v>
                </c:pt>
                <c:pt idx="749">
                  <c:v>73</c:v>
                </c:pt>
                <c:pt idx="750">
                  <c:v>59</c:v>
                </c:pt>
                <c:pt idx="751">
                  <c:v>58</c:v>
                </c:pt>
                <c:pt idx="752">
                  <c:v>56</c:v>
                </c:pt>
                <c:pt idx="753">
                  <c:v>68</c:v>
                </c:pt>
                <c:pt idx="754">
                  <c:v>72</c:v>
                </c:pt>
                <c:pt idx="755">
                  <c:v>73</c:v>
                </c:pt>
                <c:pt idx="756">
                  <c:v>62</c:v>
                </c:pt>
                <c:pt idx="757">
                  <c:v>64</c:v>
                </c:pt>
                <c:pt idx="758">
                  <c:v>70</c:v>
                </c:pt>
                <c:pt idx="759">
                  <c:v>51</c:v>
                </c:pt>
                <c:pt idx="760">
                  <c:v>67</c:v>
                </c:pt>
                <c:pt idx="761">
                  <c:v>60</c:v>
                </c:pt>
                <c:pt idx="762">
                  <c:v>61</c:v>
                </c:pt>
                <c:pt idx="763">
                  <c:v>58</c:v>
                </c:pt>
                <c:pt idx="764">
                  <c:v>69</c:v>
                </c:pt>
                <c:pt idx="765">
                  <c:v>64</c:v>
                </c:pt>
                <c:pt idx="766">
                  <c:v>56</c:v>
                </c:pt>
                <c:pt idx="767">
                  <c:v>74</c:v>
                </c:pt>
                <c:pt idx="768">
                  <c:v>71</c:v>
                </c:pt>
                <c:pt idx="769">
                  <c:v>63</c:v>
                </c:pt>
                <c:pt idx="770">
                  <c:v>65</c:v>
                </c:pt>
                <c:pt idx="771">
                  <c:v>54</c:v>
                </c:pt>
                <c:pt idx="772">
                  <c:v>52</c:v>
                </c:pt>
                <c:pt idx="773">
                  <c:v>54</c:v>
                </c:pt>
                <c:pt idx="774">
                  <c:v>67</c:v>
                </c:pt>
                <c:pt idx="775">
                  <c:v>54</c:v>
                </c:pt>
                <c:pt idx="776">
                  <c:v>67</c:v>
                </c:pt>
                <c:pt idx="777">
                  <c:v>65</c:v>
                </c:pt>
                <c:pt idx="778">
                  <c:v>74</c:v>
                </c:pt>
                <c:pt idx="779">
                  <c:v>53</c:v>
                </c:pt>
                <c:pt idx="780">
                  <c:v>62</c:v>
                </c:pt>
                <c:pt idx="781">
                  <c:v>60</c:v>
                </c:pt>
                <c:pt idx="782">
                  <c:v>63</c:v>
                </c:pt>
                <c:pt idx="783">
                  <c:v>68</c:v>
                </c:pt>
                <c:pt idx="784">
                  <c:v>51</c:v>
                </c:pt>
                <c:pt idx="785">
                  <c:v>65</c:v>
                </c:pt>
                <c:pt idx="786">
                  <c:v>70</c:v>
                </c:pt>
                <c:pt idx="787">
                  <c:v>71</c:v>
                </c:pt>
                <c:pt idx="788">
                  <c:v>53</c:v>
                </c:pt>
                <c:pt idx="789">
                  <c:v>62</c:v>
                </c:pt>
                <c:pt idx="790">
                  <c:v>67</c:v>
                </c:pt>
                <c:pt idx="791">
                  <c:v>60</c:v>
                </c:pt>
                <c:pt idx="792">
                  <c:v>50</c:v>
                </c:pt>
                <c:pt idx="793">
                  <c:v>58</c:v>
                </c:pt>
                <c:pt idx="794">
                  <c:v>54</c:v>
                </c:pt>
                <c:pt idx="795">
                  <c:v>66</c:v>
                </c:pt>
                <c:pt idx="796">
                  <c:v>60</c:v>
                </c:pt>
                <c:pt idx="797">
                  <c:v>73</c:v>
                </c:pt>
                <c:pt idx="798">
                  <c:v>61</c:v>
                </c:pt>
                <c:pt idx="799">
                  <c:v>71</c:v>
                </c:pt>
                <c:pt idx="800">
                  <c:v>57</c:v>
                </c:pt>
                <c:pt idx="801">
                  <c:v>65</c:v>
                </c:pt>
                <c:pt idx="802">
                  <c:v>72</c:v>
                </c:pt>
                <c:pt idx="803">
                  <c:v>50</c:v>
                </c:pt>
                <c:pt idx="804">
                  <c:v>63</c:v>
                </c:pt>
                <c:pt idx="805">
                  <c:v>66</c:v>
                </c:pt>
                <c:pt idx="806">
                  <c:v>55</c:v>
                </c:pt>
                <c:pt idx="807">
                  <c:v>55</c:v>
                </c:pt>
                <c:pt idx="808">
                  <c:v>68</c:v>
                </c:pt>
                <c:pt idx="809">
                  <c:v>72</c:v>
                </c:pt>
                <c:pt idx="810">
                  <c:v>70</c:v>
                </c:pt>
                <c:pt idx="811">
                  <c:v>72</c:v>
                </c:pt>
                <c:pt idx="812">
                  <c:v>62</c:v>
                </c:pt>
                <c:pt idx="813">
                  <c:v>68</c:v>
                </c:pt>
                <c:pt idx="814">
                  <c:v>55</c:v>
                </c:pt>
                <c:pt idx="815">
                  <c:v>74</c:v>
                </c:pt>
                <c:pt idx="816">
                  <c:v>58</c:v>
                </c:pt>
                <c:pt idx="817">
                  <c:v>74</c:v>
                </c:pt>
                <c:pt idx="818">
                  <c:v>72</c:v>
                </c:pt>
                <c:pt idx="819">
                  <c:v>60</c:v>
                </c:pt>
                <c:pt idx="820">
                  <c:v>58</c:v>
                </c:pt>
                <c:pt idx="821">
                  <c:v>57</c:v>
                </c:pt>
                <c:pt idx="822">
                  <c:v>67</c:v>
                </c:pt>
                <c:pt idx="823">
                  <c:v>57</c:v>
                </c:pt>
                <c:pt idx="824">
                  <c:v>73</c:v>
                </c:pt>
                <c:pt idx="825">
                  <c:v>61</c:v>
                </c:pt>
                <c:pt idx="826">
                  <c:v>67</c:v>
                </c:pt>
                <c:pt idx="827">
                  <c:v>74</c:v>
                </c:pt>
                <c:pt idx="828">
                  <c:v>60</c:v>
                </c:pt>
                <c:pt idx="829">
                  <c:v>51</c:v>
                </c:pt>
                <c:pt idx="830">
                  <c:v>53</c:v>
                </c:pt>
                <c:pt idx="831">
                  <c:v>61</c:v>
                </c:pt>
                <c:pt idx="832">
                  <c:v>63</c:v>
                </c:pt>
                <c:pt idx="833">
                  <c:v>70</c:v>
                </c:pt>
                <c:pt idx="834">
                  <c:v>73</c:v>
                </c:pt>
                <c:pt idx="835">
                  <c:v>72</c:v>
                </c:pt>
                <c:pt idx="836">
                  <c:v>66</c:v>
                </c:pt>
                <c:pt idx="837">
                  <c:v>55</c:v>
                </c:pt>
                <c:pt idx="838">
                  <c:v>72</c:v>
                </c:pt>
                <c:pt idx="839">
                  <c:v>69</c:v>
                </c:pt>
                <c:pt idx="840">
                  <c:v>59</c:v>
                </c:pt>
                <c:pt idx="841">
                  <c:v>58</c:v>
                </c:pt>
                <c:pt idx="842">
                  <c:v>73</c:v>
                </c:pt>
                <c:pt idx="843">
                  <c:v>53</c:v>
                </c:pt>
                <c:pt idx="844">
                  <c:v>57</c:v>
                </c:pt>
                <c:pt idx="845">
                  <c:v>69</c:v>
                </c:pt>
                <c:pt idx="846">
                  <c:v>55</c:v>
                </c:pt>
                <c:pt idx="847">
                  <c:v>64</c:v>
                </c:pt>
                <c:pt idx="848">
                  <c:v>72</c:v>
                </c:pt>
                <c:pt idx="849">
                  <c:v>63</c:v>
                </c:pt>
                <c:pt idx="850">
                  <c:v>71</c:v>
                </c:pt>
                <c:pt idx="851">
                  <c:v>53</c:v>
                </c:pt>
                <c:pt idx="852">
                  <c:v>64</c:v>
                </c:pt>
                <c:pt idx="853">
                  <c:v>72</c:v>
                </c:pt>
                <c:pt idx="854">
                  <c:v>53</c:v>
                </c:pt>
                <c:pt idx="855">
                  <c:v>72</c:v>
                </c:pt>
                <c:pt idx="856">
                  <c:v>68</c:v>
                </c:pt>
                <c:pt idx="857">
                  <c:v>57</c:v>
                </c:pt>
                <c:pt idx="858">
                  <c:v>55</c:v>
                </c:pt>
                <c:pt idx="859">
                  <c:v>67</c:v>
                </c:pt>
                <c:pt idx="860">
                  <c:v>66</c:v>
                </c:pt>
                <c:pt idx="861">
                  <c:v>58</c:v>
                </c:pt>
                <c:pt idx="862">
                  <c:v>73</c:v>
                </c:pt>
                <c:pt idx="863">
                  <c:v>65</c:v>
                </c:pt>
                <c:pt idx="864">
                  <c:v>64</c:v>
                </c:pt>
                <c:pt idx="865">
                  <c:v>55</c:v>
                </c:pt>
                <c:pt idx="866">
                  <c:v>56</c:v>
                </c:pt>
                <c:pt idx="867">
                  <c:v>53</c:v>
                </c:pt>
                <c:pt idx="868">
                  <c:v>65</c:v>
                </c:pt>
                <c:pt idx="869">
                  <c:v>70</c:v>
                </c:pt>
                <c:pt idx="870">
                  <c:v>69</c:v>
                </c:pt>
                <c:pt idx="871">
                  <c:v>69</c:v>
                </c:pt>
                <c:pt idx="872">
                  <c:v>64</c:v>
                </c:pt>
                <c:pt idx="873">
                  <c:v>70</c:v>
                </c:pt>
                <c:pt idx="874">
                  <c:v>69</c:v>
                </c:pt>
                <c:pt idx="875">
                  <c:v>55</c:v>
                </c:pt>
                <c:pt idx="876">
                  <c:v>57</c:v>
                </c:pt>
                <c:pt idx="877">
                  <c:v>74</c:v>
                </c:pt>
                <c:pt idx="878">
                  <c:v>62</c:v>
                </c:pt>
                <c:pt idx="879">
                  <c:v>50</c:v>
                </c:pt>
                <c:pt idx="880">
                  <c:v>53</c:v>
                </c:pt>
                <c:pt idx="881">
                  <c:v>60</c:v>
                </c:pt>
                <c:pt idx="882">
                  <c:v>60</c:v>
                </c:pt>
                <c:pt idx="883">
                  <c:v>73</c:v>
                </c:pt>
                <c:pt idx="884">
                  <c:v>71</c:v>
                </c:pt>
                <c:pt idx="885">
                  <c:v>58</c:v>
                </c:pt>
                <c:pt idx="886">
                  <c:v>63</c:v>
                </c:pt>
                <c:pt idx="887">
                  <c:v>58</c:v>
                </c:pt>
                <c:pt idx="888">
                  <c:v>59</c:v>
                </c:pt>
                <c:pt idx="889">
                  <c:v>70</c:v>
                </c:pt>
                <c:pt idx="890">
                  <c:v>73</c:v>
                </c:pt>
                <c:pt idx="891">
                  <c:v>61</c:v>
                </c:pt>
                <c:pt idx="892">
                  <c:v>65</c:v>
                </c:pt>
                <c:pt idx="893">
                  <c:v>54</c:v>
                </c:pt>
                <c:pt idx="894">
                  <c:v>71</c:v>
                </c:pt>
                <c:pt idx="895">
                  <c:v>66</c:v>
                </c:pt>
                <c:pt idx="896">
                  <c:v>53</c:v>
                </c:pt>
                <c:pt idx="897">
                  <c:v>64</c:v>
                </c:pt>
                <c:pt idx="898">
                  <c:v>73</c:v>
                </c:pt>
                <c:pt idx="899">
                  <c:v>70</c:v>
                </c:pt>
                <c:pt idx="900">
                  <c:v>68</c:v>
                </c:pt>
                <c:pt idx="901">
                  <c:v>58</c:v>
                </c:pt>
                <c:pt idx="902">
                  <c:v>71</c:v>
                </c:pt>
                <c:pt idx="903">
                  <c:v>71</c:v>
                </c:pt>
                <c:pt idx="904">
                  <c:v>65</c:v>
                </c:pt>
                <c:pt idx="905">
                  <c:v>64</c:v>
                </c:pt>
                <c:pt idx="906">
                  <c:v>63</c:v>
                </c:pt>
                <c:pt idx="907">
                  <c:v>62</c:v>
                </c:pt>
                <c:pt idx="908">
                  <c:v>53</c:v>
                </c:pt>
                <c:pt idx="909">
                  <c:v>64</c:v>
                </c:pt>
                <c:pt idx="910">
                  <c:v>50</c:v>
                </c:pt>
                <c:pt idx="911">
                  <c:v>72</c:v>
                </c:pt>
                <c:pt idx="912">
                  <c:v>62</c:v>
                </c:pt>
                <c:pt idx="913">
                  <c:v>62</c:v>
                </c:pt>
                <c:pt idx="914">
                  <c:v>58</c:v>
                </c:pt>
                <c:pt idx="915">
                  <c:v>59</c:v>
                </c:pt>
                <c:pt idx="916">
                  <c:v>57</c:v>
                </c:pt>
                <c:pt idx="917">
                  <c:v>50</c:v>
                </c:pt>
                <c:pt idx="918">
                  <c:v>66</c:v>
                </c:pt>
                <c:pt idx="919">
                  <c:v>50</c:v>
                </c:pt>
                <c:pt idx="920">
                  <c:v>50</c:v>
                </c:pt>
                <c:pt idx="921">
                  <c:v>71</c:v>
                </c:pt>
                <c:pt idx="922">
                  <c:v>73</c:v>
                </c:pt>
                <c:pt idx="923">
                  <c:v>50</c:v>
                </c:pt>
                <c:pt idx="924">
                  <c:v>62</c:v>
                </c:pt>
                <c:pt idx="925">
                  <c:v>57</c:v>
                </c:pt>
                <c:pt idx="926">
                  <c:v>50</c:v>
                </c:pt>
                <c:pt idx="927">
                  <c:v>59</c:v>
                </c:pt>
                <c:pt idx="928">
                  <c:v>67</c:v>
                </c:pt>
                <c:pt idx="929">
                  <c:v>70</c:v>
                </c:pt>
                <c:pt idx="930">
                  <c:v>59</c:v>
                </c:pt>
                <c:pt idx="931">
                  <c:v>53</c:v>
                </c:pt>
                <c:pt idx="932">
                  <c:v>50</c:v>
                </c:pt>
                <c:pt idx="933">
                  <c:v>55</c:v>
                </c:pt>
                <c:pt idx="934">
                  <c:v>66</c:v>
                </c:pt>
                <c:pt idx="935">
                  <c:v>73</c:v>
                </c:pt>
                <c:pt idx="936">
                  <c:v>65</c:v>
                </c:pt>
                <c:pt idx="937">
                  <c:v>74</c:v>
                </c:pt>
                <c:pt idx="938">
                  <c:v>50</c:v>
                </c:pt>
                <c:pt idx="939">
                  <c:v>66</c:v>
                </c:pt>
                <c:pt idx="940">
                  <c:v>74</c:v>
                </c:pt>
                <c:pt idx="941">
                  <c:v>64</c:v>
                </c:pt>
                <c:pt idx="942">
                  <c:v>56</c:v>
                </c:pt>
                <c:pt idx="943">
                  <c:v>63</c:v>
                </c:pt>
                <c:pt idx="944">
                  <c:v>64</c:v>
                </c:pt>
                <c:pt idx="945">
                  <c:v>59</c:v>
                </c:pt>
                <c:pt idx="946">
                  <c:v>73</c:v>
                </c:pt>
                <c:pt idx="947">
                  <c:v>67</c:v>
                </c:pt>
                <c:pt idx="948">
                  <c:v>67</c:v>
                </c:pt>
                <c:pt idx="949">
                  <c:v>50</c:v>
                </c:pt>
                <c:pt idx="950">
                  <c:v>50</c:v>
                </c:pt>
                <c:pt idx="951">
                  <c:v>64</c:v>
                </c:pt>
                <c:pt idx="952">
                  <c:v>56</c:v>
                </c:pt>
                <c:pt idx="953">
                  <c:v>56</c:v>
                </c:pt>
                <c:pt idx="954">
                  <c:v>68</c:v>
                </c:pt>
                <c:pt idx="955">
                  <c:v>65</c:v>
                </c:pt>
                <c:pt idx="956">
                  <c:v>52</c:v>
                </c:pt>
                <c:pt idx="957">
                  <c:v>61</c:v>
                </c:pt>
                <c:pt idx="958">
                  <c:v>73</c:v>
                </c:pt>
                <c:pt idx="959">
                  <c:v>73</c:v>
                </c:pt>
                <c:pt idx="960">
                  <c:v>62</c:v>
                </c:pt>
                <c:pt idx="961">
                  <c:v>64</c:v>
                </c:pt>
                <c:pt idx="962">
                  <c:v>55</c:v>
                </c:pt>
                <c:pt idx="963">
                  <c:v>55</c:v>
                </c:pt>
                <c:pt idx="964">
                  <c:v>51</c:v>
                </c:pt>
                <c:pt idx="965">
                  <c:v>68</c:v>
                </c:pt>
                <c:pt idx="966">
                  <c:v>52</c:v>
                </c:pt>
                <c:pt idx="967">
                  <c:v>74</c:v>
                </c:pt>
                <c:pt idx="968">
                  <c:v>60</c:v>
                </c:pt>
                <c:pt idx="969">
                  <c:v>50</c:v>
                </c:pt>
                <c:pt idx="970">
                  <c:v>74</c:v>
                </c:pt>
                <c:pt idx="971">
                  <c:v>57</c:v>
                </c:pt>
                <c:pt idx="972">
                  <c:v>67</c:v>
                </c:pt>
              </c:numCache>
            </c:numRef>
          </c:xVal>
          <c:yVal>
            <c:numRef>
              <c:f>'Sub-Dataset'!$CC$2:$CC$974</c:f>
              <c:numCache>
                <c:formatCode>General</c:formatCode>
                <c:ptCount val="973"/>
                <c:pt idx="0">
                  <c:v>167</c:v>
                </c:pt>
                <c:pt idx="1">
                  <c:v>179</c:v>
                </c:pt>
                <c:pt idx="2">
                  <c:v>184</c:v>
                </c:pt>
                <c:pt idx="3">
                  <c:v>182</c:v>
                </c:pt>
                <c:pt idx="4">
                  <c:v>177</c:v>
                </c:pt>
                <c:pt idx="5">
                  <c:v>171</c:v>
                </c:pt>
                <c:pt idx="6">
                  <c:v>179</c:v>
                </c:pt>
                <c:pt idx="7">
                  <c:v>189</c:v>
                </c:pt>
                <c:pt idx="8">
                  <c:v>185</c:v>
                </c:pt>
                <c:pt idx="9">
                  <c:v>183</c:v>
                </c:pt>
                <c:pt idx="10">
                  <c:v>175</c:v>
                </c:pt>
                <c:pt idx="11">
                  <c:v>175</c:v>
                </c:pt>
                <c:pt idx="12">
                  <c:v>176</c:v>
                </c:pt>
                <c:pt idx="13">
                  <c:v>198</c:v>
                </c:pt>
                <c:pt idx="14">
                  <c:v>179</c:v>
                </c:pt>
                <c:pt idx="15">
                  <c:v>184</c:v>
                </c:pt>
                <c:pt idx="16">
                  <c:v>175</c:v>
                </c:pt>
                <c:pt idx="17">
                  <c:v>180</c:v>
                </c:pt>
                <c:pt idx="18">
                  <c:v>198</c:v>
                </c:pt>
                <c:pt idx="19">
                  <c:v>161</c:v>
                </c:pt>
                <c:pt idx="20">
                  <c:v>178</c:v>
                </c:pt>
                <c:pt idx="21">
                  <c:v>175</c:v>
                </c:pt>
                <c:pt idx="22">
                  <c:v>173</c:v>
                </c:pt>
                <c:pt idx="23">
                  <c:v>164</c:v>
                </c:pt>
                <c:pt idx="24">
                  <c:v>168</c:v>
                </c:pt>
                <c:pt idx="25">
                  <c:v>168</c:v>
                </c:pt>
                <c:pt idx="26">
                  <c:v>197</c:v>
                </c:pt>
                <c:pt idx="27">
                  <c:v>179</c:v>
                </c:pt>
                <c:pt idx="28">
                  <c:v>184</c:v>
                </c:pt>
                <c:pt idx="29">
                  <c:v>172</c:v>
                </c:pt>
                <c:pt idx="30">
                  <c:v>173</c:v>
                </c:pt>
                <c:pt idx="31">
                  <c:v>164</c:v>
                </c:pt>
                <c:pt idx="32">
                  <c:v>189</c:v>
                </c:pt>
                <c:pt idx="33">
                  <c:v>191</c:v>
                </c:pt>
                <c:pt idx="34">
                  <c:v>177</c:v>
                </c:pt>
                <c:pt idx="35">
                  <c:v>170</c:v>
                </c:pt>
                <c:pt idx="36">
                  <c:v>181</c:v>
                </c:pt>
                <c:pt idx="37">
                  <c:v>189</c:v>
                </c:pt>
                <c:pt idx="38">
                  <c:v>179</c:v>
                </c:pt>
                <c:pt idx="39">
                  <c:v>184</c:v>
                </c:pt>
                <c:pt idx="40">
                  <c:v>191</c:v>
                </c:pt>
                <c:pt idx="41">
                  <c:v>164</c:v>
                </c:pt>
                <c:pt idx="42">
                  <c:v>185</c:v>
                </c:pt>
                <c:pt idx="43">
                  <c:v>172</c:v>
                </c:pt>
                <c:pt idx="44">
                  <c:v>197</c:v>
                </c:pt>
                <c:pt idx="45">
                  <c:v>186</c:v>
                </c:pt>
                <c:pt idx="46">
                  <c:v>176</c:v>
                </c:pt>
                <c:pt idx="47">
                  <c:v>173</c:v>
                </c:pt>
                <c:pt idx="48">
                  <c:v>180</c:v>
                </c:pt>
                <c:pt idx="49">
                  <c:v>178</c:v>
                </c:pt>
                <c:pt idx="50">
                  <c:v>177</c:v>
                </c:pt>
                <c:pt idx="51">
                  <c:v>171</c:v>
                </c:pt>
                <c:pt idx="52">
                  <c:v>161</c:v>
                </c:pt>
                <c:pt idx="53">
                  <c:v>170</c:v>
                </c:pt>
                <c:pt idx="54">
                  <c:v>190</c:v>
                </c:pt>
                <c:pt idx="55">
                  <c:v>188</c:v>
                </c:pt>
                <c:pt idx="56">
                  <c:v>184</c:v>
                </c:pt>
                <c:pt idx="57">
                  <c:v>197</c:v>
                </c:pt>
                <c:pt idx="58">
                  <c:v>180</c:v>
                </c:pt>
                <c:pt idx="59">
                  <c:v>165</c:v>
                </c:pt>
                <c:pt idx="60">
                  <c:v>171</c:v>
                </c:pt>
                <c:pt idx="61">
                  <c:v>168</c:v>
                </c:pt>
                <c:pt idx="62">
                  <c:v>194</c:v>
                </c:pt>
                <c:pt idx="63">
                  <c:v>186</c:v>
                </c:pt>
                <c:pt idx="64">
                  <c:v>161</c:v>
                </c:pt>
                <c:pt idx="65">
                  <c:v>190</c:v>
                </c:pt>
                <c:pt idx="66">
                  <c:v>186</c:v>
                </c:pt>
                <c:pt idx="67">
                  <c:v>180</c:v>
                </c:pt>
                <c:pt idx="68">
                  <c:v>165</c:v>
                </c:pt>
                <c:pt idx="69">
                  <c:v>172</c:v>
                </c:pt>
                <c:pt idx="70">
                  <c:v>167</c:v>
                </c:pt>
                <c:pt idx="71">
                  <c:v>171</c:v>
                </c:pt>
                <c:pt idx="72">
                  <c:v>182</c:v>
                </c:pt>
                <c:pt idx="73">
                  <c:v>174</c:v>
                </c:pt>
                <c:pt idx="74">
                  <c:v>181</c:v>
                </c:pt>
                <c:pt idx="75">
                  <c:v>175</c:v>
                </c:pt>
                <c:pt idx="76">
                  <c:v>174</c:v>
                </c:pt>
                <c:pt idx="77">
                  <c:v>179</c:v>
                </c:pt>
                <c:pt idx="78">
                  <c:v>178</c:v>
                </c:pt>
                <c:pt idx="79">
                  <c:v>172</c:v>
                </c:pt>
                <c:pt idx="80">
                  <c:v>177</c:v>
                </c:pt>
                <c:pt idx="81">
                  <c:v>186</c:v>
                </c:pt>
                <c:pt idx="82">
                  <c:v>165</c:v>
                </c:pt>
                <c:pt idx="83">
                  <c:v>163</c:v>
                </c:pt>
                <c:pt idx="84">
                  <c:v>169</c:v>
                </c:pt>
                <c:pt idx="85">
                  <c:v>170</c:v>
                </c:pt>
                <c:pt idx="86">
                  <c:v>199</c:v>
                </c:pt>
                <c:pt idx="87">
                  <c:v>180</c:v>
                </c:pt>
                <c:pt idx="88">
                  <c:v>183</c:v>
                </c:pt>
                <c:pt idx="89">
                  <c:v>161</c:v>
                </c:pt>
                <c:pt idx="90">
                  <c:v>162</c:v>
                </c:pt>
                <c:pt idx="91">
                  <c:v>179</c:v>
                </c:pt>
                <c:pt idx="92">
                  <c:v>165</c:v>
                </c:pt>
                <c:pt idx="93">
                  <c:v>165</c:v>
                </c:pt>
                <c:pt idx="94">
                  <c:v>166</c:v>
                </c:pt>
                <c:pt idx="95">
                  <c:v>190</c:v>
                </c:pt>
                <c:pt idx="96">
                  <c:v>190</c:v>
                </c:pt>
                <c:pt idx="97">
                  <c:v>188</c:v>
                </c:pt>
                <c:pt idx="98">
                  <c:v>199</c:v>
                </c:pt>
                <c:pt idx="99">
                  <c:v>179</c:v>
                </c:pt>
                <c:pt idx="100">
                  <c:v>190</c:v>
                </c:pt>
                <c:pt idx="101">
                  <c:v>163</c:v>
                </c:pt>
                <c:pt idx="102">
                  <c:v>181</c:v>
                </c:pt>
                <c:pt idx="103">
                  <c:v>170</c:v>
                </c:pt>
                <c:pt idx="104">
                  <c:v>167</c:v>
                </c:pt>
                <c:pt idx="105">
                  <c:v>169</c:v>
                </c:pt>
                <c:pt idx="106">
                  <c:v>194</c:v>
                </c:pt>
                <c:pt idx="107">
                  <c:v>170</c:v>
                </c:pt>
                <c:pt idx="108">
                  <c:v>173</c:v>
                </c:pt>
                <c:pt idx="109">
                  <c:v>178</c:v>
                </c:pt>
                <c:pt idx="110">
                  <c:v>181</c:v>
                </c:pt>
                <c:pt idx="111">
                  <c:v>180</c:v>
                </c:pt>
                <c:pt idx="112">
                  <c:v>182</c:v>
                </c:pt>
                <c:pt idx="113">
                  <c:v>164</c:v>
                </c:pt>
                <c:pt idx="114">
                  <c:v>187</c:v>
                </c:pt>
                <c:pt idx="115">
                  <c:v>167</c:v>
                </c:pt>
                <c:pt idx="116">
                  <c:v>167</c:v>
                </c:pt>
                <c:pt idx="117">
                  <c:v>176</c:v>
                </c:pt>
                <c:pt idx="118">
                  <c:v>173</c:v>
                </c:pt>
                <c:pt idx="119">
                  <c:v>186</c:v>
                </c:pt>
                <c:pt idx="120">
                  <c:v>174</c:v>
                </c:pt>
                <c:pt idx="121">
                  <c:v>187</c:v>
                </c:pt>
                <c:pt idx="122">
                  <c:v>199</c:v>
                </c:pt>
                <c:pt idx="123">
                  <c:v>166</c:v>
                </c:pt>
                <c:pt idx="124">
                  <c:v>188</c:v>
                </c:pt>
                <c:pt idx="125">
                  <c:v>187</c:v>
                </c:pt>
                <c:pt idx="126">
                  <c:v>177</c:v>
                </c:pt>
                <c:pt idx="127">
                  <c:v>163</c:v>
                </c:pt>
                <c:pt idx="128">
                  <c:v>185</c:v>
                </c:pt>
                <c:pt idx="129">
                  <c:v>196</c:v>
                </c:pt>
                <c:pt idx="130">
                  <c:v>193</c:v>
                </c:pt>
                <c:pt idx="131">
                  <c:v>187</c:v>
                </c:pt>
                <c:pt idx="132">
                  <c:v>184</c:v>
                </c:pt>
                <c:pt idx="133">
                  <c:v>182</c:v>
                </c:pt>
                <c:pt idx="134">
                  <c:v>166</c:v>
                </c:pt>
                <c:pt idx="135">
                  <c:v>178</c:v>
                </c:pt>
                <c:pt idx="136">
                  <c:v>168</c:v>
                </c:pt>
                <c:pt idx="137">
                  <c:v>184</c:v>
                </c:pt>
                <c:pt idx="138">
                  <c:v>174</c:v>
                </c:pt>
                <c:pt idx="139">
                  <c:v>178</c:v>
                </c:pt>
                <c:pt idx="140">
                  <c:v>169</c:v>
                </c:pt>
                <c:pt idx="141">
                  <c:v>188</c:v>
                </c:pt>
                <c:pt idx="142">
                  <c:v>161</c:v>
                </c:pt>
                <c:pt idx="143">
                  <c:v>161</c:v>
                </c:pt>
                <c:pt idx="144">
                  <c:v>192</c:v>
                </c:pt>
                <c:pt idx="145">
                  <c:v>191</c:v>
                </c:pt>
                <c:pt idx="146">
                  <c:v>164</c:v>
                </c:pt>
                <c:pt idx="147">
                  <c:v>174</c:v>
                </c:pt>
                <c:pt idx="148">
                  <c:v>179</c:v>
                </c:pt>
                <c:pt idx="149">
                  <c:v>162</c:v>
                </c:pt>
                <c:pt idx="150">
                  <c:v>193</c:v>
                </c:pt>
                <c:pt idx="151">
                  <c:v>197</c:v>
                </c:pt>
                <c:pt idx="152">
                  <c:v>167</c:v>
                </c:pt>
                <c:pt idx="153">
                  <c:v>196</c:v>
                </c:pt>
                <c:pt idx="154">
                  <c:v>193</c:v>
                </c:pt>
                <c:pt idx="155">
                  <c:v>172</c:v>
                </c:pt>
                <c:pt idx="156">
                  <c:v>179</c:v>
                </c:pt>
                <c:pt idx="157">
                  <c:v>184</c:v>
                </c:pt>
                <c:pt idx="158">
                  <c:v>184</c:v>
                </c:pt>
                <c:pt idx="159">
                  <c:v>198</c:v>
                </c:pt>
                <c:pt idx="160">
                  <c:v>175</c:v>
                </c:pt>
                <c:pt idx="161">
                  <c:v>198</c:v>
                </c:pt>
                <c:pt idx="162">
                  <c:v>171</c:v>
                </c:pt>
                <c:pt idx="163">
                  <c:v>184</c:v>
                </c:pt>
                <c:pt idx="164">
                  <c:v>183</c:v>
                </c:pt>
                <c:pt idx="165">
                  <c:v>174</c:v>
                </c:pt>
                <c:pt idx="166">
                  <c:v>167</c:v>
                </c:pt>
                <c:pt idx="167">
                  <c:v>184</c:v>
                </c:pt>
                <c:pt idx="168">
                  <c:v>172</c:v>
                </c:pt>
                <c:pt idx="169">
                  <c:v>183</c:v>
                </c:pt>
                <c:pt idx="170">
                  <c:v>187</c:v>
                </c:pt>
                <c:pt idx="171">
                  <c:v>183</c:v>
                </c:pt>
                <c:pt idx="172">
                  <c:v>174</c:v>
                </c:pt>
                <c:pt idx="173">
                  <c:v>174</c:v>
                </c:pt>
                <c:pt idx="174">
                  <c:v>169</c:v>
                </c:pt>
                <c:pt idx="175">
                  <c:v>166</c:v>
                </c:pt>
                <c:pt idx="176">
                  <c:v>195</c:v>
                </c:pt>
                <c:pt idx="177">
                  <c:v>188</c:v>
                </c:pt>
                <c:pt idx="178">
                  <c:v>170</c:v>
                </c:pt>
                <c:pt idx="179">
                  <c:v>192</c:v>
                </c:pt>
                <c:pt idx="180">
                  <c:v>164</c:v>
                </c:pt>
                <c:pt idx="181">
                  <c:v>172</c:v>
                </c:pt>
                <c:pt idx="182">
                  <c:v>172</c:v>
                </c:pt>
                <c:pt idx="183">
                  <c:v>188</c:v>
                </c:pt>
                <c:pt idx="184">
                  <c:v>172</c:v>
                </c:pt>
                <c:pt idx="185">
                  <c:v>161</c:v>
                </c:pt>
                <c:pt idx="186">
                  <c:v>165</c:v>
                </c:pt>
                <c:pt idx="187">
                  <c:v>183</c:v>
                </c:pt>
                <c:pt idx="188">
                  <c:v>172</c:v>
                </c:pt>
                <c:pt idx="189">
                  <c:v>162</c:v>
                </c:pt>
                <c:pt idx="190">
                  <c:v>198</c:v>
                </c:pt>
                <c:pt idx="191">
                  <c:v>175</c:v>
                </c:pt>
                <c:pt idx="192">
                  <c:v>169</c:v>
                </c:pt>
                <c:pt idx="193">
                  <c:v>182</c:v>
                </c:pt>
                <c:pt idx="194">
                  <c:v>177</c:v>
                </c:pt>
                <c:pt idx="195">
                  <c:v>164</c:v>
                </c:pt>
                <c:pt idx="196">
                  <c:v>164</c:v>
                </c:pt>
                <c:pt idx="197">
                  <c:v>183</c:v>
                </c:pt>
                <c:pt idx="198">
                  <c:v>172</c:v>
                </c:pt>
                <c:pt idx="199">
                  <c:v>194</c:v>
                </c:pt>
                <c:pt idx="200">
                  <c:v>180</c:v>
                </c:pt>
                <c:pt idx="201">
                  <c:v>186</c:v>
                </c:pt>
                <c:pt idx="202">
                  <c:v>171</c:v>
                </c:pt>
                <c:pt idx="203">
                  <c:v>185</c:v>
                </c:pt>
                <c:pt idx="204">
                  <c:v>193</c:v>
                </c:pt>
                <c:pt idx="205">
                  <c:v>189</c:v>
                </c:pt>
                <c:pt idx="206">
                  <c:v>160</c:v>
                </c:pt>
                <c:pt idx="207">
                  <c:v>177</c:v>
                </c:pt>
                <c:pt idx="208">
                  <c:v>190</c:v>
                </c:pt>
                <c:pt idx="209">
                  <c:v>169</c:v>
                </c:pt>
                <c:pt idx="210">
                  <c:v>181</c:v>
                </c:pt>
                <c:pt idx="211">
                  <c:v>199</c:v>
                </c:pt>
                <c:pt idx="212">
                  <c:v>192</c:v>
                </c:pt>
                <c:pt idx="213">
                  <c:v>197</c:v>
                </c:pt>
                <c:pt idx="214">
                  <c:v>186</c:v>
                </c:pt>
                <c:pt idx="215">
                  <c:v>182</c:v>
                </c:pt>
                <c:pt idx="216">
                  <c:v>172</c:v>
                </c:pt>
                <c:pt idx="217">
                  <c:v>195</c:v>
                </c:pt>
                <c:pt idx="218">
                  <c:v>183</c:v>
                </c:pt>
                <c:pt idx="219">
                  <c:v>161</c:v>
                </c:pt>
                <c:pt idx="220">
                  <c:v>168</c:v>
                </c:pt>
                <c:pt idx="221">
                  <c:v>178</c:v>
                </c:pt>
                <c:pt idx="222">
                  <c:v>186</c:v>
                </c:pt>
                <c:pt idx="223">
                  <c:v>185</c:v>
                </c:pt>
                <c:pt idx="224">
                  <c:v>188</c:v>
                </c:pt>
                <c:pt idx="225">
                  <c:v>194</c:v>
                </c:pt>
                <c:pt idx="226">
                  <c:v>188</c:v>
                </c:pt>
                <c:pt idx="227">
                  <c:v>197</c:v>
                </c:pt>
                <c:pt idx="228">
                  <c:v>160</c:v>
                </c:pt>
                <c:pt idx="229">
                  <c:v>184</c:v>
                </c:pt>
                <c:pt idx="230">
                  <c:v>169</c:v>
                </c:pt>
                <c:pt idx="231">
                  <c:v>173</c:v>
                </c:pt>
                <c:pt idx="232">
                  <c:v>182</c:v>
                </c:pt>
                <c:pt idx="233">
                  <c:v>177</c:v>
                </c:pt>
                <c:pt idx="234">
                  <c:v>179</c:v>
                </c:pt>
                <c:pt idx="235">
                  <c:v>175</c:v>
                </c:pt>
                <c:pt idx="236">
                  <c:v>175</c:v>
                </c:pt>
                <c:pt idx="237">
                  <c:v>173</c:v>
                </c:pt>
                <c:pt idx="238">
                  <c:v>184</c:v>
                </c:pt>
                <c:pt idx="239">
                  <c:v>196</c:v>
                </c:pt>
                <c:pt idx="240">
                  <c:v>185</c:v>
                </c:pt>
                <c:pt idx="241">
                  <c:v>176</c:v>
                </c:pt>
                <c:pt idx="242">
                  <c:v>171</c:v>
                </c:pt>
                <c:pt idx="243">
                  <c:v>182</c:v>
                </c:pt>
                <c:pt idx="244">
                  <c:v>195</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190</c:v>
                </c:pt>
                <c:pt idx="284">
                  <c:v>0</c:v>
                </c:pt>
                <c:pt idx="285">
                  <c:v>0</c:v>
                </c:pt>
                <c:pt idx="286">
                  <c:v>181</c:v>
                </c:pt>
                <c:pt idx="287">
                  <c:v>0</c:v>
                </c:pt>
                <c:pt idx="288">
                  <c:v>0</c:v>
                </c:pt>
                <c:pt idx="289">
                  <c:v>186</c:v>
                </c:pt>
                <c:pt idx="290">
                  <c:v>0</c:v>
                </c:pt>
                <c:pt idx="291">
                  <c:v>0</c:v>
                </c:pt>
                <c:pt idx="292">
                  <c:v>0</c:v>
                </c:pt>
                <c:pt idx="293">
                  <c:v>0</c:v>
                </c:pt>
                <c:pt idx="294">
                  <c:v>0</c:v>
                </c:pt>
                <c:pt idx="295">
                  <c:v>0</c:v>
                </c:pt>
                <c:pt idx="296">
                  <c:v>0</c:v>
                </c:pt>
                <c:pt idx="297">
                  <c:v>181</c:v>
                </c:pt>
                <c:pt idx="298">
                  <c:v>0</c:v>
                </c:pt>
                <c:pt idx="299">
                  <c:v>160</c:v>
                </c:pt>
                <c:pt idx="300">
                  <c:v>187</c:v>
                </c:pt>
                <c:pt idx="301">
                  <c:v>193</c:v>
                </c:pt>
                <c:pt idx="302">
                  <c:v>166</c:v>
                </c:pt>
                <c:pt idx="303">
                  <c:v>0</c:v>
                </c:pt>
                <c:pt idx="304">
                  <c:v>0</c:v>
                </c:pt>
                <c:pt idx="305">
                  <c:v>0</c:v>
                </c:pt>
                <c:pt idx="306">
                  <c:v>0</c:v>
                </c:pt>
                <c:pt idx="307">
                  <c:v>0</c:v>
                </c:pt>
                <c:pt idx="308">
                  <c:v>173</c:v>
                </c:pt>
                <c:pt idx="309">
                  <c:v>196</c:v>
                </c:pt>
                <c:pt idx="310">
                  <c:v>166</c:v>
                </c:pt>
                <c:pt idx="311">
                  <c:v>171</c:v>
                </c:pt>
                <c:pt idx="312">
                  <c:v>191</c:v>
                </c:pt>
                <c:pt idx="313">
                  <c:v>176</c:v>
                </c:pt>
                <c:pt idx="314">
                  <c:v>0</c:v>
                </c:pt>
                <c:pt idx="315">
                  <c:v>0</c:v>
                </c:pt>
                <c:pt idx="316">
                  <c:v>175</c:v>
                </c:pt>
                <c:pt idx="317">
                  <c:v>162</c:v>
                </c:pt>
                <c:pt idx="318">
                  <c:v>169</c:v>
                </c:pt>
                <c:pt idx="319">
                  <c:v>0</c:v>
                </c:pt>
                <c:pt idx="320">
                  <c:v>0</c:v>
                </c:pt>
                <c:pt idx="321">
                  <c:v>0</c:v>
                </c:pt>
                <c:pt idx="322">
                  <c:v>161</c:v>
                </c:pt>
                <c:pt idx="323">
                  <c:v>164</c:v>
                </c:pt>
                <c:pt idx="324">
                  <c:v>174</c:v>
                </c:pt>
                <c:pt idx="325">
                  <c:v>160</c:v>
                </c:pt>
                <c:pt idx="326">
                  <c:v>162</c:v>
                </c:pt>
                <c:pt idx="327">
                  <c:v>171</c:v>
                </c:pt>
                <c:pt idx="328">
                  <c:v>162</c:v>
                </c:pt>
                <c:pt idx="329">
                  <c:v>177</c:v>
                </c:pt>
                <c:pt idx="330">
                  <c:v>168</c:v>
                </c:pt>
                <c:pt idx="331">
                  <c:v>165</c:v>
                </c:pt>
                <c:pt idx="332">
                  <c:v>165</c:v>
                </c:pt>
                <c:pt idx="333">
                  <c:v>182</c:v>
                </c:pt>
                <c:pt idx="334">
                  <c:v>184</c:v>
                </c:pt>
                <c:pt idx="335">
                  <c:v>171</c:v>
                </c:pt>
                <c:pt idx="336">
                  <c:v>193</c:v>
                </c:pt>
                <c:pt idx="337">
                  <c:v>164</c:v>
                </c:pt>
                <c:pt idx="338">
                  <c:v>183</c:v>
                </c:pt>
                <c:pt idx="339">
                  <c:v>161</c:v>
                </c:pt>
                <c:pt idx="340">
                  <c:v>161</c:v>
                </c:pt>
                <c:pt idx="341">
                  <c:v>173</c:v>
                </c:pt>
                <c:pt idx="342">
                  <c:v>160</c:v>
                </c:pt>
                <c:pt idx="343">
                  <c:v>165</c:v>
                </c:pt>
                <c:pt idx="344">
                  <c:v>181</c:v>
                </c:pt>
                <c:pt idx="345">
                  <c:v>170</c:v>
                </c:pt>
                <c:pt idx="346">
                  <c:v>0</c:v>
                </c:pt>
                <c:pt idx="347">
                  <c:v>0</c:v>
                </c:pt>
                <c:pt idx="348">
                  <c:v>0</c:v>
                </c:pt>
                <c:pt idx="349">
                  <c:v>0</c:v>
                </c:pt>
                <c:pt idx="350">
                  <c:v>162</c:v>
                </c:pt>
                <c:pt idx="351">
                  <c:v>0</c:v>
                </c:pt>
                <c:pt idx="352">
                  <c:v>0</c:v>
                </c:pt>
                <c:pt idx="353">
                  <c:v>178</c:v>
                </c:pt>
                <c:pt idx="354">
                  <c:v>0</c:v>
                </c:pt>
                <c:pt idx="355">
                  <c:v>181</c:v>
                </c:pt>
                <c:pt idx="356">
                  <c:v>172</c:v>
                </c:pt>
                <c:pt idx="357">
                  <c:v>0</c:v>
                </c:pt>
                <c:pt idx="358">
                  <c:v>0</c:v>
                </c:pt>
                <c:pt idx="359">
                  <c:v>0</c:v>
                </c:pt>
                <c:pt idx="360">
                  <c:v>0</c:v>
                </c:pt>
                <c:pt idx="361">
                  <c:v>182</c:v>
                </c:pt>
                <c:pt idx="362">
                  <c:v>0</c:v>
                </c:pt>
                <c:pt idx="363">
                  <c:v>0</c:v>
                </c:pt>
                <c:pt idx="364">
                  <c:v>0</c:v>
                </c:pt>
                <c:pt idx="365">
                  <c:v>0</c:v>
                </c:pt>
                <c:pt idx="366">
                  <c:v>178</c:v>
                </c:pt>
                <c:pt idx="367">
                  <c:v>0</c:v>
                </c:pt>
                <c:pt idx="368">
                  <c:v>0</c:v>
                </c:pt>
                <c:pt idx="369">
                  <c:v>0</c:v>
                </c:pt>
                <c:pt idx="370">
                  <c:v>176</c:v>
                </c:pt>
                <c:pt idx="371">
                  <c:v>0</c:v>
                </c:pt>
                <c:pt idx="372">
                  <c:v>0</c:v>
                </c:pt>
                <c:pt idx="373">
                  <c:v>0</c:v>
                </c:pt>
                <c:pt idx="374">
                  <c:v>0</c:v>
                </c:pt>
                <c:pt idx="375">
                  <c:v>0</c:v>
                </c:pt>
                <c:pt idx="376">
                  <c:v>0</c:v>
                </c:pt>
                <c:pt idx="377">
                  <c:v>185</c:v>
                </c:pt>
                <c:pt idx="378">
                  <c:v>198</c:v>
                </c:pt>
                <c:pt idx="379">
                  <c:v>0</c:v>
                </c:pt>
                <c:pt idx="380">
                  <c:v>171</c:v>
                </c:pt>
                <c:pt idx="381">
                  <c:v>174</c:v>
                </c:pt>
                <c:pt idx="382">
                  <c:v>0</c:v>
                </c:pt>
                <c:pt idx="383">
                  <c:v>0</c:v>
                </c:pt>
                <c:pt idx="384">
                  <c:v>0</c:v>
                </c:pt>
                <c:pt idx="385">
                  <c:v>174</c:v>
                </c:pt>
                <c:pt idx="386">
                  <c:v>170</c:v>
                </c:pt>
                <c:pt idx="387">
                  <c:v>0</c:v>
                </c:pt>
                <c:pt idx="388">
                  <c:v>171</c:v>
                </c:pt>
                <c:pt idx="389">
                  <c:v>0</c:v>
                </c:pt>
                <c:pt idx="390">
                  <c:v>0</c:v>
                </c:pt>
                <c:pt idx="391">
                  <c:v>173</c:v>
                </c:pt>
                <c:pt idx="392">
                  <c:v>165</c:v>
                </c:pt>
                <c:pt idx="393">
                  <c:v>0</c:v>
                </c:pt>
                <c:pt idx="394">
                  <c:v>0</c:v>
                </c:pt>
                <c:pt idx="395">
                  <c:v>0</c:v>
                </c:pt>
                <c:pt idx="396">
                  <c:v>180</c:v>
                </c:pt>
                <c:pt idx="397">
                  <c:v>163</c:v>
                </c:pt>
                <c:pt idx="398">
                  <c:v>173</c:v>
                </c:pt>
                <c:pt idx="399">
                  <c:v>187</c:v>
                </c:pt>
                <c:pt idx="400">
                  <c:v>177</c:v>
                </c:pt>
                <c:pt idx="401">
                  <c:v>192</c:v>
                </c:pt>
                <c:pt idx="402">
                  <c:v>162</c:v>
                </c:pt>
                <c:pt idx="403">
                  <c:v>170</c:v>
                </c:pt>
                <c:pt idx="404">
                  <c:v>193</c:v>
                </c:pt>
                <c:pt idx="405">
                  <c:v>177</c:v>
                </c:pt>
                <c:pt idx="406">
                  <c:v>165</c:v>
                </c:pt>
                <c:pt idx="407">
                  <c:v>185</c:v>
                </c:pt>
                <c:pt idx="408">
                  <c:v>181</c:v>
                </c:pt>
                <c:pt idx="409">
                  <c:v>192</c:v>
                </c:pt>
                <c:pt idx="410">
                  <c:v>194</c:v>
                </c:pt>
                <c:pt idx="411">
                  <c:v>184</c:v>
                </c:pt>
                <c:pt idx="412">
                  <c:v>186</c:v>
                </c:pt>
                <c:pt idx="413">
                  <c:v>174</c:v>
                </c:pt>
                <c:pt idx="414">
                  <c:v>176</c:v>
                </c:pt>
                <c:pt idx="415">
                  <c:v>172</c:v>
                </c:pt>
                <c:pt idx="416">
                  <c:v>185</c:v>
                </c:pt>
                <c:pt idx="417">
                  <c:v>178</c:v>
                </c:pt>
                <c:pt idx="418">
                  <c:v>0</c:v>
                </c:pt>
                <c:pt idx="419">
                  <c:v>173</c:v>
                </c:pt>
                <c:pt idx="420">
                  <c:v>198</c:v>
                </c:pt>
                <c:pt idx="421">
                  <c:v>0</c:v>
                </c:pt>
                <c:pt idx="422">
                  <c:v>0</c:v>
                </c:pt>
                <c:pt idx="423">
                  <c:v>0</c:v>
                </c:pt>
                <c:pt idx="424">
                  <c:v>0</c:v>
                </c:pt>
                <c:pt idx="425">
                  <c:v>0</c:v>
                </c:pt>
                <c:pt idx="426">
                  <c:v>0</c:v>
                </c:pt>
                <c:pt idx="427">
                  <c:v>176</c:v>
                </c:pt>
                <c:pt idx="428">
                  <c:v>196</c:v>
                </c:pt>
                <c:pt idx="429">
                  <c:v>0</c:v>
                </c:pt>
                <c:pt idx="430">
                  <c:v>0</c:v>
                </c:pt>
                <c:pt idx="431">
                  <c:v>0</c:v>
                </c:pt>
                <c:pt idx="432">
                  <c:v>0</c:v>
                </c:pt>
                <c:pt idx="433">
                  <c:v>0</c:v>
                </c:pt>
                <c:pt idx="434">
                  <c:v>164</c:v>
                </c:pt>
                <c:pt idx="435">
                  <c:v>0</c:v>
                </c:pt>
                <c:pt idx="436">
                  <c:v>0</c:v>
                </c:pt>
                <c:pt idx="437">
                  <c:v>0</c:v>
                </c:pt>
                <c:pt idx="438">
                  <c:v>0</c:v>
                </c:pt>
                <c:pt idx="439">
                  <c:v>185</c:v>
                </c:pt>
                <c:pt idx="440">
                  <c:v>0</c:v>
                </c:pt>
                <c:pt idx="441">
                  <c:v>165</c:v>
                </c:pt>
                <c:pt idx="442">
                  <c:v>199</c:v>
                </c:pt>
                <c:pt idx="443">
                  <c:v>191</c:v>
                </c:pt>
                <c:pt idx="444">
                  <c:v>0</c:v>
                </c:pt>
                <c:pt idx="445">
                  <c:v>177</c:v>
                </c:pt>
                <c:pt idx="446">
                  <c:v>195</c:v>
                </c:pt>
                <c:pt idx="447">
                  <c:v>187</c:v>
                </c:pt>
                <c:pt idx="448">
                  <c:v>0</c:v>
                </c:pt>
                <c:pt idx="449">
                  <c:v>0</c:v>
                </c:pt>
                <c:pt idx="450">
                  <c:v>184</c:v>
                </c:pt>
                <c:pt idx="451">
                  <c:v>162</c:v>
                </c:pt>
                <c:pt idx="452">
                  <c:v>177</c:v>
                </c:pt>
                <c:pt idx="453">
                  <c:v>0</c:v>
                </c:pt>
                <c:pt idx="454">
                  <c:v>167</c:v>
                </c:pt>
                <c:pt idx="455">
                  <c:v>0</c:v>
                </c:pt>
                <c:pt idx="456">
                  <c:v>164</c:v>
                </c:pt>
                <c:pt idx="457">
                  <c:v>0</c:v>
                </c:pt>
                <c:pt idx="458">
                  <c:v>0</c:v>
                </c:pt>
                <c:pt idx="459">
                  <c:v>164</c:v>
                </c:pt>
                <c:pt idx="460">
                  <c:v>0</c:v>
                </c:pt>
                <c:pt idx="461">
                  <c:v>0</c:v>
                </c:pt>
                <c:pt idx="462">
                  <c:v>177</c:v>
                </c:pt>
                <c:pt idx="463">
                  <c:v>182</c:v>
                </c:pt>
                <c:pt idx="464">
                  <c:v>199</c:v>
                </c:pt>
                <c:pt idx="465">
                  <c:v>176</c:v>
                </c:pt>
                <c:pt idx="466">
                  <c:v>184</c:v>
                </c:pt>
                <c:pt idx="467">
                  <c:v>0</c:v>
                </c:pt>
                <c:pt idx="468">
                  <c:v>192</c:v>
                </c:pt>
                <c:pt idx="469">
                  <c:v>174</c:v>
                </c:pt>
                <c:pt idx="470">
                  <c:v>0</c:v>
                </c:pt>
                <c:pt idx="471">
                  <c:v>185</c:v>
                </c:pt>
                <c:pt idx="472">
                  <c:v>195</c:v>
                </c:pt>
                <c:pt idx="473">
                  <c:v>177</c:v>
                </c:pt>
                <c:pt idx="474">
                  <c:v>168</c:v>
                </c:pt>
                <c:pt idx="475">
                  <c:v>190</c:v>
                </c:pt>
                <c:pt idx="476">
                  <c:v>183</c:v>
                </c:pt>
                <c:pt idx="477">
                  <c:v>0</c:v>
                </c:pt>
                <c:pt idx="478">
                  <c:v>182</c:v>
                </c:pt>
                <c:pt idx="479">
                  <c:v>187</c:v>
                </c:pt>
                <c:pt idx="480">
                  <c:v>177</c:v>
                </c:pt>
                <c:pt idx="481">
                  <c:v>0</c:v>
                </c:pt>
                <c:pt idx="482">
                  <c:v>173</c:v>
                </c:pt>
                <c:pt idx="483">
                  <c:v>0</c:v>
                </c:pt>
                <c:pt idx="484">
                  <c:v>175</c:v>
                </c:pt>
                <c:pt idx="485">
                  <c:v>173</c:v>
                </c:pt>
                <c:pt idx="486">
                  <c:v>166</c:v>
                </c:pt>
                <c:pt idx="487">
                  <c:v>160</c:v>
                </c:pt>
                <c:pt idx="488">
                  <c:v>190</c:v>
                </c:pt>
                <c:pt idx="489">
                  <c:v>0</c:v>
                </c:pt>
                <c:pt idx="490">
                  <c:v>172</c:v>
                </c:pt>
                <c:pt idx="491">
                  <c:v>174</c:v>
                </c:pt>
                <c:pt idx="492">
                  <c:v>187</c:v>
                </c:pt>
                <c:pt idx="493">
                  <c:v>184</c:v>
                </c:pt>
                <c:pt idx="494">
                  <c:v>183</c:v>
                </c:pt>
                <c:pt idx="495">
                  <c:v>176</c:v>
                </c:pt>
                <c:pt idx="496">
                  <c:v>0</c:v>
                </c:pt>
                <c:pt idx="497">
                  <c:v>189</c:v>
                </c:pt>
                <c:pt idx="498">
                  <c:v>198</c:v>
                </c:pt>
                <c:pt idx="499">
                  <c:v>174</c:v>
                </c:pt>
                <c:pt idx="500">
                  <c:v>161</c:v>
                </c:pt>
                <c:pt idx="501">
                  <c:v>0</c:v>
                </c:pt>
                <c:pt idx="502">
                  <c:v>192</c:v>
                </c:pt>
                <c:pt idx="503">
                  <c:v>183</c:v>
                </c:pt>
                <c:pt idx="504">
                  <c:v>0</c:v>
                </c:pt>
                <c:pt idx="505">
                  <c:v>177</c:v>
                </c:pt>
                <c:pt idx="506">
                  <c:v>0</c:v>
                </c:pt>
                <c:pt idx="507">
                  <c:v>174</c:v>
                </c:pt>
                <c:pt idx="508">
                  <c:v>194</c:v>
                </c:pt>
                <c:pt idx="509">
                  <c:v>183</c:v>
                </c:pt>
                <c:pt idx="510">
                  <c:v>181</c:v>
                </c:pt>
                <c:pt idx="511">
                  <c:v>0</c:v>
                </c:pt>
                <c:pt idx="512">
                  <c:v>164</c:v>
                </c:pt>
                <c:pt idx="513">
                  <c:v>178</c:v>
                </c:pt>
                <c:pt idx="514">
                  <c:v>0</c:v>
                </c:pt>
                <c:pt idx="515">
                  <c:v>0</c:v>
                </c:pt>
                <c:pt idx="516">
                  <c:v>163</c:v>
                </c:pt>
                <c:pt idx="517">
                  <c:v>185</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166</c:v>
                </c:pt>
                <c:pt idx="564">
                  <c:v>0</c:v>
                </c:pt>
                <c:pt idx="565">
                  <c:v>181</c:v>
                </c:pt>
                <c:pt idx="566">
                  <c:v>161</c:v>
                </c:pt>
                <c:pt idx="567">
                  <c:v>0</c:v>
                </c:pt>
                <c:pt idx="568">
                  <c:v>185</c:v>
                </c:pt>
                <c:pt idx="569">
                  <c:v>167</c:v>
                </c:pt>
                <c:pt idx="570">
                  <c:v>0</c:v>
                </c:pt>
                <c:pt idx="571">
                  <c:v>168</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177</c:v>
                </c:pt>
                <c:pt idx="713">
                  <c:v>0</c:v>
                </c:pt>
                <c:pt idx="714">
                  <c:v>172</c:v>
                </c:pt>
                <c:pt idx="715">
                  <c:v>0</c:v>
                </c:pt>
                <c:pt idx="716">
                  <c:v>0</c:v>
                </c:pt>
                <c:pt idx="717">
                  <c:v>185</c:v>
                </c:pt>
                <c:pt idx="718">
                  <c:v>179</c:v>
                </c:pt>
                <c:pt idx="719">
                  <c:v>0</c:v>
                </c:pt>
                <c:pt idx="720">
                  <c:v>165</c:v>
                </c:pt>
                <c:pt idx="721">
                  <c:v>0</c:v>
                </c:pt>
                <c:pt idx="722">
                  <c:v>197</c:v>
                </c:pt>
                <c:pt idx="723">
                  <c:v>172</c:v>
                </c:pt>
                <c:pt idx="724">
                  <c:v>178</c:v>
                </c:pt>
                <c:pt idx="725">
                  <c:v>175</c:v>
                </c:pt>
                <c:pt idx="726">
                  <c:v>0</c:v>
                </c:pt>
                <c:pt idx="727">
                  <c:v>0</c:v>
                </c:pt>
                <c:pt idx="728">
                  <c:v>169</c:v>
                </c:pt>
                <c:pt idx="729">
                  <c:v>0</c:v>
                </c:pt>
                <c:pt idx="730">
                  <c:v>174</c:v>
                </c:pt>
                <c:pt idx="731">
                  <c:v>190</c:v>
                </c:pt>
                <c:pt idx="732">
                  <c:v>190</c:v>
                </c:pt>
                <c:pt idx="733">
                  <c:v>0</c:v>
                </c:pt>
                <c:pt idx="734">
                  <c:v>171</c:v>
                </c:pt>
                <c:pt idx="735">
                  <c:v>0</c:v>
                </c:pt>
                <c:pt idx="736">
                  <c:v>174</c:v>
                </c:pt>
                <c:pt idx="737">
                  <c:v>173</c:v>
                </c:pt>
                <c:pt idx="738">
                  <c:v>166</c:v>
                </c:pt>
                <c:pt idx="739">
                  <c:v>169</c:v>
                </c:pt>
                <c:pt idx="740">
                  <c:v>177</c:v>
                </c:pt>
                <c:pt idx="741">
                  <c:v>197</c:v>
                </c:pt>
                <c:pt idx="742">
                  <c:v>170</c:v>
                </c:pt>
                <c:pt idx="743">
                  <c:v>175</c:v>
                </c:pt>
                <c:pt idx="744">
                  <c:v>160</c:v>
                </c:pt>
                <c:pt idx="745">
                  <c:v>162</c:v>
                </c:pt>
                <c:pt idx="746">
                  <c:v>182</c:v>
                </c:pt>
                <c:pt idx="747">
                  <c:v>163</c:v>
                </c:pt>
                <c:pt idx="748">
                  <c:v>175</c:v>
                </c:pt>
                <c:pt idx="749">
                  <c:v>164</c:v>
                </c:pt>
                <c:pt idx="750">
                  <c:v>163</c:v>
                </c:pt>
                <c:pt idx="751">
                  <c:v>166</c:v>
                </c:pt>
                <c:pt idx="752">
                  <c:v>196</c:v>
                </c:pt>
                <c:pt idx="753">
                  <c:v>171</c:v>
                </c:pt>
                <c:pt idx="754">
                  <c:v>163</c:v>
                </c:pt>
                <c:pt idx="755">
                  <c:v>173</c:v>
                </c:pt>
                <c:pt idx="756">
                  <c:v>163</c:v>
                </c:pt>
                <c:pt idx="757">
                  <c:v>162</c:v>
                </c:pt>
                <c:pt idx="758">
                  <c:v>162</c:v>
                </c:pt>
                <c:pt idx="759">
                  <c:v>163</c:v>
                </c:pt>
                <c:pt idx="760">
                  <c:v>164</c:v>
                </c:pt>
                <c:pt idx="761">
                  <c:v>162</c:v>
                </c:pt>
                <c:pt idx="762">
                  <c:v>168</c:v>
                </c:pt>
                <c:pt idx="763">
                  <c:v>160</c:v>
                </c:pt>
                <c:pt idx="764">
                  <c:v>177</c:v>
                </c:pt>
                <c:pt idx="765">
                  <c:v>167</c:v>
                </c:pt>
                <c:pt idx="766">
                  <c:v>184</c:v>
                </c:pt>
                <c:pt idx="767">
                  <c:v>168</c:v>
                </c:pt>
                <c:pt idx="768">
                  <c:v>161</c:v>
                </c:pt>
                <c:pt idx="769">
                  <c:v>162</c:v>
                </c:pt>
                <c:pt idx="770">
                  <c:v>165</c:v>
                </c:pt>
                <c:pt idx="771">
                  <c:v>168</c:v>
                </c:pt>
                <c:pt idx="772">
                  <c:v>185</c:v>
                </c:pt>
                <c:pt idx="773">
                  <c:v>196</c:v>
                </c:pt>
                <c:pt idx="774">
                  <c:v>168</c:v>
                </c:pt>
                <c:pt idx="775">
                  <c:v>162</c:v>
                </c:pt>
                <c:pt idx="776">
                  <c:v>180</c:v>
                </c:pt>
                <c:pt idx="777">
                  <c:v>197</c:v>
                </c:pt>
                <c:pt idx="778">
                  <c:v>164</c:v>
                </c:pt>
                <c:pt idx="779">
                  <c:v>172</c:v>
                </c:pt>
                <c:pt idx="780">
                  <c:v>166</c:v>
                </c:pt>
                <c:pt idx="781">
                  <c:v>163</c:v>
                </c:pt>
                <c:pt idx="782">
                  <c:v>161</c:v>
                </c:pt>
                <c:pt idx="783">
                  <c:v>175</c:v>
                </c:pt>
                <c:pt idx="784">
                  <c:v>165</c:v>
                </c:pt>
                <c:pt idx="785">
                  <c:v>168</c:v>
                </c:pt>
                <c:pt idx="786">
                  <c:v>160</c:v>
                </c:pt>
                <c:pt idx="787">
                  <c:v>176</c:v>
                </c:pt>
                <c:pt idx="788">
                  <c:v>168</c:v>
                </c:pt>
                <c:pt idx="789">
                  <c:v>167</c:v>
                </c:pt>
                <c:pt idx="790">
                  <c:v>161</c:v>
                </c:pt>
                <c:pt idx="791">
                  <c:v>168</c:v>
                </c:pt>
                <c:pt idx="792">
                  <c:v>168</c:v>
                </c:pt>
                <c:pt idx="793">
                  <c:v>165</c:v>
                </c:pt>
                <c:pt idx="794">
                  <c:v>176</c:v>
                </c:pt>
                <c:pt idx="795">
                  <c:v>160</c:v>
                </c:pt>
                <c:pt idx="796">
                  <c:v>196</c:v>
                </c:pt>
                <c:pt idx="797">
                  <c:v>170</c:v>
                </c:pt>
                <c:pt idx="798">
                  <c:v>161</c:v>
                </c:pt>
                <c:pt idx="799">
                  <c:v>173</c:v>
                </c:pt>
                <c:pt idx="800">
                  <c:v>177</c:v>
                </c:pt>
                <c:pt idx="801">
                  <c:v>166</c:v>
                </c:pt>
                <c:pt idx="802">
                  <c:v>164</c:v>
                </c:pt>
                <c:pt idx="803">
                  <c:v>162</c:v>
                </c:pt>
                <c:pt idx="804">
                  <c:v>184</c:v>
                </c:pt>
                <c:pt idx="805">
                  <c:v>174</c:v>
                </c:pt>
                <c:pt idx="806">
                  <c:v>166</c:v>
                </c:pt>
                <c:pt idx="807">
                  <c:v>164</c:v>
                </c:pt>
                <c:pt idx="808">
                  <c:v>160</c:v>
                </c:pt>
                <c:pt idx="809">
                  <c:v>170</c:v>
                </c:pt>
                <c:pt idx="810">
                  <c:v>169</c:v>
                </c:pt>
                <c:pt idx="811">
                  <c:v>184</c:v>
                </c:pt>
                <c:pt idx="812">
                  <c:v>180</c:v>
                </c:pt>
                <c:pt idx="813">
                  <c:v>166</c:v>
                </c:pt>
                <c:pt idx="814">
                  <c:v>168</c:v>
                </c:pt>
                <c:pt idx="815">
                  <c:v>183</c:v>
                </c:pt>
                <c:pt idx="816">
                  <c:v>164</c:v>
                </c:pt>
                <c:pt idx="817">
                  <c:v>0</c:v>
                </c:pt>
                <c:pt idx="818">
                  <c:v>0</c:v>
                </c:pt>
                <c:pt idx="819">
                  <c:v>177</c:v>
                </c:pt>
                <c:pt idx="820">
                  <c:v>0</c:v>
                </c:pt>
                <c:pt idx="821">
                  <c:v>191</c:v>
                </c:pt>
                <c:pt idx="822">
                  <c:v>0</c:v>
                </c:pt>
                <c:pt idx="823">
                  <c:v>0</c:v>
                </c:pt>
                <c:pt idx="824">
                  <c:v>0</c:v>
                </c:pt>
                <c:pt idx="825">
                  <c:v>0</c:v>
                </c:pt>
                <c:pt idx="826">
                  <c:v>186</c:v>
                </c:pt>
                <c:pt idx="827">
                  <c:v>0</c:v>
                </c:pt>
                <c:pt idx="828">
                  <c:v>179</c:v>
                </c:pt>
                <c:pt idx="829">
                  <c:v>0</c:v>
                </c:pt>
                <c:pt idx="830">
                  <c:v>186</c:v>
                </c:pt>
                <c:pt idx="831">
                  <c:v>182</c:v>
                </c:pt>
                <c:pt idx="832">
                  <c:v>0</c:v>
                </c:pt>
                <c:pt idx="833">
                  <c:v>174</c:v>
                </c:pt>
                <c:pt idx="834">
                  <c:v>0</c:v>
                </c:pt>
                <c:pt idx="835">
                  <c:v>180</c:v>
                </c:pt>
                <c:pt idx="836">
                  <c:v>0</c:v>
                </c:pt>
                <c:pt idx="837">
                  <c:v>0</c:v>
                </c:pt>
                <c:pt idx="838">
                  <c:v>0</c:v>
                </c:pt>
                <c:pt idx="839">
                  <c:v>0</c:v>
                </c:pt>
                <c:pt idx="840">
                  <c:v>193</c:v>
                </c:pt>
                <c:pt idx="841">
                  <c:v>199</c:v>
                </c:pt>
                <c:pt idx="842">
                  <c:v>0</c:v>
                </c:pt>
                <c:pt idx="843">
                  <c:v>0</c:v>
                </c:pt>
                <c:pt idx="844">
                  <c:v>0</c:v>
                </c:pt>
                <c:pt idx="845">
                  <c:v>178</c:v>
                </c:pt>
                <c:pt idx="846">
                  <c:v>0</c:v>
                </c:pt>
                <c:pt idx="847">
                  <c:v>0</c:v>
                </c:pt>
                <c:pt idx="848">
                  <c:v>186</c:v>
                </c:pt>
                <c:pt idx="849">
                  <c:v>0</c:v>
                </c:pt>
                <c:pt idx="850">
                  <c:v>165</c:v>
                </c:pt>
                <c:pt idx="851">
                  <c:v>0</c:v>
                </c:pt>
                <c:pt idx="852">
                  <c:v>0</c:v>
                </c:pt>
                <c:pt idx="853">
                  <c:v>185</c:v>
                </c:pt>
                <c:pt idx="854">
                  <c:v>0</c:v>
                </c:pt>
                <c:pt idx="855">
                  <c:v>0</c:v>
                </c:pt>
                <c:pt idx="856">
                  <c:v>0</c:v>
                </c:pt>
                <c:pt idx="857">
                  <c:v>172</c:v>
                </c:pt>
                <c:pt idx="858">
                  <c:v>0</c:v>
                </c:pt>
                <c:pt idx="859">
                  <c:v>188</c:v>
                </c:pt>
                <c:pt idx="860">
                  <c:v>166</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175</c:v>
                </c:pt>
                <c:pt idx="926">
                  <c:v>160</c:v>
                </c:pt>
                <c:pt idx="927">
                  <c:v>162</c:v>
                </c:pt>
                <c:pt idx="928">
                  <c:v>0</c:v>
                </c:pt>
                <c:pt idx="929">
                  <c:v>180</c:v>
                </c:pt>
                <c:pt idx="930">
                  <c:v>161</c:v>
                </c:pt>
                <c:pt idx="931">
                  <c:v>0</c:v>
                </c:pt>
                <c:pt idx="932">
                  <c:v>0</c:v>
                </c:pt>
                <c:pt idx="933">
                  <c:v>165</c:v>
                </c:pt>
                <c:pt idx="934">
                  <c:v>160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164</c:v>
                </c:pt>
                <c:pt idx="962">
                  <c:v>0</c:v>
                </c:pt>
                <c:pt idx="963">
                  <c:v>0</c:v>
                </c:pt>
                <c:pt idx="964">
                  <c:v>0</c:v>
                </c:pt>
                <c:pt idx="965">
                  <c:v>0</c:v>
                </c:pt>
                <c:pt idx="966">
                  <c:v>0</c:v>
                </c:pt>
                <c:pt idx="967">
                  <c:v>0</c:v>
                </c:pt>
                <c:pt idx="968">
                  <c:v>0</c:v>
                </c:pt>
                <c:pt idx="969">
                  <c:v>0</c:v>
                </c:pt>
                <c:pt idx="970">
                  <c:v>0</c:v>
                </c:pt>
                <c:pt idx="971">
                  <c:v>0</c:v>
                </c:pt>
                <c:pt idx="972">
                  <c:v>163</c:v>
                </c:pt>
              </c:numCache>
            </c:numRef>
          </c:yVal>
          <c:smooth val="0"/>
          <c:extLst>
            <c:ext xmlns:c16="http://schemas.microsoft.com/office/drawing/2014/chart" uri="{C3380CC4-5D6E-409C-BE32-E72D297353CC}">
              <c16:uniqueId val="{00000001-9FA8-49D5-9E83-FD13D68FC362}"/>
            </c:ext>
          </c:extLst>
        </c:ser>
        <c:ser>
          <c:idx val="2"/>
          <c:order val="2"/>
          <c:tx>
            <c:strRef>
              <c:f>'Sub-Dataset'!$CD$1</c:f>
              <c:strCache>
                <c:ptCount val="1"/>
                <c:pt idx="0">
                  <c:v>Critical</c:v>
                </c:pt>
              </c:strCache>
            </c:strRef>
          </c:tx>
          <c:spPr>
            <a:ln w="19050" cap="rnd">
              <a:noFill/>
              <a:round/>
            </a:ln>
            <a:effectLst/>
          </c:spPr>
          <c:marker>
            <c:symbol val="circle"/>
            <c:size val="3"/>
            <c:spPr>
              <a:solidFill>
                <a:schemeClr val="accent2">
                  <a:lumMod val="75000"/>
                </a:schemeClr>
              </a:solidFill>
              <a:ln w="9525">
                <a:noFill/>
              </a:ln>
              <a:effectLst/>
            </c:spPr>
          </c:marker>
          <c:xVal>
            <c:numRef>
              <c:f>'Sub-Dataset'!$CA$2:$CA$974</c:f>
              <c:numCache>
                <c:formatCode>General</c:formatCode>
                <c:ptCount val="973"/>
                <c:pt idx="0">
                  <c:v>54</c:v>
                </c:pt>
                <c:pt idx="1">
                  <c:v>69</c:v>
                </c:pt>
                <c:pt idx="2">
                  <c:v>53</c:v>
                </c:pt>
                <c:pt idx="3">
                  <c:v>68</c:v>
                </c:pt>
                <c:pt idx="4">
                  <c:v>61</c:v>
                </c:pt>
                <c:pt idx="5">
                  <c:v>67</c:v>
                </c:pt>
                <c:pt idx="6">
                  <c:v>54</c:v>
                </c:pt>
                <c:pt idx="7">
                  <c:v>67</c:v>
                </c:pt>
                <c:pt idx="8">
                  <c:v>63</c:v>
                </c:pt>
                <c:pt idx="9">
                  <c:v>54</c:v>
                </c:pt>
                <c:pt idx="10">
                  <c:v>68</c:v>
                </c:pt>
                <c:pt idx="11">
                  <c:v>58</c:v>
                </c:pt>
                <c:pt idx="12">
                  <c:v>71</c:v>
                </c:pt>
                <c:pt idx="13">
                  <c:v>72</c:v>
                </c:pt>
                <c:pt idx="14">
                  <c:v>59</c:v>
                </c:pt>
                <c:pt idx="15">
                  <c:v>64</c:v>
                </c:pt>
                <c:pt idx="16">
                  <c:v>69</c:v>
                </c:pt>
                <c:pt idx="17">
                  <c:v>59</c:v>
                </c:pt>
                <c:pt idx="18">
                  <c:v>64</c:v>
                </c:pt>
                <c:pt idx="19">
                  <c:v>59</c:v>
                </c:pt>
                <c:pt idx="20">
                  <c:v>59</c:v>
                </c:pt>
                <c:pt idx="21">
                  <c:v>54</c:v>
                </c:pt>
                <c:pt idx="22">
                  <c:v>64</c:v>
                </c:pt>
                <c:pt idx="23">
                  <c:v>54</c:v>
                </c:pt>
                <c:pt idx="24">
                  <c:v>56</c:v>
                </c:pt>
                <c:pt idx="25">
                  <c:v>61</c:v>
                </c:pt>
                <c:pt idx="26">
                  <c:v>56</c:v>
                </c:pt>
                <c:pt idx="27">
                  <c:v>71</c:v>
                </c:pt>
                <c:pt idx="28">
                  <c:v>59</c:v>
                </c:pt>
                <c:pt idx="29">
                  <c:v>74</c:v>
                </c:pt>
                <c:pt idx="30">
                  <c:v>58</c:v>
                </c:pt>
                <c:pt idx="31">
                  <c:v>70</c:v>
                </c:pt>
                <c:pt idx="32">
                  <c:v>73</c:v>
                </c:pt>
                <c:pt idx="33">
                  <c:v>69</c:v>
                </c:pt>
                <c:pt idx="34">
                  <c:v>51</c:v>
                </c:pt>
                <c:pt idx="35">
                  <c:v>62</c:v>
                </c:pt>
                <c:pt idx="36">
                  <c:v>53</c:v>
                </c:pt>
                <c:pt idx="37">
                  <c:v>62</c:v>
                </c:pt>
                <c:pt idx="38">
                  <c:v>52</c:v>
                </c:pt>
                <c:pt idx="39">
                  <c:v>51</c:v>
                </c:pt>
                <c:pt idx="40">
                  <c:v>64</c:v>
                </c:pt>
                <c:pt idx="41">
                  <c:v>66</c:v>
                </c:pt>
                <c:pt idx="42">
                  <c:v>58</c:v>
                </c:pt>
                <c:pt idx="43">
                  <c:v>56</c:v>
                </c:pt>
                <c:pt idx="44">
                  <c:v>53</c:v>
                </c:pt>
                <c:pt idx="45">
                  <c:v>56</c:v>
                </c:pt>
                <c:pt idx="46">
                  <c:v>63</c:v>
                </c:pt>
                <c:pt idx="47">
                  <c:v>63</c:v>
                </c:pt>
                <c:pt idx="48">
                  <c:v>59</c:v>
                </c:pt>
                <c:pt idx="49">
                  <c:v>56</c:v>
                </c:pt>
                <c:pt idx="50">
                  <c:v>71</c:v>
                </c:pt>
                <c:pt idx="51">
                  <c:v>60</c:v>
                </c:pt>
                <c:pt idx="52">
                  <c:v>66</c:v>
                </c:pt>
                <c:pt idx="53">
                  <c:v>58</c:v>
                </c:pt>
                <c:pt idx="54">
                  <c:v>50</c:v>
                </c:pt>
                <c:pt idx="55">
                  <c:v>64</c:v>
                </c:pt>
                <c:pt idx="56">
                  <c:v>51</c:v>
                </c:pt>
                <c:pt idx="57">
                  <c:v>66</c:v>
                </c:pt>
                <c:pt idx="58">
                  <c:v>50</c:v>
                </c:pt>
                <c:pt idx="59">
                  <c:v>50</c:v>
                </c:pt>
                <c:pt idx="60">
                  <c:v>66</c:v>
                </c:pt>
                <c:pt idx="61">
                  <c:v>50</c:v>
                </c:pt>
                <c:pt idx="62">
                  <c:v>55</c:v>
                </c:pt>
                <c:pt idx="63">
                  <c:v>74</c:v>
                </c:pt>
                <c:pt idx="64">
                  <c:v>50</c:v>
                </c:pt>
                <c:pt idx="65">
                  <c:v>60</c:v>
                </c:pt>
                <c:pt idx="66">
                  <c:v>66</c:v>
                </c:pt>
                <c:pt idx="67">
                  <c:v>61</c:v>
                </c:pt>
                <c:pt idx="68">
                  <c:v>63</c:v>
                </c:pt>
                <c:pt idx="69">
                  <c:v>58</c:v>
                </c:pt>
                <c:pt idx="70">
                  <c:v>59</c:v>
                </c:pt>
                <c:pt idx="71">
                  <c:v>62</c:v>
                </c:pt>
                <c:pt idx="72">
                  <c:v>53</c:v>
                </c:pt>
                <c:pt idx="73">
                  <c:v>74</c:v>
                </c:pt>
                <c:pt idx="74">
                  <c:v>69</c:v>
                </c:pt>
                <c:pt idx="75">
                  <c:v>55</c:v>
                </c:pt>
                <c:pt idx="76">
                  <c:v>63</c:v>
                </c:pt>
                <c:pt idx="77">
                  <c:v>68</c:v>
                </c:pt>
                <c:pt idx="78">
                  <c:v>62</c:v>
                </c:pt>
                <c:pt idx="79">
                  <c:v>72</c:v>
                </c:pt>
                <c:pt idx="80">
                  <c:v>73</c:v>
                </c:pt>
                <c:pt idx="81">
                  <c:v>58</c:v>
                </c:pt>
                <c:pt idx="82">
                  <c:v>62</c:v>
                </c:pt>
                <c:pt idx="83">
                  <c:v>61</c:v>
                </c:pt>
                <c:pt idx="84">
                  <c:v>57</c:v>
                </c:pt>
                <c:pt idx="85">
                  <c:v>74</c:v>
                </c:pt>
                <c:pt idx="86">
                  <c:v>68</c:v>
                </c:pt>
                <c:pt idx="87">
                  <c:v>57</c:v>
                </c:pt>
                <c:pt idx="88">
                  <c:v>67</c:v>
                </c:pt>
                <c:pt idx="89">
                  <c:v>63</c:v>
                </c:pt>
                <c:pt idx="90">
                  <c:v>56</c:v>
                </c:pt>
                <c:pt idx="91">
                  <c:v>65</c:v>
                </c:pt>
                <c:pt idx="92">
                  <c:v>63</c:v>
                </c:pt>
                <c:pt idx="93">
                  <c:v>65</c:v>
                </c:pt>
                <c:pt idx="94">
                  <c:v>66</c:v>
                </c:pt>
                <c:pt idx="95">
                  <c:v>58</c:v>
                </c:pt>
                <c:pt idx="96">
                  <c:v>66</c:v>
                </c:pt>
                <c:pt idx="97">
                  <c:v>61</c:v>
                </c:pt>
                <c:pt idx="98">
                  <c:v>54</c:v>
                </c:pt>
                <c:pt idx="99">
                  <c:v>61</c:v>
                </c:pt>
                <c:pt idx="100">
                  <c:v>60</c:v>
                </c:pt>
                <c:pt idx="101">
                  <c:v>61</c:v>
                </c:pt>
                <c:pt idx="102">
                  <c:v>52</c:v>
                </c:pt>
                <c:pt idx="103">
                  <c:v>73</c:v>
                </c:pt>
                <c:pt idx="104">
                  <c:v>50</c:v>
                </c:pt>
                <c:pt idx="105">
                  <c:v>52</c:v>
                </c:pt>
                <c:pt idx="106">
                  <c:v>74</c:v>
                </c:pt>
                <c:pt idx="107">
                  <c:v>50</c:v>
                </c:pt>
                <c:pt idx="108">
                  <c:v>63</c:v>
                </c:pt>
                <c:pt idx="109">
                  <c:v>58</c:v>
                </c:pt>
                <c:pt idx="110">
                  <c:v>72</c:v>
                </c:pt>
                <c:pt idx="111">
                  <c:v>53</c:v>
                </c:pt>
                <c:pt idx="112">
                  <c:v>54</c:v>
                </c:pt>
                <c:pt idx="113">
                  <c:v>70</c:v>
                </c:pt>
                <c:pt idx="114">
                  <c:v>52</c:v>
                </c:pt>
                <c:pt idx="115">
                  <c:v>73</c:v>
                </c:pt>
                <c:pt idx="116">
                  <c:v>69</c:v>
                </c:pt>
                <c:pt idx="117">
                  <c:v>71</c:v>
                </c:pt>
                <c:pt idx="118">
                  <c:v>50</c:v>
                </c:pt>
                <c:pt idx="119">
                  <c:v>63</c:v>
                </c:pt>
                <c:pt idx="120">
                  <c:v>62</c:v>
                </c:pt>
                <c:pt idx="121">
                  <c:v>72</c:v>
                </c:pt>
                <c:pt idx="122">
                  <c:v>62</c:v>
                </c:pt>
                <c:pt idx="123">
                  <c:v>62</c:v>
                </c:pt>
                <c:pt idx="124">
                  <c:v>52</c:v>
                </c:pt>
                <c:pt idx="125">
                  <c:v>56</c:v>
                </c:pt>
                <c:pt idx="126">
                  <c:v>62</c:v>
                </c:pt>
                <c:pt idx="127">
                  <c:v>56</c:v>
                </c:pt>
                <c:pt idx="128">
                  <c:v>54</c:v>
                </c:pt>
                <c:pt idx="129">
                  <c:v>50</c:v>
                </c:pt>
                <c:pt idx="130">
                  <c:v>74</c:v>
                </c:pt>
                <c:pt idx="131">
                  <c:v>56</c:v>
                </c:pt>
                <c:pt idx="132">
                  <c:v>69</c:v>
                </c:pt>
                <c:pt idx="133">
                  <c:v>52</c:v>
                </c:pt>
                <c:pt idx="134">
                  <c:v>68</c:v>
                </c:pt>
                <c:pt idx="135">
                  <c:v>59</c:v>
                </c:pt>
                <c:pt idx="136">
                  <c:v>68</c:v>
                </c:pt>
                <c:pt idx="137">
                  <c:v>73</c:v>
                </c:pt>
                <c:pt idx="138">
                  <c:v>50</c:v>
                </c:pt>
                <c:pt idx="139">
                  <c:v>56</c:v>
                </c:pt>
                <c:pt idx="140">
                  <c:v>64</c:v>
                </c:pt>
                <c:pt idx="141">
                  <c:v>74</c:v>
                </c:pt>
                <c:pt idx="142">
                  <c:v>51</c:v>
                </c:pt>
                <c:pt idx="143">
                  <c:v>63</c:v>
                </c:pt>
                <c:pt idx="144">
                  <c:v>59</c:v>
                </c:pt>
                <c:pt idx="145">
                  <c:v>52</c:v>
                </c:pt>
                <c:pt idx="146">
                  <c:v>57</c:v>
                </c:pt>
                <c:pt idx="147">
                  <c:v>71</c:v>
                </c:pt>
                <c:pt idx="148">
                  <c:v>73</c:v>
                </c:pt>
                <c:pt idx="149">
                  <c:v>52</c:v>
                </c:pt>
                <c:pt idx="150">
                  <c:v>56</c:v>
                </c:pt>
                <c:pt idx="151">
                  <c:v>57</c:v>
                </c:pt>
                <c:pt idx="152">
                  <c:v>74</c:v>
                </c:pt>
                <c:pt idx="153">
                  <c:v>55</c:v>
                </c:pt>
                <c:pt idx="154">
                  <c:v>69</c:v>
                </c:pt>
                <c:pt idx="155">
                  <c:v>58</c:v>
                </c:pt>
                <c:pt idx="156">
                  <c:v>58</c:v>
                </c:pt>
                <c:pt idx="157">
                  <c:v>50</c:v>
                </c:pt>
                <c:pt idx="158">
                  <c:v>50</c:v>
                </c:pt>
                <c:pt idx="159">
                  <c:v>58</c:v>
                </c:pt>
                <c:pt idx="160">
                  <c:v>57</c:v>
                </c:pt>
                <c:pt idx="161">
                  <c:v>67</c:v>
                </c:pt>
                <c:pt idx="162">
                  <c:v>74</c:v>
                </c:pt>
                <c:pt idx="163">
                  <c:v>60</c:v>
                </c:pt>
                <c:pt idx="164">
                  <c:v>70</c:v>
                </c:pt>
                <c:pt idx="165">
                  <c:v>61</c:v>
                </c:pt>
                <c:pt idx="166">
                  <c:v>52</c:v>
                </c:pt>
                <c:pt idx="167">
                  <c:v>71</c:v>
                </c:pt>
                <c:pt idx="168">
                  <c:v>67</c:v>
                </c:pt>
                <c:pt idx="169">
                  <c:v>55</c:v>
                </c:pt>
                <c:pt idx="170">
                  <c:v>68</c:v>
                </c:pt>
                <c:pt idx="171">
                  <c:v>69</c:v>
                </c:pt>
                <c:pt idx="172">
                  <c:v>67</c:v>
                </c:pt>
                <c:pt idx="173">
                  <c:v>50</c:v>
                </c:pt>
                <c:pt idx="174">
                  <c:v>65</c:v>
                </c:pt>
                <c:pt idx="175">
                  <c:v>53</c:v>
                </c:pt>
                <c:pt idx="176">
                  <c:v>72</c:v>
                </c:pt>
                <c:pt idx="177">
                  <c:v>71</c:v>
                </c:pt>
                <c:pt idx="178">
                  <c:v>67</c:v>
                </c:pt>
                <c:pt idx="179">
                  <c:v>56</c:v>
                </c:pt>
                <c:pt idx="180">
                  <c:v>50</c:v>
                </c:pt>
                <c:pt idx="181">
                  <c:v>63</c:v>
                </c:pt>
                <c:pt idx="182">
                  <c:v>55</c:v>
                </c:pt>
                <c:pt idx="183">
                  <c:v>72</c:v>
                </c:pt>
                <c:pt idx="184">
                  <c:v>62</c:v>
                </c:pt>
                <c:pt idx="185">
                  <c:v>60</c:v>
                </c:pt>
                <c:pt idx="186">
                  <c:v>54</c:v>
                </c:pt>
                <c:pt idx="187">
                  <c:v>66</c:v>
                </c:pt>
                <c:pt idx="188">
                  <c:v>63</c:v>
                </c:pt>
                <c:pt idx="189">
                  <c:v>53</c:v>
                </c:pt>
                <c:pt idx="190">
                  <c:v>73</c:v>
                </c:pt>
                <c:pt idx="191">
                  <c:v>73</c:v>
                </c:pt>
                <c:pt idx="192">
                  <c:v>55</c:v>
                </c:pt>
                <c:pt idx="193">
                  <c:v>71</c:v>
                </c:pt>
                <c:pt idx="194">
                  <c:v>59</c:v>
                </c:pt>
                <c:pt idx="195">
                  <c:v>69</c:v>
                </c:pt>
                <c:pt idx="196">
                  <c:v>65</c:v>
                </c:pt>
                <c:pt idx="197">
                  <c:v>64</c:v>
                </c:pt>
                <c:pt idx="198">
                  <c:v>52</c:v>
                </c:pt>
                <c:pt idx="199">
                  <c:v>71</c:v>
                </c:pt>
                <c:pt idx="200">
                  <c:v>62</c:v>
                </c:pt>
                <c:pt idx="201">
                  <c:v>66</c:v>
                </c:pt>
                <c:pt idx="202">
                  <c:v>62</c:v>
                </c:pt>
                <c:pt idx="203">
                  <c:v>59</c:v>
                </c:pt>
                <c:pt idx="204">
                  <c:v>63</c:v>
                </c:pt>
                <c:pt idx="205">
                  <c:v>50</c:v>
                </c:pt>
                <c:pt idx="206">
                  <c:v>51</c:v>
                </c:pt>
                <c:pt idx="207">
                  <c:v>66</c:v>
                </c:pt>
                <c:pt idx="208">
                  <c:v>72</c:v>
                </c:pt>
                <c:pt idx="209">
                  <c:v>58</c:v>
                </c:pt>
                <c:pt idx="210">
                  <c:v>50</c:v>
                </c:pt>
                <c:pt idx="211">
                  <c:v>68</c:v>
                </c:pt>
                <c:pt idx="212">
                  <c:v>60</c:v>
                </c:pt>
                <c:pt idx="213">
                  <c:v>74</c:v>
                </c:pt>
                <c:pt idx="214">
                  <c:v>74</c:v>
                </c:pt>
                <c:pt idx="215">
                  <c:v>60</c:v>
                </c:pt>
                <c:pt idx="216">
                  <c:v>50</c:v>
                </c:pt>
                <c:pt idx="217">
                  <c:v>50</c:v>
                </c:pt>
                <c:pt idx="218">
                  <c:v>68</c:v>
                </c:pt>
                <c:pt idx="219">
                  <c:v>73</c:v>
                </c:pt>
                <c:pt idx="220">
                  <c:v>74</c:v>
                </c:pt>
                <c:pt idx="221">
                  <c:v>52</c:v>
                </c:pt>
                <c:pt idx="222">
                  <c:v>67</c:v>
                </c:pt>
                <c:pt idx="223">
                  <c:v>73</c:v>
                </c:pt>
                <c:pt idx="224">
                  <c:v>62</c:v>
                </c:pt>
                <c:pt idx="225">
                  <c:v>63</c:v>
                </c:pt>
                <c:pt idx="226">
                  <c:v>52</c:v>
                </c:pt>
                <c:pt idx="227">
                  <c:v>74</c:v>
                </c:pt>
                <c:pt idx="228">
                  <c:v>50</c:v>
                </c:pt>
                <c:pt idx="229">
                  <c:v>55</c:v>
                </c:pt>
                <c:pt idx="230">
                  <c:v>71</c:v>
                </c:pt>
                <c:pt idx="231">
                  <c:v>74</c:v>
                </c:pt>
                <c:pt idx="232">
                  <c:v>50</c:v>
                </c:pt>
                <c:pt idx="233">
                  <c:v>54</c:v>
                </c:pt>
                <c:pt idx="234">
                  <c:v>51</c:v>
                </c:pt>
                <c:pt idx="235">
                  <c:v>56</c:v>
                </c:pt>
                <c:pt idx="236">
                  <c:v>69</c:v>
                </c:pt>
                <c:pt idx="237">
                  <c:v>71</c:v>
                </c:pt>
                <c:pt idx="238">
                  <c:v>52</c:v>
                </c:pt>
                <c:pt idx="239">
                  <c:v>53</c:v>
                </c:pt>
                <c:pt idx="240">
                  <c:v>70</c:v>
                </c:pt>
                <c:pt idx="241">
                  <c:v>66</c:v>
                </c:pt>
                <c:pt idx="242">
                  <c:v>65</c:v>
                </c:pt>
                <c:pt idx="243">
                  <c:v>54</c:v>
                </c:pt>
                <c:pt idx="244">
                  <c:v>63</c:v>
                </c:pt>
                <c:pt idx="245">
                  <c:v>64</c:v>
                </c:pt>
                <c:pt idx="246">
                  <c:v>54</c:v>
                </c:pt>
                <c:pt idx="247">
                  <c:v>72</c:v>
                </c:pt>
                <c:pt idx="248">
                  <c:v>54</c:v>
                </c:pt>
                <c:pt idx="249">
                  <c:v>66</c:v>
                </c:pt>
                <c:pt idx="250">
                  <c:v>63</c:v>
                </c:pt>
                <c:pt idx="251">
                  <c:v>71</c:v>
                </c:pt>
                <c:pt idx="252">
                  <c:v>69</c:v>
                </c:pt>
                <c:pt idx="253">
                  <c:v>73</c:v>
                </c:pt>
                <c:pt idx="254">
                  <c:v>50</c:v>
                </c:pt>
                <c:pt idx="255">
                  <c:v>57</c:v>
                </c:pt>
                <c:pt idx="256">
                  <c:v>67</c:v>
                </c:pt>
                <c:pt idx="257">
                  <c:v>73</c:v>
                </c:pt>
                <c:pt idx="258">
                  <c:v>59</c:v>
                </c:pt>
                <c:pt idx="259">
                  <c:v>74</c:v>
                </c:pt>
                <c:pt idx="260">
                  <c:v>73</c:v>
                </c:pt>
                <c:pt idx="261">
                  <c:v>67</c:v>
                </c:pt>
                <c:pt idx="262">
                  <c:v>64</c:v>
                </c:pt>
                <c:pt idx="263">
                  <c:v>62</c:v>
                </c:pt>
                <c:pt idx="264">
                  <c:v>59</c:v>
                </c:pt>
                <c:pt idx="265">
                  <c:v>66</c:v>
                </c:pt>
                <c:pt idx="266">
                  <c:v>73</c:v>
                </c:pt>
                <c:pt idx="267">
                  <c:v>68</c:v>
                </c:pt>
                <c:pt idx="268">
                  <c:v>52</c:v>
                </c:pt>
                <c:pt idx="269">
                  <c:v>61</c:v>
                </c:pt>
                <c:pt idx="270">
                  <c:v>66</c:v>
                </c:pt>
                <c:pt idx="271">
                  <c:v>65</c:v>
                </c:pt>
                <c:pt idx="272">
                  <c:v>68</c:v>
                </c:pt>
                <c:pt idx="273">
                  <c:v>54</c:v>
                </c:pt>
                <c:pt idx="274">
                  <c:v>52</c:v>
                </c:pt>
                <c:pt idx="275">
                  <c:v>50</c:v>
                </c:pt>
                <c:pt idx="276">
                  <c:v>64</c:v>
                </c:pt>
                <c:pt idx="277">
                  <c:v>55</c:v>
                </c:pt>
                <c:pt idx="278">
                  <c:v>74</c:v>
                </c:pt>
                <c:pt idx="279">
                  <c:v>54</c:v>
                </c:pt>
                <c:pt idx="280">
                  <c:v>64</c:v>
                </c:pt>
                <c:pt idx="281">
                  <c:v>50</c:v>
                </c:pt>
                <c:pt idx="282">
                  <c:v>52</c:v>
                </c:pt>
                <c:pt idx="283">
                  <c:v>56</c:v>
                </c:pt>
                <c:pt idx="284">
                  <c:v>59</c:v>
                </c:pt>
                <c:pt idx="285">
                  <c:v>53</c:v>
                </c:pt>
                <c:pt idx="286">
                  <c:v>52</c:v>
                </c:pt>
                <c:pt idx="287">
                  <c:v>55</c:v>
                </c:pt>
                <c:pt idx="288">
                  <c:v>50</c:v>
                </c:pt>
                <c:pt idx="289">
                  <c:v>61</c:v>
                </c:pt>
                <c:pt idx="290">
                  <c:v>64</c:v>
                </c:pt>
                <c:pt idx="291">
                  <c:v>56</c:v>
                </c:pt>
                <c:pt idx="292">
                  <c:v>69</c:v>
                </c:pt>
                <c:pt idx="293">
                  <c:v>50</c:v>
                </c:pt>
                <c:pt idx="294">
                  <c:v>65</c:v>
                </c:pt>
                <c:pt idx="295">
                  <c:v>71</c:v>
                </c:pt>
                <c:pt idx="296">
                  <c:v>51</c:v>
                </c:pt>
                <c:pt idx="297">
                  <c:v>66</c:v>
                </c:pt>
                <c:pt idx="298">
                  <c:v>70</c:v>
                </c:pt>
                <c:pt idx="299">
                  <c:v>66</c:v>
                </c:pt>
                <c:pt idx="300">
                  <c:v>58</c:v>
                </c:pt>
                <c:pt idx="301">
                  <c:v>64</c:v>
                </c:pt>
                <c:pt idx="302">
                  <c:v>68</c:v>
                </c:pt>
                <c:pt idx="303">
                  <c:v>69</c:v>
                </c:pt>
                <c:pt idx="304">
                  <c:v>54</c:v>
                </c:pt>
                <c:pt idx="305">
                  <c:v>63</c:v>
                </c:pt>
                <c:pt idx="306">
                  <c:v>60</c:v>
                </c:pt>
                <c:pt idx="307">
                  <c:v>58</c:v>
                </c:pt>
                <c:pt idx="308">
                  <c:v>61</c:v>
                </c:pt>
                <c:pt idx="309">
                  <c:v>65</c:v>
                </c:pt>
                <c:pt idx="310">
                  <c:v>60</c:v>
                </c:pt>
                <c:pt idx="311">
                  <c:v>70</c:v>
                </c:pt>
                <c:pt idx="312">
                  <c:v>61</c:v>
                </c:pt>
                <c:pt idx="313">
                  <c:v>64</c:v>
                </c:pt>
                <c:pt idx="314">
                  <c:v>66</c:v>
                </c:pt>
                <c:pt idx="315">
                  <c:v>70</c:v>
                </c:pt>
                <c:pt idx="316">
                  <c:v>56</c:v>
                </c:pt>
                <c:pt idx="317">
                  <c:v>71</c:v>
                </c:pt>
                <c:pt idx="318">
                  <c:v>72</c:v>
                </c:pt>
                <c:pt idx="319">
                  <c:v>55</c:v>
                </c:pt>
                <c:pt idx="320">
                  <c:v>68</c:v>
                </c:pt>
                <c:pt idx="321">
                  <c:v>74</c:v>
                </c:pt>
                <c:pt idx="322">
                  <c:v>61</c:v>
                </c:pt>
                <c:pt idx="323">
                  <c:v>74</c:v>
                </c:pt>
                <c:pt idx="324">
                  <c:v>55</c:v>
                </c:pt>
                <c:pt idx="325">
                  <c:v>74</c:v>
                </c:pt>
                <c:pt idx="326">
                  <c:v>74</c:v>
                </c:pt>
                <c:pt idx="327">
                  <c:v>53</c:v>
                </c:pt>
                <c:pt idx="328">
                  <c:v>71</c:v>
                </c:pt>
                <c:pt idx="329">
                  <c:v>51</c:v>
                </c:pt>
                <c:pt idx="330">
                  <c:v>65</c:v>
                </c:pt>
                <c:pt idx="331">
                  <c:v>60</c:v>
                </c:pt>
                <c:pt idx="332">
                  <c:v>73</c:v>
                </c:pt>
                <c:pt idx="333">
                  <c:v>67</c:v>
                </c:pt>
                <c:pt idx="334">
                  <c:v>50</c:v>
                </c:pt>
                <c:pt idx="335">
                  <c:v>74</c:v>
                </c:pt>
                <c:pt idx="336">
                  <c:v>64</c:v>
                </c:pt>
                <c:pt idx="337">
                  <c:v>56</c:v>
                </c:pt>
                <c:pt idx="338">
                  <c:v>64</c:v>
                </c:pt>
                <c:pt idx="339">
                  <c:v>65</c:v>
                </c:pt>
                <c:pt idx="340">
                  <c:v>71</c:v>
                </c:pt>
                <c:pt idx="341">
                  <c:v>53</c:v>
                </c:pt>
                <c:pt idx="342">
                  <c:v>56</c:v>
                </c:pt>
                <c:pt idx="343">
                  <c:v>65</c:v>
                </c:pt>
                <c:pt idx="344">
                  <c:v>67</c:v>
                </c:pt>
                <c:pt idx="345">
                  <c:v>67</c:v>
                </c:pt>
                <c:pt idx="346">
                  <c:v>66</c:v>
                </c:pt>
                <c:pt idx="347">
                  <c:v>61</c:v>
                </c:pt>
                <c:pt idx="348">
                  <c:v>70</c:v>
                </c:pt>
                <c:pt idx="349">
                  <c:v>52</c:v>
                </c:pt>
                <c:pt idx="350">
                  <c:v>59</c:v>
                </c:pt>
                <c:pt idx="351">
                  <c:v>51</c:v>
                </c:pt>
                <c:pt idx="352">
                  <c:v>67</c:v>
                </c:pt>
                <c:pt idx="353">
                  <c:v>72</c:v>
                </c:pt>
                <c:pt idx="354">
                  <c:v>67</c:v>
                </c:pt>
                <c:pt idx="355">
                  <c:v>73</c:v>
                </c:pt>
                <c:pt idx="356">
                  <c:v>69</c:v>
                </c:pt>
                <c:pt idx="357">
                  <c:v>52</c:v>
                </c:pt>
                <c:pt idx="358">
                  <c:v>57</c:v>
                </c:pt>
                <c:pt idx="359">
                  <c:v>62</c:v>
                </c:pt>
                <c:pt idx="360">
                  <c:v>67</c:v>
                </c:pt>
                <c:pt idx="361">
                  <c:v>65</c:v>
                </c:pt>
                <c:pt idx="362">
                  <c:v>60</c:v>
                </c:pt>
                <c:pt idx="363">
                  <c:v>63</c:v>
                </c:pt>
                <c:pt idx="364">
                  <c:v>66</c:v>
                </c:pt>
                <c:pt idx="365">
                  <c:v>60</c:v>
                </c:pt>
                <c:pt idx="366">
                  <c:v>70</c:v>
                </c:pt>
                <c:pt idx="367">
                  <c:v>53</c:v>
                </c:pt>
                <c:pt idx="368">
                  <c:v>65</c:v>
                </c:pt>
                <c:pt idx="369">
                  <c:v>52</c:v>
                </c:pt>
                <c:pt idx="370">
                  <c:v>67</c:v>
                </c:pt>
                <c:pt idx="371">
                  <c:v>60</c:v>
                </c:pt>
                <c:pt idx="372">
                  <c:v>59</c:v>
                </c:pt>
                <c:pt idx="373">
                  <c:v>64</c:v>
                </c:pt>
                <c:pt idx="374">
                  <c:v>52</c:v>
                </c:pt>
                <c:pt idx="375">
                  <c:v>68</c:v>
                </c:pt>
                <c:pt idx="376">
                  <c:v>50</c:v>
                </c:pt>
                <c:pt idx="377">
                  <c:v>56</c:v>
                </c:pt>
                <c:pt idx="378">
                  <c:v>69</c:v>
                </c:pt>
                <c:pt idx="379">
                  <c:v>62</c:v>
                </c:pt>
                <c:pt idx="380">
                  <c:v>57</c:v>
                </c:pt>
                <c:pt idx="381">
                  <c:v>64</c:v>
                </c:pt>
                <c:pt idx="382">
                  <c:v>73</c:v>
                </c:pt>
                <c:pt idx="383">
                  <c:v>62</c:v>
                </c:pt>
                <c:pt idx="384">
                  <c:v>67</c:v>
                </c:pt>
                <c:pt idx="385">
                  <c:v>66</c:v>
                </c:pt>
                <c:pt idx="386">
                  <c:v>70</c:v>
                </c:pt>
                <c:pt idx="387">
                  <c:v>65</c:v>
                </c:pt>
                <c:pt idx="388">
                  <c:v>53</c:v>
                </c:pt>
                <c:pt idx="389">
                  <c:v>65</c:v>
                </c:pt>
                <c:pt idx="390">
                  <c:v>54</c:v>
                </c:pt>
                <c:pt idx="391">
                  <c:v>63</c:v>
                </c:pt>
                <c:pt idx="392">
                  <c:v>65</c:v>
                </c:pt>
                <c:pt idx="393">
                  <c:v>61</c:v>
                </c:pt>
                <c:pt idx="394">
                  <c:v>54</c:v>
                </c:pt>
                <c:pt idx="395">
                  <c:v>66</c:v>
                </c:pt>
                <c:pt idx="396">
                  <c:v>51</c:v>
                </c:pt>
                <c:pt idx="397">
                  <c:v>51</c:v>
                </c:pt>
                <c:pt idx="398">
                  <c:v>71</c:v>
                </c:pt>
                <c:pt idx="399">
                  <c:v>72</c:v>
                </c:pt>
                <c:pt idx="400">
                  <c:v>56</c:v>
                </c:pt>
                <c:pt idx="401">
                  <c:v>57</c:v>
                </c:pt>
                <c:pt idx="402">
                  <c:v>55</c:v>
                </c:pt>
                <c:pt idx="403">
                  <c:v>59</c:v>
                </c:pt>
                <c:pt idx="404">
                  <c:v>58</c:v>
                </c:pt>
                <c:pt idx="405">
                  <c:v>69</c:v>
                </c:pt>
                <c:pt idx="406">
                  <c:v>58</c:v>
                </c:pt>
                <c:pt idx="407">
                  <c:v>50</c:v>
                </c:pt>
                <c:pt idx="408">
                  <c:v>71</c:v>
                </c:pt>
                <c:pt idx="409">
                  <c:v>67</c:v>
                </c:pt>
                <c:pt idx="410">
                  <c:v>60</c:v>
                </c:pt>
                <c:pt idx="411">
                  <c:v>63</c:v>
                </c:pt>
                <c:pt idx="412">
                  <c:v>71</c:v>
                </c:pt>
                <c:pt idx="413">
                  <c:v>73</c:v>
                </c:pt>
                <c:pt idx="414">
                  <c:v>63</c:v>
                </c:pt>
                <c:pt idx="415">
                  <c:v>69</c:v>
                </c:pt>
                <c:pt idx="416">
                  <c:v>54</c:v>
                </c:pt>
                <c:pt idx="417">
                  <c:v>71</c:v>
                </c:pt>
                <c:pt idx="418">
                  <c:v>52</c:v>
                </c:pt>
                <c:pt idx="419">
                  <c:v>54</c:v>
                </c:pt>
                <c:pt idx="420">
                  <c:v>65</c:v>
                </c:pt>
                <c:pt idx="421">
                  <c:v>61</c:v>
                </c:pt>
                <c:pt idx="422">
                  <c:v>66</c:v>
                </c:pt>
                <c:pt idx="423">
                  <c:v>73</c:v>
                </c:pt>
                <c:pt idx="424">
                  <c:v>58</c:v>
                </c:pt>
                <c:pt idx="425">
                  <c:v>73</c:v>
                </c:pt>
                <c:pt idx="426">
                  <c:v>58</c:v>
                </c:pt>
                <c:pt idx="427">
                  <c:v>65</c:v>
                </c:pt>
                <c:pt idx="428">
                  <c:v>58</c:v>
                </c:pt>
                <c:pt idx="429">
                  <c:v>62</c:v>
                </c:pt>
                <c:pt idx="430">
                  <c:v>68</c:v>
                </c:pt>
                <c:pt idx="431">
                  <c:v>54</c:v>
                </c:pt>
                <c:pt idx="432">
                  <c:v>61</c:v>
                </c:pt>
                <c:pt idx="433">
                  <c:v>69</c:v>
                </c:pt>
                <c:pt idx="434">
                  <c:v>68</c:v>
                </c:pt>
                <c:pt idx="435">
                  <c:v>73</c:v>
                </c:pt>
                <c:pt idx="436">
                  <c:v>65</c:v>
                </c:pt>
                <c:pt idx="437">
                  <c:v>69</c:v>
                </c:pt>
                <c:pt idx="438">
                  <c:v>61</c:v>
                </c:pt>
                <c:pt idx="439">
                  <c:v>50</c:v>
                </c:pt>
                <c:pt idx="440">
                  <c:v>74</c:v>
                </c:pt>
                <c:pt idx="441">
                  <c:v>69</c:v>
                </c:pt>
                <c:pt idx="442">
                  <c:v>72</c:v>
                </c:pt>
                <c:pt idx="443">
                  <c:v>53</c:v>
                </c:pt>
                <c:pt idx="444">
                  <c:v>57</c:v>
                </c:pt>
                <c:pt idx="445">
                  <c:v>58</c:v>
                </c:pt>
                <c:pt idx="446">
                  <c:v>62</c:v>
                </c:pt>
                <c:pt idx="447">
                  <c:v>58</c:v>
                </c:pt>
                <c:pt idx="448">
                  <c:v>62</c:v>
                </c:pt>
                <c:pt idx="449">
                  <c:v>71</c:v>
                </c:pt>
                <c:pt idx="450">
                  <c:v>68</c:v>
                </c:pt>
                <c:pt idx="451">
                  <c:v>73</c:v>
                </c:pt>
                <c:pt idx="452">
                  <c:v>61</c:v>
                </c:pt>
                <c:pt idx="453">
                  <c:v>52</c:v>
                </c:pt>
                <c:pt idx="454">
                  <c:v>59</c:v>
                </c:pt>
                <c:pt idx="455">
                  <c:v>59</c:v>
                </c:pt>
                <c:pt idx="456">
                  <c:v>51</c:v>
                </c:pt>
                <c:pt idx="457">
                  <c:v>68</c:v>
                </c:pt>
                <c:pt idx="458">
                  <c:v>74</c:v>
                </c:pt>
                <c:pt idx="459">
                  <c:v>65</c:v>
                </c:pt>
                <c:pt idx="460">
                  <c:v>72</c:v>
                </c:pt>
                <c:pt idx="461">
                  <c:v>52</c:v>
                </c:pt>
                <c:pt idx="462">
                  <c:v>66</c:v>
                </c:pt>
                <c:pt idx="463">
                  <c:v>68</c:v>
                </c:pt>
                <c:pt idx="464">
                  <c:v>60</c:v>
                </c:pt>
                <c:pt idx="465">
                  <c:v>55</c:v>
                </c:pt>
                <c:pt idx="466">
                  <c:v>59</c:v>
                </c:pt>
                <c:pt idx="467">
                  <c:v>68</c:v>
                </c:pt>
                <c:pt idx="468">
                  <c:v>63</c:v>
                </c:pt>
                <c:pt idx="469">
                  <c:v>66</c:v>
                </c:pt>
                <c:pt idx="470">
                  <c:v>70</c:v>
                </c:pt>
                <c:pt idx="471">
                  <c:v>55</c:v>
                </c:pt>
                <c:pt idx="472">
                  <c:v>60</c:v>
                </c:pt>
                <c:pt idx="473">
                  <c:v>72</c:v>
                </c:pt>
                <c:pt idx="474">
                  <c:v>68</c:v>
                </c:pt>
                <c:pt idx="475">
                  <c:v>68</c:v>
                </c:pt>
                <c:pt idx="476">
                  <c:v>59</c:v>
                </c:pt>
                <c:pt idx="477">
                  <c:v>59</c:v>
                </c:pt>
                <c:pt idx="478">
                  <c:v>50</c:v>
                </c:pt>
                <c:pt idx="479">
                  <c:v>51</c:v>
                </c:pt>
                <c:pt idx="480">
                  <c:v>65</c:v>
                </c:pt>
                <c:pt idx="481">
                  <c:v>56</c:v>
                </c:pt>
                <c:pt idx="482">
                  <c:v>67</c:v>
                </c:pt>
                <c:pt idx="483">
                  <c:v>64</c:v>
                </c:pt>
                <c:pt idx="484">
                  <c:v>67</c:v>
                </c:pt>
                <c:pt idx="485">
                  <c:v>68</c:v>
                </c:pt>
                <c:pt idx="486">
                  <c:v>53</c:v>
                </c:pt>
                <c:pt idx="487">
                  <c:v>58</c:v>
                </c:pt>
                <c:pt idx="488">
                  <c:v>52</c:v>
                </c:pt>
                <c:pt idx="489">
                  <c:v>74</c:v>
                </c:pt>
                <c:pt idx="490">
                  <c:v>55</c:v>
                </c:pt>
                <c:pt idx="491">
                  <c:v>74</c:v>
                </c:pt>
                <c:pt idx="492">
                  <c:v>67</c:v>
                </c:pt>
                <c:pt idx="493">
                  <c:v>59</c:v>
                </c:pt>
                <c:pt idx="494">
                  <c:v>74</c:v>
                </c:pt>
                <c:pt idx="495">
                  <c:v>60</c:v>
                </c:pt>
                <c:pt idx="496">
                  <c:v>59</c:v>
                </c:pt>
                <c:pt idx="497">
                  <c:v>72</c:v>
                </c:pt>
                <c:pt idx="498">
                  <c:v>67</c:v>
                </c:pt>
                <c:pt idx="499">
                  <c:v>55</c:v>
                </c:pt>
                <c:pt idx="500">
                  <c:v>58</c:v>
                </c:pt>
                <c:pt idx="501">
                  <c:v>74</c:v>
                </c:pt>
                <c:pt idx="502">
                  <c:v>64</c:v>
                </c:pt>
                <c:pt idx="503">
                  <c:v>71</c:v>
                </c:pt>
                <c:pt idx="504">
                  <c:v>61</c:v>
                </c:pt>
                <c:pt idx="505">
                  <c:v>74</c:v>
                </c:pt>
                <c:pt idx="506">
                  <c:v>52</c:v>
                </c:pt>
                <c:pt idx="507">
                  <c:v>69</c:v>
                </c:pt>
                <c:pt idx="508">
                  <c:v>54</c:v>
                </c:pt>
                <c:pt idx="509">
                  <c:v>69</c:v>
                </c:pt>
                <c:pt idx="510">
                  <c:v>54</c:v>
                </c:pt>
                <c:pt idx="511">
                  <c:v>61</c:v>
                </c:pt>
                <c:pt idx="512">
                  <c:v>66</c:v>
                </c:pt>
                <c:pt idx="513">
                  <c:v>69</c:v>
                </c:pt>
                <c:pt idx="514">
                  <c:v>61</c:v>
                </c:pt>
                <c:pt idx="515">
                  <c:v>63</c:v>
                </c:pt>
                <c:pt idx="516">
                  <c:v>72</c:v>
                </c:pt>
                <c:pt idx="517">
                  <c:v>65</c:v>
                </c:pt>
                <c:pt idx="518">
                  <c:v>58</c:v>
                </c:pt>
                <c:pt idx="519">
                  <c:v>51</c:v>
                </c:pt>
                <c:pt idx="520">
                  <c:v>68</c:v>
                </c:pt>
                <c:pt idx="521">
                  <c:v>61</c:v>
                </c:pt>
                <c:pt idx="522">
                  <c:v>74</c:v>
                </c:pt>
                <c:pt idx="523">
                  <c:v>56</c:v>
                </c:pt>
                <c:pt idx="524">
                  <c:v>72</c:v>
                </c:pt>
                <c:pt idx="525">
                  <c:v>54</c:v>
                </c:pt>
                <c:pt idx="526">
                  <c:v>69</c:v>
                </c:pt>
                <c:pt idx="527">
                  <c:v>70</c:v>
                </c:pt>
                <c:pt idx="528">
                  <c:v>69</c:v>
                </c:pt>
                <c:pt idx="529">
                  <c:v>52</c:v>
                </c:pt>
                <c:pt idx="530">
                  <c:v>56</c:v>
                </c:pt>
                <c:pt idx="531">
                  <c:v>60</c:v>
                </c:pt>
                <c:pt idx="532">
                  <c:v>64</c:v>
                </c:pt>
                <c:pt idx="533">
                  <c:v>62</c:v>
                </c:pt>
                <c:pt idx="534">
                  <c:v>66</c:v>
                </c:pt>
                <c:pt idx="535">
                  <c:v>65</c:v>
                </c:pt>
                <c:pt idx="536">
                  <c:v>66</c:v>
                </c:pt>
                <c:pt idx="537">
                  <c:v>70</c:v>
                </c:pt>
                <c:pt idx="538">
                  <c:v>61</c:v>
                </c:pt>
                <c:pt idx="539">
                  <c:v>53</c:v>
                </c:pt>
                <c:pt idx="540">
                  <c:v>60</c:v>
                </c:pt>
                <c:pt idx="541">
                  <c:v>69</c:v>
                </c:pt>
                <c:pt idx="542">
                  <c:v>70</c:v>
                </c:pt>
                <c:pt idx="543">
                  <c:v>50</c:v>
                </c:pt>
                <c:pt idx="544">
                  <c:v>50</c:v>
                </c:pt>
                <c:pt idx="545">
                  <c:v>50</c:v>
                </c:pt>
                <c:pt idx="546">
                  <c:v>54</c:v>
                </c:pt>
                <c:pt idx="547">
                  <c:v>59</c:v>
                </c:pt>
                <c:pt idx="548">
                  <c:v>67</c:v>
                </c:pt>
                <c:pt idx="549">
                  <c:v>61</c:v>
                </c:pt>
                <c:pt idx="550">
                  <c:v>59</c:v>
                </c:pt>
                <c:pt idx="551">
                  <c:v>65</c:v>
                </c:pt>
                <c:pt idx="552">
                  <c:v>65</c:v>
                </c:pt>
                <c:pt idx="553">
                  <c:v>54</c:v>
                </c:pt>
                <c:pt idx="554">
                  <c:v>58</c:v>
                </c:pt>
                <c:pt idx="555">
                  <c:v>63</c:v>
                </c:pt>
                <c:pt idx="556">
                  <c:v>56</c:v>
                </c:pt>
                <c:pt idx="557">
                  <c:v>64</c:v>
                </c:pt>
                <c:pt idx="558">
                  <c:v>52</c:v>
                </c:pt>
                <c:pt idx="559">
                  <c:v>51</c:v>
                </c:pt>
                <c:pt idx="560">
                  <c:v>62</c:v>
                </c:pt>
                <c:pt idx="561">
                  <c:v>54</c:v>
                </c:pt>
                <c:pt idx="562">
                  <c:v>57</c:v>
                </c:pt>
                <c:pt idx="563">
                  <c:v>59</c:v>
                </c:pt>
                <c:pt idx="564">
                  <c:v>70</c:v>
                </c:pt>
                <c:pt idx="565">
                  <c:v>66</c:v>
                </c:pt>
                <c:pt idx="566">
                  <c:v>59</c:v>
                </c:pt>
                <c:pt idx="567">
                  <c:v>58</c:v>
                </c:pt>
                <c:pt idx="568">
                  <c:v>73</c:v>
                </c:pt>
                <c:pt idx="569">
                  <c:v>70</c:v>
                </c:pt>
                <c:pt idx="570">
                  <c:v>62</c:v>
                </c:pt>
                <c:pt idx="571">
                  <c:v>74</c:v>
                </c:pt>
                <c:pt idx="572">
                  <c:v>60</c:v>
                </c:pt>
                <c:pt idx="573">
                  <c:v>57</c:v>
                </c:pt>
                <c:pt idx="574">
                  <c:v>56</c:v>
                </c:pt>
                <c:pt idx="575">
                  <c:v>72</c:v>
                </c:pt>
                <c:pt idx="576">
                  <c:v>58</c:v>
                </c:pt>
                <c:pt idx="577">
                  <c:v>68</c:v>
                </c:pt>
                <c:pt idx="578">
                  <c:v>66</c:v>
                </c:pt>
                <c:pt idx="579">
                  <c:v>60</c:v>
                </c:pt>
                <c:pt idx="580">
                  <c:v>57</c:v>
                </c:pt>
                <c:pt idx="581">
                  <c:v>52</c:v>
                </c:pt>
                <c:pt idx="582">
                  <c:v>72</c:v>
                </c:pt>
                <c:pt idx="583">
                  <c:v>50</c:v>
                </c:pt>
                <c:pt idx="584">
                  <c:v>64</c:v>
                </c:pt>
                <c:pt idx="585">
                  <c:v>58</c:v>
                </c:pt>
                <c:pt idx="586">
                  <c:v>50</c:v>
                </c:pt>
                <c:pt idx="587">
                  <c:v>54</c:v>
                </c:pt>
                <c:pt idx="588">
                  <c:v>62</c:v>
                </c:pt>
                <c:pt idx="589">
                  <c:v>69</c:v>
                </c:pt>
                <c:pt idx="590">
                  <c:v>52</c:v>
                </c:pt>
                <c:pt idx="591">
                  <c:v>64</c:v>
                </c:pt>
                <c:pt idx="592">
                  <c:v>58</c:v>
                </c:pt>
                <c:pt idx="593">
                  <c:v>59</c:v>
                </c:pt>
                <c:pt idx="594">
                  <c:v>53</c:v>
                </c:pt>
                <c:pt idx="595">
                  <c:v>65</c:v>
                </c:pt>
                <c:pt idx="596">
                  <c:v>58</c:v>
                </c:pt>
                <c:pt idx="597">
                  <c:v>68</c:v>
                </c:pt>
                <c:pt idx="598">
                  <c:v>56</c:v>
                </c:pt>
                <c:pt idx="599">
                  <c:v>63</c:v>
                </c:pt>
                <c:pt idx="600">
                  <c:v>72</c:v>
                </c:pt>
                <c:pt idx="601">
                  <c:v>65</c:v>
                </c:pt>
                <c:pt idx="602">
                  <c:v>55</c:v>
                </c:pt>
                <c:pt idx="603">
                  <c:v>66</c:v>
                </c:pt>
                <c:pt idx="604">
                  <c:v>51</c:v>
                </c:pt>
                <c:pt idx="605">
                  <c:v>62</c:v>
                </c:pt>
                <c:pt idx="606">
                  <c:v>73</c:v>
                </c:pt>
                <c:pt idx="607">
                  <c:v>65</c:v>
                </c:pt>
                <c:pt idx="608">
                  <c:v>74</c:v>
                </c:pt>
                <c:pt idx="609">
                  <c:v>50</c:v>
                </c:pt>
                <c:pt idx="610">
                  <c:v>57</c:v>
                </c:pt>
                <c:pt idx="611">
                  <c:v>68</c:v>
                </c:pt>
                <c:pt idx="612">
                  <c:v>51</c:v>
                </c:pt>
                <c:pt idx="613">
                  <c:v>66</c:v>
                </c:pt>
                <c:pt idx="614">
                  <c:v>71</c:v>
                </c:pt>
                <c:pt idx="615">
                  <c:v>70</c:v>
                </c:pt>
                <c:pt idx="616">
                  <c:v>70</c:v>
                </c:pt>
                <c:pt idx="617">
                  <c:v>60</c:v>
                </c:pt>
                <c:pt idx="618">
                  <c:v>52</c:v>
                </c:pt>
                <c:pt idx="619">
                  <c:v>66</c:v>
                </c:pt>
                <c:pt idx="620">
                  <c:v>53</c:v>
                </c:pt>
                <c:pt idx="621">
                  <c:v>71</c:v>
                </c:pt>
                <c:pt idx="622">
                  <c:v>59</c:v>
                </c:pt>
                <c:pt idx="623">
                  <c:v>50</c:v>
                </c:pt>
                <c:pt idx="624">
                  <c:v>72</c:v>
                </c:pt>
                <c:pt idx="625">
                  <c:v>73</c:v>
                </c:pt>
                <c:pt idx="626">
                  <c:v>66</c:v>
                </c:pt>
                <c:pt idx="627">
                  <c:v>66</c:v>
                </c:pt>
                <c:pt idx="628">
                  <c:v>72</c:v>
                </c:pt>
                <c:pt idx="629">
                  <c:v>61</c:v>
                </c:pt>
                <c:pt idx="630">
                  <c:v>67</c:v>
                </c:pt>
                <c:pt idx="631">
                  <c:v>71</c:v>
                </c:pt>
                <c:pt idx="632">
                  <c:v>70</c:v>
                </c:pt>
                <c:pt idx="633">
                  <c:v>55</c:v>
                </c:pt>
                <c:pt idx="634">
                  <c:v>58</c:v>
                </c:pt>
                <c:pt idx="635">
                  <c:v>72</c:v>
                </c:pt>
                <c:pt idx="636">
                  <c:v>56</c:v>
                </c:pt>
                <c:pt idx="637">
                  <c:v>55</c:v>
                </c:pt>
                <c:pt idx="638">
                  <c:v>73</c:v>
                </c:pt>
                <c:pt idx="639">
                  <c:v>69</c:v>
                </c:pt>
                <c:pt idx="640">
                  <c:v>53</c:v>
                </c:pt>
                <c:pt idx="641">
                  <c:v>51</c:v>
                </c:pt>
                <c:pt idx="642">
                  <c:v>74</c:v>
                </c:pt>
                <c:pt idx="643">
                  <c:v>60</c:v>
                </c:pt>
                <c:pt idx="644">
                  <c:v>50</c:v>
                </c:pt>
                <c:pt idx="645">
                  <c:v>57</c:v>
                </c:pt>
                <c:pt idx="646">
                  <c:v>54</c:v>
                </c:pt>
                <c:pt idx="647">
                  <c:v>69</c:v>
                </c:pt>
                <c:pt idx="648">
                  <c:v>69</c:v>
                </c:pt>
                <c:pt idx="649">
                  <c:v>50</c:v>
                </c:pt>
                <c:pt idx="650">
                  <c:v>65</c:v>
                </c:pt>
                <c:pt idx="651">
                  <c:v>71</c:v>
                </c:pt>
                <c:pt idx="652">
                  <c:v>66</c:v>
                </c:pt>
                <c:pt idx="653">
                  <c:v>58</c:v>
                </c:pt>
                <c:pt idx="654">
                  <c:v>52</c:v>
                </c:pt>
                <c:pt idx="655">
                  <c:v>61</c:v>
                </c:pt>
                <c:pt idx="656">
                  <c:v>53</c:v>
                </c:pt>
                <c:pt idx="657">
                  <c:v>67</c:v>
                </c:pt>
                <c:pt idx="658">
                  <c:v>60</c:v>
                </c:pt>
                <c:pt idx="659">
                  <c:v>68</c:v>
                </c:pt>
                <c:pt idx="660">
                  <c:v>74</c:v>
                </c:pt>
                <c:pt idx="661">
                  <c:v>62</c:v>
                </c:pt>
                <c:pt idx="662">
                  <c:v>53</c:v>
                </c:pt>
                <c:pt idx="663">
                  <c:v>53</c:v>
                </c:pt>
                <c:pt idx="664">
                  <c:v>67</c:v>
                </c:pt>
                <c:pt idx="665">
                  <c:v>70</c:v>
                </c:pt>
                <c:pt idx="666">
                  <c:v>58</c:v>
                </c:pt>
                <c:pt idx="667">
                  <c:v>67</c:v>
                </c:pt>
                <c:pt idx="668">
                  <c:v>72</c:v>
                </c:pt>
                <c:pt idx="669">
                  <c:v>63</c:v>
                </c:pt>
                <c:pt idx="670">
                  <c:v>72</c:v>
                </c:pt>
                <c:pt idx="671">
                  <c:v>68</c:v>
                </c:pt>
                <c:pt idx="672">
                  <c:v>70</c:v>
                </c:pt>
                <c:pt idx="673">
                  <c:v>65</c:v>
                </c:pt>
                <c:pt idx="674">
                  <c:v>51</c:v>
                </c:pt>
                <c:pt idx="675">
                  <c:v>50</c:v>
                </c:pt>
                <c:pt idx="676">
                  <c:v>67</c:v>
                </c:pt>
                <c:pt idx="677">
                  <c:v>52</c:v>
                </c:pt>
                <c:pt idx="678">
                  <c:v>60</c:v>
                </c:pt>
                <c:pt idx="679">
                  <c:v>60</c:v>
                </c:pt>
                <c:pt idx="680">
                  <c:v>55</c:v>
                </c:pt>
                <c:pt idx="681">
                  <c:v>67</c:v>
                </c:pt>
                <c:pt idx="682">
                  <c:v>72</c:v>
                </c:pt>
                <c:pt idx="683">
                  <c:v>70</c:v>
                </c:pt>
                <c:pt idx="684">
                  <c:v>68</c:v>
                </c:pt>
                <c:pt idx="685">
                  <c:v>66</c:v>
                </c:pt>
                <c:pt idx="686">
                  <c:v>70</c:v>
                </c:pt>
                <c:pt idx="687">
                  <c:v>68</c:v>
                </c:pt>
                <c:pt idx="688">
                  <c:v>64</c:v>
                </c:pt>
                <c:pt idx="689">
                  <c:v>60</c:v>
                </c:pt>
                <c:pt idx="690">
                  <c:v>66</c:v>
                </c:pt>
                <c:pt idx="691">
                  <c:v>68</c:v>
                </c:pt>
                <c:pt idx="692">
                  <c:v>50</c:v>
                </c:pt>
                <c:pt idx="693">
                  <c:v>53</c:v>
                </c:pt>
                <c:pt idx="694">
                  <c:v>74</c:v>
                </c:pt>
                <c:pt idx="695">
                  <c:v>71</c:v>
                </c:pt>
                <c:pt idx="696">
                  <c:v>54</c:v>
                </c:pt>
                <c:pt idx="697">
                  <c:v>54</c:v>
                </c:pt>
                <c:pt idx="698">
                  <c:v>50</c:v>
                </c:pt>
                <c:pt idx="699">
                  <c:v>65</c:v>
                </c:pt>
                <c:pt idx="700">
                  <c:v>73</c:v>
                </c:pt>
                <c:pt idx="701">
                  <c:v>53</c:v>
                </c:pt>
                <c:pt idx="702">
                  <c:v>73</c:v>
                </c:pt>
                <c:pt idx="703">
                  <c:v>53</c:v>
                </c:pt>
                <c:pt idx="704">
                  <c:v>71</c:v>
                </c:pt>
                <c:pt idx="705">
                  <c:v>60</c:v>
                </c:pt>
                <c:pt idx="706">
                  <c:v>62</c:v>
                </c:pt>
                <c:pt idx="707">
                  <c:v>53</c:v>
                </c:pt>
                <c:pt idx="708">
                  <c:v>53</c:v>
                </c:pt>
                <c:pt idx="709">
                  <c:v>51</c:v>
                </c:pt>
                <c:pt idx="710">
                  <c:v>72</c:v>
                </c:pt>
                <c:pt idx="711">
                  <c:v>67</c:v>
                </c:pt>
                <c:pt idx="712">
                  <c:v>73</c:v>
                </c:pt>
                <c:pt idx="713">
                  <c:v>66</c:v>
                </c:pt>
                <c:pt idx="714">
                  <c:v>66</c:v>
                </c:pt>
                <c:pt idx="715">
                  <c:v>50</c:v>
                </c:pt>
                <c:pt idx="716">
                  <c:v>62</c:v>
                </c:pt>
                <c:pt idx="717">
                  <c:v>56</c:v>
                </c:pt>
                <c:pt idx="718">
                  <c:v>58</c:v>
                </c:pt>
                <c:pt idx="719">
                  <c:v>54</c:v>
                </c:pt>
                <c:pt idx="720">
                  <c:v>65</c:v>
                </c:pt>
                <c:pt idx="721">
                  <c:v>73</c:v>
                </c:pt>
                <c:pt idx="722">
                  <c:v>60</c:v>
                </c:pt>
                <c:pt idx="723">
                  <c:v>62</c:v>
                </c:pt>
                <c:pt idx="724">
                  <c:v>74</c:v>
                </c:pt>
                <c:pt idx="725">
                  <c:v>55</c:v>
                </c:pt>
                <c:pt idx="726">
                  <c:v>61</c:v>
                </c:pt>
                <c:pt idx="727">
                  <c:v>53</c:v>
                </c:pt>
                <c:pt idx="728">
                  <c:v>58</c:v>
                </c:pt>
                <c:pt idx="729">
                  <c:v>66</c:v>
                </c:pt>
                <c:pt idx="730">
                  <c:v>52</c:v>
                </c:pt>
                <c:pt idx="731">
                  <c:v>67</c:v>
                </c:pt>
                <c:pt idx="732">
                  <c:v>50</c:v>
                </c:pt>
                <c:pt idx="733">
                  <c:v>61</c:v>
                </c:pt>
                <c:pt idx="734">
                  <c:v>69</c:v>
                </c:pt>
                <c:pt idx="735">
                  <c:v>58</c:v>
                </c:pt>
                <c:pt idx="736">
                  <c:v>73</c:v>
                </c:pt>
                <c:pt idx="737">
                  <c:v>62</c:v>
                </c:pt>
                <c:pt idx="738">
                  <c:v>64</c:v>
                </c:pt>
                <c:pt idx="739">
                  <c:v>58</c:v>
                </c:pt>
                <c:pt idx="740">
                  <c:v>72</c:v>
                </c:pt>
                <c:pt idx="741">
                  <c:v>50</c:v>
                </c:pt>
                <c:pt idx="742">
                  <c:v>67</c:v>
                </c:pt>
                <c:pt idx="743">
                  <c:v>65</c:v>
                </c:pt>
                <c:pt idx="744">
                  <c:v>63</c:v>
                </c:pt>
                <c:pt idx="745">
                  <c:v>51</c:v>
                </c:pt>
                <c:pt idx="746">
                  <c:v>55</c:v>
                </c:pt>
                <c:pt idx="747">
                  <c:v>70</c:v>
                </c:pt>
                <c:pt idx="748">
                  <c:v>62</c:v>
                </c:pt>
                <c:pt idx="749">
                  <c:v>73</c:v>
                </c:pt>
                <c:pt idx="750">
                  <c:v>59</c:v>
                </c:pt>
                <c:pt idx="751">
                  <c:v>58</c:v>
                </c:pt>
                <c:pt idx="752">
                  <c:v>56</c:v>
                </c:pt>
                <c:pt idx="753">
                  <c:v>68</c:v>
                </c:pt>
                <c:pt idx="754">
                  <c:v>72</c:v>
                </c:pt>
                <c:pt idx="755">
                  <c:v>73</c:v>
                </c:pt>
                <c:pt idx="756">
                  <c:v>62</c:v>
                </c:pt>
                <c:pt idx="757">
                  <c:v>64</c:v>
                </c:pt>
                <c:pt idx="758">
                  <c:v>70</c:v>
                </c:pt>
                <c:pt idx="759">
                  <c:v>51</c:v>
                </c:pt>
                <c:pt idx="760">
                  <c:v>67</c:v>
                </c:pt>
                <c:pt idx="761">
                  <c:v>60</c:v>
                </c:pt>
                <c:pt idx="762">
                  <c:v>61</c:v>
                </c:pt>
                <c:pt idx="763">
                  <c:v>58</c:v>
                </c:pt>
                <c:pt idx="764">
                  <c:v>69</c:v>
                </c:pt>
                <c:pt idx="765">
                  <c:v>64</c:v>
                </c:pt>
                <c:pt idx="766">
                  <c:v>56</c:v>
                </c:pt>
                <c:pt idx="767">
                  <c:v>74</c:v>
                </c:pt>
                <c:pt idx="768">
                  <c:v>71</c:v>
                </c:pt>
                <c:pt idx="769">
                  <c:v>63</c:v>
                </c:pt>
                <c:pt idx="770">
                  <c:v>65</c:v>
                </c:pt>
                <c:pt idx="771">
                  <c:v>54</c:v>
                </c:pt>
                <c:pt idx="772">
                  <c:v>52</c:v>
                </c:pt>
                <c:pt idx="773">
                  <c:v>54</c:v>
                </c:pt>
                <c:pt idx="774">
                  <c:v>67</c:v>
                </c:pt>
                <c:pt idx="775">
                  <c:v>54</c:v>
                </c:pt>
                <c:pt idx="776">
                  <c:v>67</c:v>
                </c:pt>
                <c:pt idx="777">
                  <c:v>65</c:v>
                </c:pt>
                <c:pt idx="778">
                  <c:v>74</c:v>
                </c:pt>
                <c:pt idx="779">
                  <c:v>53</c:v>
                </c:pt>
                <c:pt idx="780">
                  <c:v>62</c:v>
                </c:pt>
                <c:pt idx="781">
                  <c:v>60</c:v>
                </c:pt>
                <c:pt idx="782">
                  <c:v>63</c:v>
                </c:pt>
                <c:pt idx="783">
                  <c:v>68</c:v>
                </c:pt>
                <c:pt idx="784">
                  <c:v>51</c:v>
                </c:pt>
                <c:pt idx="785">
                  <c:v>65</c:v>
                </c:pt>
                <c:pt idx="786">
                  <c:v>70</c:v>
                </c:pt>
                <c:pt idx="787">
                  <c:v>71</c:v>
                </c:pt>
                <c:pt idx="788">
                  <c:v>53</c:v>
                </c:pt>
                <c:pt idx="789">
                  <c:v>62</c:v>
                </c:pt>
                <c:pt idx="790">
                  <c:v>67</c:v>
                </c:pt>
                <c:pt idx="791">
                  <c:v>60</c:v>
                </c:pt>
                <c:pt idx="792">
                  <c:v>50</c:v>
                </c:pt>
                <c:pt idx="793">
                  <c:v>58</c:v>
                </c:pt>
                <c:pt idx="794">
                  <c:v>54</c:v>
                </c:pt>
                <c:pt idx="795">
                  <c:v>66</c:v>
                </c:pt>
                <c:pt idx="796">
                  <c:v>60</c:v>
                </c:pt>
                <c:pt idx="797">
                  <c:v>73</c:v>
                </c:pt>
                <c:pt idx="798">
                  <c:v>61</c:v>
                </c:pt>
                <c:pt idx="799">
                  <c:v>71</c:v>
                </c:pt>
                <c:pt idx="800">
                  <c:v>57</c:v>
                </c:pt>
                <c:pt idx="801">
                  <c:v>65</c:v>
                </c:pt>
                <c:pt idx="802">
                  <c:v>72</c:v>
                </c:pt>
                <c:pt idx="803">
                  <c:v>50</c:v>
                </c:pt>
                <c:pt idx="804">
                  <c:v>63</c:v>
                </c:pt>
                <c:pt idx="805">
                  <c:v>66</c:v>
                </c:pt>
                <c:pt idx="806">
                  <c:v>55</c:v>
                </c:pt>
                <c:pt idx="807">
                  <c:v>55</c:v>
                </c:pt>
                <c:pt idx="808">
                  <c:v>68</c:v>
                </c:pt>
                <c:pt idx="809">
                  <c:v>72</c:v>
                </c:pt>
                <c:pt idx="810">
                  <c:v>70</c:v>
                </c:pt>
                <c:pt idx="811">
                  <c:v>72</c:v>
                </c:pt>
                <c:pt idx="812">
                  <c:v>62</c:v>
                </c:pt>
                <c:pt idx="813">
                  <c:v>68</c:v>
                </c:pt>
                <c:pt idx="814">
                  <c:v>55</c:v>
                </c:pt>
                <c:pt idx="815">
                  <c:v>74</c:v>
                </c:pt>
                <c:pt idx="816">
                  <c:v>58</c:v>
                </c:pt>
                <c:pt idx="817">
                  <c:v>74</c:v>
                </c:pt>
                <c:pt idx="818">
                  <c:v>72</c:v>
                </c:pt>
                <c:pt idx="819">
                  <c:v>60</c:v>
                </c:pt>
                <c:pt idx="820">
                  <c:v>58</c:v>
                </c:pt>
                <c:pt idx="821">
                  <c:v>57</c:v>
                </c:pt>
                <c:pt idx="822">
                  <c:v>67</c:v>
                </c:pt>
                <c:pt idx="823">
                  <c:v>57</c:v>
                </c:pt>
                <c:pt idx="824">
                  <c:v>73</c:v>
                </c:pt>
                <c:pt idx="825">
                  <c:v>61</c:v>
                </c:pt>
                <c:pt idx="826">
                  <c:v>67</c:v>
                </c:pt>
                <c:pt idx="827">
                  <c:v>74</c:v>
                </c:pt>
                <c:pt idx="828">
                  <c:v>60</c:v>
                </c:pt>
                <c:pt idx="829">
                  <c:v>51</c:v>
                </c:pt>
                <c:pt idx="830">
                  <c:v>53</c:v>
                </c:pt>
                <c:pt idx="831">
                  <c:v>61</c:v>
                </c:pt>
                <c:pt idx="832">
                  <c:v>63</c:v>
                </c:pt>
                <c:pt idx="833">
                  <c:v>70</c:v>
                </c:pt>
                <c:pt idx="834">
                  <c:v>73</c:v>
                </c:pt>
                <c:pt idx="835">
                  <c:v>72</c:v>
                </c:pt>
                <c:pt idx="836">
                  <c:v>66</c:v>
                </c:pt>
                <c:pt idx="837">
                  <c:v>55</c:v>
                </c:pt>
                <c:pt idx="838">
                  <c:v>72</c:v>
                </c:pt>
                <c:pt idx="839">
                  <c:v>69</c:v>
                </c:pt>
                <c:pt idx="840">
                  <c:v>59</c:v>
                </c:pt>
                <c:pt idx="841">
                  <c:v>58</c:v>
                </c:pt>
                <c:pt idx="842">
                  <c:v>73</c:v>
                </c:pt>
                <c:pt idx="843">
                  <c:v>53</c:v>
                </c:pt>
                <c:pt idx="844">
                  <c:v>57</c:v>
                </c:pt>
                <c:pt idx="845">
                  <c:v>69</c:v>
                </c:pt>
                <c:pt idx="846">
                  <c:v>55</c:v>
                </c:pt>
                <c:pt idx="847">
                  <c:v>64</c:v>
                </c:pt>
                <c:pt idx="848">
                  <c:v>72</c:v>
                </c:pt>
                <c:pt idx="849">
                  <c:v>63</c:v>
                </c:pt>
                <c:pt idx="850">
                  <c:v>71</c:v>
                </c:pt>
                <c:pt idx="851">
                  <c:v>53</c:v>
                </c:pt>
                <c:pt idx="852">
                  <c:v>64</c:v>
                </c:pt>
                <c:pt idx="853">
                  <c:v>72</c:v>
                </c:pt>
                <c:pt idx="854">
                  <c:v>53</c:v>
                </c:pt>
                <c:pt idx="855">
                  <c:v>72</c:v>
                </c:pt>
                <c:pt idx="856">
                  <c:v>68</c:v>
                </c:pt>
                <c:pt idx="857">
                  <c:v>57</c:v>
                </c:pt>
                <c:pt idx="858">
                  <c:v>55</c:v>
                </c:pt>
                <c:pt idx="859">
                  <c:v>67</c:v>
                </c:pt>
                <c:pt idx="860">
                  <c:v>66</c:v>
                </c:pt>
                <c:pt idx="861">
                  <c:v>58</c:v>
                </c:pt>
                <c:pt idx="862">
                  <c:v>73</c:v>
                </c:pt>
                <c:pt idx="863">
                  <c:v>65</c:v>
                </c:pt>
                <c:pt idx="864">
                  <c:v>64</c:v>
                </c:pt>
                <c:pt idx="865">
                  <c:v>55</c:v>
                </c:pt>
                <c:pt idx="866">
                  <c:v>56</c:v>
                </c:pt>
                <c:pt idx="867">
                  <c:v>53</c:v>
                </c:pt>
                <c:pt idx="868">
                  <c:v>65</c:v>
                </c:pt>
                <c:pt idx="869">
                  <c:v>70</c:v>
                </c:pt>
                <c:pt idx="870">
                  <c:v>69</c:v>
                </c:pt>
                <c:pt idx="871">
                  <c:v>69</c:v>
                </c:pt>
                <c:pt idx="872">
                  <c:v>64</c:v>
                </c:pt>
                <c:pt idx="873">
                  <c:v>70</c:v>
                </c:pt>
                <c:pt idx="874">
                  <c:v>69</c:v>
                </c:pt>
                <c:pt idx="875">
                  <c:v>55</c:v>
                </c:pt>
                <c:pt idx="876">
                  <c:v>57</c:v>
                </c:pt>
                <c:pt idx="877">
                  <c:v>74</c:v>
                </c:pt>
                <c:pt idx="878">
                  <c:v>62</c:v>
                </c:pt>
                <c:pt idx="879">
                  <c:v>50</c:v>
                </c:pt>
                <c:pt idx="880">
                  <c:v>53</c:v>
                </c:pt>
                <c:pt idx="881">
                  <c:v>60</c:v>
                </c:pt>
                <c:pt idx="882">
                  <c:v>60</c:v>
                </c:pt>
                <c:pt idx="883">
                  <c:v>73</c:v>
                </c:pt>
                <c:pt idx="884">
                  <c:v>71</c:v>
                </c:pt>
                <c:pt idx="885">
                  <c:v>58</c:v>
                </c:pt>
                <c:pt idx="886">
                  <c:v>63</c:v>
                </c:pt>
                <c:pt idx="887">
                  <c:v>58</c:v>
                </c:pt>
                <c:pt idx="888">
                  <c:v>59</c:v>
                </c:pt>
                <c:pt idx="889">
                  <c:v>70</c:v>
                </c:pt>
                <c:pt idx="890">
                  <c:v>73</c:v>
                </c:pt>
                <c:pt idx="891">
                  <c:v>61</c:v>
                </c:pt>
                <c:pt idx="892">
                  <c:v>65</c:v>
                </c:pt>
                <c:pt idx="893">
                  <c:v>54</c:v>
                </c:pt>
                <c:pt idx="894">
                  <c:v>71</c:v>
                </c:pt>
                <c:pt idx="895">
                  <c:v>66</c:v>
                </c:pt>
                <c:pt idx="896">
                  <c:v>53</c:v>
                </c:pt>
                <c:pt idx="897">
                  <c:v>64</c:v>
                </c:pt>
                <c:pt idx="898">
                  <c:v>73</c:v>
                </c:pt>
                <c:pt idx="899">
                  <c:v>70</c:v>
                </c:pt>
                <c:pt idx="900">
                  <c:v>68</c:v>
                </c:pt>
                <c:pt idx="901">
                  <c:v>58</c:v>
                </c:pt>
                <c:pt idx="902">
                  <c:v>71</c:v>
                </c:pt>
                <c:pt idx="903">
                  <c:v>71</c:v>
                </c:pt>
                <c:pt idx="904">
                  <c:v>65</c:v>
                </c:pt>
                <c:pt idx="905">
                  <c:v>64</c:v>
                </c:pt>
                <c:pt idx="906">
                  <c:v>63</c:v>
                </c:pt>
                <c:pt idx="907">
                  <c:v>62</c:v>
                </c:pt>
                <c:pt idx="908">
                  <c:v>53</c:v>
                </c:pt>
                <c:pt idx="909">
                  <c:v>64</c:v>
                </c:pt>
                <c:pt idx="910">
                  <c:v>50</c:v>
                </c:pt>
                <c:pt idx="911">
                  <c:v>72</c:v>
                </c:pt>
                <c:pt idx="912">
                  <c:v>62</c:v>
                </c:pt>
                <c:pt idx="913">
                  <c:v>62</c:v>
                </c:pt>
                <c:pt idx="914">
                  <c:v>58</c:v>
                </c:pt>
                <c:pt idx="915">
                  <c:v>59</c:v>
                </c:pt>
                <c:pt idx="916">
                  <c:v>57</c:v>
                </c:pt>
                <c:pt idx="917">
                  <c:v>50</c:v>
                </c:pt>
                <c:pt idx="918">
                  <c:v>66</c:v>
                </c:pt>
                <c:pt idx="919">
                  <c:v>50</c:v>
                </c:pt>
                <c:pt idx="920">
                  <c:v>50</c:v>
                </c:pt>
                <c:pt idx="921">
                  <c:v>71</c:v>
                </c:pt>
                <c:pt idx="922">
                  <c:v>73</c:v>
                </c:pt>
                <c:pt idx="923">
                  <c:v>50</c:v>
                </c:pt>
                <c:pt idx="924">
                  <c:v>62</c:v>
                </c:pt>
                <c:pt idx="925">
                  <c:v>57</c:v>
                </c:pt>
                <c:pt idx="926">
                  <c:v>50</c:v>
                </c:pt>
                <c:pt idx="927">
                  <c:v>59</c:v>
                </c:pt>
                <c:pt idx="928">
                  <c:v>67</c:v>
                </c:pt>
                <c:pt idx="929">
                  <c:v>70</c:v>
                </c:pt>
                <c:pt idx="930">
                  <c:v>59</c:v>
                </c:pt>
                <c:pt idx="931">
                  <c:v>53</c:v>
                </c:pt>
                <c:pt idx="932">
                  <c:v>50</c:v>
                </c:pt>
                <c:pt idx="933">
                  <c:v>55</c:v>
                </c:pt>
                <c:pt idx="934">
                  <c:v>66</c:v>
                </c:pt>
                <c:pt idx="935">
                  <c:v>73</c:v>
                </c:pt>
                <c:pt idx="936">
                  <c:v>65</c:v>
                </c:pt>
                <c:pt idx="937">
                  <c:v>74</c:v>
                </c:pt>
                <c:pt idx="938">
                  <c:v>50</c:v>
                </c:pt>
                <c:pt idx="939">
                  <c:v>66</c:v>
                </c:pt>
                <c:pt idx="940">
                  <c:v>74</c:v>
                </c:pt>
                <c:pt idx="941">
                  <c:v>64</c:v>
                </c:pt>
                <c:pt idx="942">
                  <c:v>56</c:v>
                </c:pt>
                <c:pt idx="943">
                  <c:v>63</c:v>
                </c:pt>
                <c:pt idx="944">
                  <c:v>64</c:v>
                </c:pt>
                <c:pt idx="945">
                  <c:v>59</c:v>
                </c:pt>
                <c:pt idx="946">
                  <c:v>73</c:v>
                </c:pt>
                <c:pt idx="947">
                  <c:v>67</c:v>
                </c:pt>
                <c:pt idx="948">
                  <c:v>67</c:v>
                </c:pt>
                <c:pt idx="949">
                  <c:v>50</c:v>
                </c:pt>
                <c:pt idx="950">
                  <c:v>50</c:v>
                </c:pt>
                <c:pt idx="951">
                  <c:v>64</c:v>
                </c:pt>
                <c:pt idx="952">
                  <c:v>56</c:v>
                </c:pt>
                <c:pt idx="953">
                  <c:v>56</c:v>
                </c:pt>
                <c:pt idx="954">
                  <c:v>68</c:v>
                </c:pt>
                <c:pt idx="955">
                  <c:v>65</c:v>
                </c:pt>
                <c:pt idx="956">
                  <c:v>52</c:v>
                </c:pt>
                <c:pt idx="957">
                  <c:v>61</c:v>
                </c:pt>
                <c:pt idx="958">
                  <c:v>73</c:v>
                </c:pt>
                <c:pt idx="959">
                  <c:v>73</c:v>
                </c:pt>
                <c:pt idx="960">
                  <c:v>62</c:v>
                </c:pt>
                <c:pt idx="961">
                  <c:v>64</c:v>
                </c:pt>
                <c:pt idx="962">
                  <c:v>55</c:v>
                </c:pt>
                <c:pt idx="963">
                  <c:v>55</c:v>
                </c:pt>
                <c:pt idx="964">
                  <c:v>51</c:v>
                </c:pt>
                <c:pt idx="965">
                  <c:v>68</c:v>
                </c:pt>
                <c:pt idx="966">
                  <c:v>52</c:v>
                </c:pt>
                <c:pt idx="967">
                  <c:v>74</c:v>
                </c:pt>
                <c:pt idx="968">
                  <c:v>60</c:v>
                </c:pt>
                <c:pt idx="969">
                  <c:v>50</c:v>
                </c:pt>
                <c:pt idx="970">
                  <c:v>74</c:v>
                </c:pt>
                <c:pt idx="971">
                  <c:v>57</c:v>
                </c:pt>
                <c:pt idx="972">
                  <c:v>67</c:v>
                </c:pt>
              </c:numCache>
            </c:numRef>
          </c:xVal>
          <c:yVal>
            <c:numRef>
              <c:f>'Sub-Dataset'!$CD$2:$CD$974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189</c:v>
                </c:pt>
                <c:pt idx="246">
                  <c:v>188</c:v>
                </c:pt>
                <c:pt idx="247">
                  <c:v>188</c:v>
                </c:pt>
                <c:pt idx="248">
                  <c:v>194</c:v>
                </c:pt>
                <c:pt idx="249">
                  <c:v>196</c:v>
                </c:pt>
                <c:pt idx="250">
                  <c:v>190</c:v>
                </c:pt>
                <c:pt idx="251">
                  <c:v>188</c:v>
                </c:pt>
                <c:pt idx="252">
                  <c:v>189</c:v>
                </c:pt>
                <c:pt idx="253">
                  <c:v>189</c:v>
                </c:pt>
                <c:pt idx="254">
                  <c:v>191</c:v>
                </c:pt>
                <c:pt idx="255">
                  <c:v>192</c:v>
                </c:pt>
                <c:pt idx="256">
                  <c:v>182</c:v>
                </c:pt>
                <c:pt idx="257">
                  <c:v>192</c:v>
                </c:pt>
                <c:pt idx="258">
                  <c:v>198</c:v>
                </c:pt>
                <c:pt idx="259">
                  <c:v>193</c:v>
                </c:pt>
                <c:pt idx="260">
                  <c:v>189</c:v>
                </c:pt>
                <c:pt idx="261">
                  <c:v>187</c:v>
                </c:pt>
                <c:pt idx="262">
                  <c:v>197</c:v>
                </c:pt>
                <c:pt idx="263">
                  <c:v>176</c:v>
                </c:pt>
                <c:pt idx="264">
                  <c:v>192</c:v>
                </c:pt>
                <c:pt idx="265">
                  <c:v>196</c:v>
                </c:pt>
                <c:pt idx="266">
                  <c:v>198</c:v>
                </c:pt>
                <c:pt idx="267">
                  <c:v>199</c:v>
                </c:pt>
                <c:pt idx="268">
                  <c:v>184</c:v>
                </c:pt>
                <c:pt idx="269">
                  <c:v>192</c:v>
                </c:pt>
                <c:pt idx="270">
                  <c:v>192</c:v>
                </c:pt>
                <c:pt idx="271">
                  <c:v>193</c:v>
                </c:pt>
                <c:pt idx="272">
                  <c:v>193</c:v>
                </c:pt>
                <c:pt idx="273">
                  <c:v>190</c:v>
                </c:pt>
                <c:pt idx="274">
                  <c:v>188</c:v>
                </c:pt>
                <c:pt idx="275">
                  <c:v>177</c:v>
                </c:pt>
                <c:pt idx="276">
                  <c:v>196</c:v>
                </c:pt>
                <c:pt idx="277">
                  <c:v>189</c:v>
                </c:pt>
                <c:pt idx="278">
                  <c:v>183</c:v>
                </c:pt>
                <c:pt idx="279">
                  <c:v>195</c:v>
                </c:pt>
                <c:pt idx="280">
                  <c:v>193</c:v>
                </c:pt>
                <c:pt idx="281">
                  <c:v>198</c:v>
                </c:pt>
                <c:pt idx="282">
                  <c:v>178</c:v>
                </c:pt>
                <c:pt idx="283">
                  <c:v>0</c:v>
                </c:pt>
                <c:pt idx="284">
                  <c:v>193</c:v>
                </c:pt>
                <c:pt idx="285">
                  <c:v>199</c:v>
                </c:pt>
                <c:pt idx="286">
                  <c:v>0</c:v>
                </c:pt>
                <c:pt idx="287">
                  <c:v>195</c:v>
                </c:pt>
                <c:pt idx="288">
                  <c:v>192</c:v>
                </c:pt>
                <c:pt idx="289">
                  <c:v>0</c:v>
                </c:pt>
                <c:pt idx="290">
                  <c:v>199</c:v>
                </c:pt>
                <c:pt idx="291">
                  <c:v>172</c:v>
                </c:pt>
                <c:pt idx="292">
                  <c:v>187</c:v>
                </c:pt>
                <c:pt idx="293">
                  <c:v>173</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179</c:v>
                </c:pt>
                <c:pt idx="347">
                  <c:v>195</c:v>
                </c:pt>
                <c:pt idx="348">
                  <c:v>187</c:v>
                </c:pt>
                <c:pt idx="349">
                  <c:v>185</c:v>
                </c:pt>
                <c:pt idx="350">
                  <c:v>0</c:v>
                </c:pt>
                <c:pt idx="351">
                  <c:v>178</c:v>
                </c:pt>
                <c:pt idx="352">
                  <c:v>188</c:v>
                </c:pt>
                <c:pt idx="353">
                  <c:v>0</c:v>
                </c:pt>
                <c:pt idx="354">
                  <c:v>185</c:v>
                </c:pt>
                <c:pt idx="355">
                  <c:v>0</c:v>
                </c:pt>
                <c:pt idx="356">
                  <c:v>0</c:v>
                </c:pt>
                <c:pt idx="357">
                  <c:v>178</c:v>
                </c:pt>
                <c:pt idx="358">
                  <c:v>198</c:v>
                </c:pt>
                <c:pt idx="359">
                  <c:v>173</c:v>
                </c:pt>
                <c:pt idx="360">
                  <c:v>177</c:v>
                </c:pt>
                <c:pt idx="361">
                  <c:v>0</c:v>
                </c:pt>
                <c:pt idx="362">
                  <c:v>188</c:v>
                </c:pt>
                <c:pt idx="363">
                  <c:v>185</c:v>
                </c:pt>
                <c:pt idx="364">
                  <c:v>196</c:v>
                </c:pt>
                <c:pt idx="365">
                  <c:v>179</c:v>
                </c:pt>
                <c:pt idx="366">
                  <c:v>0</c:v>
                </c:pt>
                <c:pt idx="367">
                  <c:v>175</c:v>
                </c:pt>
                <c:pt idx="368">
                  <c:v>196</c:v>
                </c:pt>
                <c:pt idx="369">
                  <c:v>189</c:v>
                </c:pt>
                <c:pt idx="370">
                  <c:v>0</c:v>
                </c:pt>
                <c:pt idx="371">
                  <c:v>187</c:v>
                </c:pt>
                <c:pt idx="372">
                  <c:v>178</c:v>
                </c:pt>
                <c:pt idx="373">
                  <c:v>182</c:v>
                </c:pt>
                <c:pt idx="374">
                  <c:v>180</c:v>
                </c:pt>
                <c:pt idx="375">
                  <c:v>171</c:v>
                </c:pt>
                <c:pt idx="376">
                  <c:v>186</c:v>
                </c:pt>
                <c:pt idx="377">
                  <c:v>0</c:v>
                </c:pt>
                <c:pt idx="378">
                  <c:v>0</c:v>
                </c:pt>
                <c:pt idx="379">
                  <c:v>187</c:v>
                </c:pt>
                <c:pt idx="380">
                  <c:v>0</c:v>
                </c:pt>
                <c:pt idx="381">
                  <c:v>0</c:v>
                </c:pt>
                <c:pt idx="382">
                  <c:v>199</c:v>
                </c:pt>
                <c:pt idx="383">
                  <c:v>193</c:v>
                </c:pt>
                <c:pt idx="384">
                  <c:v>181</c:v>
                </c:pt>
                <c:pt idx="385">
                  <c:v>0</c:v>
                </c:pt>
                <c:pt idx="386">
                  <c:v>0</c:v>
                </c:pt>
                <c:pt idx="387">
                  <c:v>198</c:v>
                </c:pt>
                <c:pt idx="388">
                  <c:v>0</c:v>
                </c:pt>
                <c:pt idx="389">
                  <c:v>186</c:v>
                </c:pt>
                <c:pt idx="390">
                  <c:v>199</c:v>
                </c:pt>
                <c:pt idx="391">
                  <c:v>0</c:v>
                </c:pt>
                <c:pt idx="392">
                  <c:v>0</c:v>
                </c:pt>
                <c:pt idx="393">
                  <c:v>172</c:v>
                </c:pt>
                <c:pt idx="394">
                  <c:v>181</c:v>
                </c:pt>
                <c:pt idx="395">
                  <c:v>188</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170</c:v>
                </c:pt>
                <c:pt idx="419">
                  <c:v>0</c:v>
                </c:pt>
                <c:pt idx="420">
                  <c:v>0</c:v>
                </c:pt>
                <c:pt idx="421">
                  <c:v>190</c:v>
                </c:pt>
                <c:pt idx="422">
                  <c:v>199</c:v>
                </c:pt>
                <c:pt idx="423">
                  <c:v>197</c:v>
                </c:pt>
                <c:pt idx="424">
                  <c:v>171</c:v>
                </c:pt>
                <c:pt idx="425">
                  <c:v>197</c:v>
                </c:pt>
                <c:pt idx="426">
                  <c:v>199</c:v>
                </c:pt>
                <c:pt idx="427">
                  <c:v>0</c:v>
                </c:pt>
                <c:pt idx="428">
                  <c:v>0</c:v>
                </c:pt>
                <c:pt idx="429">
                  <c:v>194</c:v>
                </c:pt>
                <c:pt idx="430">
                  <c:v>188</c:v>
                </c:pt>
                <c:pt idx="431">
                  <c:v>0</c:v>
                </c:pt>
                <c:pt idx="432">
                  <c:v>0</c:v>
                </c:pt>
                <c:pt idx="433">
                  <c:v>168</c:v>
                </c:pt>
                <c:pt idx="434">
                  <c:v>0</c:v>
                </c:pt>
                <c:pt idx="435">
                  <c:v>177</c:v>
                </c:pt>
                <c:pt idx="436">
                  <c:v>196</c:v>
                </c:pt>
                <c:pt idx="437">
                  <c:v>198</c:v>
                </c:pt>
                <c:pt idx="438">
                  <c:v>179</c:v>
                </c:pt>
                <c:pt idx="439">
                  <c:v>0</c:v>
                </c:pt>
                <c:pt idx="440">
                  <c:v>183</c:v>
                </c:pt>
                <c:pt idx="441">
                  <c:v>0</c:v>
                </c:pt>
                <c:pt idx="442">
                  <c:v>0</c:v>
                </c:pt>
                <c:pt idx="443">
                  <c:v>0</c:v>
                </c:pt>
                <c:pt idx="444">
                  <c:v>198</c:v>
                </c:pt>
                <c:pt idx="445">
                  <c:v>0</c:v>
                </c:pt>
                <c:pt idx="446">
                  <c:v>0</c:v>
                </c:pt>
                <c:pt idx="447">
                  <c:v>0</c:v>
                </c:pt>
                <c:pt idx="448">
                  <c:v>181</c:v>
                </c:pt>
                <c:pt idx="449">
                  <c:v>195</c:v>
                </c:pt>
                <c:pt idx="450">
                  <c:v>0</c:v>
                </c:pt>
                <c:pt idx="451">
                  <c:v>0</c:v>
                </c:pt>
                <c:pt idx="452">
                  <c:v>0</c:v>
                </c:pt>
                <c:pt idx="453">
                  <c:v>171</c:v>
                </c:pt>
                <c:pt idx="454">
                  <c:v>0</c:v>
                </c:pt>
                <c:pt idx="455">
                  <c:v>192</c:v>
                </c:pt>
                <c:pt idx="456">
                  <c:v>0</c:v>
                </c:pt>
                <c:pt idx="457">
                  <c:v>184</c:v>
                </c:pt>
                <c:pt idx="458">
                  <c:v>188</c:v>
                </c:pt>
                <c:pt idx="459">
                  <c:v>0</c:v>
                </c:pt>
                <c:pt idx="460">
                  <c:v>177</c:v>
                </c:pt>
                <c:pt idx="461">
                  <c:v>193</c:v>
                </c:pt>
                <c:pt idx="462">
                  <c:v>0</c:v>
                </c:pt>
                <c:pt idx="463">
                  <c:v>0</c:v>
                </c:pt>
                <c:pt idx="464">
                  <c:v>0</c:v>
                </c:pt>
                <c:pt idx="465">
                  <c:v>0</c:v>
                </c:pt>
                <c:pt idx="466">
                  <c:v>0</c:v>
                </c:pt>
                <c:pt idx="467">
                  <c:v>198</c:v>
                </c:pt>
                <c:pt idx="468">
                  <c:v>0</c:v>
                </c:pt>
                <c:pt idx="469">
                  <c:v>0</c:v>
                </c:pt>
                <c:pt idx="470">
                  <c:v>196</c:v>
                </c:pt>
                <c:pt idx="471">
                  <c:v>0</c:v>
                </c:pt>
                <c:pt idx="472">
                  <c:v>0</c:v>
                </c:pt>
                <c:pt idx="473">
                  <c:v>0</c:v>
                </c:pt>
                <c:pt idx="474">
                  <c:v>0</c:v>
                </c:pt>
                <c:pt idx="475">
                  <c:v>0</c:v>
                </c:pt>
                <c:pt idx="476">
                  <c:v>0</c:v>
                </c:pt>
                <c:pt idx="477">
                  <c:v>193</c:v>
                </c:pt>
                <c:pt idx="478">
                  <c:v>0</c:v>
                </c:pt>
                <c:pt idx="479">
                  <c:v>0</c:v>
                </c:pt>
                <c:pt idx="480">
                  <c:v>0</c:v>
                </c:pt>
                <c:pt idx="481">
                  <c:v>186</c:v>
                </c:pt>
                <c:pt idx="482">
                  <c:v>0</c:v>
                </c:pt>
                <c:pt idx="483">
                  <c:v>178</c:v>
                </c:pt>
                <c:pt idx="484">
                  <c:v>0</c:v>
                </c:pt>
                <c:pt idx="485">
                  <c:v>0</c:v>
                </c:pt>
                <c:pt idx="486">
                  <c:v>0</c:v>
                </c:pt>
                <c:pt idx="487">
                  <c:v>0</c:v>
                </c:pt>
                <c:pt idx="488">
                  <c:v>0</c:v>
                </c:pt>
                <c:pt idx="489">
                  <c:v>189</c:v>
                </c:pt>
                <c:pt idx="490">
                  <c:v>0</c:v>
                </c:pt>
                <c:pt idx="491">
                  <c:v>0</c:v>
                </c:pt>
                <c:pt idx="492">
                  <c:v>0</c:v>
                </c:pt>
                <c:pt idx="493">
                  <c:v>0</c:v>
                </c:pt>
                <c:pt idx="494">
                  <c:v>0</c:v>
                </c:pt>
                <c:pt idx="495">
                  <c:v>0</c:v>
                </c:pt>
                <c:pt idx="496">
                  <c:v>172</c:v>
                </c:pt>
                <c:pt idx="497">
                  <c:v>0</c:v>
                </c:pt>
                <c:pt idx="498">
                  <c:v>0</c:v>
                </c:pt>
                <c:pt idx="499">
                  <c:v>0</c:v>
                </c:pt>
                <c:pt idx="500">
                  <c:v>0</c:v>
                </c:pt>
                <c:pt idx="501">
                  <c:v>198</c:v>
                </c:pt>
                <c:pt idx="502">
                  <c:v>0</c:v>
                </c:pt>
                <c:pt idx="503">
                  <c:v>0</c:v>
                </c:pt>
                <c:pt idx="504">
                  <c:v>180</c:v>
                </c:pt>
                <c:pt idx="505">
                  <c:v>0</c:v>
                </c:pt>
                <c:pt idx="506">
                  <c:v>189</c:v>
                </c:pt>
                <c:pt idx="507">
                  <c:v>0</c:v>
                </c:pt>
                <c:pt idx="508">
                  <c:v>0</c:v>
                </c:pt>
                <c:pt idx="509">
                  <c:v>0</c:v>
                </c:pt>
                <c:pt idx="510">
                  <c:v>0</c:v>
                </c:pt>
                <c:pt idx="511">
                  <c:v>179</c:v>
                </c:pt>
                <c:pt idx="512">
                  <c:v>0</c:v>
                </c:pt>
                <c:pt idx="513">
                  <c:v>0</c:v>
                </c:pt>
                <c:pt idx="514">
                  <c:v>183</c:v>
                </c:pt>
                <c:pt idx="515">
                  <c:v>184</c:v>
                </c:pt>
                <c:pt idx="516">
                  <c:v>0</c:v>
                </c:pt>
                <c:pt idx="517">
                  <c:v>0</c:v>
                </c:pt>
                <c:pt idx="518">
                  <c:v>187</c:v>
                </c:pt>
                <c:pt idx="519">
                  <c:v>193</c:v>
                </c:pt>
                <c:pt idx="520">
                  <c:v>168</c:v>
                </c:pt>
                <c:pt idx="521">
                  <c:v>185</c:v>
                </c:pt>
                <c:pt idx="522">
                  <c:v>182</c:v>
                </c:pt>
                <c:pt idx="523">
                  <c:v>194</c:v>
                </c:pt>
                <c:pt idx="524">
                  <c:v>191</c:v>
                </c:pt>
                <c:pt idx="525">
                  <c:v>178</c:v>
                </c:pt>
                <c:pt idx="526">
                  <c:v>192</c:v>
                </c:pt>
                <c:pt idx="527">
                  <c:v>187</c:v>
                </c:pt>
                <c:pt idx="528">
                  <c:v>194</c:v>
                </c:pt>
                <c:pt idx="529">
                  <c:v>195</c:v>
                </c:pt>
                <c:pt idx="530">
                  <c:v>182</c:v>
                </c:pt>
                <c:pt idx="531">
                  <c:v>186</c:v>
                </c:pt>
                <c:pt idx="532">
                  <c:v>179</c:v>
                </c:pt>
                <c:pt idx="533">
                  <c:v>191</c:v>
                </c:pt>
                <c:pt idx="534">
                  <c:v>182</c:v>
                </c:pt>
                <c:pt idx="535">
                  <c:v>189</c:v>
                </c:pt>
                <c:pt idx="536">
                  <c:v>190</c:v>
                </c:pt>
                <c:pt idx="537">
                  <c:v>176</c:v>
                </c:pt>
                <c:pt idx="538">
                  <c:v>171</c:v>
                </c:pt>
                <c:pt idx="539">
                  <c:v>188</c:v>
                </c:pt>
                <c:pt idx="540">
                  <c:v>196</c:v>
                </c:pt>
                <c:pt idx="541">
                  <c:v>196</c:v>
                </c:pt>
                <c:pt idx="542">
                  <c:v>197</c:v>
                </c:pt>
                <c:pt idx="543">
                  <c:v>193</c:v>
                </c:pt>
                <c:pt idx="544">
                  <c:v>189</c:v>
                </c:pt>
                <c:pt idx="545">
                  <c:v>182</c:v>
                </c:pt>
                <c:pt idx="546">
                  <c:v>183</c:v>
                </c:pt>
                <c:pt idx="547">
                  <c:v>175</c:v>
                </c:pt>
                <c:pt idx="548">
                  <c:v>179</c:v>
                </c:pt>
                <c:pt idx="549">
                  <c:v>199</c:v>
                </c:pt>
                <c:pt idx="550">
                  <c:v>182</c:v>
                </c:pt>
                <c:pt idx="551">
                  <c:v>188</c:v>
                </c:pt>
                <c:pt idx="552">
                  <c:v>180</c:v>
                </c:pt>
                <c:pt idx="553">
                  <c:v>196</c:v>
                </c:pt>
                <c:pt idx="554">
                  <c:v>0</c:v>
                </c:pt>
                <c:pt idx="555">
                  <c:v>0</c:v>
                </c:pt>
                <c:pt idx="556">
                  <c:v>0</c:v>
                </c:pt>
                <c:pt idx="557">
                  <c:v>0</c:v>
                </c:pt>
                <c:pt idx="558">
                  <c:v>0</c:v>
                </c:pt>
                <c:pt idx="559">
                  <c:v>187</c:v>
                </c:pt>
                <c:pt idx="560">
                  <c:v>0</c:v>
                </c:pt>
                <c:pt idx="561">
                  <c:v>0</c:v>
                </c:pt>
                <c:pt idx="562">
                  <c:v>0</c:v>
                </c:pt>
                <c:pt idx="563">
                  <c:v>0</c:v>
                </c:pt>
                <c:pt idx="564">
                  <c:v>170</c:v>
                </c:pt>
                <c:pt idx="565">
                  <c:v>0</c:v>
                </c:pt>
                <c:pt idx="566">
                  <c:v>0</c:v>
                </c:pt>
                <c:pt idx="567">
                  <c:v>193</c:v>
                </c:pt>
                <c:pt idx="568">
                  <c:v>0</c:v>
                </c:pt>
                <c:pt idx="569">
                  <c:v>0</c:v>
                </c:pt>
                <c:pt idx="570">
                  <c:v>192</c:v>
                </c:pt>
                <c:pt idx="571">
                  <c:v>0</c:v>
                </c:pt>
                <c:pt idx="572">
                  <c:v>180</c:v>
                </c:pt>
                <c:pt idx="573">
                  <c:v>174</c:v>
                </c:pt>
                <c:pt idx="574">
                  <c:v>199</c:v>
                </c:pt>
                <c:pt idx="575">
                  <c:v>197</c:v>
                </c:pt>
                <c:pt idx="576">
                  <c:v>190</c:v>
                </c:pt>
                <c:pt idx="577">
                  <c:v>192</c:v>
                </c:pt>
                <c:pt idx="578">
                  <c:v>186</c:v>
                </c:pt>
                <c:pt idx="579">
                  <c:v>195</c:v>
                </c:pt>
                <c:pt idx="580">
                  <c:v>169</c:v>
                </c:pt>
                <c:pt idx="581">
                  <c:v>195</c:v>
                </c:pt>
                <c:pt idx="582">
                  <c:v>192</c:v>
                </c:pt>
                <c:pt idx="583">
                  <c:v>187</c:v>
                </c:pt>
                <c:pt idx="584">
                  <c:v>195</c:v>
                </c:pt>
                <c:pt idx="585">
                  <c:v>195</c:v>
                </c:pt>
                <c:pt idx="586">
                  <c:v>177</c:v>
                </c:pt>
                <c:pt idx="587">
                  <c:v>195</c:v>
                </c:pt>
                <c:pt idx="588">
                  <c:v>196</c:v>
                </c:pt>
                <c:pt idx="589">
                  <c:v>190</c:v>
                </c:pt>
                <c:pt idx="590">
                  <c:v>192</c:v>
                </c:pt>
                <c:pt idx="591">
                  <c:v>182</c:v>
                </c:pt>
                <c:pt idx="592">
                  <c:v>193</c:v>
                </c:pt>
                <c:pt idx="593">
                  <c:v>195</c:v>
                </c:pt>
                <c:pt idx="594">
                  <c:v>167</c:v>
                </c:pt>
                <c:pt idx="595">
                  <c:v>185</c:v>
                </c:pt>
                <c:pt idx="596">
                  <c:v>192</c:v>
                </c:pt>
                <c:pt idx="597">
                  <c:v>196</c:v>
                </c:pt>
                <c:pt idx="598">
                  <c:v>171</c:v>
                </c:pt>
                <c:pt idx="599">
                  <c:v>187</c:v>
                </c:pt>
                <c:pt idx="600">
                  <c:v>185</c:v>
                </c:pt>
                <c:pt idx="601">
                  <c:v>175</c:v>
                </c:pt>
                <c:pt idx="602">
                  <c:v>192</c:v>
                </c:pt>
                <c:pt idx="603">
                  <c:v>194</c:v>
                </c:pt>
                <c:pt idx="604">
                  <c:v>194</c:v>
                </c:pt>
                <c:pt idx="605">
                  <c:v>195</c:v>
                </c:pt>
                <c:pt idx="606">
                  <c:v>183</c:v>
                </c:pt>
                <c:pt idx="607">
                  <c:v>185</c:v>
                </c:pt>
                <c:pt idx="608">
                  <c:v>187</c:v>
                </c:pt>
                <c:pt idx="609">
                  <c:v>199</c:v>
                </c:pt>
                <c:pt idx="610">
                  <c:v>181</c:v>
                </c:pt>
                <c:pt idx="611">
                  <c:v>187</c:v>
                </c:pt>
                <c:pt idx="612">
                  <c:v>182</c:v>
                </c:pt>
                <c:pt idx="613">
                  <c:v>198</c:v>
                </c:pt>
                <c:pt idx="614">
                  <c:v>192</c:v>
                </c:pt>
                <c:pt idx="615">
                  <c:v>198</c:v>
                </c:pt>
                <c:pt idx="616">
                  <c:v>191</c:v>
                </c:pt>
                <c:pt idx="617">
                  <c:v>195</c:v>
                </c:pt>
                <c:pt idx="618">
                  <c:v>185</c:v>
                </c:pt>
                <c:pt idx="619">
                  <c:v>192</c:v>
                </c:pt>
                <c:pt idx="620">
                  <c:v>180</c:v>
                </c:pt>
                <c:pt idx="621">
                  <c:v>198</c:v>
                </c:pt>
                <c:pt idx="622">
                  <c:v>183</c:v>
                </c:pt>
                <c:pt idx="623">
                  <c:v>184</c:v>
                </c:pt>
                <c:pt idx="624">
                  <c:v>191</c:v>
                </c:pt>
                <c:pt idx="625">
                  <c:v>191</c:v>
                </c:pt>
                <c:pt idx="626">
                  <c:v>196</c:v>
                </c:pt>
                <c:pt idx="627">
                  <c:v>189</c:v>
                </c:pt>
                <c:pt idx="628">
                  <c:v>187</c:v>
                </c:pt>
                <c:pt idx="629">
                  <c:v>196</c:v>
                </c:pt>
                <c:pt idx="630">
                  <c:v>187</c:v>
                </c:pt>
                <c:pt idx="631">
                  <c:v>198</c:v>
                </c:pt>
                <c:pt idx="632">
                  <c:v>191</c:v>
                </c:pt>
                <c:pt idx="633">
                  <c:v>173</c:v>
                </c:pt>
                <c:pt idx="634">
                  <c:v>194</c:v>
                </c:pt>
                <c:pt idx="635">
                  <c:v>191</c:v>
                </c:pt>
                <c:pt idx="636">
                  <c:v>187</c:v>
                </c:pt>
                <c:pt idx="637">
                  <c:v>191</c:v>
                </c:pt>
                <c:pt idx="638">
                  <c:v>194</c:v>
                </c:pt>
                <c:pt idx="639">
                  <c:v>189</c:v>
                </c:pt>
                <c:pt idx="640">
                  <c:v>167</c:v>
                </c:pt>
                <c:pt idx="641">
                  <c:v>198</c:v>
                </c:pt>
                <c:pt idx="642">
                  <c:v>192</c:v>
                </c:pt>
                <c:pt idx="643">
                  <c:v>189</c:v>
                </c:pt>
                <c:pt idx="644">
                  <c:v>181</c:v>
                </c:pt>
                <c:pt idx="645">
                  <c:v>170</c:v>
                </c:pt>
                <c:pt idx="646">
                  <c:v>171</c:v>
                </c:pt>
                <c:pt idx="647">
                  <c:v>188</c:v>
                </c:pt>
                <c:pt idx="648">
                  <c:v>191</c:v>
                </c:pt>
                <c:pt idx="649">
                  <c:v>192</c:v>
                </c:pt>
                <c:pt idx="650">
                  <c:v>188</c:v>
                </c:pt>
                <c:pt idx="651">
                  <c:v>194</c:v>
                </c:pt>
                <c:pt idx="652">
                  <c:v>190</c:v>
                </c:pt>
                <c:pt idx="653">
                  <c:v>182</c:v>
                </c:pt>
                <c:pt idx="654">
                  <c:v>191</c:v>
                </c:pt>
                <c:pt idx="655">
                  <c:v>190</c:v>
                </c:pt>
                <c:pt idx="656">
                  <c:v>194</c:v>
                </c:pt>
                <c:pt idx="657">
                  <c:v>198</c:v>
                </c:pt>
                <c:pt idx="658">
                  <c:v>177</c:v>
                </c:pt>
                <c:pt idx="659">
                  <c:v>195</c:v>
                </c:pt>
                <c:pt idx="660">
                  <c:v>197</c:v>
                </c:pt>
                <c:pt idx="661">
                  <c:v>0</c:v>
                </c:pt>
                <c:pt idx="662">
                  <c:v>0</c:v>
                </c:pt>
                <c:pt idx="663">
                  <c:v>0</c:v>
                </c:pt>
                <c:pt idx="664">
                  <c:v>179</c:v>
                </c:pt>
                <c:pt idx="665">
                  <c:v>0</c:v>
                </c:pt>
                <c:pt idx="666">
                  <c:v>0</c:v>
                </c:pt>
                <c:pt idx="667">
                  <c:v>191</c:v>
                </c:pt>
                <c:pt idx="668">
                  <c:v>191</c:v>
                </c:pt>
                <c:pt idx="669">
                  <c:v>0</c:v>
                </c:pt>
                <c:pt idx="670">
                  <c:v>0</c:v>
                </c:pt>
                <c:pt idx="671">
                  <c:v>0</c:v>
                </c:pt>
                <c:pt idx="672">
                  <c:v>0</c:v>
                </c:pt>
                <c:pt idx="673">
                  <c:v>176</c:v>
                </c:pt>
                <c:pt idx="674">
                  <c:v>168</c:v>
                </c:pt>
                <c:pt idx="675">
                  <c:v>0</c:v>
                </c:pt>
                <c:pt idx="676">
                  <c:v>0</c:v>
                </c:pt>
                <c:pt idx="677">
                  <c:v>0</c:v>
                </c:pt>
                <c:pt idx="678">
                  <c:v>194</c:v>
                </c:pt>
                <c:pt idx="679">
                  <c:v>173</c:v>
                </c:pt>
                <c:pt idx="680">
                  <c:v>0</c:v>
                </c:pt>
                <c:pt idx="681">
                  <c:v>183</c:v>
                </c:pt>
                <c:pt idx="682">
                  <c:v>194</c:v>
                </c:pt>
                <c:pt idx="683">
                  <c:v>178</c:v>
                </c:pt>
                <c:pt idx="684">
                  <c:v>0</c:v>
                </c:pt>
                <c:pt idx="685">
                  <c:v>0</c:v>
                </c:pt>
                <c:pt idx="686">
                  <c:v>196</c:v>
                </c:pt>
                <c:pt idx="687">
                  <c:v>0</c:v>
                </c:pt>
                <c:pt idx="688">
                  <c:v>0</c:v>
                </c:pt>
                <c:pt idx="689">
                  <c:v>0</c:v>
                </c:pt>
                <c:pt idx="690">
                  <c:v>198</c:v>
                </c:pt>
                <c:pt idx="691">
                  <c:v>166</c:v>
                </c:pt>
                <c:pt idx="692">
                  <c:v>177</c:v>
                </c:pt>
                <c:pt idx="693">
                  <c:v>0</c:v>
                </c:pt>
                <c:pt idx="694">
                  <c:v>0</c:v>
                </c:pt>
                <c:pt idx="695">
                  <c:v>0</c:v>
                </c:pt>
                <c:pt idx="696">
                  <c:v>0</c:v>
                </c:pt>
                <c:pt idx="697">
                  <c:v>0</c:v>
                </c:pt>
                <c:pt idx="698">
                  <c:v>0</c:v>
                </c:pt>
                <c:pt idx="699">
                  <c:v>0</c:v>
                </c:pt>
                <c:pt idx="700">
                  <c:v>0</c:v>
                </c:pt>
                <c:pt idx="701">
                  <c:v>191</c:v>
                </c:pt>
                <c:pt idx="702">
                  <c:v>0</c:v>
                </c:pt>
                <c:pt idx="703">
                  <c:v>0</c:v>
                </c:pt>
                <c:pt idx="704">
                  <c:v>190</c:v>
                </c:pt>
                <c:pt idx="705">
                  <c:v>0</c:v>
                </c:pt>
                <c:pt idx="706">
                  <c:v>0</c:v>
                </c:pt>
                <c:pt idx="707">
                  <c:v>0</c:v>
                </c:pt>
                <c:pt idx="708">
                  <c:v>0</c:v>
                </c:pt>
                <c:pt idx="709">
                  <c:v>188</c:v>
                </c:pt>
                <c:pt idx="710">
                  <c:v>0</c:v>
                </c:pt>
                <c:pt idx="711">
                  <c:v>172</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168</c:v>
                </c:pt>
                <c:pt idx="818">
                  <c:v>175</c:v>
                </c:pt>
                <c:pt idx="819">
                  <c:v>0</c:v>
                </c:pt>
                <c:pt idx="820">
                  <c:v>182</c:v>
                </c:pt>
                <c:pt idx="821">
                  <c:v>0</c:v>
                </c:pt>
                <c:pt idx="822">
                  <c:v>188</c:v>
                </c:pt>
                <c:pt idx="823">
                  <c:v>182</c:v>
                </c:pt>
                <c:pt idx="824">
                  <c:v>186</c:v>
                </c:pt>
                <c:pt idx="825">
                  <c:v>181</c:v>
                </c:pt>
                <c:pt idx="826">
                  <c:v>0</c:v>
                </c:pt>
                <c:pt idx="827">
                  <c:v>185</c:v>
                </c:pt>
                <c:pt idx="828">
                  <c:v>0</c:v>
                </c:pt>
                <c:pt idx="829">
                  <c:v>171</c:v>
                </c:pt>
                <c:pt idx="830">
                  <c:v>0</c:v>
                </c:pt>
                <c:pt idx="831">
                  <c:v>0</c:v>
                </c:pt>
                <c:pt idx="832">
                  <c:v>191</c:v>
                </c:pt>
                <c:pt idx="833">
                  <c:v>0</c:v>
                </c:pt>
                <c:pt idx="834">
                  <c:v>183</c:v>
                </c:pt>
                <c:pt idx="835">
                  <c:v>0</c:v>
                </c:pt>
                <c:pt idx="836">
                  <c:v>180</c:v>
                </c:pt>
                <c:pt idx="837">
                  <c:v>176</c:v>
                </c:pt>
                <c:pt idx="838">
                  <c:v>196</c:v>
                </c:pt>
                <c:pt idx="839">
                  <c:v>192</c:v>
                </c:pt>
                <c:pt idx="840">
                  <c:v>0</c:v>
                </c:pt>
                <c:pt idx="841">
                  <c:v>0</c:v>
                </c:pt>
                <c:pt idx="842">
                  <c:v>176</c:v>
                </c:pt>
                <c:pt idx="843">
                  <c:v>169</c:v>
                </c:pt>
                <c:pt idx="844">
                  <c:v>177</c:v>
                </c:pt>
                <c:pt idx="845">
                  <c:v>0</c:v>
                </c:pt>
                <c:pt idx="846">
                  <c:v>171</c:v>
                </c:pt>
                <c:pt idx="847">
                  <c:v>184</c:v>
                </c:pt>
                <c:pt idx="848">
                  <c:v>0</c:v>
                </c:pt>
                <c:pt idx="849">
                  <c:v>198</c:v>
                </c:pt>
                <c:pt idx="850">
                  <c:v>0</c:v>
                </c:pt>
                <c:pt idx="851">
                  <c:v>180</c:v>
                </c:pt>
                <c:pt idx="852">
                  <c:v>199</c:v>
                </c:pt>
                <c:pt idx="853">
                  <c:v>0</c:v>
                </c:pt>
                <c:pt idx="854">
                  <c:v>198</c:v>
                </c:pt>
                <c:pt idx="855">
                  <c:v>174</c:v>
                </c:pt>
                <c:pt idx="856">
                  <c:v>187</c:v>
                </c:pt>
                <c:pt idx="857">
                  <c:v>0</c:v>
                </c:pt>
                <c:pt idx="858">
                  <c:v>185</c:v>
                </c:pt>
                <c:pt idx="859">
                  <c:v>0</c:v>
                </c:pt>
                <c:pt idx="860">
                  <c:v>0</c:v>
                </c:pt>
                <c:pt idx="861">
                  <c:v>185</c:v>
                </c:pt>
                <c:pt idx="862">
                  <c:v>181</c:v>
                </c:pt>
                <c:pt idx="863">
                  <c:v>199</c:v>
                </c:pt>
                <c:pt idx="864">
                  <c:v>194</c:v>
                </c:pt>
                <c:pt idx="865">
                  <c:v>171</c:v>
                </c:pt>
                <c:pt idx="866">
                  <c:v>194</c:v>
                </c:pt>
                <c:pt idx="867">
                  <c:v>196</c:v>
                </c:pt>
                <c:pt idx="868">
                  <c:v>194</c:v>
                </c:pt>
                <c:pt idx="869">
                  <c:v>181</c:v>
                </c:pt>
                <c:pt idx="870">
                  <c:v>195</c:v>
                </c:pt>
                <c:pt idx="871">
                  <c:v>199</c:v>
                </c:pt>
                <c:pt idx="872">
                  <c:v>194</c:v>
                </c:pt>
                <c:pt idx="873">
                  <c:v>182</c:v>
                </c:pt>
                <c:pt idx="874">
                  <c:v>194</c:v>
                </c:pt>
                <c:pt idx="875">
                  <c:v>195</c:v>
                </c:pt>
                <c:pt idx="876">
                  <c:v>173</c:v>
                </c:pt>
                <c:pt idx="877">
                  <c:v>191</c:v>
                </c:pt>
                <c:pt idx="878">
                  <c:v>188</c:v>
                </c:pt>
                <c:pt idx="879">
                  <c:v>185</c:v>
                </c:pt>
                <c:pt idx="880">
                  <c:v>184</c:v>
                </c:pt>
                <c:pt idx="881">
                  <c:v>194</c:v>
                </c:pt>
                <c:pt idx="882">
                  <c:v>172</c:v>
                </c:pt>
                <c:pt idx="883">
                  <c:v>194</c:v>
                </c:pt>
                <c:pt idx="884">
                  <c:v>171</c:v>
                </c:pt>
                <c:pt idx="885">
                  <c:v>190</c:v>
                </c:pt>
                <c:pt idx="886">
                  <c:v>179</c:v>
                </c:pt>
                <c:pt idx="887">
                  <c:v>175</c:v>
                </c:pt>
                <c:pt idx="888">
                  <c:v>183</c:v>
                </c:pt>
                <c:pt idx="889">
                  <c:v>171</c:v>
                </c:pt>
                <c:pt idx="890">
                  <c:v>193</c:v>
                </c:pt>
                <c:pt idx="891">
                  <c:v>189</c:v>
                </c:pt>
                <c:pt idx="892">
                  <c:v>188</c:v>
                </c:pt>
                <c:pt idx="893">
                  <c:v>173</c:v>
                </c:pt>
                <c:pt idx="894">
                  <c:v>199</c:v>
                </c:pt>
                <c:pt idx="895">
                  <c:v>189</c:v>
                </c:pt>
                <c:pt idx="896">
                  <c:v>198</c:v>
                </c:pt>
                <c:pt idx="897">
                  <c:v>189</c:v>
                </c:pt>
                <c:pt idx="898">
                  <c:v>199</c:v>
                </c:pt>
                <c:pt idx="899">
                  <c:v>185</c:v>
                </c:pt>
                <c:pt idx="900">
                  <c:v>188</c:v>
                </c:pt>
                <c:pt idx="901">
                  <c:v>175</c:v>
                </c:pt>
                <c:pt idx="902">
                  <c:v>194</c:v>
                </c:pt>
                <c:pt idx="903">
                  <c:v>195</c:v>
                </c:pt>
                <c:pt idx="904">
                  <c:v>184</c:v>
                </c:pt>
                <c:pt idx="905">
                  <c:v>198</c:v>
                </c:pt>
                <c:pt idx="906">
                  <c:v>195</c:v>
                </c:pt>
                <c:pt idx="907">
                  <c:v>198</c:v>
                </c:pt>
                <c:pt idx="908">
                  <c:v>183</c:v>
                </c:pt>
                <c:pt idx="909">
                  <c:v>0</c:v>
                </c:pt>
                <c:pt idx="910">
                  <c:v>181</c:v>
                </c:pt>
                <c:pt idx="911">
                  <c:v>0</c:v>
                </c:pt>
                <c:pt idx="912">
                  <c:v>0</c:v>
                </c:pt>
                <c:pt idx="913">
                  <c:v>0</c:v>
                </c:pt>
                <c:pt idx="914">
                  <c:v>0</c:v>
                </c:pt>
                <c:pt idx="915">
                  <c:v>197</c:v>
                </c:pt>
                <c:pt idx="916">
                  <c:v>0</c:v>
                </c:pt>
                <c:pt idx="917">
                  <c:v>0</c:v>
                </c:pt>
                <c:pt idx="918">
                  <c:v>0</c:v>
                </c:pt>
                <c:pt idx="919">
                  <c:v>0</c:v>
                </c:pt>
                <c:pt idx="920">
                  <c:v>192</c:v>
                </c:pt>
                <c:pt idx="921">
                  <c:v>181</c:v>
                </c:pt>
                <c:pt idx="922">
                  <c:v>0</c:v>
                </c:pt>
                <c:pt idx="923">
                  <c:v>0</c:v>
                </c:pt>
                <c:pt idx="924">
                  <c:v>0</c:v>
                </c:pt>
                <c:pt idx="925">
                  <c:v>0</c:v>
                </c:pt>
                <c:pt idx="926">
                  <c:v>0</c:v>
                </c:pt>
                <c:pt idx="927">
                  <c:v>0</c:v>
                </c:pt>
                <c:pt idx="928">
                  <c:v>183</c:v>
                </c:pt>
                <c:pt idx="929">
                  <c:v>0</c:v>
                </c:pt>
                <c:pt idx="930">
                  <c:v>0</c:v>
                </c:pt>
                <c:pt idx="931">
                  <c:v>198</c:v>
                </c:pt>
                <c:pt idx="932">
                  <c:v>197</c:v>
                </c:pt>
                <c:pt idx="933">
                  <c:v>0</c:v>
                </c:pt>
                <c:pt idx="934">
                  <c:v>0</c:v>
                </c:pt>
                <c:pt idx="935">
                  <c:v>186</c:v>
                </c:pt>
                <c:pt idx="936">
                  <c:v>187</c:v>
                </c:pt>
                <c:pt idx="937">
                  <c:v>199</c:v>
                </c:pt>
                <c:pt idx="938">
                  <c:v>174</c:v>
                </c:pt>
                <c:pt idx="939">
                  <c:v>196</c:v>
                </c:pt>
                <c:pt idx="940">
                  <c:v>192</c:v>
                </c:pt>
                <c:pt idx="941">
                  <c:v>182</c:v>
                </c:pt>
                <c:pt idx="942">
                  <c:v>198</c:v>
                </c:pt>
                <c:pt idx="943">
                  <c:v>188</c:v>
                </c:pt>
                <c:pt idx="944">
                  <c:v>186</c:v>
                </c:pt>
                <c:pt idx="945">
                  <c:v>198</c:v>
                </c:pt>
                <c:pt idx="946">
                  <c:v>194</c:v>
                </c:pt>
                <c:pt idx="947">
                  <c:v>169</c:v>
                </c:pt>
                <c:pt idx="948">
                  <c:v>199</c:v>
                </c:pt>
                <c:pt idx="949">
                  <c:v>189</c:v>
                </c:pt>
                <c:pt idx="950">
                  <c:v>193</c:v>
                </c:pt>
                <c:pt idx="951">
                  <c:v>188</c:v>
                </c:pt>
                <c:pt idx="952">
                  <c:v>166</c:v>
                </c:pt>
                <c:pt idx="953">
                  <c:v>199</c:v>
                </c:pt>
                <c:pt idx="954">
                  <c:v>189</c:v>
                </c:pt>
                <c:pt idx="955">
                  <c:v>188</c:v>
                </c:pt>
                <c:pt idx="956">
                  <c:v>177</c:v>
                </c:pt>
                <c:pt idx="957">
                  <c:v>176</c:v>
                </c:pt>
                <c:pt idx="958">
                  <c:v>171</c:v>
                </c:pt>
                <c:pt idx="959">
                  <c:v>180</c:v>
                </c:pt>
                <c:pt idx="960">
                  <c:v>183</c:v>
                </c:pt>
                <c:pt idx="961">
                  <c:v>0</c:v>
                </c:pt>
                <c:pt idx="962">
                  <c:v>199</c:v>
                </c:pt>
                <c:pt idx="963">
                  <c:v>188</c:v>
                </c:pt>
                <c:pt idx="964">
                  <c:v>198</c:v>
                </c:pt>
                <c:pt idx="965">
                  <c:v>168</c:v>
                </c:pt>
                <c:pt idx="966">
                  <c:v>173</c:v>
                </c:pt>
                <c:pt idx="967">
                  <c:v>168</c:v>
                </c:pt>
                <c:pt idx="968">
                  <c:v>198</c:v>
                </c:pt>
                <c:pt idx="969">
                  <c:v>180</c:v>
                </c:pt>
                <c:pt idx="970">
                  <c:v>187</c:v>
                </c:pt>
                <c:pt idx="971">
                  <c:v>179</c:v>
                </c:pt>
                <c:pt idx="972">
                  <c:v>0</c:v>
                </c:pt>
              </c:numCache>
            </c:numRef>
          </c:yVal>
          <c:smooth val="0"/>
          <c:extLst>
            <c:ext xmlns:c16="http://schemas.microsoft.com/office/drawing/2014/chart" uri="{C3380CC4-5D6E-409C-BE32-E72D297353CC}">
              <c16:uniqueId val="{00000002-9FA8-49D5-9E83-FD13D68FC362}"/>
            </c:ext>
          </c:extLst>
        </c:ser>
        <c:dLbls>
          <c:showLegendKey val="0"/>
          <c:showVal val="0"/>
          <c:showCatName val="0"/>
          <c:showSerName val="0"/>
          <c:showPercent val="0"/>
          <c:showBubbleSize val="0"/>
        </c:dLbls>
        <c:axId val="23278352"/>
        <c:axId val="23292272"/>
      </c:scatterChart>
      <c:valAx>
        <c:axId val="23278352"/>
        <c:scaling>
          <c:orientation val="minMax"/>
          <c:min val="4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RHR BPM</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292272"/>
        <c:crosses val="autoZero"/>
        <c:crossBetween val="midCat"/>
      </c:valAx>
      <c:valAx>
        <c:axId val="23292272"/>
        <c:scaling>
          <c:orientation val="minMax"/>
          <c:min val="14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Max EHR BPM</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27835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Tracking.xlsx]Pivot!PivotTable19</c:name>
    <c:fmtId val="24"/>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Workout Type: Critical Avg EHR Zone</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Pivot!$J$24</c:f>
              <c:strCache>
                <c:ptCount val="1"/>
                <c:pt idx="0">
                  <c:v>Total</c:v>
                </c:pt>
              </c:strCache>
            </c:strRef>
          </c:tx>
          <c:spPr>
            <a:solidFill>
              <a:schemeClr val="accent1"/>
            </a:solidFill>
            <a:ln>
              <a:noFill/>
            </a:ln>
            <a:effectLst/>
          </c:spPr>
          <c:invertIfNegative val="0"/>
          <c:dPt>
            <c:idx val="0"/>
            <c:invertIfNegative val="0"/>
            <c:bubble3D val="0"/>
            <c:spPr>
              <a:solidFill>
                <a:schemeClr val="bg2">
                  <a:lumMod val="50000"/>
                </a:schemeClr>
              </a:solidFill>
              <a:ln>
                <a:noFill/>
              </a:ln>
              <a:effectLst/>
            </c:spPr>
            <c:extLst>
              <c:ext xmlns:c16="http://schemas.microsoft.com/office/drawing/2014/chart" uri="{C3380CC4-5D6E-409C-BE32-E72D297353CC}">
                <c16:uniqueId val="{00000000-F068-44B5-9ECA-EF486CEA1BDD}"/>
              </c:ext>
            </c:extLst>
          </c:dPt>
          <c:dPt>
            <c:idx val="1"/>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1-F068-44B5-9ECA-EF486CEA1BDD}"/>
              </c:ext>
            </c:extLst>
          </c:dPt>
          <c:dPt>
            <c:idx val="2"/>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2-F068-44B5-9ECA-EF486CEA1BDD}"/>
              </c:ext>
            </c:extLst>
          </c:dPt>
          <c:dPt>
            <c:idx val="3"/>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3-F068-44B5-9ECA-EF486CEA1BD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Pivot!$H$25:$I$28</c:f>
              <c:strCache>
                <c:ptCount val="4"/>
                <c:pt idx="0">
                  <c:v>Yoga</c:v>
                </c:pt>
                <c:pt idx="1">
                  <c:v>Cardio</c:v>
                </c:pt>
                <c:pt idx="2">
                  <c:v>HIIT</c:v>
                </c:pt>
                <c:pt idx="3">
                  <c:v>Strength</c:v>
                </c:pt>
              </c:strCache>
            </c:strRef>
          </c:cat>
          <c:val>
            <c:numRef>
              <c:f>Pivot!$J$25:$J$28</c:f>
              <c:numCache>
                <c:formatCode>General</c:formatCode>
                <c:ptCount val="4"/>
                <c:pt idx="0">
                  <c:v>2</c:v>
                </c:pt>
                <c:pt idx="1">
                  <c:v>3</c:v>
                </c:pt>
                <c:pt idx="2">
                  <c:v>4</c:v>
                </c:pt>
                <c:pt idx="3">
                  <c:v>4</c:v>
                </c:pt>
              </c:numCache>
            </c:numRef>
          </c:val>
          <c:extLst>
            <c:ext xmlns:c16="http://schemas.microsoft.com/office/drawing/2014/chart" uri="{C3380CC4-5D6E-409C-BE32-E72D297353CC}">
              <c16:uniqueId val="{00000000-83D9-4D59-87CB-76E6B6E72BA9}"/>
            </c:ext>
          </c:extLst>
        </c:ser>
        <c:dLbls>
          <c:dLblPos val="outEnd"/>
          <c:showLegendKey val="0"/>
          <c:showVal val="1"/>
          <c:showCatName val="0"/>
          <c:showSerName val="0"/>
          <c:showPercent val="0"/>
          <c:showBubbleSize val="0"/>
        </c:dLbls>
        <c:gapWidth val="0"/>
        <c:axId val="1926682096"/>
        <c:axId val="1926663856"/>
      </c:barChart>
      <c:catAx>
        <c:axId val="1926682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6663856"/>
        <c:crosses val="autoZero"/>
        <c:auto val="1"/>
        <c:lblAlgn val="ctr"/>
        <c:lblOffset val="100"/>
        <c:noMultiLvlLbl val="0"/>
      </c:catAx>
      <c:valAx>
        <c:axId val="1926663856"/>
        <c:scaling>
          <c:orientation val="minMax"/>
        </c:scaling>
        <c:delete val="1"/>
        <c:axPos val="l"/>
        <c:numFmt formatCode="General" sourceLinked="1"/>
        <c:majorTickMark val="out"/>
        <c:minorTickMark val="none"/>
        <c:tickLblPos val="nextTo"/>
        <c:crossAx val="1926682096"/>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dirty="0"/>
              <a:t>By EHR Zone:</a:t>
            </a:r>
            <a:r>
              <a:rPr lang="en-MY" sz="900" baseline="0" dirty="0"/>
              <a:t> </a:t>
            </a:r>
            <a:r>
              <a:rPr lang="en-MY" sz="900" dirty="0" err="1"/>
              <a:t>Avg</a:t>
            </a:r>
            <a:r>
              <a:rPr lang="en-MY" sz="900" dirty="0"/>
              <a:t> EHR BPM &amp; Age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'Sub-Dataset'!$BC$1</c:f>
              <c:strCache>
                <c:ptCount val="1"/>
                <c:pt idx="0">
                  <c:v>Normal</c:v>
                </c:pt>
              </c:strCache>
            </c:strRef>
          </c:tx>
          <c:spPr>
            <a:ln w="19050" cap="rnd">
              <a:noFill/>
              <a:round/>
            </a:ln>
            <a:effectLst/>
          </c:spPr>
          <c:marker>
            <c:symbol val="circle"/>
            <c:size val="3"/>
            <c:spPr>
              <a:solidFill>
                <a:schemeClr val="accent3">
                  <a:lumMod val="40000"/>
                  <a:lumOff val="60000"/>
                </a:schemeClr>
              </a:solidFill>
              <a:ln w="9525">
                <a:noFill/>
              </a:ln>
              <a:effectLst/>
            </c:spPr>
          </c:marker>
          <c:xVal>
            <c:numRef>
              <c:f>'Sub-Dataset'!$BB$2:$BB$974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'Sub-Dataset'!$BC$2:$BC$974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0</c:v>
                </c:pt>
                <c:pt idx="323">
                  <c:v>132</c:v>
                </c:pt>
                <c:pt idx="324">
                  <c:v>144</c:v>
                </c:pt>
                <c:pt idx="325">
                  <c:v>0</c:v>
                </c:pt>
                <c:pt idx="326">
                  <c:v>0</c:v>
                </c:pt>
                <c:pt idx="327">
                  <c:v>0</c:v>
                </c:pt>
                <c:pt idx="328">
                  <c:v>0</c:v>
                </c:pt>
                <c:pt idx="329">
                  <c:v>146</c:v>
                </c:pt>
                <c:pt idx="330">
                  <c:v>0</c:v>
                </c:pt>
                <c:pt idx="331">
                  <c:v>130</c:v>
                </c:pt>
                <c:pt idx="332">
                  <c:v>129</c:v>
                </c:pt>
                <c:pt idx="333">
                  <c:v>142</c:v>
                </c:pt>
                <c:pt idx="334">
                  <c:v>156</c:v>
                </c:pt>
                <c:pt idx="335">
                  <c:v>0</c:v>
                </c:pt>
                <c:pt idx="336">
                  <c:v>145</c:v>
                </c:pt>
                <c:pt idx="337">
                  <c:v>131</c:v>
                </c:pt>
                <c:pt idx="338">
                  <c:v>128</c:v>
                </c:pt>
                <c:pt idx="339">
                  <c:v>0</c:v>
                </c:pt>
                <c:pt idx="340">
                  <c:v>130</c:v>
                </c:pt>
                <c:pt idx="341">
                  <c:v>134</c:v>
                </c:pt>
                <c:pt idx="342">
                  <c:v>137</c:v>
                </c:pt>
                <c:pt idx="343">
                  <c:v>0</c:v>
                </c:pt>
                <c:pt idx="344">
                  <c:v>0</c:v>
                </c:pt>
                <c:pt idx="345">
                  <c:v>132</c:v>
                </c:pt>
                <c:pt idx="346">
                  <c:v>0</c:v>
                </c:pt>
                <c:pt idx="347">
                  <c:v>0</c:v>
                </c:pt>
                <c:pt idx="348">
                  <c:v>0</c:v>
                </c:pt>
                <c:pt idx="349">
                  <c:v>0</c:v>
                </c:pt>
                <c:pt idx="350">
                  <c:v>148</c:v>
                </c:pt>
                <c:pt idx="351">
                  <c:v>0</c:v>
                </c:pt>
                <c:pt idx="352">
                  <c:v>0</c:v>
                </c:pt>
                <c:pt idx="353">
                  <c:v>133</c:v>
                </c:pt>
                <c:pt idx="354">
                  <c:v>0</c:v>
                </c:pt>
                <c:pt idx="355">
                  <c:v>151</c:v>
                </c:pt>
                <c:pt idx="356">
                  <c:v>128</c:v>
                </c:pt>
                <c:pt idx="357">
                  <c:v>0</c:v>
                </c:pt>
                <c:pt idx="358">
                  <c:v>0</c:v>
                </c:pt>
                <c:pt idx="359">
                  <c:v>0</c:v>
                </c:pt>
                <c:pt idx="360">
                  <c:v>0</c:v>
                </c:pt>
                <c:pt idx="361">
                  <c:v>121</c:v>
                </c:pt>
                <c:pt idx="362">
                  <c:v>0</c:v>
                </c:pt>
                <c:pt idx="363">
                  <c:v>0</c:v>
                </c:pt>
                <c:pt idx="364">
                  <c:v>0</c:v>
                </c:pt>
                <c:pt idx="365">
                  <c:v>0</c:v>
                </c:pt>
                <c:pt idx="366">
                  <c:v>138</c:v>
                </c:pt>
                <c:pt idx="367">
                  <c:v>0</c:v>
                </c:pt>
                <c:pt idx="368">
                  <c:v>0</c:v>
                </c:pt>
                <c:pt idx="369">
                  <c:v>0</c:v>
                </c:pt>
                <c:pt idx="370">
                  <c:v>152</c:v>
                </c:pt>
                <c:pt idx="371">
                  <c:v>0</c:v>
                </c:pt>
                <c:pt idx="372">
                  <c:v>0</c:v>
                </c:pt>
                <c:pt idx="373">
                  <c:v>0</c:v>
                </c:pt>
                <c:pt idx="374">
                  <c:v>0</c:v>
                </c:pt>
                <c:pt idx="375">
                  <c:v>0</c:v>
                </c:pt>
                <c:pt idx="376">
                  <c:v>0</c:v>
                </c:pt>
                <c:pt idx="377">
                  <c:v>142</c:v>
                </c:pt>
                <c:pt idx="378">
                  <c:v>120</c:v>
                </c:pt>
                <c:pt idx="379">
                  <c:v>0</c:v>
                </c:pt>
                <c:pt idx="380">
                  <c:v>147</c:v>
                </c:pt>
                <c:pt idx="381">
                  <c:v>150</c:v>
                </c:pt>
                <c:pt idx="382">
                  <c:v>0</c:v>
                </c:pt>
                <c:pt idx="383">
                  <c:v>0</c:v>
                </c:pt>
                <c:pt idx="384">
                  <c:v>0</c:v>
                </c:pt>
                <c:pt idx="385">
                  <c:v>133</c:v>
                </c:pt>
                <c:pt idx="386">
                  <c:v>127</c:v>
                </c:pt>
                <c:pt idx="387">
                  <c:v>0</c:v>
                </c:pt>
                <c:pt idx="388">
                  <c:v>130</c:v>
                </c:pt>
                <c:pt idx="389">
                  <c:v>0</c:v>
                </c:pt>
                <c:pt idx="390">
                  <c:v>0</c:v>
                </c:pt>
                <c:pt idx="391">
                  <c:v>132</c:v>
                </c:pt>
                <c:pt idx="392">
                  <c:v>149</c:v>
                </c:pt>
                <c:pt idx="393">
                  <c:v>0</c:v>
                </c:pt>
                <c:pt idx="394">
                  <c:v>0</c:v>
                </c:pt>
                <c:pt idx="395">
                  <c:v>0</c:v>
                </c:pt>
                <c:pt idx="396">
                  <c:v>149</c:v>
                </c:pt>
                <c:pt idx="397">
                  <c:v>0</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0</c:v>
                </c:pt>
                <c:pt idx="435">
                  <c:v>0</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0</c:v>
                </c:pt>
                <c:pt idx="564">
                  <c:v>126</c:v>
                </c:pt>
                <c:pt idx="565">
                  <c:v>0</c:v>
                </c:pt>
                <c:pt idx="566">
                  <c:v>0</c:v>
                </c:pt>
                <c:pt idx="567">
                  <c:v>144</c:v>
                </c:pt>
                <c:pt idx="568">
                  <c:v>0</c:v>
                </c:pt>
                <c:pt idx="569">
                  <c:v>0</c:v>
                </c:pt>
                <c:pt idx="570">
                  <c:v>135</c:v>
                </c:pt>
                <c:pt idx="571">
                  <c:v>0</c:v>
                </c:pt>
                <c:pt idx="572">
                  <c:v>0</c:v>
                </c:pt>
                <c:pt idx="573">
                  <c:v>0</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0</c:v>
                </c:pt>
                <c:pt idx="658">
                  <c:v>0</c:v>
                </c:pt>
                <c:pt idx="659">
                  <c:v>0</c:v>
                </c:pt>
                <c:pt idx="660">
                  <c:v>0</c:v>
                </c:pt>
                <c:pt idx="661">
                  <c:v>150</c:v>
                </c:pt>
                <c:pt idx="662">
                  <c:v>167</c:v>
                </c:pt>
                <c:pt idx="663">
                  <c:v>158</c:v>
                </c:pt>
                <c:pt idx="664">
                  <c:v>0</c:v>
                </c:pt>
                <c:pt idx="665">
                  <c:v>144</c:v>
                </c:pt>
                <c:pt idx="666">
                  <c:v>141</c:v>
                </c:pt>
                <c:pt idx="667">
                  <c:v>0</c:v>
                </c:pt>
                <c:pt idx="668">
                  <c:v>0</c:v>
                </c:pt>
                <c:pt idx="669">
                  <c:v>165</c:v>
                </c:pt>
                <c:pt idx="670">
                  <c:v>139</c:v>
                </c:pt>
                <c:pt idx="671">
                  <c:v>155</c:v>
                </c:pt>
                <c:pt idx="672">
                  <c:v>164</c:v>
                </c:pt>
                <c:pt idx="673">
                  <c:v>0</c:v>
                </c:pt>
                <c:pt idx="674">
                  <c:v>0</c:v>
                </c:pt>
                <c:pt idx="675">
                  <c:v>153</c:v>
                </c:pt>
                <c:pt idx="676">
                  <c:v>132</c:v>
                </c:pt>
                <c:pt idx="677">
                  <c:v>163</c:v>
                </c:pt>
                <c:pt idx="678">
                  <c:v>0</c:v>
                </c:pt>
                <c:pt idx="679">
                  <c:v>0</c:v>
                </c:pt>
                <c:pt idx="680">
                  <c:v>168</c:v>
                </c:pt>
                <c:pt idx="681">
                  <c:v>0</c:v>
                </c:pt>
                <c:pt idx="682">
                  <c:v>0</c:v>
                </c:pt>
                <c:pt idx="683">
                  <c:v>0</c:v>
                </c:pt>
                <c:pt idx="684">
                  <c:v>122</c:v>
                </c:pt>
                <c:pt idx="685">
                  <c:v>156</c:v>
                </c:pt>
                <c:pt idx="686">
                  <c:v>0</c:v>
                </c:pt>
                <c:pt idx="687">
                  <c:v>144</c:v>
                </c:pt>
                <c:pt idx="688">
                  <c:v>140</c:v>
                </c:pt>
                <c:pt idx="689">
                  <c:v>146</c:v>
                </c:pt>
                <c:pt idx="690">
                  <c:v>0</c:v>
                </c:pt>
                <c:pt idx="691">
                  <c:v>0</c:v>
                </c:pt>
                <c:pt idx="692">
                  <c:v>0</c:v>
                </c:pt>
                <c:pt idx="693">
                  <c:v>161</c:v>
                </c:pt>
                <c:pt idx="694">
                  <c:v>169</c:v>
                </c:pt>
                <c:pt idx="695">
                  <c:v>150</c:v>
                </c:pt>
                <c:pt idx="696">
                  <c:v>147</c:v>
                </c:pt>
                <c:pt idx="697">
                  <c:v>126</c:v>
                </c:pt>
                <c:pt idx="698">
                  <c:v>145</c:v>
                </c:pt>
                <c:pt idx="699">
                  <c:v>140</c:v>
                </c:pt>
                <c:pt idx="700">
                  <c:v>143</c:v>
                </c:pt>
                <c:pt idx="701">
                  <c:v>0</c:v>
                </c:pt>
                <c:pt idx="702">
                  <c:v>139</c:v>
                </c:pt>
                <c:pt idx="703">
                  <c:v>121</c:v>
                </c:pt>
                <c:pt idx="704">
                  <c:v>0</c:v>
                </c:pt>
                <c:pt idx="705">
                  <c:v>166</c:v>
                </c:pt>
                <c:pt idx="706">
                  <c:v>142</c:v>
                </c:pt>
                <c:pt idx="707">
                  <c:v>153</c:v>
                </c:pt>
                <c:pt idx="708">
                  <c:v>139</c:v>
                </c:pt>
                <c:pt idx="709">
                  <c:v>0</c:v>
                </c:pt>
                <c:pt idx="710">
                  <c:v>144</c:v>
                </c:pt>
                <c:pt idx="711">
                  <c:v>0</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0</c:v>
                </c:pt>
                <c:pt idx="737">
                  <c:v>0</c:v>
                </c:pt>
                <c:pt idx="738">
                  <c:v>0</c:v>
                </c:pt>
                <c:pt idx="739">
                  <c:v>0</c:v>
                </c:pt>
                <c:pt idx="740">
                  <c:v>125</c:v>
                </c:pt>
                <c:pt idx="741">
                  <c:v>134</c:v>
                </c:pt>
                <c:pt idx="742">
                  <c:v>120</c:v>
                </c:pt>
                <c:pt idx="743">
                  <c:v>0</c:v>
                </c:pt>
                <c:pt idx="744">
                  <c:v>0</c:v>
                </c:pt>
                <c:pt idx="745">
                  <c:v>0</c:v>
                </c:pt>
                <c:pt idx="746">
                  <c:v>138</c:v>
                </c:pt>
                <c:pt idx="747">
                  <c:v>0</c:v>
                </c:pt>
                <c:pt idx="748">
                  <c:v>0</c:v>
                </c:pt>
                <c:pt idx="749">
                  <c:v>0</c:v>
                </c:pt>
                <c:pt idx="750">
                  <c:v>0</c:v>
                </c:pt>
                <c:pt idx="751">
                  <c:v>133</c:v>
                </c:pt>
                <c:pt idx="752">
                  <c:v>150</c:v>
                </c:pt>
                <c:pt idx="753">
                  <c:v>149</c:v>
                </c:pt>
                <c:pt idx="754">
                  <c:v>0</c:v>
                </c:pt>
                <c:pt idx="755">
                  <c:v>0</c:v>
                </c:pt>
                <c:pt idx="756">
                  <c:v>0</c:v>
                </c:pt>
                <c:pt idx="757">
                  <c:v>0</c:v>
                </c:pt>
                <c:pt idx="758">
                  <c:v>0</c:v>
                </c:pt>
                <c:pt idx="759">
                  <c:v>0</c:v>
                </c:pt>
                <c:pt idx="760">
                  <c:v>0</c:v>
                </c:pt>
                <c:pt idx="761">
                  <c:v>0</c:v>
                </c:pt>
                <c:pt idx="762">
                  <c:v>120</c:v>
                </c:pt>
                <c:pt idx="763">
                  <c:v>0</c:v>
                </c:pt>
                <c:pt idx="764">
                  <c:v>0</c:v>
                </c:pt>
                <c:pt idx="765">
                  <c:v>0</c:v>
                </c:pt>
                <c:pt idx="766">
                  <c:v>166</c:v>
                </c:pt>
                <c:pt idx="767">
                  <c:v>0</c:v>
                </c:pt>
                <c:pt idx="768">
                  <c:v>0</c:v>
                </c:pt>
                <c:pt idx="769">
                  <c:v>0</c:v>
                </c:pt>
                <c:pt idx="770">
                  <c:v>0</c:v>
                </c:pt>
                <c:pt idx="771">
                  <c:v>0</c:v>
                </c:pt>
                <c:pt idx="772">
                  <c:v>127</c:v>
                </c:pt>
                <c:pt idx="773">
                  <c:v>161</c:v>
                </c:pt>
                <c:pt idx="774">
                  <c:v>0</c:v>
                </c:pt>
                <c:pt idx="775">
                  <c:v>0</c:v>
                </c:pt>
                <c:pt idx="776">
                  <c:v>0</c:v>
                </c:pt>
                <c:pt idx="777">
                  <c:v>168</c:v>
                </c:pt>
                <c:pt idx="778">
                  <c:v>0</c:v>
                </c:pt>
                <c:pt idx="779">
                  <c:v>138</c:v>
                </c:pt>
                <c:pt idx="780">
                  <c:v>0</c:v>
                </c:pt>
                <c:pt idx="781">
                  <c:v>0</c:v>
                </c:pt>
                <c:pt idx="782">
                  <c:v>134</c:v>
                </c:pt>
                <c:pt idx="783">
                  <c:v>0</c:v>
                </c:pt>
                <c:pt idx="784">
                  <c:v>0</c:v>
                </c:pt>
                <c:pt idx="785">
                  <c:v>0</c:v>
                </c:pt>
                <c:pt idx="786">
                  <c:v>0</c:v>
                </c:pt>
                <c:pt idx="787">
                  <c:v>0</c:v>
                </c:pt>
                <c:pt idx="788">
                  <c:v>0</c:v>
                </c:pt>
                <c:pt idx="789">
                  <c:v>0</c:v>
                </c:pt>
                <c:pt idx="790">
                  <c:v>0</c:v>
                </c:pt>
                <c:pt idx="791">
                  <c:v>0</c:v>
                </c:pt>
                <c:pt idx="792">
                  <c:v>158</c:v>
                </c:pt>
                <c:pt idx="793">
                  <c:v>134</c:v>
                </c:pt>
                <c:pt idx="794">
                  <c:v>0</c:v>
                </c:pt>
                <c:pt idx="795">
                  <c:v>129</c:v>
                </c:pt>
                <c:pt idx="796">
                  <c:v>159</c:v>
                </c:pt>
                <c:pt idx="797">
                  <c:v>0</c:v>
                </c:pt>
                <c:pt idx="798">
                  <c:v>125</c:v>
                </c:pt>
                <c:pt idx="799">
                  <c:v>0</c:v>
                </c:pt>
                <c:pt idx="800">
                  <c:v>0</c:v>
                </c:pt>
                <c:pt idx="801">
                  <c:v>0</c:v>
                </c:pt>
                <c:pt idx="802">
                  <c:v>0</c:v>
                </c:pt>
                <c:pt idx="803">
                  <c:v>0</c:v>
                </c:pt>
                <c:pt idx="804">
                  <c:v>0</c:v>
                </c:pt>
                <c:pt idx="805">
                  <c:v>150</c:v>
                </c:pt>
                <c:pt idx="806">
                  <c:v>130</c:v>
                </c:pt>
                <c:pt idx="807">
                  <c:v>141</c:v>
                </c:pt>
                <c:pt idx="808">
                  <c:v>0</c:v>
                </c:pt>
                <c:pt idx="809">
                  <c:v>0</c:v>
                </c:pt>
                <c:pt idx="810">
                  <c:v>0</c:v>
                </c:pt>
                <c:pt idx="811">
                  <c:v>143</c:v>
                </c:pt>
                <c:pt idx="812">
                  <c:v>162</c:v>
                </c:pt>
                <c:pt idx="813">
                  <c:v>0</c:v>
                </c:pt>
                <c:pt idx="814">
                  <c:v>0</c:v>
                </c:pt>
                <c:pt idx="815">
                  <c:v>152</c:v>
                </c:pt>
                <c:pt idx="816">
                  <c:v>135</c:v>
                </c:pt>
                <c:pt idx="817">
                  <c:v>0</c:v>
                </c:pt>
                <c:pt idx="818">
                  <c:v>0</c:v>
                </c:pt>
                <c:pt idx="819">
                  <c:v>156</c:v>
                </c:pt>
                <c:pt idx="820">
                  <c:v>0</c:v>
                </c:pt>
                <c:pt idx="821">
                  <c:v>167</c:v>
                </c:pt>
                <c:pt idx="822">
                  <c:v>0</c:v>
                </c:pt>
                <c:pt idx="823">
                  <c:v>0</c:v>
                </c:pt>
                <c:pt idx="824">
                  <c:v>0</c:v>
                </c:pt>
                <c:pt idx="825">
                  <c:v>0</c:v>
                </c:pt>
                <c:pt idx="826">
                  <c:v>153</c:v>
                </c:pt>
                <c:pt idx="827">
                  <c:v>0</c:v>
                </c:pt>
                <c:pt idx="828">
                  <c:v>160</c:v>
                </c:pt>
                <c:pt idx="829">
                  <c:v>0</c:v>
                </c:pt>
                <c:pt idx="830">
                  <c:v>140</c:v>
                </c:pt>
                <c:pt idx="831">
                  <c:v>134</c:v>
                </c:pt>
                <c:pt idx="832">
                  <c:v>0</c:v>
                </c:pt>
                <c:pt idx="833">
                  <c:v>122</c:v>
                </c:pt>
                <c:pt idx="834">
                  <c:v>0</c:v>
                </c:pt>
                <c:pt idx="835">
                  <c:v>121</c:v>
                </c:pt>
                <c:pt idx="836">
                  <c:v>0</c:v>
                </c:pt>
                <c:pt idx="837">
                  <c:v>0</c:v>
                </c:pt>
                <c:pt idx="838">
                  <c:v>0</c:v>
                </c:pt>
                <c:pt idx="839">
                  <c:v>0</c:v>
                </c:pt>
                <c:pt idx="840">
                  <c:v>133</c:v>
                </c:pt>
                <c:pt idx="841">
                  <c:v>123</c:v>
                </c:pt>
                <c:pt idx="842">
                  <c:v>0</c:v>
                </c:pt>
                <c:pt idx="843">
                  <c:v>0</c:v>
                </c:pt>
                <c:pt idx="844">
                  <c:v>0</c:v>
                </c:pt>
                <c:pt idx="845">
                  <c:v>127</c:v>
                </c:pt>
                <c:pt idx="846">
                  <c:v>0</c:v>
                </c:pt>
                <c:pt idx="847">
                  <c:v>0</c:v>
                </c:pt>
                <c:pt idx="848">
                  <c:v>146</c:v>
                </c:pt>
                <c:pt idx="849">
                  <c:v>0</c:v>
                </c:pt>
                <c:pt idx="850">
                  <c:v>152</c:v>
                </c:pt>
                <c:pt idx="851">
                  <c:v>0</c:v>
                </c:pt>
                <c:pt idx="852">
                  <c:v>0</c:v>
                </c:pt>
                <c:pt idx="853">
                  <c:v>135</c:v>
                </c:pt>
                <c:pt idx="854">
                  <c:v>0</c:v>
                </c:pt>
                <c:pt idx="855">
                  <c:v>0</c:v>
                </c:pt>
                <c:pt idx="856">
                  <c:v>0</c:v>
                </c:pt>
                <c:pt idx="857">
                  <c:v>134</c:v>
                </c:pt>
                <c:pt idx="858">
                  <c:v>0</c:v>
                </c:pt>
                <c:pt idx="859">
                  <c:v>134</c:v>
                </c:pt>
                <c:pt idx="860">
                  <c:v>146</c:v>
                </c:pt>
                <c:pt idx="861">
                  <c:v>0</c:v>
                </c:pt>
                <c:pt idx="862">
                  <c:v>0</c:v>
                </c:pt>
                <c:pt idx="863">
                  <c:v>0</c:v>
                </c:pt>
                <c:pt idx="864">
                  <c:v>126</c:v>
                </c:pt>
                <c:pt idx="865">
                  <c:v>0</c:v>
                </c:pt>
                <c:pt idx="866">
                  <c:v>130</c:v>
                </c:pt>
                <c:pt idx="867">
                  <c:v>0</c:v>
                </c:pt>
                <c:pt idx="868">
                  <c:v>0</c:v>
                </c:pt>
                <c:pt idx="869">
                  <c:v>0</c:v>
                </c:pt>
                <c:pt idx="870">
                  <c:v>125</c:v>
                </c:pt>
                <c:pt idx="871">
                  <c:v>0</c:v>
                </c:pt>
                <c:pt idx="872">
                  <c:v>140</c:v>
                </c:pt>
                <c:pt idx="873">
                  <c:v>0</c:v>
                </c:pt>
                <c:pt idx="874">
                  <c:v>128</c:v>
                </c:pt>
                <c:pt idx="875">
                  <c:v>0</c:v>
                </c:pt>
                <c:pt idx="876">
                  <c:v>130</c:v>
                </c:pt>
                <c:pt idx="877">
                  <c:v>156</c:v>
                </c:pt>
                <c:pt idx="878">
                  <c:v>125</c:v>
                </c:pt>
                <c:pt idx="879">
                  <c:v>126</c:v>
                </c:pt>
                <c:pt idx="880">
                  <c:v>0</c:v>
                </c:pt>
                <c:pt idx="881">
                  <c:v>123</c:v>
                </c:pt>
                <c:pt idx="882">
                  <c:v>0</c:v>
                </c:pt>
                <c:pt idx="883">
                  <c:v>0</c:v>
                </c:pt>
                <c:pt idx="884">
                  <c:v>0</c:v>
                </c:pt>
                <c:pt idx="885">
                  <c:v>147</c:v>
                </c:pt>
                <c:pt idx="886">
                  <c:v>0</c:v>
                </c:pt>
                <c:pt idx="887">
                  <c:v>0</c:v>
                </c:pt>
                <c:pt idx="888">
                  <c:v>0</c:v>
                </c:pt>
                <c:pt idx="889">
                  <c:v>137</c:v>
                </c:pt>
                <c:pt idx="890">
                  <c:v>136</c:v>
                </c:pt>
                <c:pt idx="891">
                  <c:v>141</c:v>
                </c:pt>
                <c:pt idx="892">
                  <c:v>0</c:v>
                </c:pt>
                <c:pt idx="893">
                  <c:v>0</c:v>
                </c:pt>
                <c:pt idx="894">
                  <c:v>133</c:v>
                </c:pt>
                <c:pt idx="895">
                  <c:v>0</c:v>
                </c:pt>
                <c:pt idx="896">
                  <c:v>0</c:v>
                </c:pt>
                <c:pt idx="897">
                  <c:v>140</c:v>
                </c:pt>
                <c:pt idx="898">
                  <c:v>132</c:v>
                </c:pt>
                <c:pt idx="899">
                  <c:v>120</c:v>
                </c:pt>
                <c:pt idx="900">
                  <c:v>136</c:v>
                </c:pt>
                <c:pt idx="901">
                  <c:v>0</c:v>
                </c:pt>
                <c:pt idx="902">
                  <c:v>0</c:v>
                </c:pt>
                <c:pt idx="903">
                  <c:v>0</c:v>
                </c:pt>
                <c:pt idx="904">
                  <c:v>123</c:v>
                </c:pt>
                <c:pt idx="905">
                  <c:v>0</c:v>
                </c:pt>
                <c:pt idx="906">
                  <c:v>127</c:v>
                </c:pt>
                <c:pt idx="907">
                  <c:v>146</c:v>
                </c:pt>
                <c:pt idx="908">
                  <c:v>0</c:v>
                </c:pt>
                <c:pt idx="909">
                  <c:v>136</c:v>
                </c:pt>
                <c:pt idx="910">
                  <c:v>0</c:v>
                </c:pt>
                <c:pt idx="911">
                  <c:v>127</c:v>
                </c:pt>
                <c:pt idx="912">
                  <c:v>160</c:v>
                </c:pt>
                <c:pt idx="913">
                  <c:v>151</c:v>
                </c:pt>
                <c:pt idx="914">
                  <c:v>132</c:v>
                </c:pt>
                <c:pt idx="915">
                  <c:v>0</c:v>
                </c:pt>
                <c:pt idx="916">
                  <c:v>145</c:v>
                </c:pt>
                <c:pt idx="917">
                  <c:v>130</c:v>
                </c:pt>
                <c:pt idx="918">
                  <c:v>136</c:v>
                </c:pt>
                <c:pt idx="919">
                  <c:v>156</c:v>
                </c:pt>
                <c:pt idx="920">
                  <c:v>0</c:v>
                </c:pt>
                <c:pt idx="921">
                  <c:v>0</c:v>
                </c:pt>
                <c:pt idx="922">
                  <c:v>160</c:v>
                </c:pt>
                <c:pt idx="923">
                  <c:v>121</c:v>
                </c:pt>
                <c:pt idx="924">
                  <c:v>135</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5253-473E-A9AC-B577131B5EF0}"/>
            </c:ext>
          </c:extLst>
        </c:ser>
        <c:ser>
          <c:idx val="1"/>
          <c:order val="1"/>
          <c:tx>
            <c:strRef>
              <c:f>'Sub-Dataset'!$BD$1</c:f>
              <c:strCache>
                <c:ptCount val="1"/>
                <c:pt idx="0">
                  <c:v>High</c:v>
                </c:pt>
              </c:strCache>
            </c:strRef>
          </c:tx>
          <c:spPr>
            <a:ln w="19050" cap="rnd">
              <a:noFill/>
              <a:round/>
            </a:ln>
            <a:effectLst/>
          </c:spPr>
          <c:marker>
            <c:symbol val="circle"/>
            <c:size val="3"/>
            <c:spPr>
              <a:solidFill>
                <a:schemeClr val="accent4">
                  <a:lumMod val="40000"/>
                  <a:lumOff val="60000"/>
                </a:schemeClr>
              </a:solidFill>
              <a:ln w="9525">
                <a:noFill/>
              </a:ln>
              <a:effectLst/>
            </c:spPr>
          </c:marker>
          <c:xVal>
            <c:numRef>
              <c:f>'Sub-Dataset'!$BB$2:$BB$974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'Sub-Dataset'!$BD$2:$BD$974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162</c:v>
                </c:pt>
                <c:pt idx="323">
                  <c:v>0</c:v>
                </c:pt>
                <c:pt idx="324">
                  <c:v>0</c:v>
                </c:pt>
                <c:pt idx="325">
                  <c:v>151</c:v>
                </c:pt>
                <c:pt idx="326">
                  <c:v>162</c:v>
                </c:pt>
                <c:pt idx="327">
                  <c:v>155</c:v>
                </c:pt>
                <c:pt idx="328">
                  <c:v>161</c:v>
                </c:pt>
                <c:pt idx="329">
                  <c:v>0</c:v>
                </c:pt>
                <c:pt idx="330">
                  <c:v>159</c:v>
                </c:pt>
                <c:pt idx="331">
                  <c:v>0</c:v>
                </c:pt>
                <c:pt idx="332">
                  <c:v>0</c:v>
                </c:pt>
                <c:pt idx="333">
                  <c:v>0</c:v>
                </c:pt>
                <c:pt idx="334">
                  <c:v>0</c:v>
                </c:pt>
                <c:pt idx="335">
                  <c:v>163</c:v>
                </c:pt>
                <c:pt idx="336">
                  <c:v>0</c:v>
                </c:pt>
                <c:pt idx="337">
                  <c:v>0</c:v>
                </c:pt>
                <c:pt idx="338">
                  <c:v>0</c:v>
                </c:pt>
                <c:pt idx="339">
                  <c:v>165</c:v>
                </c:pt>
                <c:pt idx="340">
                  <c:v>0</c:v>
                </c:pt>
                <c:pt idx="341">
                  <c:v>0</c:v>
                </c:pt>
                <c:pt idx="342">
                  <c:v>0</c:v>
                </c:pt>
                <c:pt idx="343">
                  <c:v>153</c:v>
                </c:pt>
                <c:pt idx="344">
                  <c:v>167</c:v>
                </c:pt>
                <c:pt idx="345">
                  <c:v>0</c:v>
                </c:pt>
                <c:pt idx="346">
                  <c:v>151</c:v>
                </c:pt>
                <c:pt idx="347">
                  <c:v>165</c:v>
                </c:pt>
                <c:pt idx="348">
                  <c:v>161</c:v>
                </c:pt>
                <c:pt idx="349">
                  <c:v>149</c:v>
                </c:pt>
                <c:pt idx="350">
                  <c:v>0</c:v>
                </c:pt>
                <c:pt idx="351">
                  <c:v>153</c:v>
                </c:pt>
                <c:pt idx="352">
                  <c:v>152</c:v>
                </c:pt>
                <c:pt idx="353">
                  <c:v>0</c:v>
                </c:pt>
                <c:pt idx="354">
                  <c:v>165</c:v>
                </c:pt>
                <c:pt idx="355">
                  <c:v>0</c:v>
                </c:pt>
                <c:pt idx="356">
                  <c:v>0</c:v>
                </c:pt>
                <c:pt idx="357">
                  <c:v>165</c:v>
                </c:pt>
                <c:pt idx="358">
                  <c:v>168</c:v>
                </c:pt>
                <c:pt idx="359">
                  <c:v>153</c:v>
                </c:pt>
                <c:pt idx="360">
                  <c:v>161</c:v>
                </c:pt>
                <c:pt idx="361">
                  <c:v>0</c:v>
                </c:pt>
                <c:pt idx="362">
                  <c:v>157</c:v>
                </c:pt>
                <c:pt idx="363">
                  <c:v>169</c:v>
                </c:pt>
                <c:pt idx="364">
                  <c:v>157</c:v>
                </c:pt>
                <c:pt idx="365">
                  <c:v>154</c:v>
                </c:pt>
                <c:pt idx="366">
                  <c:v>0</c:v>
                </c:pt>
                <c:pt idx="367">
                  <c:v>162</c:v>
                </c:pt>
                <c:pt idx="368">
                  <c:v>158</c:v>
                </c:pt>
                <c:pt idx="369">
                  <c:v>142</c:v>
                </c:pt>
                <c:pt idx="370">
                  <c:v>0</c:v>
                </c:pt>
                <c:pt idx="371">
                  <c:v>155</c:v>
                </c:pt>
                <c:pt idx="372">
                  <c:v>168</c:v>
                </c:pt>
                <c:pt idx="373">
                  <c:v>151</c:v>
                </c:pt>
                <c:pt idx="374">
                  <c:v>155</c:v>
                </c:pt>
                <c:pt idx="375">
                  <c:v>168</c:v>
                </c:pt>
                <c:pt idx="376">
                  <c:v>166</c:v>
                </c:pt>
                <c:pt idx="377">
                  <c:v>0</c:v>
                </c:pt>
                <c:pt idx="378">
                  <c:v>0</c:v>
                </c:pt>
                <c:pt idx="379">
                  <c:v>156</c:v>
                </c:pt>
                <c:pt idx="380">
                  <c:v>0</c:v>
                </c:pt>
                <c:pt idx="381">
                  <c:v>0</c:v>
                </c:pt>
                <c:pt idx="382">
                  <c:v>157</c:v>
                </c:pt>
                <c:pt idx="383">
                  <c:v>167</c:v>
                </c:pt>
                <c:pt idx="384">
                  <c:v>164</c:v>
                </c:pt>
                <c:pt idx="385">
                  <c:v>0</c:v>
                </c:pt>
                <c:pt idx="386">
                  <c:v>0</c:v>
                </c:pt>
                <c:pt idx="387">
                  <c:v>163</c:v>
                </c:pt>
                <c:pt idx="388">
                  <c:v>0</c:v>
                </c:pt>
                <c:pt idx="389">
                  <c:v>153</c:v>
                </c:pt>
                <c:pt idx="390">
                  <c:v>144</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165</c:v>
                </c:pt>
                <c:pt idx="435">
                  <c:v>144</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163</c:v>
                </c:pt>
                <c:pt idx="564">
                  <c:v>0</c:v>
                </c:pt>
                <c:pt idx="565">
                  <c:v>166</c:v>
                </c:pt>
                <c:pt idx="566">
                  <c:v>144</c:v>
                </c:pt>
                <c:pt idx="567">
                  <c:v>0</c:v>
                </c:pt>
                <c:pt idx="568">
                  <c:v>160</c:v>
                </c:pt>
                <c:pt idx="569">
                  <c:v>155</c:v>
                </c:pt>
                <c:pt idx="570">
                  <c:v>0</c:v>
                </c:pt>
                <c:pt idx="571">
                  <c:v>167</c:v>
                </c:pt>
                <c:pt idx="572">
                  <c:v>157</c:v>
                </c:pt>
                <c:pt idx="573">
                  <c:v>154</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167</c:v>
                </c:pt>
                <c:pt idx="658">
                  <c:v>150</c:v>
                </c:pt>
                <c:pt idx="659">
                  <c:v>160</c:v>
                </c:pt>
                <c:pt idx="660">
                  <c:v>163</c:v>
                </c:pt>
                <c:pt idx="661">
                  <c:v>0</c:v>
                </c:pt>
                <c:pt idx="662">
                  <c:v>0</c:v>
                </c:pt>
                <c:pt idx="663">
                  <c:v>0</c:v>
                </c:pt>
                <c:pt idx="664">
                  <c:v>148</c:v>
                </c:pt>
                <c:pt idx="665">
                  <c:v>0</c:v>
                </c:pt>
                <c:pt idx="666">
                  <c:v>0</c:v>
                </c:pt>
                <c:pt idx="667">
                  <c:v>158</c:v>
                </c:pt>
                <c:pt idx="668">
                  <c:v>160</c:v>
                </c:pt>
                <c:pt idx="669">
                  <c:v>0</c:v>
                </c:pt>
                <c:pt idx="670">
                  <c:v>0</c:v>
                </c:pt>
                <c:pt idx="671">
                  <c:v>0</c:v>
                </c:pt>
                <c:pt idx="672">
                  <c:v>0</c:v>
                </c:pt>
                <c:pt idx="673">
                  <c:v>152</c:v>
                </c:pt>
                <c:pt idx="674">
                  <c:v>143</c:v>
                </c:pt>
                <c:pt idx="675">
                  <c:v>0</c:v>
                </c:pt>
                <c:pt idx="676">
                  <c:v>0</c:v>
                </c:pt>
                <c:pt idx="677">
                  <c:v>0</c:v>
                </c:pt>
                <c:pt idx="678">
                  <c:v>154</c:v>
                </c:pt>
                <c:pt idx="679">
                  <c:v>159</c:v>
                </c:pt>
                <c:pt idx="680">
                  <c:v>0</c:v>
                </c:pt>
                <c:pt idx="681">
                  <c:v>156</c:v>
                </c:pt>
                <c:pt idx="682">
                  <c:v>153</c:v>
                </c:pt>
                <c:pt idx="683">
                  <c:v>153</c:v>
                </c:pt>
                <c:pt idx="684">
                  <c:v>0</c:v>
                </c:pt>
                <c:pt idx="685">
                  <c:v>0</c:v>
                </c:pt>
                <c:pt idx="686">
                  <c:v>164</c:v>
                </c:pt>
                <c:pt idx="687">
                  <c:v>0</c:v>
                </c:pt>
                <c:pt idx="688">
                  <c:v>0</c:v>
                </c:pt>
                <c:pt idx="689">
                  <c:v>0</c:v>
                </c:pt>
                <c:pt idx="690">
                  <c:v>167</c:v>
                </c:pt>
                <c:pt idx="691">
                  <c:v>162</c:v>
                </c:pt>
                <c:pt idx="692">
                  <c:v>165</c:v>
                </c:pt>
                <c:pt idx="693">
                  <c:v>0</c:v>
                </c:pt>
                <c:pt idx="694">
                  <c:v>0</c:v>
                </c:pt>
                <c:pt idx="695">
                  <c:v>0</c:v>
                </c:pt>
                <c:pt idx="696">
                  <c:v>0</c:v>
                </c:pt>
                <c:pt idx="697">
                  <c:v>0</c:v>
                </c:pt>
                <c:pt idx="698">
                  <c:v>0</c:v>
                </c:pt>
                <c:pt idx="699">
                  <c:v>0</c:v>
                </c:pt>
                <c:pt idx="700">
                  <c:v>0</c:v>
                </c:pt>
                <c:pt idx="701">
                  <c:v>166</c:v>
                </c:pt>
                <c:pt idx="702">
                  <c:v>0</c:v>
                </c:pt>
                <c:pt idx="703">
                  <c:v>0</c:v>
                </c:pt>
                <c:pt idx="704">
                  <c:v>144</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169</c:v>
                </c:pt>
                <c:pt idx="737">
                  <c:v>169</c:v>
                </c:pt>
                <c:pt idx="738">
                  <c:v>163</c:v>
                </c:pt>
                <c:pt idx="739">
                  <c:v>151</c:v>
                </c:pt>
                <c:pt idx="740">
                  <c:v>0</c:v>
                </c:pt>
                <c:pt idx="741">
                  <c:v>0</c:v>
                </c:pt>
                <c:pt idx="742">
                  <c:v>0</c:v>
                </c:pt>
                <c:pt idx="743">
                  <c:v>169</c:v>
                </c:pt>
                <c:pt idx="744">
                  <c:v>152</c:v>
                </c:pt>
                <c:pt idx="745">
                  <c:v>168</c:v>
                </c:pt>
                <c:pt idx="746">
                  <c:v>0</c:v>
                </c:pt>
                <c:pt idx="747">
                  <c:v>163</c:v>
                </c:pt>
                <c:pt idx="748">
                  <c:v>166</c:v>
                </c:pt>
                <c:pt idx="749">
                  <c:v>156</c:v>
                </c:pt>
                <c:pt idx="750">
                  <c:v>159</c:v>
                </c:pt>
                <c:pt idx="751">
                  <c:v>0</c:v>
                </c:pt>
                <c:pt idx="752">
                  <c:v>0</c:v>
                </c:pt>
                <c:pt idx="753">
                  <c:v>0</c:v>
                </c:pt>
                <c:pt idx="754">
                  <c:v>149</c:v>
                </c:pt>
                <c:pt idx="755">
                  <c:v>152</c:v>
                </c:pt>
                <c:pt idx="756">
                  <c:v>158</c:v>
                </c:pt>
                <c:pt idx="757">
                  <c:v>160</c:v>
                </c:pt>
                <c:pt idx="758">
                  <c:v>145</c:v>
                </c:pt>
                <c:pt idx="759">
                  <c:v>162</c:v>
                </c:pt>
                <c:pt idx="760">
                  <c:v>152</c:v>
                </c:pt>
                <c:pt idx="761">
                  <c:v>156</c:v>
                </c:pt>
                <c:pt idx="762">
                  <c:v>0</c:v>
                </c:pt>
                <c:pt idx="763">
                  <c:v>167</c:v>
                </c:pt>
                <c:pt idx="764">
                  <c:v>162</c:v>
                </c:pt>
                <c:pt idx="765">
                  <c:v>159</c:v>
                </c:pt>
                <c:pt idx="766">
                  <c:v>0</c:v>
                </c:pt>
                <c:pt idx="767">
                  <c:v>169</c:v>
                </c:pt>
                <c:pt idx="768">
                  <c:v>160</c:v>
                </c:pt>
                <c:pt idx="769">
                  <c:v>167</c:v>
                </c:pt>
                <c:pt idx="770">
                  <c:v>157</c:v>
                </c:pt>
                <c:pt idx="771">
                  <c:v>165</c:v>
                </c:pt>
                <c:pt idx="772">
                  <c:v>0</c:v>
                </c:pt>
                <c:pt idx="773">
                  <c:v>0</c:v>
                </c:pt>
                <c:pt idx="774">
                  <c:v>159</c:v>
                </c:pt>
                <c:pt idx="775">
                  <c:v>153</c:v>
                </c:pt>
                <c:pt idx="776">
                  <c:v>168</c:v>
                </c:pt>
                <c:pt idx="777">
                  <c:v>0</c:v>
                </c:pt>
                <c:pt idx="778">
                  <c:v>149</c:v>
                </c:pt>
                <c:pt idx="779">
                  <c:v>0</c:v>
                </c:pt>
                <c:pt idx="780">
                  <c:v>167</c:v>
                </c:pt>
                <c:pt idx="781">
                  <c:v>166</c:v>
                </c:pt>
                <c:pt idx="782">
                  <c:v>0</c:v>
                </c:pt>
                <c:pt idx="783">
                  <c:v>163</c:v>
                </c:pt>
                <c:pt idx="784">
                  <c:v>156</c:v>
                </c:pt>
                <c:pt idx="785">
                  <c:v>155</c:v>
                </c:pt>
                <c:pt idx="786">
                  <c:v>147</c:v>
                </c:pt>
                <c:pt idx="787">
                  <c:v>161</c:v>
                </c:pt>
                <c:pt idx="788">
                  <c:v>160</c:v>
                </c:pt>
                <c:pt idx="789">
                  <c:v>165</c:v>
                </c:pt>
                <c:pt idx="790">
                  <c:v>166</c:v>
                </c:pt>
                <c:pt idx="791">
                  <c:v>169</c:v>
                </c:pt>
                <c:pt idx="792">
                  <c:v>0</c:v>
                </c:pt>
                <c:pt idx="793">
                  <c:v>0</c:v>
                </c:pt>
                <c:pt idx="794">
                  <c:v>169</c:v>
                </c:pt>
                <c:pt idx="795">
                  <c:v>0</c:v>
                </c:pt>
                <c:pt idx="796">
                  <c:v>0</c:v>
                </c:pt>
                <c:pt idx="797">
                  <c:v>159</c:v>
                </c:pt>
                <c:pt idx="798">
                  <c:v>0</c:v>
                </c:pt>
                <c:pt idx="799">
                  <c:v>160</c:v>
                </c:pt>
                <c:pt idx="800">
                  <c:v>157</c:v>
                </c:pt>
                <c:pt idx="801">
                  <c:v>159</c:v>
                </c:pt>
                <c:pt idx="802">
                  <c:v>160</c:v>
                </c:pt>
                <c:pt idx="803">
                  <c:v>166</c:v>
                </c:pt>
                <c:pt idx="804">
                  <c:v>160</c:v>
                </c:pt>
                <c:pt idx="805">
                  <c:v>0</c:v>
                </c:pt>
                <c:pt idx="806">
                  <c:v>0</c:v>
                </c:pt>
                <c:pt idx="807">
                  <c:v>0</c:v>
                </c:pt>
                <c:pt idx="808">
                  <c:v>163</c:v>
                </c:pt>
                <c:pt idx="809">
                  <c:v>167</c:v>
                </c:pt>
                <c:pt idx="810">
                  <c:v>151</c:v>
                </c:pt>
                <c:pt idx="811">
                  <c:v>0</c:v>
                </c:pt>
                <c:pt idx="812">
                  <c:v>0</c:v>
                </c:pt>
                <c:pt idx="813">
                  <c:v>152</c:v>
                </c:pt>
                <c:pt idx="814">
                  <c:v>150</c:v>
                </c:pt>
                <c:pt idx="815">
                  <c:v>0</c:v>
                </c:pt>
                <c:pt idx="816">
                  <c:v>0</c:v>
                </c:pt>
                <c:pt idx="817">
                  <c:v>156</c:v>
                </c:pt>
                <c:pt idx="818">
                  <c:v>152</c:v>
                </c:pt>
                <c:pt idx="819">
                  <c:v>0</c:v>
                </c:pt>
                <c:pt idx="820">
                  <c:v>165</c:v>
                </c:pt>
                <c:pt idx="821">
                  <c:v>0</c:v>
                </c:pt>
                <c:pt idx="822">
                  <c:v>157</c:v>
                </c:pt>
                <c:pt idx="823">
                  <c:v>155</c:v>
                </c:pt>
                <c:pt idx="824">
                  <c:v>161</c:v>
                </c:pt>
                <c:pt idx="825">
                  <c:v>153</c:v>
                </c:pt>
                <c:pt idx="826">
                  <c:v>0</c:v>
                </c:pt>
                <c:pt idx="827">
                  <c:v>163</c:v>
                </c:pt>
                <c:pt idx="828">
                  <c:v>0</c:v>
                </c:pt>
                <c:pt idx="829">
                  <c:v>163</c:v>
                </c:pt>
                <c:pt idx="830">
                  <c:v>0</c:v>
                </c:pt>
                <c:pt idx="831">
                  <c:v>0</c:v>
                </c:pt>
                <c:pt idx="832">
                  <c:v>164</c:v>
                </c:pt>
                <c:pt idx="833">
                  <c:v>0</c:v>
                </c:pt>
                <c:pt idx="834">
                  <c:v>159</c:v>
                </c:pt>
                <c:pt idx="835">
                  <c:v>0</c:v>
                </c:pt>
                <c:pt idx="836">
                  <c:v>158</c:v>
                </c:pt>
                <c:pt idx="837">
                  <c:v>168</c:v>
                </c:pt>
                <c:pt idx="838">
                  <c:v>165</c:v>
                </c:pt>
                <c:pt idx="839">
                  <c:v>155</c:v>
                </c:pt>
                <c:pt idx="840">
                  <c:v>0</c:v>
                </c:pt>
                <c:pt idx="841">
                  <c:v>0</c:v>
                </c:pt>
                <c:pt idx="842">
                  <c:v>154</c:v>
                </c:pt>
                <c:pt idx="843">
                  <c:v>155</c:v>
                </c:pt>
                <c:pt idx="844">
                  <c:v>158</c:v>
                </c:pt>
                <c:pt idx="845">
                  <c:v>0</c:v>
                </c:pt>
                <c:pt idx="846">
                  <c:v>143</c:v>
                </c:pt>
                <c:pt idx="847">
                  <c:v>158</c:v>
                </c:pt>
                <c:pt idx="848">
                  <c:v>0</c:v>
                </c:pt>
                <c:pt idx="849">
                  <c:v>146</c:v>
                </c:pt>
                <c:pt idx="850">
                  <c:v>0</c:v>
                </c:pt>
                <c:pt idx="851">
                  <c:v>155</c:v>
                </c:pt>
                <c:pt idx="852">
                  <c:v>155</c:v>
                </c:pt>
                <c:pt idx="853">
                  <c:v>0</c:v>
                </c:pt>
                <c:pt idx="854">
                  <c:v>165</c:v>
                </c:pt>
                <c:pt idx="855">
                  <c:v>146</c:v>
                </c:pt>
                <c:pt idx="856">
                  <c:v>152</c:v>
                </c:pt>
                <c:pt idx="857">
                  <c:v>0</c:v>
                </c:pt>
                <c:pt idx="858">
                  <c:v>154</c:v>
                </c:pt>
                <c:pt idx="859">
                  <c:v>0</c:v>
                </c:pt>
                <c:pt idx="860">
                  <c:v>0</c:v>
                </c:pt>
                <c:pt idx="861">
                  <c:v>162</c:v>
                </c:pt>
                <c:pt idx="862">
                  <c:v>162</c:v>
                </c:pt>
                <c:pt idx="863">
                  <c:v>164</c:v>
                </c:pt>
                <c:pt idx="864">
                  <c:v>0</c:v>
                </c:pt>
                <c:pt idx="865">
                  <c:v>155</c:v>
                </c:pt>
                <c:pt idx="866">
                  <c:v>0</c:v>
                </c:pt>
                <c:pt idx="867">
                  <c:v>160</c:v>
                </c:pt>
                <c:pt idx="868">
                  <c:v>150</c:v>
                </c:pt>
                <c:pt idx="869">
                  <c:v>160</c:v>
                </c:pt>
                <c:pt idx="870">
                  <c:v>0</c:v>
                </c:pt>
                <c:pt idx="871">
                  <c:v>166</c:v>
                </c:pt>
                <c:pt idx="872">
                  <c:v>0</c:v>
                </c:pt>
                <c:pt idx="873">
                  <c:v>153</c:v>
                </c:pt>
                <c:pt idx="874">
                  <c:v>0</c:v>
                </c:pt>
                <c:pt idx="875">
                  <c:v>161</c:v>
                </c:pt>
                <c:pt idx="876">
                  <c:v>0</c:v>
                </c:pt>
                <c:pt idx="877">
                  <c:v>0</c:v>
                </c:pt>
                <c:pt idx="878">
                  <c:v>0</c:v>
                </c:pt>
                <c:pt idx="879">
                  <c:v>0</c:v>
                </c:pt>
                <c:pt idx="880">
                  <c:v>156</c:v>
                </c:pt>
                <c:pt idx="881">
                  <c:v>0</c:v>
                </c:pt>
                <c:pt idx="882">
                  <c:v>161</c:v>
                </c:pt>
                <c:pt idx="883">
                  <c:v>161</c:v>
                </c:pt>
                <c:pt idx="884">
                  <c:v>149</c:v>
                </c:pt>
                <c:pt idx="885">
                  <c:v>0</c:v>
                </c:pt>
                <c:pt idx="886">
                  <c:v>153</c:v>
                </c:pt>
                <c:pt idx="887">
                  <c:v>165</c:v>
                </c:pt>
                <c:pt idx="888">
                  <c:v>155</c:v>
                </c:pt>
                <c:pt idx="889">
                  <c:v>0</c:v>
                </c:pt>
                <c:pt idx="890">
                  <c:v>0</c:v>
                </c:pt>
                <c:pt idx="891">
                  <c:v>0</c:v>
                </c:pt>
                <c:pt idx="892">
                  <c:v>158</c:v>
                </c:pt>
                <c:pt idx="893">
                  <c:v>156</c:v>
                </c:pt>
                <c:pt idx="894">
                  <c:v>0</c:v>
                </c:pt>
                <c:pt idx="895">
                  <c:v>162</c:v>
                </c:pt>
                <c:pt idx="896">
                  <c:v>144</c:v>
                </c:pt>
                <c:pt idx="897">
                  <c:v>0</c:v>
                </c:pt>
                <c:pt idx="898">
                  <c:v>0</c:v>
                </c:pt>
                <c:pt idx="899">
                  <c:v>0</c:v>
                </c:pt>
                <c:pt idx="900">
                  <c:v>0</c:v>
                </c:pt>
                <c:pt idx="901">
                  <c:v>146</c:v>
                </c:pt>
                <c:pt idx="902">
                  <c:v>153</c:v>
                </c:pt>
                <c:pt idx="903">
                  <c:v>168</c:v>
                </c:pt>
                <c:pt idx="904">
                  <c:v>0</c:v>
                </c:pt>
                <c:pt idx="905">
                  <c:v>167</c:v>
                </c:pt>
                <c:pt idx="906">
                  <c:v>0</c:v>
                </c:pt>
                <c:pt idx="907">
                  <c:v>0</c:v>
                </c:pt>
                <c:pt idx="908">
                  <c:v>158</c:v>
                </c:pt>
                <c:pt idx="909">
                  <c:v>0</c:v>
                </c:pt>
                <c:pt idx="910">
                  <c:v>152</c:v>
                </c:pt>
                <c:pt idx="911">
                  <c:v>0</c:v>
                </c:pt>
                <c:pt idx="912">
                  <c:v>0</c:v>
                </c:pt>
                <c:pt idx="913">
                  <c:v>0</c:v>
                </c:pt>
                <c:pt idx="914">
                  <c:v>0</c:v>
                </c:pt>
                <c:pt idx="915">
                  <c:v>161</c:v>
                </c:pt>
                <c:pt idx="916">
                  <c:v>0</c:v>
                </c:pt>
                <c:pt idx="917">
                  <c:v>0</c:v>
                </c:pt>
                <c:pt idx="918">
                  <c:v>0</c:v>
                </c:pt>
                <c:pt idx="919">
                  <c:v>0</c:v>
                </c:pt>
                <c:pt idx="920">
                  <c:v>161</c:v>
                </c:pt>
                <c:pt idx="921">
                  <c:v>169</c:v>
                </c:pt>
                <c:pt idx="922">
                  <c:v>0</c:v>
                </c:pt>
                <c:pt idx="923">
                  <c:v>0</c:v>
                </c:pt>
                <c:pt idx="924">
                  <c:v>0</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0</c:v>
                </c:pt>
                <c:pt idx="962">
                  <c:v>150</c:v>
                </c:pt>
                <c:pt idx="963">
                  <c:v>0</c:v>
                </c:pt>
                <c:pt idx="964">
                  <c:v>148</c:v>
                </c:pt>
                <c:pt idx="965">
                  <c:v>149</c:v>
                </c:pt>
                <c:pt idx="966">
                  <c:v>0</c:v>
                </c:pt>
                <c:pt idx="967">
                  <c:v>146</c:v>
                </c:pt>
                <c:pt idx="968">
                  <c:v>157</c:v>
                </c:pt>
                <c:pt idx="969">
                  <c:v>0</c:v>
                </c:pt>
                <c:pt idx="970">
                  <c:v>0</c:v>
                </c:pt>
                <c:pt idx="971">
                  <c:v>0</c:v>
                </c:pt>
                <c:pt idx="972">
                  <c:v>0</c:v>
                </c:pt>
              </c:numCache>
            </c:numRef>
          </c:yVal>
          <c:smooth val="0"/>
          <c:extLst>
            <c:ext xmlns:c16="http://schemas.microsoft.com/office/drawing/2014/chart" uri="{C3380CC4-5D6E-409C-BE32-E72D297353CC}">
              <c16:uniqueId val="{00000001-5253-473E-A9AC-B577131B5EF0}"/>
            </c:ext>
          </c:extLst>
        </c:ser>
        <c:ser>
          <c:idx val="2"/>
          <c:order val="2"/>
          <c:tx>
            <c:strRef>
              <c:f>'Sub-Dataset'!$BE$1</c:f>
              <c:strCache>
                <c:ptCount val="1"/>
                <c:pt idx="0">
                  <c:v>Critical</c:v>
                </c:pt>
              </c:strCache>
            </c:strRef>
          </c:tx>
          <c:spPr>
            <a:ln w="19050" cap="rnd">
              <a:noFill/>
              <a:round/>
            </a:ln>
            <a:effectLst/>
          </c:spPr>
          <c:marker>
            <c:symbol val="circle"/>
            <c:size val="3"/>
            <c:spPr>
              <a:solidFill>
                <a:srgbClr val="C00000"/>
              </a:solidFill>
              <a:ln w="9525">
                <a:noFill/>
              </a:ln>
              <a:effectLst/>
            </c:spPr>
          </c:marker>
          <c:xVal>
            <c:numRef>
              <c:f>'Sub-Dataset'!$BB$2:$BB$974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'Sub-Dataset'!$BE$2:$BE$974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168</c:v>
                </c:pt>
                <c:pt idx="394">
                  <c:v>168</c:v>
                </c:pt>
                <c:pt idx="395">
                  <c:v>166</c:v>
                </c:pt>
                <c:pt idx="396">
                  <c:v>0</c:v>
                </c:pt>
                <c:pt idx="397">
                  <c:v>168</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167</c:v>
                </c:pt>
                <c:pt idx="710">
                  <c:v>0</c:v>
                </c:pt>
                <c:pt idx="711">
                  <c:v>166</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169</c:v>
                </c:pt>
                <c:pt idx="962">
                  <c:v>0</c:v>
                </c:pt>
                <c:pt idx="963">
                  <c:v>167</c:v>
                </c:pt>
                <c:pt idx="964">
                  <c:v>0</c:v>
                </c:pt>
                <c:pt idx="965">
                  <c:v>0</c:v>
                </c:pt>
                <c:pt idx="966">
                  <c:v>169</c:v>
                </c:pt>
                <c:pt idx="967">
                  <c:v>0</c:v>
                </c:pt>
                <c:pt idx="968">
                  <c:v>0</c:v>
                </c:pt>
                <c:pt idx="969">
                  <c:v>167</c:v>
                </c:pt>
                <c:pt idx="970">
                  <c:v>168</c:v>
                </c:pt>
                <c:pt idx="971">
                  <c:v>167</c:v>
                </c:pt>
                <c:pt idx="972">
                  <c:v>168</c:v>
                </c:pt>
              </c:numCache>
            </c:numRef>
          </c:yVal>
          <c:smooth val="0"/>
          <c:extLst>
            <c:ext xmlns:c16="http://schemas.microsoft.com/office/drawing/2014/chart" uri="{C3380CC4-5D6E-409C-BE32-E72D297353CC}">
              <c16:uniqueId val="{00000002-5253-473E-A9AC-B577131B5EF0}"/>
            </c:ext>
          </c:extLst>
        </c:ser>
        <c:dLbls>
          <c:showLegendKey val="0"/>
          <c:showVal val="0"/>
          <c:showCatName val="0"/>
          <c:showSerName val="0"/>
          <c:showPercent val="0"/>
          <c:showBubbleSize val="0"/>
        </c:dLbls>
        <c:axId val="81462239"/>
        <c:axId val="81463199"/>
      </c:scatterChart>
      <c:valAx>
        <c:axId val="8146223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dirty="0"/>
                  <a:t>Age</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63199"/>
        <c:crosses val="autoZero"/>
        <c:crossBetween val="midCat"/>
      </c:valAx>
      <c:valAx>
        <c:axId val="81463199"/>
        <c:scaling>
          <c:orientation val="minMax"/>
          <c:min val="8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dirty="0" err="1"/>
                  <a:t>Avg</a:t>
                </a:r>
                <a:r>
                  <a:rPr lang="en-MY" dirty="0"/>
                  <a:t> EHR BPM</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62239"/>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900"/>
            </a:pPr>
            <a:r>
              <a:rPr lang="en-MY" sz="900"/>
              <a:t>Age Line Fit Plot</a:t>
            </a:r>
          </a:p>
        </c:rich>
      </c:tx>
      <c:overlay val="0"/>
    </c:title>
    <c:autoTitleDeleted val="0"/>
    <c:plotArea>
      <c:layout/>
      <c:scatterChart>
        <c:scatterStyle val="lineMarker"/>
        <c:varyColors val="0"/>
        <c:ser>
          <c:idx val="0"/>
          <c:order val="0"/>
          <c:tx>
            <c:v>Avg BPM</c:v>
          </c:tx>
          <c:spPr>
            <a:ln w="19050">
              <a:noFill/>
            </a:ln>
          </c:spPr>
          <c:marker>
            <c:symbol val="circle"/>
            <c:size val="3"/>
            <c:spPr>
              <a:solidFill>
                <a:schemeClr val="tx2">
                  <a:lumMod val="40000"/>
                  <a:lumOff val="60000"/>
                </a:schemeClr>
              </a:solidFill>
              <a:ln>
                <a:noFill/>
              </a:ln>
            </c:spPr>
          </c:marker>
          <c:trendline>
            <c:trendlineType val="linear"/>
            <c:dispRSqr val="1"/>
            <c:dispEq val="0"/>
            <c:trendlineLbl>
              <c:layout>
                <c:manualLayout>
                  <c:x val="0.16928075253352534"/>
                  <c:y val="-1.8624766762008096E-2"/>
                </c:manualLayout>
              </c:layout>
              <c:numFmt formatCode="General" sourceLinked="0"/>
            </c:trendlineLbl>
          </c:trendline>
          <c:xVal>
            <c:numRef>
              <c:f>'Sub-Dataset'!$BB$2:$BB$974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'Sub-Dataset'!$BA$2:$BA$974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162</c:v>
                </c:pt>
                <c:pt idx="323">
                  <c:v>132</c:v>
                </c:pt>
                <c:pt idx="324">
                  <c:v>144</c:v>
                </c:pt>
                <c:pt idx="325">
                  <c:v>151</c:v>
                </c:pt>
                <c:pt idx="326">
                  <c:v>162</c:v>
                </c:pt>
                <c:pt idx="327">
                  <c:v>155</c:v>
                </c:pt>
                <c:pt idx="328">
                  <c:v>161</c:v>
                </c:pt>
                <c:pt idx="329">
                  <c:v>146</c:v>
                </c:pt>
                <c:pt idx="330">
                  <c:v>159</c:v>
                </c:pt>
                <c:pt idx="331">
                  <c:v>130</c:v>
                </c:pt>
                <c:pt idx="332">
                  <c:v>129</c:v>
                </c:pt>
                <c:pt idx="333">
                  <c:v>142</c:v>
                </c:pt>
                <c:pt idx="334">
                  <c:v>156</c:v>
                </c:pt>
                <c:pt idx="335">
                  <c:v>163</c:v>
                </c:pt>
                <c:pt idx="336">
                  <c:v>145</c:v>
                </c:pt>
                <c:pt idx="337">
                  <c:v>131</c:v>
                </c:pt>
                <c:pt idx="338">
                  <c:v>128</c:v>
                </c:pt>
                <c:pt idx="339">
                  <c:v>165</c:v>
                </c:pt>
                <c:pt idx="340">
                  <c:v>130</c:v>
                </c:pt>
                <c:pt idx="341">
                  <c:v>134</c:v>
                </c:pt>
                <c:pt idx="342">
                  <c:v>137</c:v>
                </c:pt>
                <c:pt idx="343">
                  <c:v>153</c:v>
                </c:pt>
                <c:pt idx="344">
                  <c:v>167</c:v>
                </c:pt>
                <c:pt idx="345">
                  <c:v>132</c:v>
                </c:pt>
                <c:pt idx="346">
                  <c:v>151</c:v>
                </c:pt>
                <c:pt idx="347">
                  <c:v>165</c:v>
                </c:pt>
                <c:pt idx="348">
                  <c:v>161</c:v>
                </c:pt>
                <c:pt idx="349">
                  <c:v>149</c:v>
                </c:pt>
                <c:pt idx="350">
                  <c:v>148</c:v>
                </c:pt>
                <c:pt idx="351">
                  <c:v>153</c:v>
                </c:pt>
                <c:pt idx="352">
                  <c:v>152</c:v>
                </c:pt>
                <c:pt idx="353">
                  <c:v>133</c:v>
                </c:pt>
                <c:pt idx="354">
                  <c:v>165</c:v>
                </c:pt>
                <c:pt idx="355">
                  <c:v>151</c:v>
                </c:pt>
                <c:pt idx="356">
                  <c:v>128</c:v>
                </c:pt>
                <c:pt idx="357">
                  <c:v>165</c:v>
                </c:pt>
                <c:pt idx="358">
                  <c:v>168</c:v>
                </c:pt>
                <c:pt idx="359">
                  <c:v>153</c:v>
                </c:pt>
                <c:pt idx="360">
                  <c:v>161</c:v>
                </c:pt>
                <c:pt idx="361">
                  <c:v>121</c:v>
                </c:pt>
                <c:pt idx="362">
                  <c:v>157</c:v>
                </c:pt>
                <c:pt idx="363">
                  <c:v>169</c:v>
                </c:pt>
                <c:pt idx="364">
                  <c:v>157</c:v>
                </c:pt>
                <c:pt idx="365">
                  <c:v>154</c:v>
                </c:pt>
                <c:pt idx="366">
                  <c:v>138</c:v>
                </c:pt>
                <c:pt idx="367">
                  <c:v>162</c:v>
                </c:pt>
                <c:pt idx="368">
                  <c:v>158</c:v>
                </c:pt>
                <c:pt idx="369">
                  <c:v>142</c:v>
                </c:pt>
                <c:pt idx="370">
                  <c:v>152</c:v>
                </c:pt>
                <c:pt idx="371">
                  <c:v>155</c:v>
                </c:pt>
                <c:pt idx="372">
                  <c:v>168</c:v>
                </c:pt>
                <c:pt idx="373">
                  <c:v>151</c:v>
                </c:pt>
                <c:pt idx="374">
                  <c:v>155</c:v>
                </c:pt>
                <c:pt idx="375">
                  <c:v>168</c:v>
                </c:pt>
                <c:pt idx="376">
                  <c:v>166</c:v>
                </c:pt>
                <c:pt idx="377">
                  <c:v>142</c:v>
                </c:pt>
                <c:pt idx="378">
                  <c:v>120</c:v>
                </c:pt>
                <c:pt idx="379">
                  <c:v>156</c:v>
                </c:pt>
                <c:pt idx="380">
                  <c:v>147</c:v>
                </c:pt>
                <c:pt idx="381">
                  <c:v>150</c:v>
                </c:pt>
                <c:pt idx="382">
                  <c:v>157</c:v>
                </c:pt>
                <c:pt idx="383">
                  <c:v>167</c:v>
                </c:pt>
                <c:pt idx="384">
                  <c:v>164</c:v>
                </c:pt>
                <c:pt idx="385">
                  <c:v>133</c:v>
                </c:pt>
                <c:pt idx="386">
                  <c:v>127</c:v>
                </c:pt>
                <c:pt idx="387">
                  <c:v>163</c:v>
                </c:pt>
                <c:pt idx="388">
                  <c:v>130</c:v>
                </c:pt>
                <c:pt idx="389">
                  <c:v>153</c:v>
                </c:pt>
                <c:pt idx="390">
                  <c:v>144</c:v>
                </c:pt>
                <c:pt idx="391">
                  <c:v>132</c:v>
                </c:pt>
                <c:pt idx="392">
                  <c:v>149</c:v>
                </c:pt>
                <c:pt idx="393">
                  <c:v>168</c:v>
                </c:pt>
                <c:pt idx="394">
                  <c:v>168</c:v>
                </c:pt>
                <c:pt idx="395">
                  <c:v>166</c:v>
                </c:pt>
                <c:pt idx="396">
                  <c:v>149</c:v>
                </c:pt>
                <c:pt idx="397">
                  <c:v>168</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165</c:v>
                </c:pt>
                <c:pt idx="435">
                  <c:v>144</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163</c:v>
                </c:pt>
                <c:pt idx="564">
                  <c:v>126</c:v>
                </c:pt>
                <c:pt idx="565">
                  <c:v>166</c:v>
                </c:pt>
                <c:pt idx="566">
                  <c:v>144</c:v>
                </c:pt>
                <c:pt idx="567">
                  <c:v>144</c:v>
                </c:pt>
                <c:pt idx="568">
                  <c:v>160</c:v>
                </c:pt>
                <c:pt idx="569">
                  <c:v>155</c:v>
                </c:pt>
                <c:pt idx="570">
                  <c:v>135</c:v>
                </c:pt>
                <c:pt idx="571">
                  <c:v>167</c:v>
                </c:pt>
                <c:pt idx="572">
                  <c:v>157</c:v>
                </c:pt>
                <c:pt idx="573">
                  <c:v>154</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167</c:v>
                </c:pt>
                <c:pt idx="658">
                  <c:v>150</c:v>
                </c:pt>
                <c:pt idx="659">
                  <c:v>160</c:v>
                </c:pt>
                <c:pt idx="660">
                  <c:v>163</c:v>
                </c:pt>
                <c:pt idx="661">
                  <c:v>150</c:v>
                </c:pt>
                <c:pt idx="662">
                  <c:v>167</c:v>
                </c:pt>
                <c:pt idx="663">
                  <c:v>158</c:v>
                </c:pt>
                <c:pt idx="664">
                  <c:v>148</c:v>
                </c:pt>
                <c:pt idx="665">
                  <c:v>144</c:v>
                </c:pt>
                <c:pt idx="666">
                  <c:v>141</c:v>
                </c:pt>
                <c:pt idx="667">
                  <c:v>158</c:v>
                </c:pt>
                <c:pt idx="668">
                  <c:v>160</c:v>
                </c:pt>
                <c:pt idx="669">
                  <c:v>165</c:v>
                </c:pt>
                <c:pt idx="670">
                  <c:v>139</c:v>
                </c:pt>
                <c:pt idx="671">
                  <c:v>155</c:v>
                </c:pt>
                <c:pt idx="672">
                  <c:v>164</c:v>
                </c:pt>
                <c:pt idx="673">
                  <c:v>152</c:v>
                </c:pt>
                <c:pt idx="674">
                  <c:v>143</c:v>
                </c:pt>
                <c:pt idx="675">
                  <c:v>153</c:v>
                </c:pt>
                <c:pt idx="676">
                  <c:v>132</c:v>
                </c:pt>
                <c:pt idx="677">
                  <c:v>163</c:v>
                </c:pt>
                <c:pt idx="678">
                  <c:v>154</c:v>
                </c:pt>
                <c:pt idx="679">
                  <c:v>159</c:v>
                </c:pt>
                <c:pt idx="680">
                  <c:v>168</c:v>
                </c:pt>
                <c:pt idx="681">
                  <c:v>156</c:v>
                </c:pt>
                <c:pt idx="682">
                  <c:v>153</c:v>
                </c:pt>
                <c:pt idx="683">
                  <c:v>153</c:v>
                </c:pt>
                <c:pt idx="684">
                  <c:v>122</c:v>
                </c:pt>
                <c:pt idx="685">
                  <c:v>156</c:v>
                </c:pt>
                <c:pt idx="686">
                  <c:v>164</c:v>
                </c:pt>
                <c:pt idx="687">
                  <c:v>144</c:v>
                </c:pt>
                <c:pt idx="688">
                  <c:v>140</c:v>
                </c:pt>
                <c:pt idx="689">
                  <c:v>146</c:v>
                </c:pt>
                <c:pt idx="690">
                  <c:v>167</c:v>
                </c:pt>
                <c:pt idx="691">
                  <c:v>162</c:v>
                </c:pt>
                <c:pt idx="692">
                  <c:v>165</c:v>
                </c:pt>
                <c:pt idx="693">
                  <c:v>161</c:v>
                </c:pt>
                <c:pt idx="694">
                  <c:v>169</c:v>
                </c:pt>
                <c:pt idx="695">
                  <c:v>150</c:v>
                </c:pt>
                <c:pt idx="696">
                  <c:v>147</c:v>
                </c:pt>
                <c:pt idx="697">
                  <c:v>126</c:v>
                </c:pt>
                <c:pt idx="698">
                  <c:v>145</c:v>
                </c:pt>
                <c:pt idx="699">
                  <c:v>140</c:v>
                </c:pt>
                <c:pt idx="700">
                  <c:v>143</c:v>
                </c:pt>
                <c:pt idx="701">
                  <c:v>166</c:v>
                </c:pt>
                <c:pt idx="702">
                  <c:v>139</c:v>
                </c:pt>
                <c:pt idx="703">
                  <c:v>121</c:v>
                </c:pt>
                <c:pt idx="704">
                  <c:v>144</c:v>
                </c:pt>
                <c:pt idx="705">
                  <c:v>166</c:v>
                </c:pt>
                <c:pt idx="706">
                  <c:v>142</c:v>
                </c:pt>
                <c:pt idx="707">
                  <c:v>153</c:v>
                </c:pt>
                <c:pt idx="708">
                  <c:v>139</c:v>
                </c:pt>
                <c:pt idx="709">
                  <c:v>167</c:v>
                </c:pt>
                <c:pt idx="710">
                  <c:v>144</c:v>
                </c:pt>
                <c:pt idx="711">
                  <c:v>166</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169</c:v>
                </c:pt>
                <c:pt idx="737">
                  <c:v>169</c:v>
                </c:pt>
                <c:pt idx="738">
                  <c:v>163</c:v>
                </c:pt>
                <c:pt idx="739">
                  <c:v>151</c:v>
                </c:pt>
                <c:pt idx="740">
                  <c:v>125</c:v>
                </c:pt>
                <c:pt idx="741">
                  <c:v>134</c:v>
                </c:pt>
                <c:pt idx="742">
                  <c:v>120</c:v>
                </c:pt>
                <c:pt idx="743">
                  <c:v>169</c:v>
                </c:pt>
                <c:pt idx="744">
                  <c:v>152</c:v>
                </c:pt>
                <c:pt idx="745">
                  <c:v>168</c:v>
                </c:pt>
                <c:pt idx="746">
                  <c:v>138</c:v>
                </c:pt>
                <c:pt idx="747">
                  <c:v>163</c:v>
                </c:pt>
                <c:pt idx="748">
                  <c:v>166</c:v>
                </c:pt>
                <c:pt idx="749">
                  <c:v>156</c:v>
                </c:pt>
                <c:pt idx="750">
                  <c:v>159</c:v>
                </c:pt>
                <c:pt idx="751">
                  <c:v>133</c:v>
                </c:pt>
                <c:pt idx="752">
                  <c:v>150</c:v>
                </c:pt>
                <c:pt idx="753">
                  <c:v>149</c:v>
                </c:pt>
                <c:pt idx="754">
                  <c:v>149</c:v>
                </c:pt>
                <c:pt idx="755">
                  <c:v>152</c:v>
                </c:pt>
                <c:pt idx="756">
                  <c:v>158</c:v>
                </c:pt>
                <c:pt idx="757">
                  <c:v>160</c:v>
                </c:pt>
                <c:pt idx="758">
                  <c:v>145</c:v>
                </c:pt>
                <c:pt idx="759">
                  <c:v>162</c:v>
                </c:pt>
                <c:pt idx="760">
                  <c:v>152</c:v>
                </c:pt>
                <c:pt idx="761">
                  <c:v>156</c:v>
                </c:pt>
                <c:pt idx="762">
                  <c:v>120</c:v>
                </c:pt>
                <c:pt idx="763">
                  <c:v>167</c:v>
                </c:pt>
                <c:pt idx="764">
                  <c:v>162</c:v>
                </c:pt>
                <c:pt idx="765">
                  <c:v>159</c:v>
                </c:pt>
                <c:pt idx="766">
                  <c:v>166</c:v>
                </c:pt>
                <c:pt idx="767">
                  <c:v>169</c:v>
                </c:pt>
                <c:pt idx="768">
                  <c:v>160</c:v>
                </c:pt>
                <c:pt idx="769">
                  <c:v>167</c:v>
                </c:pt>
                <c:pt idx="770">
                  <c:v>157</c:v>
                </c:pt>
                <c:pt idx="771">
                  <c:v>165</c:v>
                </c:pt>
                <c:pt idx="772">
                  <c:v>127</c:v>
                </c:pt>
                <c:pt idx="773">
                  <c:v>161</c:v>
                </c:pt>
                <c:pt idx="774">
                  <c:v>159</c:v>
                </c:pt>
                <c:pt idx="775">
                  <c:v>153</c:v>
                </c:pt>
                <c:pt idx="776">
                  <c:v>168</c:v>
                </c:pt>
                <c:pt idx="777">
                  <c:v>168</c:v>
                </c:pt>
                <c:pt idx="778">
                  <c:v>149</c:v>
                </c:pt>
                <c:pt idx="779">
                  <c:v>138</c:v>
                </c:pt>
                <c:pt idx="780">
                  <c:v>167</c:v>
                </c:pt>
                <c:pt idx="781">
                  <c:v>166</c:v>
                </c:pt>
                <c:pt idx="782">
                  <c:v>134</c:v>
                </c:pt>
                <c:pt idx="783">
                  <c:v>163</c:v>
                </c:pt>
                <c:pt idx="784">
                  <c:v>156</c:v>
                </c:pt>
                <c:pt idx="785">
                  <c:v>155</c:v>
                </c:pt>
                <c:pt idx="786">
                  <c:v>147</c:v>
                </c:pt>
                <c:pt idx="787">
                  <c:v>161</c:v>
                </c:pt>
                <c:pt idx="788">
                  <c:v>160</c:v>
                </c:pt>
                <c:pt idx="789">
                  <c:v>165</c:v>
                </c:pt>
                <c:pt idx="790">
                  <c:v>166</c:v>
                </c:pt>
                <c:pt idx="791">
                  <c:v>169</c:v>
                </c:pt>
                <c:pt idx="792">
                  <c:v>158</c:v>
                </c:pt>
                <c:pt idx="793">
                  <c:v>134</c:v>
                </c:pt>
                <c:pt idx="794">
                  <c:v>169</c:v>
                </c:pt>
                <c:pt idx="795">
                  <c:v>129</c:v>
                </c:pt>
                <c:pt idx="796">
                  <c:v>159</c:v>
                </c:pt>
                <c:pt idx="797">
                  <c:v>159</c:v>
                </c:pt>
                <c:pt idx="798">
                  <c:v>125</c:v>
                </c:pt>
                <c:pt idx="799">
                  <c:v>160</c:v>
                </c:pt>
                <c:pt idx="800">
                  <c:v>157</c:v>
                </c:pt>
                <c:pt idx="801">
                  <c:v>159</c:v>
                </c:pt>
                <c:pt idx="802">
                  <c:v>160</c:v>
                </c:pt>
                <c:pt idx="803">
                  <c:v>166</c:v>
                </c:pt>
                <c:pt idx="804">
                  <c:v>160</c:v>
                </c:pt>
                <c:pt idx="805">
                  <c:v>150</c:v>
                </c:pt>
                <c:pt idx="806">
                  <c:v>130</c:v>
                </c:pt>
                <c:pt idx="807">
                  <c:v>141</c:v>
                </c:pt>
                <c:pt idx="808">
                  <c:v>163</c:v>
                </c:pt>
                <c:pt idx="809">
                  <c:v>167</c:v>
                </c:pt>
                <c:pt idx="810">
                  <c:v>151</c:v>
                </c:pt>
                <c:pt idx="811">
                  <c:v>143</c:v>
                </c:pt>
                <c:pt idx="812">
                  <c:v>162</c:v>
                </c:pt>
                <c:pt idx="813">
                  <c:v>152</c:v>
                </c:pt>
                <c:pt idx="814">
                  <c:v>150</c:v>
                </c:pt>
                <c:pt idx="815">
                  <c:v>152</c:v>
                </c:pt>
                <c:pt idx="816">
                  <c:v>135</c:v>
                </c:pt>
                <c:pt idx="817">
                  <c:v>156</c:v>
                </c:pt>
                <c:pt idx="818">
                  <c:v>152</c:v>
                </c:pt>
                <c:pt idx="819">
                  <c:v>156</c:v>
                </c:pt>
                <c:pt idx="820">
                  <c:v>165</c:v>
                </c:pt>
                <c:pt idx="821">
                  <c:v>167</c:v>
                </c:pt>
                <c:pt idx="822">
                  <c:v>157</c:v>
                </c:pt>
                <c:pt idx="823">
                  <c:v>155</c:v>
                </c:pt>
                <c:pt idx="824">
                  <c:v>161</c:v>
                </c:pt>
                <c:pt idx="825">
                  <c:v>153</c:v>
                </c:pt>
                <c:pt idx="826">
                  <c:v>153</c:v>
                </c:pt>
                <c:pt idx="827">
                  <c:v>163</c:v>
                </c:pt>
                <c:pt idx="828">
                  <c:v>160</c:v>
                </c:pt>
                <c:pt idx="829">
                  <c:v>163</c:v>
                </c:pt>
                <c:pt idx="830">
                  <c:v>140</c:v>
                </c:pt>
                <c:pt idx="831">
                  <c:v>134</c:v>
                </c:pt>
                <c:pt idx="832">
                  <c:v>164</c:v>
                </c:pt>
                <c:pt idx="833">
                  <c:v>122</c:v>
                </c:pt>
                <c:pt idx="834">
                  <c:v>159</c:v>
                </c:pt>
                <c:pt idx="835">
                  <c:v>121</c:v>
                </c:pt>
                <c:pt idx="836">
                  <c:v>158</c:v>
                </c:pt>
                <c:pt idx="837">
                  <c:v>168</c:v>
                </c:pt>
                <c:pt idx="838">
                  <c:v>165</c:v>
                </c:pt>
                <c:pt idx="839">
                  <c:v>155</c:v>
                </c:pt>
                <c:pt idx="840">
                  <c:v>133</c:v>
                </c:pt>
                <c:pt idx="841">
                  <c:v>123</c:v>
                </c:pt>
                <c:pt idx="842">
                  <c:v>154</c:v>
                </c:pt>
                <c:pt idx="843">
                  <c:v>155</c:v>
                </c:pt>
                <c:pt idx="844">
                  <c:v>158</c:v>
                </c:pt>
                <c:pt idx="845">
                  <c:v>127</c:v>
                </c:pt>
                <c:pt idx="846">
                  <c:v>143</c:v>
                </c:pt>
                <c:pt idx="847">
                  <c:v>158</c:v>
                </c:pt>
                <c:pt idx="848">
                  <c:v>146</c:v>
                </c:pt>
                <c:pt idx="849">
                  <c:v>146</c:v>
                </c:pt>
                <c:pt idx="850">
                  <c:v>152</c:v>
                </c:pt>
                <c:pt idx="851">
                  <c:v>155</c:v>
                </c:pt>
                <c:pt idx="852">
                  <c:v>155</c:v>
                </c:pt>
                <c:pt idx="853">
                  <c:v>135</c:v>
                </c:pt>
                <c:pt idx="854">
                  <c:v>165</c:v>
                </c:pt>
                <c:pt idx="855">
                  <c:v>146</c:v>
                </c:pt>
                <c:pt idx="856">
                  <c:v>152</c:v>
                </c:pt>
                <c:pt idx="857">
                  <c:v>134</c:v>
                </c:pt>
                <c:pt idx="858">
                  <c:v>154</c:v>
                </c:pt>
                <c:pt idx="859">
                  <c:v>134</c:v>
                </c:pt>
                <c:pt idx="860">
                  <c:v>146</c:v>
                </c:pt>
                <c:pt idx="861">
                  <c:v>162</c:v>
                </c:pt>
                <c:pt idx="862">
                  <c:v>162</c:v>
                </c:pt>
                <c:pt idx="863">
                  <c:v>164</c:v>
                </c:pt>
                <c:pt idx="864">
                  <c:v>126</c:v>
                </c:pt>
                <c:pt idx="865">
                  <c:v>155</c:v>
                </c:pt>
                <c:pt idx="866">
                  <c:v>130</c:v>
                </c:pt>
                <c:pt idx="867">
                  <c:v>160</c:v>
                </c:pt>
                <c:pt idx="868">
                  <c:v>150</c:v>
                </c:pt>
                <c:pt idx="869">
                  <c:v>160</c:v>
                </c:pt>
                <c:pt idx="870">
                  <c:v>125</c:v>
                </c:pt>
                <c:pt idx="871">
                  <c:v>166</c:v>
                </c:pt>
                <c:pt idx="872">
                  <c:v>140</c:v>
                </c:pt>
                <c:pt idx="873">
                  <c:v>153</c:v>
                </c:pt>
                <c:pt idx="874">
                  <c:v>128</c:v>
                </c:pt>
                <c:pt idx="875">
                  <c:v>161</c:v>
                </c:pt>
                <c:pt idx="876">
                  <c:v>130</c:v>
                </c:pt>
                <c:pt idx="877">
                  <c:v>156</c:v>
                </c:pt>
                <c:pt idx="878">
                  <c:v>125</c:v>
                </c:pt>
                <c:pt idx="879">
                  <c:v>126</c:v>
                </c:pt>
                <c:pt idx="880">
                  <c:v>156</c:v>
                </c:pt>
                <c:pt idx="881">
                  <c:v>123</c:v>
                </c:pt>
                <c:pt idx="882">
                  <c:v>161</c:v>
                </c:pt>
                <c:pt idx="883">
                  <c:v>161</c:v>
                </c:pt>
                <c:pt idx="884">
                  <c:v>149</c:v>
                </c:pt>
                <c:pt idx="885">
                  <c:v>147</c:v>
                </c:pt>
                <c:pt idx="886">
                  <c:v>153</c:v>
                </c:pt>
                <c:pt idx="887">
                  <c:v>165</c:v>
                </c:pt>
                <c:pt idx="888">
                  <c:v>155</c:v>
                </c:pt>
                <c:pt idx="889">
                  <c:v>137</c:v>
                </c:pt>
                <c:pt idx="890">
                  <c:v>136</c:v>
                </c:pt>
                <c:pt idx="891">
                  <c:v>141</c:v>
                </c:pt>
                <c:pt idx="892">
                  <c:v>158</c:v>
                </c:pt>
                <c:pt idx="893">
                  <c:v>156</c:v>
                </c:pt>
                <c:pt idx="894">
                  <c:v>133</c:v>
                </c:pt>
                <c:pt idx="895">
                  <c:v>162</c:v>
                </c:pt>
                <c:pt idx="896">
                  <c:v>144</c:v>
                </c:pt>
                <c:pt idx="897">
                  <c:v>140</c:v>
                </c:pt>
                <c:pt idx="898">
                  <c:v>132</c:v>
                </c:pt>
                <c:pt idx="899">
                  <c:v>120</c:v>
                </c:pt>
                <c:pt idx="900">
                  <c:v>136</c:v>
                </c:pt>
                <c:pt idx="901">
                  <c:v>146</c:v>
                </c:pt>
                <c:pt idx="902">
                  <c:v>153</c:v>
                </c:pt>
                <c:pt idx="903">
                  <c:v>168</c:v>
                </c:pt>
                <c:pt idx="904">
                  <c:v>123</c:v>
                </c:pt>
                <c:pt idx="905">
                  <c:v>167</c:v>
                </c:pt>
                <c:pt idx="906">
                  <c:v>127</c:v>
                </c:pt>
                <c:pt idx="907">
                  <c:v>146</c:v>
                </c:pt>
                <c:pt idx="908">
                  <c:v>158</c:v>
                </c:pt>
                <c:pt idx="909">
                  <c:v>136</c:v>
                </c:pt>
                <c:pt idx="910">
                  <c:v>152</c:v>
                </c:pt>
                <c:pt idx="911">
                  <c:v>127</c:v>
                </c:pt>
                <c:pt idx="912">
                  <c:v>160</c:v>
                </c:pt>
                <c:pt idx="913">
                  <c:v>151</c:v>
                </c:pt>
                <c:pt idx="914">
                  <c:v>132</c:v>
                </c:pt>
                <c:pt idx="915">
                  <c:v>161</c:v>
                </c:pt>
                <c:pt idx="916">
                  <c:v>145</c:v>
                </c:pt>
                <c:pt idx="917">
                  <c:v>130</c:v>
                </c:pt>
                <c:pt idx="918">
                  <c:v>136</c:v>
                </c:pt>
                <c:pt idx="919">
                  <c:v>156</c:v>
                </c:pt>
                <c:pt idx="920">
                  <c:v>161</c:v>
                </c:pt>
                <c:pt idx="921">
                  <c:v>169</c:v>
                </c:pt>
                <c:pt idx="922">
                  <c:v>160</c:v>
                </c:pt>
                <c:pt idx="923">
                  <c:v>121</c:v>
                </c:pt>
                <c:pt idx="924">
                  <c:v>135</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169</c:v>
                </c:pt>
                <c:pt idx="962">
                  <c:v>150</c:v>
                </c:pt>
                <c:pt idx="963">
                  <c:v>167</c:v>
                </c:pt>
                <c:pt idx="964">
                  <c:v>148</c:v>
                </c:pt>
                <c:pt idx="965">
                  <c:v>149</c:v>
                </c:pt>
                <c:pt idx="966">
                  <c:v>169</c:v>
                </c:pt>
                <c:pt idx="967">
                  <c:v>146</c:v>
                </c:pt>
                <c:pt idx="968">
                  <c:v>157</c:v>
                </c:pt>
                <c:pt idx="969">
                  <c:v>167</c:v>
                </c:pt>
                <c:pt idx="970">
                  <c:v>168</c:v>
                </c:pt>
                <c:pt idx="971">
                  <c:v>167</c:v>
                </c:pt>
                <c:pt idx="972">
                  <c:v>168</c:v>
                </c:pt>
              </c:numCache>
            </c:numRef>
          </c:yVal>
          <c:smooth val="0"/>
          <c:extLst>
            <c:ext xmlns:c16="http://schemas.microsoft.com/office/drawing/2014/chart" uri="{C3380CC4-5D6E-409C-BE32-E72D297353CC}">
              <c16:uniqueId val="{00000000-4252-46E5-BE7E-427F7934CBF2}"/>
            </c:ext>
          </c:extLst>
        </c:ser>
        <c:dLbls>
          <c:showLegendKey val="0"/>
          <c:showVal val="0"/>
          <c:showCatName val="0"/>
          <c:showSerName val="0"/>
          <c:showPercent val="0"/>
          <c:showBubbleSize val="0"/>
        </c:dLbls>
        <c:axId val="186875823"/>
        <c:axId val="186884943"/>
      </c:scatterChart>
      <c:valAx>
        <c:axId val="186875823"/>
        <c:scaling>
          <c:orientation val="minMax"/>
        </c:scaling>
        <c:delete val="0"/>
        <c:axPos val="b"/>
        <c:title>
          <c:tx>
            <c:rich>
              <a:bodyPr/>
              <a:lstStyle/>
              <a:p>
                <a:pPr>
                  <a:defRPr/>
                </a:pPr>
                <a:r>
                  <a:rPr lang="en-MY"/>
                  <a:t>Age</a:t>
                </a:r>
              </a:p>
            </c:rich>
          </c:tx>
          <c:overlay val="0"/>
        </c:title>
        <c:numFmt formatCode="General" sourceLinked="1"/>
        <c:majorTickMark val="out"/>
        <c:minorTickMark val="none"/>
        <c:tickLblPos val="nextTo"/>
        <c:crossAx val="186884943"/>
        <c:crosses val="autoZero"/>
        <c:crossBetween val="midCat"/>
      </c:valAx>
      <c:valAx>
        <c:axId val="186884943"/>
        <c:scaling>
          <c:orientation val="minMax"/>
          <c:min val="80"/>
        </c:scaling>
        <c:delete val="0"/>
        <c:axPos val="l"/>
        <c:title>
          <c:tx>
            <c:rich>
              <a:bodyPr/>
              <a:lstStyle/>
              <a:p>
                <a:pPr>
                  <a:defRPr/>
                </a:pPr>
                <a:r>
                  <a:rPr lang="en-MY"/>
                  <a:t>Avg BPM</a:t>
                </a:r>
              </a:p>
            </c:rich>
          </c:tx>
          <c:overlay val="0"/>
        </c:title>
        <c:numFmt formatCode="General" sourceLinked="1"/>
        <c:majorTickMark val="out"/>
        <c:minorTickMark val="none"/>
        <c:tickLblPos val="nextTo"/>
        <c:crossAx val="186875823"/>
        <c:crosses val="autoZero"/>
        <c:crossBetween val="midCat"/>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900" b="0">
          <a:solidFill>
            <a:srgbClr val="595959"/>
          </a:solidFill>
          <a:latin typeface="Calibri (Body)"/>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Tracking.xlsx]Pivot!PivotTable21</c:name>
    <c:fmtId val="32"/>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US" sz="900"/>
              <a:t>By BMI Class: Critical Avg EHR Zone</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s>
    <c:plotArea>
      <c:layout>
        <c:manualLayout>
          <c:layoutTarget val="inner"/>
          <c:xMode val="edge"/>
          <c:yMode val="edge"/>
          <c:x val="9.8664922796172616E-2"/>
          <c:y val="0.20124650252526996"/>
          <c:w val="0.42859695382351709"/>
          <c:h val="0.71432805910231756"/>
        </c:manualLayout>
      </c:layout>
      <c:doughnutChart>
        <c:varyColors val="1"/>
        <c:ser>
          <c:idx val="0"/>
          <c:order val="0"/>
          <c:tx>
            <c:strRef>
              <c:f>Pivot!$J$30</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DD9-481D-B6D5-E594B59F3AA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DD9-481D-B6D5-E594B59F3AA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DD9-481D-B6D5-E594B59F3AA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DD9-481D-B6D5-E594B59F3AA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EDD9-481D-B6D5-E594B59F3AA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EDD9-481D-B6D5-E594B59F3AA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EDD9-481D-B6D5-E594B59F3AA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Pivot!$H$31:$I$37</c:f>
              <c:strCache>
                <c:ptCount val="7"/>
                <c:pt idx="0">
                  <c:v>Severely Underweight</c:v>
                </c:pt>
                <c:pt idx="1">
                  <c:v>Underweight</c:v>
                </c:pt>
                <c:pt idx="2">
                  <c:v>Normal</c:v>
                </c:pt>
                <c:pt idx="3">
                  <c:v>Overweight</c:v>
                </c:pt>
                <c:pt idx="4">
                  <c:v>Obesity class I</c:v>
                </c:pt>
                <c:pt idx="5">
                  <c:v>Obesity class II</c:v>
                </c:pt>
                <c:pt idx="6">
                  <c:v>Obesity class III</c:v>
                </c:pt>
              </c:strCache>
            </c:strRef>
          </c:cat>
          <c:val>
            <c:numRef>
              <c:f>Pivot!$J$31:$J$37</c:f>
              <c:numCache>
                <c:formatCode>General</c:formatCode>
                <c:ptCount val="7"/>
                <c:pt idx="0">
                  <c:v>2</c:v>
                </c:pt>
                <c:pt idx="1">
                  <c:v>1</c:v>
                </c:pt>
                <c:pt idx="2">
                  <c:v>2</c:v>
                </c:pt>
                <c:pt idx="3">
                  <c:v>2</c:v>
                </c:pt>
                <c:pt idx="4">
                  <c:v>2</c:v>
                </c:pt>
                <c:pt idx="5">
                  <c:v>3</c:v>
                </c:pt>
                <c:pt idx="6">
                  <c:v>1</c:v>
                </c:pt>
              </c:numCache>
            </c:numRef>
          </c:val>
          <c:extLst>
            <c:ext xmlns:c16="http://schemas.microsoft.com/office/drawing/2014/chart" uri="{C3380CC4-5D6E-409C-BE32-E72D297353CC}">
              <c16:uniqueId val="{0000000E-EDD9-481D-B6D5-E594B59F3AA2}"/>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Tracking.xlsx]Pivot!PivotTable17</c:name>
    <c:fmtId val="28"/>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US" sz="900"/>
              <a:t>By EHR Zone: Avg EHR BPM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Pivot!$F$24</c:f>
              <c:strCache>
                <c:ptCount val="1"/>
                <c:pt idx="0">
                  <c:v>Total</c:v>
                </c:pt>
              </c:strCache>
            </c:strRef>
          </c:tx>
          <c:spPr>
            <a:solidFill>
              <a:schemeClr val="accent1"/>
            </a:solidFill>
            <a:ln>
              <a:noFill/>
            </a:ln>
            <a:effectLst/>
          </c:spPr>
          <c:invertIfNegative val="0"/>
          <c:dPt>
            <c:idx val="0"/>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1-2B83-46C7-8D89-2D2ECE6DE0AC}"/>
              </c:ext>
            </c:extLst>
          </c:dPt>
          <c:dPt>
            <c:idx val="1"/>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03-2B83-46C7-8D89-2D2ECE6DE0AC}"/>
              </c:ext>
            </c:extLst>
          </c:dPt>
          <c:dPt>
            <c:idx val="2"/>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5-2B83-46C7-8D89-2D2ECE6DE0AC}"/>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Pivot!$E$25:$E$27</c:f>
              <c:strCache>
                <c:ptCount val="3"/>
                <c:pt idx="0">
                  <c:v>Normal</c:v>
                </c:pt>
                <c:pt idx="1">
                  <c:v>High</c:v>
                </c:pt>
                <c:pt idx="2">
                  <c:v>Critical</c:v>
                </c:pt>
              </c:strCache>
            </c:strRef>
          </c:cat>
          <c:val>
            <c:numRef>
              <c:f>Pivot!$F$25:$F$27</c:f>
              <c:numCache>
                <c:formatCode>General</c:formatCode>
                <c:ptCount val="3"/>
                <c:pt idx="0">
                  <c:v>736</c:v>
                </c:pt>
                <c:pt idx="1">
                  <c:v>224</c:v>
                </c:pt>
                <c:pt idx="2">
                  <c:v>13</c:v>
                </c:pt>
              </c:numCache>
            </c:numRef>
          </c:val>
          <c:extLst>
            <c:ext xmlns:c16="http://schemas.microsoft.com/office/drawing/2014/chart" uri="{C3380CC4-5D6E-409C-BE32-E72D297353CC}">
              <c16:uniqueId val="{00000006-2B83-46C7-8D89-2D2ECE6DE0AC}"/>
            </c:ext>
          </c:extLst>
        </c:ser>
        <c:dLbls>
          <c:showLegendKey val="0"/>
          <c:showVal val="0"/>
          <c:showCatName val="0"/>
          <c:showSerName val="0"/>
          <c:showPercent val="0"/>
          <c:showBubbleSize val="0"/>
        </c:dLbls>
        <c:gapWidth val="219"/>
        <c:axId val="2107322096"/>
        <c:axId val="2107348016"/>
      </c:barChart>
      <c:catAx>
        <c:axId val="2107322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7348016"/>
        <c:crosses val="autoZero"/>
        <c:auto val="1"/>
        <c:lblAlgn val="ctr"/>
        <c:lblOffset val="100"/>
        <c:noMultiLvlLbl val="0"/>
      </c:catAx>
      <c:valAx>
        <c:axId val="2107348016"/>
        <c:scaling>
          <c:orientation val="minMax"/>
        </c:scaling>
        <c:delete val="1"/>
        <c:axPos val="b"/>
        <c:numFmt formatCode="General" sourceLinked="1"/>
        <c:majorTickMark val="none"/>
        <c:minorTickMark val="none"/>
        <c:tickLblPos val="nextTo"/>
        <c:crossAx val="21073220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baseline="0">
                <a:solidFill>
                  <a:schemeClr val="tx1">
                    <a:lumMod val="85000"/>
                    <a:lumOff val="15000"/>
                  </a:schemeClr>
                </a:solidFill>
                <a:latin typeface="+mn-lt"/>
                <a:ea typeface="+mn-ea"/>
                <a:cs typeface="+mn-cs"/>
              </a:defRPr>
            </a:pPr>
            <a:r>
              <a:rPr lang="en-US" sz="900"/>
              <a:t>RHR Zone Distribution</a:t>
            </a:r>
          </a:p>
        </c:rich>
      </c:tx>
      <c:overlay val="0"/>
      <c:spPr>
        <a:noFill/>
        <a:ln>
          <a:noFill/>
        </a:ln>
        <a:effectLst/>
      </c:spPr>
      <c:txPr>
        <a:bodyPr rot="0" spcFirstLastPara="1" vertOverflow="ellipsis" vert="horz" wrap="square" anchor="ctr" anchorCtr="1"/>
        <a:lstStyle/>
        <a:p>
          <a:pPr>
            <a:defRPr sz="900" b="0" i="0" u="none" strike="noStrike" baseline="0">
              <a:solidFill>
                <a:schemeClr val="tx1">
                  <a:lumMod val="85000"/>
                  <a:lumOff val="15000"/>
                </a:schemeClr>
              </a:solidFill>
              <a:latin typeface="+mn-lt"/>
              <a:ea typeface="+mn-ea"/>
              <a:cs typeface="+mn-cs"/>
            </a:defRPr>
          </a:pPr>
          <a:endParaRPr lang="en-US"/>
        </a:p>
      </c:txPr>
    </c:title>
    <c:autoTitleDeleted val="0"/>
    <c:plotArea>
      <c:layout/>
      <c:barChart>
        <c:barDir val="bar"/>
        <c:grouping val="clustered"/>
        <c:varyColors val="0"/>
        <c:ser>
          <c:idx val="0"/>
          <c:order val="0"/>
          <c:tx>
            <c:strRef>
              <c:f>Pivot!$F$36</c:f>
              <c:strCache>
                <c:ptCount val="1"/>
                <c:pt idx="0">
                  <c:v>Count of RHR Classification</c:v>
                </c:pt>
              </c:strCache>
            </c:strRef>
          </c:tx>
          <c:spPr>
            <a:solidFill>
              <a:schemeClr val="accent5">
                <a:lumMod val="60000"/>
                <a:lumOff val="40000"/>
              </a:schemeClr>
            </a:solidFill>
            <a:ln w="19050">
              <a:noFill/>
            </a:ln>
            <a:effectLst/>
          </c:spPr>
          <c:invertIfNegative val="0"/>
          <c:dPt>
            <c:idx val="0"/>
            <c:invertIfNegative val="0"/>
            <c:bubble3D val="0"/>
            <c:spPr>
              <a:solidFill>
                <a:schemeClr val="accent2">
                  <a:lumMod val="60000"/>
                  <a:lumOff val="40000"/>
                </a:schemeClr>
              </a:solidFill>
              <a:ln w="19050">
                <a:noFill/>
              </a:ln>
              <a:effectLst/>
            </c:spPr>
            <c:extLst>
              <c:ext xmlns:c16="http://schemas.microsoft.com/office/drawing/2014/chart" uri="{C3380CC4-5D6E-409C-BE32-E72D297353CC}">
                <c16:uniqueId val="{00000003-853D-47DF-AB7F-094661A04084}"/>
              </c:ext>
            </c:extLst>
          </c:dPt>
          <c:dPt>
            <c:idx val="1"/>
            <c:invertIfNegative val="0"/>
            <c:bubble3D val="0"/>
            <c:spPr>
              <a:solidFill>
                <a:schemeClr val="tx2">
                  <a:lumMod val="60000"/>
                  <a:lumOff val="40000"/>
                </a:schemeClr>
              </a:solidFill>
              <a:ln w="19050">
                <a:noFill/>
              </a:ln>
              <a:effectLst/>
            </c:spPr>
            <c:extLst>
              <c:ext xmlns:c16="http://schemas.microsoft.com/office/drawing/2014/chart" uri="{C3380CC4-5D6E-409C-BE32-E72D297353CC}">
                <c16:uniqueId val="{00000006-853D-47DF-AB7F-094661A04084}"/>
              </c:ext>
            </c:extLst>
          </c:dPt>
          <c:dPt>
            <c:idx val="2"/>
            <c:invertIfNegative val="0"/>
            <c:bubble3D val="0"/>
            <c:spPr>
              <a:solidFill>
                <a:schemeClr val="accent4">
                  <a:lumMod val="60000"/>
                  <a:lumOff val="40000"/>
                </a:schemeClr>
              </a:solidFill>
              <a:ln w="19050">
                <a:noFill/>
              </a:ln>
              <a:effectLst/>
            </c:spPr>
            <c:extLst>
              <c:ext xmlns:c16="http://schemas.microsoft.com/office/drawing/2014/chart" uri="{C3380CC4-5D6E-409C-BE32-E72D297353CC}">
                <c16:uniqueId val="{00000005-853D-47DF-AB7F-094661A04084}"/>
              </c:ext>
            </c:extLst>
          </c:dPt>
          <c:dPt>
            <c:idx val="3"/>
            <c:invertIfNegative val="0"/>
            <c:bubble3D val="0"/>
            <c:spPr>
              <a:solidFill>
                <a:srgbClr val="FFC000"/>
              </a:solidFill>
              <a:ln w="19050">
                <a:noFill/>
              </a:ln>
              <a:effectLst/>
            </c:spPr>
            <c:extLst>
              <c:ext xmlns:c16="http://schemas.microsoft.com/office/drawing/2014/chart" uri="{C3380CC4-5D6E-409C-BE32-E72D297353CC}">
                <c16:uniqueId val="{00000004-853D-47DF-AB7F-094661A04084}"/>
              </c:ext>
            </c:extLst>
          </c:dPt>
          <c:dPt>
            <c:idx val="4"/>
            <c:invertIfNegative val="0"/>
            <c:bubble3D val="0"/>
            <c:spPr>
              <a:solidFill>
                <a:schemeClr val="accent1">
                  <a:lumMod val="60000"/>
                  <a:lumOff val="40000"/>
                </a:schemeClr>
              </a:solidFill>
              <a:ln w="19050">
                <a:noFill/>
              </a:ln>
              <a:effectLst/>
            </c:spPr>
            <c:extLst>
              <c:ext xmlns:c16="http://schemas.microsoft.com/office/drawing/2014/chart" uri="{C3380CC4-5D6E-409C-BE32-E72D297353CC}">
                <c16:uniqueId val="{00000002-853D-47DF-AB7F-094661A04084}"/>
              </c:ext>
            </c:extLst>
          </c:dPt>
          <c:dPt>
            <c:idx val="6"/>
            <c:invertIfNegative val="0"/>
            <c:bubble3D val="0"/>
            <c:spPr>
              <a:solidFill>
                <a:schemeClr val="accent3">
                  <a:lumMod val="60000"/>
                  <a:lumOff val="40000"/>
                </a:schemeClr>
              </a:solidFill>
              <a:ln w="19050">
                <a:noFill/>
              </a:ln>
              <a:effectLst/>
            </c:spPr>
            <c:extLst>
              <c:ext xmlns:c16="http://schemas.microsoft.com/office/drawing/2014/chart" uri="{C3380CC4-5D6E-409C-BE32-E72D297353CC}">
                <c16:uniqueId val="{00000000-853D-47DF-AB7F-094661A04084}"/>
              </c:ext>
            </c:extLst>
          </c:dPt>
          <c:dLbls>
            <c:spPr>
              <a:noFill/>
              <a:ln>
                <a:noFill/>
              </a:ln>
              <a:effectLst/>
            </c:spPr>
            <c:txPr>
              <a:bodyPr rot="0" spcFirstLastPara="1" vertOverflow="ellipsis" vert="horz" wrap="square" anchor="ctr" anchorCtr="1"/>
              <a:lstStyle/>
              <a:p>
                <a:pPr>
                  <a:defRPr sz="900" b="0" i="0" u="none" strike="noStrike" baseline="0">
                    <a:solidFill>
                      <a:schemeClr val="tx1">
                        <a:lumMod val="85000"/>
                        <a:lumOff val="1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Pivot!$E$37:$E$43</c:f>
              <c:strCache>
                <c:ptCount val="7"/>
                <c:pt idx="0">
                  <c:v>Below Average</c:v>
                </c:pt>
                <c:pt idx="1">
                  <c:v>Average</c:v>
                </c:pt>
                <c:pt idx="2">
                  <c:v>Above Average</c:v>
                </c:pt>
                <c:pt idx="3">
                  <c:v>Good</c:v>
                </c:pt>
                <c:pt idx="4">
                  <c:v>Excellent</c:v>
                </c:pt>
                <c:pt idx="5">
                  <c:v>Above Excellent</c:v>
                </c:pt>
                <c:pt idx="6">
                  <c:v>Athlete</c:v>
                </c:pt>
              </c:strCache>
            </c:strRef>
          </c:cat>
          <c:val>
            <c:numRef>
              <c:f>Pivot!$F$37:$F$43</c:f>
              <c:numCache>
                <c:formatCode>General</c:formatCode>
                <c:ptCount val="7"/>
                <c:pt idx="0">
                  <c:v>4</c:v>
                </c:pt>
                <c:pt idx="1">
                  <c:v>106</c:v>
                </c:pt>
                <c:pt idx="2">
                  <c:v>161</c:v>
                </c:pt>
                <c:pt idx="3">
                  <c:v>173</c:v>
                </c:pt>
                <c:pt idx="4">
                  <c:v>211</c:v>
                </c:pt>
                <c:pt idx="5">
                  <c:v>215</c:v>
                </c:pt>
                <c:pt idx="6">
                  <c:v>103</c:v>
                </c:pt>
              </c:numCache>
            </c:numRef>
          </c:val>
          <c:extLst>
            <c:ext xmlns:c16="http://schemas.microsoft.com/office/drawing/2014/chart" uri="{C3380CC4-5D6E-409C-BE32-E72D297353CC}">
              <c16:uniqueId val="{00000000-9617-4DD7-807C-00C711DA69F0}"/>
            </c:ext>
          </c:extLst>
        </c:ser>
        <c:dLbls>
          <c:dLblPos val="outEnd"/>
          <c:showLegendKey val="0"/>
          <c:showVal val="1"/>
          <c:showCatName val="0"/>
          <c:showSerName val="0"/>
          <c:showPercent val="0"/>
          <c:showBubbleSize val="0"/>
        </c:dLbls>
        <c:gapWidth val="100"/>
        <c:axId val="1926666256"/>
        <c:axId val="1926670576"/>
      </c:barChart>
      <c:catAx>
        <c:axId val="192666625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85000"/>
                    <a:lumOff val="15000"/>
                  </a:schemeClr>
                </a:solidFill>
                <a:latin typeface="+mn-lt"/>
                <a:ea typeface="+mn-ea"/>
                <a:cs typeface="+mn-cs"/>
              </a:defRPr>
            </a:pPr>
            <a:endParaRPr lang="en-US"/>
          </a:p>
        </c:txPr>
        <c:crossAx val="1926670576"/>
        <c:crosses val="autoZero"/>
        <c:auto val="1"/>
        <c:lblAlgn val="ctr"/>
        <c:lblOffset val="100"/>
        <c:noMultiLvlLbl val="0"/>
      </c:catAx>
      <c:valAx>
        <c:axId val="1926670576"/>
        <c:scaling>
          <c:orientation val="minMax"/>
        </c:scaling>
        <c:delete val="1"/>
        <c:axPos val="b"/>
        <c:numFmt formatCode="General" sourceLinked="1"/>
        <c:majorTickMark val="out"/>
        <c:minorTickMark val="none"/>
        <c:tickLblPos val="nextTo"/>
        <c:crossAx val="19266662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lumMod val="85000"/>
              <a:lumOff val="15000"/>
            </a:schemeClr>
          </a:solidFill>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Tracking.xlsx]Pivot!PivotTable3</c:name>
    <c:fmtId val="23"/>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Fat Class: RHR Class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pivotFmt>
      <c:pivotFmt>
        <c:idx val="9"/>
        <c:spPr>
          <a:solidFill>
            <a:schemeClr val="accent1"/>
          </a:solidFill>
          <a:ln>
            <a:noFill/>
          </a:ln>
          <a:effectLst/>
        </c:spPr>
        <c:marker>
          <c:symbol val="none"/>
        </c:marker>
      </c:pivotFmt>
      <c:pivotFmt>
        <c:idx val="10"/>
        <c:spPr>
          <a:solidFill>
            <a:schemeClr val="accent1"/>
          </a:solidFill>
          <a:ln>
            <a:noFill/>
          </a:ln>
          <a:effectLst/>
        </c:spPr>
        <c:marker>
          <c:symbol val="none"/>
        </c:marker>
      </c:pivotFmt>
      <c:pivotFmt>
        <c:idx val="11"/>
        <c:spPr>
          <a:solidFill>
            <a:schemeClr val="accent1"/>
          </a:solidFill>
          <a:ln>
            <a:noFill/>
          </a:ln>
          <a:effectLst/>
        </c:spPr>
        <c:marker>
          <c:symbol val="none"/>
        </c:marker>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Pivot!$B$64:$B$65</c:f>
              <c:strCache>
                <c:ptCount val="1"/>
                <c:pt idx="0">
                  <c:v>Low</c:v>
                </c:pt>
              </c:strCache>
            </c:strRef>
          </c:tx>
          <c:spPr>
            <a:solidFill>
              <a:schemeClr val="accent1">
                <a:lumMod val="75000"/>
              </a:schemeClr>
            </a:solidFill>
            <a:ln>
              <a:noFill/>
            </a:ln>
            <a:effectLst/>
          </c:spPr>
          <c:invertIfNegative val="0"/>
          <c:cat>
            <c:strRef>
              <c:f>Pivot!$A$66:$A$72</c:f>
              <c:strCache>
                <c:ptCount val="7"/>
                <c:pt idx="0">
                  <c:v>Below Average</c:v>
                </c:pt>
                <c:pt idx="1">
                  <c:v>Average</c:v>
                </c:pt>
                <c:pt idx="2">
                  <c:v>Above Average</c:v>
                </c:pt>
                <c:pt idx="3">
                  <c:v>Good</c:v>
                </c:pt>
                <c:pt idx="4">
                  <c:v>Excellent</c:v>
                </c:pt>
                <c:pt idx="5">
                  <c:v>Above Excellent</c:v>
                </c:pt>
                <c:pt idx="6">
                  <c:v>Athlete</c:v>
                </c:pt>
              </c:strCache>
            </c:strRef>
          </c:cat>
          <c:val>
            <c:numRef>
              <c:f>Pivot!$B$66:$B$72</c:f>
              <c:numCache>
                <c:formatCode>General</c:formatCode>
                <c:ptCount val="7"/>
                <c:pt idx="1">
                  <c:v>4</c:v>
                </c:pt>
                <c:pt idx="2">
                  <c:v>10</c:v>
                </c:pt>
                <c:pt idx="3">
                  <c:v>14</c:v>
                </c:pt>
                <c:pt idx="4">
                  <c:v>21</c:v>
                </c:pt>
                <c:pt idx="5">
                  <c:v>35</c:v>
                </c:pt>
                <c:pt idx="6">
                  <c:v>5</c:v>
                </c:pt>
              </c:numCache>
            </c:numRef>
          </c:val>
          <c:extLst>
            <c:ext xmlns:c16="http://schemas.microsoft.com/office/drawing/2014/chart" uri="{C3380CC4-5D6E-409C-BE32-E72D297353CC}">
              <c16:uniqueId val="{00000000-CE71-4205-95B4-DBA4E86B4867}"/>
            </c:ext>
          </c:extLst>
        </c:ser>
        <c:ser>
          <c:idx val="1"/>
          <c:order val="1"/>
          <c:tx>
            <c:strRef>
              <c:f>Pivot!$C$64:$C$65</c:f>
              <c:strCache>
                <c:ptCount val="1"/>
                <c:pt idx="0">
                  <c:v>Normal</c:v>
                </c:pt>
              </c:strCache>
            </c:strRef>
          </c:tx>
          <c:spPr>
            <a:solidFill>
              <a:schemeClr val="accent3">
                <a:lumMod val="75000"/>
              </a:schemeClr>
            </a:solidFill>
            <a:ln>
              <a:noFill/>
            </a:ln>
            <a:effectLst/>
          </c:spPr>
          <c:invertIfNegative val="0"/>
          <c:cat>
            <c:strRef>
              <c:f>Pivot!$A$66:$A$72</c:f>
              <c:strCache>
                <c:ptCount val="7"/>
                <c:pt idx="0">
                  <c:v>Below Average</c:v>
                </c:pt>
                <c:pt idx="1">
                  <c:v>Average</c:v>
                </c:pt>
                <c:pt idx="2">
                  <c:v>Above Average</c:v>
                </c:pt>
                <c:pt idx="3">
                  <c:v>Good</c:v>
                </c:pt>
                <c:pt idx="4">
                  <c:v>Excellent</c:v>
                </c:pt>
                <c:pt idx="5">
                  <c:v>Above Excellent</c:v>
                </c:pt>
                <c:pt idx="6">
                  <c:v>Athlete</c:v>
                </c:pt>
              </c:strCache>
            </c:strRef>
          </c:cat>
          <c:val>
            <c:numRef>
              <c:f>Pivot!$C$66:$C$72</c:f>
              <c:numCache>
                <c:formatCode>General</c:formatCode>
                <c:ptCount val="7"/>
                <c:pt idx="0">
                  <c:v>2</c:v>
                </c:pt>
                <c:pt idx="1">
                  <c:v>26</c:v>
                </c:pt>
                <c:pt idx="2">
                  <c:v>50</c:v>
                </c:pt>
                <c:pt idx="3">
                  <c:v>50</c:v>
                </c:pt>
                <c:pt idx="4">
                  <c:v>61</c:v>
                </c:pt>
                <c:pt idx="5">
                  <c:v>74</c:v>
                </c:pt>
                <c:pt idx="6">
                  <c:v>17</c:v>
                </c:pt>
              </c:numCache>
            </c:numRef>
          </c:val>
          <c:extLst>
            <c:ext xmlns:c16="http://schemas.microsoft.com/office/drawing/2014/chart" uri="{C3380CC4-5D6E-409C-BE32-E72D297353CC}">
              <c16:uniqueId val="{00000001-CE71-4205-95B4-DBA4E86B4867}"/>
            </c:ext>
          </c:extLst>
        </c:ser>
        <c:ser>
          <c:idx val="2"/>
          <c:order val="2"/>
          <c:tx>
            <c:strRef>
              <c:f>Pivot!$D$64:$D$65</c:f>
              <c:strCache>
                <c:ptCount val="1"/>
                <c:pt idx="0">
                  <c:v>High</c:v>
                </c:pt>
              </c:strCache>
            </c:strRef>
          </c:tx>
          <c:spPr>
            <a:solidFill>
              <a:schemeClr val="accent4">
                <a:lumMod val="75000"/>
              </a:schemeClr>
            </a:solidFill>
            <a:ln>
              <a:noFill/>
            </a:ln>
            <a:effectLst/>
          </c:spPr>
          <c:invertIfNegative val="0"/>
          <c:cat>
            <c:strRef>
              <c:f>Pivot!$A$66:$A$72</c:f>
              <c:strCache>
                <c:ptCount val="7"/>
                <c:pt idx="0">
                  <c:v>Below Average</c:v>
                </c:pt>
                <c:pt idx="1">
                  <c:v>Average</c:v>
                </c:pt>
                <c:pt idx="2">
                  <c:v>Above Average</c:v>
                </c:pt>
                <c:pt idx="3">
                  <c:v>Good</c:v>
                </c:pt>
                <c:pt idx="4">
                  <c:v>Excellent</c:v>
                </c:pt>
                <c:pt idx="5">
                  <c:v>Above Excellent</c:v>
                </c:pt>
                <c:pt idx="6">
                  <c:v>Athlete</c:v>
                </c:pt>
              </c:strCache>
            </c:strRef>
          </c:cat>
          <c:val>
            <c:numRef>
              <c:f>Pivot!$D$66:$D$72</c:f>
              <c:numCache>
                <c:formatCode>General</c:formatCode>
                <c:ptCount val="7"/>
                <c:pt idx="0">
                  <c:v>2</c:v>
                </c:pt>
                <c:pt idx="1">
                  <c:v>44</c:v>
                </c:pt>
                <c:pt idx="2">
                  <c:v>64</c:v>
                </c:pt>
                <c:pt idx="3">
                  <c:v>77</c:v>
                </c:pt>
                <c:pt idx="4">
                  <c:v>69</c:v>
                </c:pt>
                <c:pt idx="5">
                  <c:v>88</c:v>
                </c:pt>
                <c:pt idx="6">
                  <c:v>52</c:v>
                </c:pt>
              </c:numCache>
            </c:numRef>
          </c:val>
          <c:extLst>
            <c:ext xmlns:c16="http://schemas.microsoft.com/office/drawing/2014/chart" uri="{C3380CC4-5D6E-409C-BE32-E72D297353CC}">
              <c16:uniqueId val="{00000002-CE71-4205-95B4-DBA4E86B4867}"/>
            </c:ext>
          </c:extLst>
        </c:ser>
        <c:ser>
          <c:idx val="3"/>
          <c:order val="3"/>
          <c:tx>
            <c:strRef>
              <c:f>Pivot!$E$64:$E$65</c:f>
              <c:strCache>
                <c:ptCount val="1"/>
                <c:pt idx="0">
                  <c:v>Very High</c:v>
                </c:pt>
              </c:strCache>
            </c:strRef>
          </c:tx>
          <c:spPr>
            <a:solidFill>
              <a:schemeClr val="accent2">
                <a:lumMod val="75000"/>
              </a:schemeClr>
            </a:solidFill>
            <a:ln>
              <a:noFill/>
            </a:ln>
            <a:effectLst/>
          </c:spPr>
          <c:invertIfNegative val="0"/>
          <c:cat>
            <c:strRef>
              <c:f>Pivot!$A$66:$A$72</c:f>
              <c:strCache>
                <c:ptCount val="7"/>
                <c:pt idx="0">
                  <c:v>Below Average</c:v>
                </c:pt>
                <c:pt idx="1">
                  <c:v>Average</c:v>
                </c:pt>
                <c:pt idx="2">
                  <c:v>Above Average</c:v>
                </c:pt>
                <c:pt idx="3">
                  <c:v>Good</c:v>
                </c:pt>
                <c:pt idx="4">
                  <c:v>Excellent</c:v>
                </c:pt>
                <c:pt idx="5">
                  <c:v>Above Excellent</c:v>
                </c:pt>
                <c:pt idx="6">
                  <c:v>Athlete</c:v>
                </c:pt>
              </c:strCache>
            </c:strRef>
          </c:cat>
          <c:val>
            <c:numRef>
              <c:f>Pivot!$E$66:$E$72</c:f>
              <c:numCache>
                <c:formatCode>General</c:formatCode>
                <c:ptCount val="7"/>
                <c:pt idx="1">
                  <c:v>32</c:v>
                </c:pt>
                <c:pt idx="2">
                  <c:v>37</c:v>
                </c:pt>
                <c:pt idx="3">
                  <c:v>32</c:v>
                </c:pt>
                <c:pt idx="4">
                  <c:v>60</c:v>
                </c:pt>
                <c:pt idx="5">
                  <c:v>18</c:v>
                </c:pt>
                <c:pt idx="6">
                  <c:v>29</c:v>
                </c:pt>
              </c:numCache>
            </c:numRef>
          </c:val>
          <c:extLst>
            <c:ext xmlns:c16="http://schemas.microsoft.com/office/drawing/2014/chart" uri="{C3380CC4-5D6E-409C-BE32-E72D297353CC}">
              <c16:uniqueId val="{00000003-CE71-4205-95B4-DBA4E86B4867}"/>
            </c:ext>
          </c:extLst>
        </c:ser>
        <c:dLbls>
          <c:showLegendKey val="0"/>
          <c:showVal val="0"/>
          <c:showCatName val="0"/>
          <c:showSerName val="0"/>
          <c:showPercent val="0"/>
          <c:showBubbleSize val="0"/>
        </c:dLbls>
        <c:gapWidth val="150"/>
        <c:overlap val="100"/>
        <c:axId val="1663686176"/>
        <c:axId val="1663700096"/>
      </c:barChart>
      <c:catAx>
        <c:axId val="1663686176"/>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RHR Class</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700096"/>
        <c:crosses val="autoZero"/>
        <c:auto val="1"/>
        <c:lblAlgn val="ctr"/>
        <c:lblOffset val="100"/>
        <c:noMultiLvlLbl val="0"/>
      </c:catAx>
      <c:valAx>
        <c:axId val="16637000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Percentage Contribution</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686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Tracking.xlsx]Pivot!PivotTable1</c:name>
    <c:fmtId val="22"/>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Gender: RHR Class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pivotFmt>
      <c:pivotFmt>
        <c:idx val="5"/>
        <c:spPr>
          <a:solidFill>
            <a:schemeClr val="accent2">
              <a:lumMod val="75000"/>
              <a:alpha val="54000"/>
            </a:schemeClr>
          </a:solidFill>
          <a:ln>
            <a:noFill/>
          </a:ln>
          <a:effectLst/>
        </c:spPr>
        <c:marker>
          <c:symbol val="none"/>
        </c:marke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lumMod val="75000"/>
              <a:alpha val="54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lumMod val="75000"/>
              <a:alpha val="54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Pivot!$B$53:$B$54</c:f>
              <c:strCache>
                <c:ptCount val="1"/>
                <c:pt idx="0">
                  <c:v>Male</c:v>
                </c:pt>
              </c:strCache>
            </c:strRef>
          </c:tx>
          <c:spPr>
            <a:solidFill>
              <a:schemeClr val="accent1"/>
            </a:solidFill>
            <a:ln>
              <a:noFill/>
            </a:ln>
            <a:effectLst/>
          </c:spPr>
          <c:cat>
            <c:strRef>
              <c:f>Pivot!$A$55:$A$61</c:f>
              <c:strCache>
                <c:ptCount val="7"/>
                <c:pt idx="0">
                  <c:v>Below Average</c:v>
                </c:pt>
                <c:pt idx="1">
                  <c:v>Average</c:v>
                </c:pt>
                <c:pt idx="2">
                  <c:v>Above Average</c:v>
                </c:pt>
                <c:pt idx="3">
                  <c:v>Good</c:v>
                </c:pt>
                <c:pt idx="4">
                  <c:v>Excellent</c:v>
                </c:pt>
                <c:pt idx="5">
                  <c:v>Above Excellent</c:v>
                </c:pt>
                <c:pt idx="6">
                  <c:v>Athlete</c:v>
                </c:pt>
              </c:strCache>
            </c:strRef>
          </c:cat>
          <c:val>
            <c:numRef>
              <c:f>Pivot!$B$55:$B$61</c:f>
              <c:numCache>
                <c:formatCode>General</c:formatCode>
                <c:ptCount val="7"/>
                <c:pt idx="0">
                  <c:v>4</c:v>
                </c:pt>
                <c:pt idx="1">
                  <c:v>81</c:v>
                </c:pt>
                <c:pt idx="2">
                  <c:v>90</c:v>
                </c:pt>
                <c:pt idx="3">
                  <c:v>92</c:v>
                </c:pt>
                <c:pt idx="4">
                  <c:v>115</c:v>
                </c:pt>
                <c:pt idx="5">
                  <c:v>54</c:v>
                </c:pt>
                <c:pt idx="6">
                  <c:v>75</c:v>
                </c:pt>
              </c:numCache>
            </c:numRef>
          </c:val>
          <c:extLst>
            <c:ext xmlns:c16="http://schemas.microsoft.com/office/drawing/2014/chart" uri="{C3380CC4-5D6E-409C-BE32-E72D297353CC}">
              <c16:uniqueId val="{00000000-9F2B-4E39-9B9D-D8ABAF8CCBA5}"/>
            </c:ext>
          </c:extLst>
        </c:ser>
        <c:ser>
          <c:idx val="1"/>
          <c:order val="1"/>
          <c:tx>
            <c:strRef>
              <c:f>Pivot!$C$53:$C$54</c:f>
              <c:strCache>
                <c:ptCount val="1"/>
                <c:pt idx="0">
                  <c:v>Female</c:v>
                </c:pt>
              </c:strCache>
            </c:strRef>
          </c:tx>
          <c:spPr>
            <a:solidFill>
              <a:schemeClr val="accent2">
                <a:lumMod val="75000"/>
                <a:alpha val="54000"/>
              </a:schemeClr>
            </a:solidFill>
            <a:ln>
              <a:noFill/>
            </a:ln>
            <a:effectLst/>
          </c:spPr>
          <c:cat>
            <c:strRef>
              <c:f>Pivot!$A$55:$A$61</c:f>
              <c:strCache>
                <c:ptCount val="7"/>
                <c:pt idx="0">
                  <c:v>Below Average</c:v>
                </c:pt>
                <c:pt idx="1">
                  <c:v>Average</c:v>
                </c:pt>
                <c:pt idx="2">
                  <c:v>Above Average</c:v>
                </c:pt>
                <c:pt idx="3">
                  <c:v>Good</c:v>
                </c:pt>
                <c:pt idx="4">
                  <c:v>Excellent</c:v>
                </c:pt>
                <c:pt idx="5">
                  <c:v>Above Excellent</c:v>
                </c:pt>
                <c:pt idx="6">
                  <c:v>Athlete</c:v>
                </c:pt>
              </c:strCache>
            </c:strRef>
          </c:cat>
          <c:val>
            <c:numRef>
              <c:f>Pivot!$C$55:$C$61</c:f>
              <c:numCache>
                <c:formatCode>General</c:formatCode>
                <c:ptCount val="7"/>
                <c:pt idx="1">
                  <c:v>25</c:v>
                </c:pt>
                <c:pt idx="2">
                  <c:v>71</c:v>
                </c:pt>
                <c:pt idx="3">
                  <c:v>81</c:v>
                </c:pt>
                <c:pt idx="4">
                  <c:v>96</c:v>
                </c:pt>
                <c:pt idx="5">
                  <c:v>161</c:v>
                </c:pt>
                <c:pt idx="6">
                  <c:v>28</c:v>
                </c:pt>
              </c:numCache>
            </c:numRef>
          </c:val>
          <c:extLst>
            <c:ext xmlns:c16="http://schemas.microsoft.com/office/drawing/2014/chart" uri="{C3380CC4-5D6E-409C-BE32-E72D297353CC}">
              <c16:uniqueId val="{00000001-9F2B-4E39-9B9D-D8ABAF8CCBA5}"/>
            </c:ext>
          </c:extLst>
        </c:ser>
        <c:dLbls>
          <c:showLegendKey val="0"/>
          <c:showVal val="0"/>
          <c:showCatName val="0"/>
          <c:showSerName val="0"/>
          <c:showPercent val="0"/>
          <c:showBubbleSize val="0"/>
        </c:dLbls>
        <c:axId val="1663736096"/>
        <c:axId val="1663719296"/>
      </c:areaChart>
      <c:catAx>
        <c:axId val="1663736096"/>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RHR Class</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719296"/>
        <c:crosses val="autoZero"/>
        <c:auto val="1"/>
        <c:lblAlgn val="ctr"/>
        <c:lblOffset val="100"/>
        <c:noMultiLvlLbl val="0"/>
      </c:catAx>
      <c:valAx>
        <c:axId val="16637192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Count of Gender</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73609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RHR Class: RHR BPM &amp; Age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'Sub-Dataset'!$CJ$1</c:f>
              <c:strCache>
                <c:ptCount val="1"/>
                <c:pt idx="0">
                  <c:v>Below Average</c:v>
                </c:pt>
              </c:strCache>
            </c:strRef>
          </c:tx>
          <c:spPr>
            <a:ln w="19050" cap="rnd">
              <a:noFill/>
              <a:round/>
            </a:ln>
            <a:effectLst/>
          </c:spPr>
          <c:marker>
            <c:symbol val="circle"/>
            <c:size val="3"/>
            <c:spPr>
              <a:solidFill>
                <a:schemeClr val="accent2">
                  <a:lumMod val="75000"/>
                </a:schemeClr>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'Sub-Dataset'!$CJ$2:$CJ$974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74</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74</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74</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74</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2CE9-4DE2-A163-131796AB693F}"/>
            </c:ext>
          </c:extLst>
        </c:ser>
        <c:ser>
          <c:idx val="1"/>
          <c:order val="1"/>
          <c:tx>
            <c:strRef>
              <c:f>'Sub-Dataset'!$CK$1</c:f>
              <c:strCache>
                <c:ptCount val="1"/>
                <c:pt idx="0">
                  <c:v>Average</c:v>
                </c:pt>
              </c:strCache>
            </c:strRef>
          </c:tx>
          <c:spPr>
            <a:ln w="19050" cap="rnd">
              <a:noFill/>
              <a:round/>
            </a:ln>
            <a:effectLst/>
          </c:spPr>
          <c:marker>
            <c:symbol val="circle"/>
            <c:size val="3"/>
            <c:spPr>
              <a:solidFill>
                <a:schemeClr val="tx2">
                  <a:lumMod val="75000"/>
                </a:schemeClr>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'Sub-Dataset'!$CK$2:$CK$974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72</c:v>
                </c:pt>
                <c:pt idx="14">
                  <c:v>0</c:v>
                </c:pt>
                <c:pt idx="15">
                  <c:v>0</c:v>
                </c:pt>
                <c:pt idx="16">
                  <c:v>0</c:v>
                </c:pt>
                <c:pt idx="17">
                  <c:v>0</c:v>
                </c:pt>
                <c:pt idx="18">
                  <c:v>0</c:v>
                </c:pt>
                <c:pt idx="19">
                  <c:v>0</c:v>
                </c:pt>
                <c:pt idx="20">
                  <c:v>0</c:v>
                </c:pt>
                <c:pt idx="21">
                  <c:v>0</c:v>
                </c:pt>
                <c:pt idx="22">
                  <c:v>0</c:v>
                </c:pt>
                <c:pt idx="23">
                  <c:v>0</c:v>
                </c:pt>
                <c:pt idx="24">
                  <c:v>0</c:v>
                </c:pt>
                <c:pt idx="25">
                  <c:v>0</c:v>
                </c:pt>
                <c:pt idx="26">
                  <c:v>0</c:v>
                </c:pt>
                <c:pt idx="27">
                  <c:v>71</c:v>
                </c:pt>
                <c:pt idx="28">
                  <c:v>0</c:v>
                </c:pt>
                <c:pt idx="29">
                  <c:v>74</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74</c:v>
                </c:pt>
                <c:pt idx="64">
                  <c:v>0</c:v>
                </c:pt>
                <c:pt idx="65">
                  <c:v>0</c:v>
                </c:pt>
                <c:pt idx="66">
                  <c:v>0</c:v>
                </c:pt>
                <c:pt idx="67">
                  <c:v>0</c:v>
                </c:pt>
                <c:pt idx="68">
                  <c:v>0</c:v>
                </c:pt>
                <c:pt idx="69">
                  <c:v>0</c:v>
                </c:pt>
                <c:pt idx="70">
                  <c:v>0</c:v>
                </c:pt>
                <c:pt idx="71">
                  <c:v>0</c:v>
                </c:pt>
                <c:pt idx="72">
                  <c:v>0</c:v>
                </c:pt>
                <c:pt idx="73">
                  <c:v>74</c:v>
                </c:pt>
                <c:pt idx="74">
                  <c:v>0</c:v>
                </c:pt>
                <c:pt idx="75">
                  <c:v>0</c:v>
                </c:pt>
                <c:pt idx="76">
                  <c:v>0</c:v>
                </c:pt>
                <c:pt idx="77">
                  <c:v>0</c:v>
                </c:pt>
                <c:pt idx="78">
                  <c:v>0</c:v>
                </c:pt>
                <c:pt idx="79">
                  <c:v>0</c:v>
                </c:pt>
                <c:pt idx="80">
                  <c:v>73</c:v>
                </c:pt>
                <c:pt idx="81">
                  <c:v>0</c:v>
                </c:pt>
                <c:pt idx="82">
                  <c:v>0</c:v>
                </c:pt>
                <c:pt idx="83">
                  <c:v>0</c:v>
                </c:pt>
                <c:pt idx="84">
                  <c:v>0</c:v>
                </c:pt>
                <c:pt idx="85">
                  <c:v>74</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73</c:v>
                </c:pt>
                <c:pt idx="104">
                  <c:v>0</c:v>
                </c:pt>
                <c:pt idx="105">
                  <c:v>0</c:v>
                </c:pt>
                <c:pt idx="106">
                  <c:v>0</c:v>
                </c:pt>
                <c:pt idx="107">
                  <c:v>0</c:v>
                </c:pt>
                <c:pt idx="108">
                  <c:v>0</c:v>
                </c:pt>
                <c:pt idx="109">
                  <c:v>0</c:v>
                </c:pt>
                <c:pt idx="110">
                  <c:v>72</c:v>
                </c:pt>
                <c:pt idx="111">
                  <c:v>0</c:v>
                </c:pt>
                <c:pt idx="112">
                  <c:v>0</c:v>
                </c:pt>
                <c:pt idx="113">
                  <c:v>0</c:v>
                </c:pt>
                <c:pt idx="114">
                  <c:v>0</c:v>
                </c:pt>
                <c:pt idx="115">
                  <c:v>73</c:v>
                </c:pt>
                <c:pt idx="116">
                  <c:v>0</c:v>
                </c:pt>
                <c:pt idx="117">
                  <c:v>71</c:v>
                </c:pt>
                <c:pt idx="118">
                  <c:v>0</c:v>
                </c:pt>
                <c:pt idx="119">
                  <c:v>0</c:v>
                </c:pt>
                <c:pt idx="120">
                  <c:v>0</c:v>
                </c:pt>
                <c:pt idx="121">
                  <c:v>0</c:v>
                </c:pt>
                <c:pt idx="122">
                  <c:v>0</c:v>
                </c:pt>
                <c:pt idx="123">
                  <c:v>0</c:v>
                </c:pt>
                <c:pt idx="124">
                  <c:v>0</c:v>
                </c:pt>
                <c:pt idx="125">
                  <c:v>0</c:v>
                </c:pt>
                <c:pt idx="126">
                  <c:v>0</c:v>
                </c:pt>
                <c:pt idx="127">
                  <c:v>0</c:v>
                </c:pt>
                <c:pt idx="128">
                  <c:v>0</c:v>
                </c:pt>
                <c:pt idx="129">
                  <c:v>0</c:v>
                </c:pt>
                <c:pt idx="130">
                  <c:v>74</c:v>
                </c:pt>
                <c:pt idx="131">
                  <c:v>0</c:v>
                </c:pt>
                <c:pt idx="132">
                  <c:v>0</c:v>
                </c:pt>
                <c:pt idx="133">
                  <c:v>0</c:v>
                </c:pt>
                <c:pt idx="134">
                  <c:v>0</c:v>
                </c:pt>
                <c:pt idx="135">
                  <c:v>0</c:v>
                </c:pt>
                <c:pt idx="136">
                  <c:v>0</c:v>
                </c:pt>
                <c:pt idx="137">
                  <c:v>73</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74</c:v>
                </c:pt>
                <c:pt idx="153">
                  <c:v>0</c:v>
                </c:pt>
                <c:pt idx="154">
                  <c:v>0</c:v>
                </c:pt>
                <c:pt idx="155">
                  <c:v>0</c:v>
                </c:pt>
                <c:pt idx="156">
                  <c:v>0</c:v>
                </c:pt>
                <c:pt idx="157">
                  <c:v>0</c:v>
                </c:pt>
                <c:pt idx="158">
                  <c:v>0</c:v>
                </c:pt>
                <c:pt idx="159">
                  <c:v>0</c:v>
                </c:pt>
                <c:pt idx="160">
                  <c:v>0</c:v>
                </c:pt>
                <c:pt idx="161">
                  <c:v>0</c:v>
                </c:pt>
                <c:pt idx="162">
                  <c:v>74</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72</c:v>
                </c:pt>
                <c:pt idx="177">
                  <c:v>0</c:v>
                </c:pt>
                <c:pt idx="178">
                  <c:v>0</c:v>
                </c:pt>
                <c:pt idx="179">
                  <c:v>0</c:v>
                </c:pt>
                <c:pt idx="180">
                  <c:v>0</c:v>
                </c:pt>
                <c:pt idx="181">
                  <c:v>0</c:v>
                </c:pt>
                <c:pt idx="182">
                  <c:v>0</c:v>
                </c:pt>
                <c:pt idx="183">
                  <c:v>72</c:v>
                </c:pt>
                <c:pt idx="184">
                  <c:v>0</c:v>
                </c:pt>
                <c:pt idx="185">
                  <c:v>0</c:v>
                </c:pt>
                <c:pt idx="186">
                  <c:v>0</c:v>
                </c:pt>
                <c:pt idx="187">
                  <c:v>0</c:v>
                </c:pt>
                <c:pt idx="188">
                  <c:v>0</c:v>
                </c:pt>
                <c:pt idx="189">
                  <c:v>0</c:v>
                </c:pt>
                <c:pt idx="190">
                  <c:v>73</c:v>
                </c:pt>
                <c:pt idx="191">
                  <c:v>73</c:v>
                </c:pt>
                <c:pt idx="192">
                  <c:v>0</c:v>
                </c:pt>
                <c:pt idx="193">
                  <c:v>0</c:v>
                </c:pt>
                <c:pt idx="194">
                  <c:v>0</c:v>
                </c:pt>
                <c:pt idx="195">
                  <c:v>0</c:v>
                </c:pt>
                <c:pt idx="196">
                  <c:v>0</c:v>
                </c:pt>
                <c:pt idx="197">
                  <c:v>0</c:v>
                </c:pt>
                <c:pt idx="198">
                  <c:v>0</c:v>
                </c:pt>
                <c:pt idx="199">
                  <c:v>71</c:v>
                </c:pt>
                <c:pt idx="200">
                  <c:v>0</c:v>
                </c:pt>
                <c:pt idx="201">
                  <c:v>0</c:v>
                </c:pt>
                <c:pt idx="202">
                  <c:v>0</c:v>
                </c:pt>
                <c:pt idx="203">
                  <c:v>0</c:v>
                </c:pt>
                <c:pt idx="204">
                  <c:v>0</c:v>
                </c:pt>
                <c:pt idx="205">
                  <c:v>0</c:v>
                </c:pt>
                <c:pt idx="206">
                  <c:v>0</c:v>
                </c:pt>
                <c:pt idx="207">
                  <c:v>0</c:v>
                </c:pt>
                <c:pt idx="208">
                  <c:v>72</c:v>
                </c:pt>
                <c:pt idx="209">
                  <c:v>0</c:v>
                </c:pt>
                <c:pt idx="210">
                  <c:v>0</c:v>
                </c:pt>
                <c:pt idx="211">
                  <c:v>0</c:v>
                </c:pt>
                <c:pt idx="212">
                  <c:v>0</c:v>
                </c:pt>
                <c:pt idx="213">
                  <c:v>74</c:v>
                </c:pt>
                <c:pt idx="214">
                  <c:v>74</c:v>
                </c:pt>
                <c:pt idx="215">
                  <c:v>0</c:v>
                </c:pt>
                <c:pt idx="216">
                  <c:v>0</c:v>
                </c:pt>
                <c:pt idx="217">
                  <c:v>0</c:v>
                </c:pt>
                <c:pt idx="218">
                  <c:v>0</c:v>
                </c:pt>
                <c:pt idx="219">
                  <c:v>73</c:v>
                </c:pt>
                <c:pt idx="220">
                  <c:v>74</c:v>
                </c:pt>
                <c:pt idx="221">
                  <c:v>0</c:v>
                </c:pt>
                <c:pt idx="222">
                  <c:v>0</c:v>
                </c:pt>
                <c:pt idx="223">
                  <c:v>73</c:v>
                </c:pt>
                <c:pt idx="224">
                  <c:v>0</c:v>
                </c:pt>
                <c:pt idx="225">
                  <c:v>0</c:v>
                </c:pt>
                <c:pt idx="226">
                  <c:v>0</c:v>
                </c:pt>
                <c:pt idx="227">
                  <c:v>0</c:v>
                </c:pt>
                <c:pt idx="228">
                  <c:v>0</c:v>
                </c:pt>
                <c:pt idx="229">
                  <c:v>0</c:v>
                </c:pt>
                <c:pt idx="230">
                  <c:v>71</c:v>
                </c:pt>
                <c:pt idx="231">
                  <c:v>74</c:v>
                </c:pt>
                <c:pt idx="232">
                  <c:v>0</c:v>
                </c:pt>
                <c:pt idx="233">
                  <c:v>0</c:v>
                </c:pt>
                <c:pt idx="234">
                  <c:v>0</c:v>
                </c:pt>
                <c:pt idx="235">
                  <c:v>0</c:v>
                </c:pt>
                <c:pt idx="236">
                  <c:v>0</c:v>
                </c:pt>
                <c:pt idx="237">
                  <c:v>71</c:v>
                </c:pt>
                <c:pt idx="238">
                  <c:v>0</c:v>
                </c:pt>
                <c:pt idx="239">
                  <c:v>0</c:v>
                </c:pt>
                <c:pt idx="240">
                  <c:v>70</c:v>
                </c:pt>
                <c:pt idx="241">
                  <c:v>0</c:v>
                </c:pt>
                <c:pt idx="242">
                  <c:v>0</c:v>
                </c:pt>
                <c:pt idx="243">
                  <c:v>0</c:v>
                </c:pt>
                <c:pt idx="244">
                  <c:v>0</c:v>
                </c:pt>
                <c:pt idx="245">
                  <c:v>0</c:v>
                </c:pt>
                <c:pt idx="246">
                  <c:v>0</c:v>
                </c:pt>
                <c:pt idx="247">
                  <c:v>72</c:v>
                </c:pt>
                <c:pt idx="248">
                  <c:v>0</c:v>
                </c:pt>
                <c:pt idx="249">
                  <c:v>0</c:v>
                </c:pt>
                <c:pt idx="250">
                  <c:v>0</c:v>
                </c:pt>
                <c:pt idx="251">
                  <c:v>0</c:v>
                </c:pt>
                <c:pt idx="252">
                  <c:v>0</c:v>
                </c:pt>
                <c:pt idx="253">
                  <c:v>73</c:v>
                </c:pt>
                <c:pt idx="254">
                  <c:v>0</c:v>
                </c:pt>
                <c:pt idx="255">
                  <c:v>0</c:v>
                </c:pt>
                <c:pt idx="256">
                  <c:v>0</c:v>
                </c:pt>
                <c:pt idx="257">
                  <c:v>0</c:v>
                </c:pt>
                <c:pt idx="258">
                  <c:v>0</c:v>
                </c:pt>
                <c:pt idx="259">
                  <c:v>74</c:v>
                </c:pt>
                <c:pt idx="260">
                  <c:v>73</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74</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71</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72</c:v>
                </c:pt>
                <c:pt idx="319">
                  <c:v>0</c:v>
                </c:pt>
                <c:pt idx="320">
                  <c:v>0</c:v>
                </c:pt>
                <c:pt idx="321">
                  <c:v>0</c:v>
                </c:pt>
                <c:pt idx="322">
                  <c:v>0</c:v>
                </c:pt>
                <c:pt idx="323">
                  <c:v>74</c:v>
                </c:pt>
                <c:pt idx="324">
                  <c:v>0</c:v>
                </c:pt>
                <c:pt idx="325">
                  <c:v>74</c:v>
                </c:pt>
                <c:pt idx="326">
                  <c:v>74</c:v>
                </c:pt>
                <c:pt idx="327">
                  <c:v>0</c:v>
                </c:pt>
                <c:pt idx="328">
                  <c:v>0</c:v>
                </c:pt>
                <c:pt idx="329">
                  <c:v>0</c:v>
                </c:pt>
                <c:pt idx="330">
                  <c:v>0</c:v>
                </c:pt>
                <c:pt idx="331">
                  <c:v>0</c:v>
                </c:pt>
                <c:pt idx="332">
                  <c:v>0</c:v>
                </c:pt>
                <c:pt idx="333">
                  <c:v>0</c:v>
                </c:pt>
                <c:pt idx="334">
                  <c:v>0</c:v>
                </c:pt>
                <c:pt idx="335">
                  <c:v>74</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72</c:v>
                </c:pt>
                <c:pt idx="354">
                  <c:v>0</c:v>
                </c:pt>
                <c:pt idx="355">
                  <c:v>73</c:v>
                </c:pt>
                <c:pt idx="356">
                  <c:v>0</c:v>
                </c:pt>
                <c:pt idx="357">
                  <c:v>0</c:v>
                </c:pt>
                <c:pt idx="358">
                  <c:v>0</c:v>
                </c:pt>
                <c:pt idx="359">
                  <c:v>0</c:v>
                </c:pt>
                <c:pt idx="360">
                  <c:v>0</c:v>
                </c:pt>
                <c:pt idx="361">
                  <c:v>0</c:v>
                </c:pt>
                <c:pt idx="362">
                  <c:v>0</c:v>
                </c:pt>
                <c:pt idx="363">
                  <c:v>0</c:v>
                </c:pt>
                <c:pt idx="364">
                  <c:v>0</c:v>
                </c:pt>
                <c:pt idx="365">
                  <c:v>0</c:v>
                </c:pt>
                <c:pt idx="366">
                  <c:v>70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73</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74</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74</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72</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74</c:v>
                </c:pt>
                <c:pt idx="490">
                  <c:v>0</c:v>
                </c:pt>
                <c:pt idx="491">
                  <c:v>74</c:v>
                </c:pt>
                <c:pt idx="492">
                  <c:v>0</c:v>
                </c:pt>
                <c:pt idx="493">
                  <c:v>0</c:v>
                </c:pt>
                <c:pt idx="494">
                  <c:v>74</c:v>
                </c:pt>
                <c:pt idx="495">
                  <c:v>0</c:v>
                </c:pt>
                <c:pt idx="496">
                  <c:v>0</c:v>
                </c:pt>
                <c:pt idx="497">
                  <c:v>72</c:v>
                </c:pt>
                <c:pt idx="498">
                  <c:v>0</c:v>
                </c:pt>
                <c:pt idx="499">
                  <c:v>0</c:v>
                </c:pt>
                <c:pt idx="500">
                  <c:v>0</c:v>
                </c:pt>
                <c:pt idx="501">
                  <c:v>74</c:v>
                </c:pt>
                <c:pt idx="502">
                  <c:v>0</c:v>
                </c:pt>
                <c:pt idx="503">
                  <c:v>71</c:v>
                </c:pt>
                <c:pt idx="504">
                  <c:v>0</c:v>
                </c:pt>
                <c:pt idx="505">
                  <c:v>74</c:v>
                </c:pt>
                <c:pt idx="506">
                  <c:v>0</c:v>
                </c:pt>
                <c:pt idx="507">
                  <c:v>0</c:v>
                </c:pt>
                <c:pt idx="508">
                  <c:v>0</c:v>
                </c:pt>
                <c:pt idx="509">
                  <c:v>0</c:v>
                </c:pt>
                <c:pt idx="510">
                  <c:v>0</c:v>
                </c:pt>
                <c:pt idx="511">
                  <c:v>0</c:v>
                </c:pt>
                <c:pt idx="512">
                  <c:v>0</c:v>
                </c:pt>
                <c:pt idx="513">
                  <c:v>0</c:v>
                </c:pt>
                <c:pt idx="514">
                  <c:v>0</c:v>
                </c:pt>
                <c:pt idx="515">
                  <c:v>0</c:v>
                </c:pt>
                <c:pt idx="516">
                  <c:v>72</c:v>
                </c:pt>
                <c:pt idx="517">
                  <c:v>0</c:v>
                </c:pt>
                <c:pt idx="518">
                  <c:v>0</c:v>
                </c:pt>
                <c:pt idx="519">
                  <c:v>0</c:v>
                </c:pt>
                <c:pt idx="520">
                  <c:v>0</c:v>
                </c:pt>
                <c:pt idx="521">
                  <c:v>0</c:v>
                </c:pt>
                <c:pt idx="522">
                  <c:v>74</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73</c:v>
                </c:pt>
                <c:pt idx="569">
                  <c:v>0</c:v>
                </c:pt>
                <c:pt idx="570">
                  <c:v>0</c:v>
                </c:pt>
                <c:pt idx="571">
                  <c:v>74</c:v>
                </c:pt>
                <c:pt idx="572">
                  <c:v>0</c:v>
                </c:pt>
                <c:pt idx="573">
                  <c:v>0</c:v>
                </c:pt>
                <c:pt idx="574">
                  <c:v>0</c:v>
                </c:pt>
                <c:pt idx="575">
                  <c:v>72</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72</c:v>
                </c:pt>
                <c:pt idx="601">
                  <c:v>0</c:v>
                </c:pt>
                <c:pt idx="602">
                  <c:v>0</c:v>
                </c:pt>
                <c:pt idx="603">
                  <c:v>0</c:v>
                </c:pt>
                <c:pt idx="604">
                  <c:v>0</c:v>
                </c:pt>
                <c:pt idx="605">
                  <c:v>0</c:v>
                </c:pt>
                <c:pt idx="606">
                  <c:v>0</c:v>
                </c:pt>
                <c:pt idx="607">
                  <c:v>0</c:v>
                </c:pt>
                <c:pt idx="608">
                  <c:v>74</c:v>
                </c:pt>
                <c:pt idx="609">
                  <c:v>0</c:v>
                </c:pt>
                <c:pt idx="610">
                  <c:v>0</c:v>
                </c:pt>
                <c:pt idx="611">
                  <c:v>0</c:v>
                </c:pt>
                <c:pt idx="612">
                  <c:v>0</c:v>
                </c:pt>
                <c:pt idx="613">
                  <c:v>0</c:v>
                </c:pt>
                <c:pt idx="614">
                  <c:v>0</c:v>
                </c:pt>
                <c:pt idx="615">
                  <c:v>0</c:v>
                </c:pt>
                <c:pt idx="616">
                  <c:v>0</c:v>
                </c:pt>
                <c:pt idx="617">
                  <c:v>0</c:v>
                </c:pt>
                <c:pt idx="618">
                  <c:v>0</c:v>
                </c:pt>
                <c:pt idx="619">
                  <c:v>0</c:v>
                </c:pt>
                <c:pt idx="620">
                  <c:v>0</c:v>
                </c:pt>
                <c:pt idx="621">
                  <c:v>71</c:v>
                </c:pt>
                <c:pt idx="622">
                  <c:v>0</c:v>
                </c:pt>
                <c:pt idx="623">
                  <c:v>0</c:v>
                </c:pt>
                <c:pt idx="624">
                  <c:v>0</c:v>
                </c:pt>
                <c:pt idx="625">
                  <c:v>73</c:v>
                </c:pt>
                <c:pt idx="626">
                  <c:v>0</c:v>
                </c:pt>
                <c:pt idx="627">
                  <c:v>0</c:v>
                </c:pt>
                <c:pt idx="628">
                  <c:v>0</c:v>
                </c:pt>
                <c:pt idx="629">
                  <c:v>0</c:v>
                </c:pt>
                <c:pt idx="630">
                  <c:v>0</c:v>
                </c:pt>
                <c:pt idx="631">
                  <c:v>0</c:v>
                </c:pt>
                <c:pt idx="632">
                  <c:v>0</c:v>
                </c:pt>
                <c:pt idx="633">
                  <c:v>0</c:v>
                </c:pt>
                <c:pt idx="634">
                  <c:v>0</c:v>
                </c:pt>
                <c:pt idx="635">
                  <c:v>0</c:v>
                </c:pt>
                <c:pt idx="636">
                  <c:v>0</c:v>
                </c:pt>
                <c:pt idx="637">
                  <c:v>0</c:v>
                </c:pt>
                <c:pt idx="638">
                  <c:v>73</c:v>
                </c:pt>
                <c:pt idx="639">
                  <c:v>0</c:v>
                </c:pt>
                <c:pt idx="640">
                  <c:v>0</c:v>
                </c:pt>
                <c:pt idx="641">
                  <c:v>0</c:v>
                </c:pt>
                <c:pt idx="642">
                  <c:v>74</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74</c:v>
                </c:pt>
                <c:pt idx="661">
                  <c:v>0</c:v>
                </c:pt>
                <c:pt idx="662">
                  <c:v>0</c:v>
                </c:pt>
                <c:pt idx="663">
                  <c:v>0</c:v>
                </c:pt>
                <c:pt idx="664">
                  <c:v>0</c:v>
                </c:pt>
                <c:pt idx="665">
                  <c:v>0</c:v>
                </c:pt>
                <c:pt idx="666">
                  <c:v>0</c:v>
                </c:pt>
                <c:pt idx="667">
                  <c:v>0</c:v>
                </c:pt>
                <c:pt idx="668">
                  <c:v>72</c:v>
                </c:pt>
                <c:pt idx="669">
                  <c:v>0</c:v>
                </c:pt>
                <c:pt idx="670">
                  <c:v>72</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74</c:v>
                </c:pt>
                <c:pt idx="695">
                  <c:v>0</c:v>
                </c:pt>
                <c:pt idx="696">
                  <c:v>0</c:v>
                </c:pt>
                <c:pt idx="697">
                  <c:v>0</c:v>
                </c:pt>
                <c:pt idx="698">
                  <c:v>0</c:v>
                </c:pt>
                <c:pt idx="699">
                  <c:v>0</c:v>
                </c:pt>
                <c:pt idx="700">
                  <c:v>73</c:v>
                </c:pt>
                <c:pt idx="701">
                  <c:v>0</c:v>
                </c:pt>
                <c:pt idx="702">
                  <c:v>73</c:v>
                </c:pt>
                <c:pt idx="703">
                  <c:v>0</c:v>
                </c:pt>
                <c:pt idx="704">
                  <c:v>0</c:v>
                </c:pt>
                <c:pt idx="705">
                  <c:v>0</c:v>
                </c:pt>
                <c:pt idx="706">
                  <c:v>0</c:v>
                </c:pt>
                <c:pt idx="707">
                  <c:v>0</c:v>
                </c:pt>
                <c:pt idx="708">
                  <c:v>0</c:v>
                </c:pt>
                <c:pt idx="709">
                  <c:v>0</c:v>
                </c:pt>
                <c:pt idx="710">
                  <c:v>72</c:v>
                </c:pt>
                <c:pt idx="711">
                  <c:v>0</c:v>
                </c:pt>
                <c:pt idx="712">
                  <c:v>73</c:v>
                </c:pt>
                <c:pt idx="713">
                  <c:v>0</c:v>
                </c:pt>
                <c:pt idx="714">
                  <c:v>0</c:v>
                </c:pt>
                <c:pt idx="715">
                  <c:v>0</c:v>
                </c:pt>
                <c:pt idx="716">
                  <c:v>0</c:v>
                </c:pt>
                <c:pt idx="717">
                  <c:v>0</c:v>
                </c:pt>
                <c:pt idx="718">
                  <c:v>0</c:v>
                </c:pt>
                <c:pt idx="719">
                  <c:v>0</c:v>
                </c:pt>
                <c:pt idx="720">
                  <c:v>0</c:v>
                </c:pt>
                <c:pt idx="721">
                  <c:v>73</c:v>
                </c:pt>
                <c:pt idx="722">
                  <c:v>0</c:v>
                </c:pt>
                <c:pt idx="723">
                  <c:v>0</c:v>
                </c:pt>
                <c:pt idx="724">
                  <c:v>74</c:v>
                </c:pt>
                <c:pt idx="725">
                  <c:v>0</c:v>
                </c:pt>
                <c:pt idx="726">
                  <c:v>0</c:v>
                </c:pt>
                <c:pt idx="727">
                  <c:v>0</c:v>
                </c:pt>
                <c:pt idx="728">
                  <c:v>0</c:v>
                </c:pt>
                <c:pt idx="729">
                  <c:v>0</c:v>
                </c:pt>
                <c:pt idx="730">
                  <c:v>0</c:v>
                </c:pt>
                <c:pt idx="731">
                  <c:v>0</c:v>
                </c:pt>
                <c:pt idx="732">
                  <c:v>0</c:v>
                </c:pt>
                <c:pt idx="733">
                  <c:v>0</c:v>
                </c:pt>
                <c:pt idx="734">
                  <c:v>0</c:v>
                </c:pt>
                <c:pt idx="735">
                  <c:v>0</c:v>
                </c:pt>
                <c:pt idx="736">
                  <c:v>73</c:v>
                </c:pt>
                <c:pt idx="737">
                  <c:v>0</c:v>
                </c:pt>
                <c:pt idx="738">
                  <c:v>0</c:v>
                </c:pt>
                <c:pt idx="739">
                  <c:v>0</c:v>
                </c:pt>
                <c:pt idx="740">
                  <c:v>72</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74</c:v>
                </c:pt>
                <c:pt idx="768">
                  <c:v>71</c:v>
                </c:pt>
                <c:pt idx="769">
                  <c:v>0</c:v>
                </c:pt>
                <c:pt idx="770">
                  <c:v>0</c:v>
                </c:pt>
                <c:pt idx="771">
                  <c:v>0</c:v>
                </c:pt>
                <c:pt idx="772">
                  <c:v>0</c:v>
                </c:pt>
                <c:pt idx="773">
                  <c:v>0</c:v>
                </c:pt>
                <c:pt idx="774">
                  <c:v>0</c:v>
                </c:pt>
                <c:pt idx="775">
                  <c:v>0</c:v>
                </c:pt>
                <c:pt idx="776">
                  <c:v>0</c:v>
                </c:pt>
                <c:pt idx="777">
                  <c:v>0</c:v>
                </c:pt>
                <c:pt idx="778">
                  <c:v>74</c:v>
                </c:pt>
                <c:pt idx="779">
                  <c:v>0</c:v>
                </c:pt>
                <c:pt idx="780">
                  <c:v>0</c:v>
                </c:pt>
                <c:pt idx="781">
                  <c:v>0</c:v>
                </c:pt>
                <c:pt idx="782">
                  <c:v>0</c:v>
                </c:pt>
                <c:pt idx="783">
                  <c:v>0</c:v>
                </c:pt>
                <c:pt idx="784">
                  <c:v>0</c:v>
                </c:pt>
                <c:pt idx="785">
                  <c:v>0</c:v>
                </c:pt>
                <c:pt idx="786">
                  <c:v>0</c:v>
                </c:pt>
                <c:pt idx="787">
                  <c:v>71</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72</c:v>
                </c:pt>
                <c:pt idx="812">
                  <c:v>0</c:v>
                </c:pt>
                <c:pt idx="813">
                  <c:v>0</c:v>
                </c:pt>
                <c:pt idx="814">
                  <c:v>0</c:v>
                </c:pt>
                <c:pt idx="815">
                  <c:v>74</c:v>
                </c:pt>
                <c:pt idx="816">
                  <c:v>0</c:v>
                </c:pt>
                <c:pt idx="817">
                  <c:v>74</c:v>
                </c:pt>
                <c:pt idx="818">
                  <c:v>72</c:v>
                </c:pt>
                <c:pt idx="819">
                  <c:v>0</c:v>
                </c:pt>
                <c:pt idx="820">
                  <c:v>0</c:v>
                </c:pt>
                <c:pt idx="821">
                  <c:v>0</c:v>
                </c:pt>
                <c:pt idx="822">
                  <c:v>0</c:v>
                </c:pt>
                <c:pt idx="823">
                  <c:v>0</c:v>
                </c:pt>
                <c:pt idx="824">
                  <c:v>73</c:v>
                </c:pt>
                <c:pt idx="825">
                  <c:v>0</c:v>
                </c:pt>
                <c:pt idx="826">
                  <c:v>0</c:v>
                </c:pt>
                <c:pt idx="827">
                  <c:v>74</c:v>
                </c:pt>
                <c:pt idx="828">
                  <c:v>0</c:v>
                </c:pt>
                <c:pt idx="829">
                  <c:v>0</c:v>
                </c:pt>
                <c:pt idx="830">
                  <c:v>0</c:v>
                </c:pt>
                <c:pt idx="831">
                  <c:v>0</c:v>
                </c:pt>
                <c:pt idx="832">
                  <c:v>0</c:v>
                </c:pt>
                <c:pt idx="833">
                  <c:v>0</c:v>
                </c:pt>
                <c:pt idx="834">
                  <c:v>73</c:v>
                </c:pt>
                <c:pt idx="835">
                  <c:v>72</c:v>
                </c:pt>
                <c:pt idx="836">
                  <c:v>0</c:v>
                </c:pt>
                <c:pt idx="837">
                  <c:v>0</c:v>
                </c:pt>
                <c:pt idx="838">
                  <c:v>0</c:v>
                </c:pt>
                <c:pt idx="839">
                  <c:v>0</c:v>
                </c:pt>
                <c:pt idx="840">
                  <c:v>0</c:v>
                </c:pt>
                <c:pt idx="841">
                  <c:v>0</c:v>
                </c:pt>
                <c:pt idx="842">
                  <c:v>0</c:v>
                </c:pt>
                <c:pt idx="843">
                  <c:v>0</c:v>
                </c:pt>
                <c:pt idx="844">
                  <c:v>0</c:v>
                </c:pt>
                <c:pt idx="845">
                  <c:v>0</c:v>
                </c:pt>
                <c:pt idx="846">
                  <c:v>0</c:v>
                </c:pt>
                <c:pt idx="847">
                  <c:v>0</c:v>
                </c:pt>
                <c:pt idx="848">
                  <c:v>72</c:v>
                </c:pt>
                <c:pt idx="849">
                  <c:v>0</c:v>
                </c:pt>
                <c:pt idx="850">
                  <c:v>71</c:v>
                </c:pt>
                <c:pt idx="851">
                  <c:v>0</c:v>
                </c:pt>
                <c:pt idx="852">
                  <c:v>0</c:v>
                </c:pt>
                <c:pt idx="853">
                  <c:v>72</c:v>
                </c:pt>
                <c:pt idx="854">
                  <c:v>0</c:v>
                </c:pt>
                <c:pt idx="855">
                  <c:v>72</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74</c:v>
                </c:pt>
                <c:pt idx="878">
                  <c:v>0</c:v>
                </c:pt>
                <c:pt idx="879">
                  <c:v>0</c:v>
                </c:pt>
                <c:pt idx="880">
                  <c:v>0</c:v>
                </c:pt>
                <c:pt idx="881">
                  <c:v>0</c:v>
                </c:pt>
                <c:pt idx="882">
                  <c:v>0</c:v>
                </c:pt>
                <c:pt idx="883">
                  <c:v>73</c:v>
                </c:pt>
                <c:pt idx="884">
                  <c:v>0</c:v>
                </c:pt>
                <c:pt idx="885">
                  <c:v>0</c:v>
                </c:pt>
                <c:pt idx="886">
                  <c:v>0</c:v>
                </c:pt>
                <c:pt idx="887">
                  <c:v>0</c:v>
                </c:pt>
                <c:pt idx="888">
                  <c:v>0</c:v>
                </c:pt>
                <c:pt idx="889">
                  <c:v>0</c:v>
                </c:pt>
                <c:pt idx="890">
                  <c:v>73</c:v>
                </c:pt>
                <c:pt idx="891">
                  <c:v>0</c:v>
                </c:pt>
                <c:pt idx="892">
                  <c:v>0</c:v>
                </c:pt>
                <c:pt idx="893">
                  <c:v>0</c:v>
                </c:pt>
                <c:pt idx="894">
                  <c:v>71</c:v>
                </c:pt>
                <c:pt idx="895">
                  <c:v>0</c:v>
                </c:pt>
                <c:pt idx="896">
                  <c:v>0</c:v>
                </c:pt>
                <c:pt idx="897">
                  <c:v>0</c:v>
                </c:pt>
                <c:pt idx="898">
                  <c:v>73</c:v>
                </c:pt>
                <c:pt idx="899">
                  <c:v>0</c:v>
                </c:pt>
                <c:pt idx="900">
                  <c:v>0</c:v>
                </c:pt>
                <c:pt idx="901">
                  <c:v>0</c:v>
                </c:pt>
                <c:pt idx="902">
                  <c:v>71</c:v>
                </c:pt>
                <c:pt idx="903">
                  <c:v>0</c:v>
                </c:pt>
                <c:pt idx="904">
                  <c:v>0</c:v>
                </c:pt>
                <c:pt idx="905">
                  <c:v>0</c:v>
                </c:pt>
                <c:pt idx="906">
                  <c:v>0</c:v>
                </c:pt>
                <c:pt idx="907">
                  <c:v>0</c:v>
                </c:pt>
                <c:pt idx="908">
                  <c:v>0</c:v>
                </c:pt>
                <c:pt idx="909">
                  <c:v>0</c:v>
                </c:pt>
                <c:pt idx="910">
                  <c:v>0</c:v>
                </c:pt>
                <c:pt idx="911">
                  <c:v>72</c:v>
                </c:pt>
                <c:pt idx="912">
                  <c:v>0</c:v>
                </c:pt>
                <c:pt idx="913">
                  <c:v>0</c:v>
                </c:pt>
                <c:pt idx="914">
                  <c:v>0</c:v>
                </c:pt>
                <c:pt idx="915">
                  <c:v>0</c:v>
                </c:pt>
                <c:pt idx="916">
                  <c:v>0</c:v>
                </c:pt>
                <c:pt idx="917">
                  <c:v>0</c:v>
                </c:pt>
                <c:pt idx="918">
                  <c:v>0</c:v>
                </c:pt>
                <c:pt idx="919">
                  <c:v>0</c:v>
                </c:pt>
                <c:pt idx="920">
                  <c:v>0</c:v>
                </c:pt>
                <c:pt idx="921">
                  <c:v>0</c:v>
                </c:pt>
                <c:pt idx="922">
                  <c:v>73</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74</c:v>
                </c:pt>
                <c:pt idx="938">
                  <c:v>0</c:v>
                </c:pt>
                <c:pt idx="939">
                  <c:v>0</c:v>
                </c:pt>
                <c:pt idx="940">
                  <c:v>74</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74</c:v>
                </c:pt>
                <c:pt idx="968">
                  <c:v>0</c:v>
                </c:pt>
                <c:pt idx="969">
                  <c:v>0</c:v>
                </c:pt>
                <c:pt idx="970">
                  <c:v>74</c:v>
                </c:pt>
                <c:pt idx="971">
                  <c:v>0</c:v>
                </c:pt>
                <c:pt idx="972">
                  <c:v>0</c:v>
                </c:pt>
              </c:numCache>
            </c:numRef>
          </c:yVal>
          <c:smooth val="0"/>
          <c:extLst>
            <c:ext xmlns:c16="http://schemas.microsoft.com/office/drawing/2014/chart" uri="{C3380CC4-5D6E-409C-BE32-E72D297353CC}">
              <c16:uniqueId val="{00000001-2CE9-4DE2-A163-131796AB693F}"/>
            </c:ext>
          </c:extLst>
        </c:ser>
        <c:ser>
          <c:idx val="2"/>
          <c:order val="2"/>
          <c:tx>
            <c:strRef>
              <c:f>'Sub-Dataset'!$CL$1</c:f>
              <c:strCache>
                <c:ptCount val="1"/>
                <c:pt idx="0">
                  <c:v>Above Average</c:v>
                </c:pt>
              </c:strCache>
            </c:strRef>
          </c:tx>
          <c:spPr>
            <a:ln w="19050" cap="rnd">
              <a:noFill/>
              <a:round/>
            </a:ln>
            <a:effectLst/>
          </c:spPr>
          <c:marker>
            <c:symbol val="circle"/>
            <c:size val="3"/>
            <c:spPr>
              <a:solidFill>
                <a:schemeClr val="accent4">
                  <a:lumMod val="75000"/>
                </a:schemeClr>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'Sub-Dataset'!$CL$2:$CL$974</c:f>
              <c:numCache>
                <c:formatCode>General</c:formatCode>
                <c:ptCount val="973"/>
                <c:pt idx="0">
                  <c:v>0</c:v>
                </c:pt>
                <c:pt idx="1">
                  <c:v>69</c:v>
                </c:pt>
                <c:pt idx="2">
                  <c:v>0</c:v>
                </c:pt>
                <c:pt idx="3">
                  <c:v>68</c:v>
                </c:pt>
                <c:pt idx="4">
                  <c:v>0</c:v>
                </c:pt>
                <c:pt idx="5">
                  <c:v>0</c:v>
                </c:pt>
                <c:pt idx="6">
                  <c:v>0</c:v>
                </c:pt>
                <c:pt idx="7">
                  <c:v>0</c:v>
                </c:pt>
                <c:pt idx="8">
                  <c:v>0</c:v>
                </c:pt>
                <c:pt idx="9">
                  <c:v>0</c:v>
                </c:pt>
                <c:pt idx="10">
                  <c:v>0</c:v>
                </c:pt>
                <c:pt idx="11">
                  <c:v>0</c:v>
                </c:pt>
                <c:pt idx="12">
                  <c:v>71</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70</c:v>
                </c:pt>
                <c:pt idx="32">
                  <c:v>73</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71</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66</c:v>
                </c:pt>
                <c:pt idx="67">
                  <c:v>0</c:v>
                </c:pt>
                <c:pt idx="68">
                  <c:v>0</c:v>
                </c:pt>
                <c:pt idx="69">
                  <c:v>0</c:v>
                </c:pt>
                <c:pt idx="70">
                  <c:v>0</c:v>
                </c:pt>
                <c:pt idx="71">
                  <c:v>0</c:v>
                </c:pt>
                <c:pt idx="72">
                  <c:v>0</c:v>
                </c:pt>
                <c:pt idx="73">
                  <c:v>0</c:v>
                </c:pt>
                <c:pt idx="74">
                  <c:v>69</c:v>
                </c:pt>
                <c:pt idx="75">
                  <c:v>0</c:v>
                </c:pt>
                <c:pt idx="76">
                  <c:v>0</c:v>
                </c:pt>
                <c:pt idx="77">
                  <c:v>68</c:v>
                </c:pt>
                <c:pt idx="78">
                  <c:v>0</c:v>
                </c:pt>
                <c:pt idx="79">
                  <c:v>72</c:v>
                </c:pt>
                <c:pt idx="80">
                  <c:v>0</c:v>
                </c:pt>
                <c:pt idx="81">
                  <c:v>0</c:v>
                </c:pt>
                <c:pt idx="82">
                  <c:v>0</c:v>
                </c:pt>
                <c:pt idx="83">
                  <c:v>0</c:v>
                </c:pt>
                <c:pt idx="84">
                  <c:v>0</c:v>
                </c:pt>
                <c:pt idx="85">
                  <c:v>0</c:v>
                </c:pt>
                <c:pt idx="86">
                  <c:v>0</c:v>
                </c:pt>
                <c:pt idx="87">
                  <c:v>0</c:v>
                </c:pt>
                <c:pt idx="88">
                  <c:v>67</c:v>
                </c:pt>
                <c:pt idx="89">
                  <c:v>0</c:v>
                </c:pt>
                <c:pt idx="90">
                  <c:v>0</c:v>
                </c:pt>
                <c:pt idx="91">
                  <c:v>0</c:v>
                </c:pt>
                <c:pt idx="92">
                  <c:v>0</c:v>
                </c:pt>
                <c:pt idx="93">
                  <c:v>0</c:v>
                </c:pt>
                <c:pt idx="94">
                  <c:v>0</c:v>
                </c:pt>
                <c:pt idx="95">
                  <c:v>0</c:v>
                </c:pt>
                <c:pt idx="96">
                  <c:v>66</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70</c:v>
                </c:pt>
                <c:pt idx="114">
                  <c:v>0</c:v>
                </c:pt>
                <c:pt idx="115">
                  <c:v>0</c:v>
                </c:pt>
                <c:pt idx="116">
                  <c:v>0</c:v>
                </c:pt>
                <c:pt idx="117">
                  <c:v>0</c:v>
                </c:pt>
                <c:pt idx="118">
                  <c:v>0</c:v>
                </c:pt>
                <c:pt idx="119">
                  <c:v>0</c:v>
                </c:pt>
                <c:pt idx="120">
                  <c:v>0</c:v>
                </c:pt>
                <c:pt idx="121">
                  <c:v>72</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68</c:v>
                </c:pt>
                <c:pt idx="137">
                  <c:v>0</c:v>
                </c:pt>
                <c:pt idx="138">
                  <c:v>0</c:v>
                </c:pt>
                <c:pt idx="139">
                  <c:v>0</c:v>
                </c:pt>
                <c:pt idx="140">
                  <c:v>0</c:v>
                </c:pt>
                <c:pt idx="141">
                  <c:v>0</c:v>
                </c:pt>
                <c:pt idx="142">
                  <c:v>0</c:v>
                </c:pt>
                <c:pt idx="143">
                  <c:v>0</c:v>
                </c:pt>
                <c:pt idx="144">
                  <c:v>0</c:v>
                </c:pt>
                <c:pt idx="145">
                  <c:v>0</c:v>
                </c:pt>
                <c:pt idx="146">
                  <c:v>0</c:v>
                </c:pt>
                <c:pt idx="147">
                  <c:v>71</c:v>
                </c:pt>
                <c:pt idx="148">
                  <c:v>73</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70</c:v>
                </c:pt>
                <c:pt idx="165">
                  <c:v>0</c:v>
                </c:pt>
                <c:pt idx="166">
                  <c:v>0</c:v>
                </c:pt>
                <c:pt idx="167">
                  <c:v>71</c:v>
                </c:pt>
                <c:pt idx="168">
                  <c:v>67</c:v>
                </c:pt>
                <c:pt idx="169">
                  <c:v>0</c:v>
                </c:pt>
                <c:pt idx="170">
                  <c:v>0</c:v>
                </c:pt>
                <c:pt idx="171">
                  <c:v>0</c:v>
                </c:pt>
                <c:pt idx="172">
                  <c:v>67</c:v>
                </c:pt>
                <c:pt idx="173">
                  <c:v>0</c:v>
                </c:pt>
                <c:pt idx="174">
                  <c:v>0</c:v>
                </c:pt>
                <c:pt idx="175">
                  <c:v>0</c:v>
                </c:pt>
                <c:pt idx="176">
                  <c:v>0</c:v>
                </c:pt>
                <c:pt idx="177">
                  <c:v>71</c:v>
                </c:pt>
                <c:pt idx="178">
                  <c:v>67</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71</c:v>
                </c:pt>
                <c:pt idx="194">
                  <c:v>0</c:v>
                </c:pt>
                <c:pt idx="195">
                  <c:v>69</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68</c:v>
                </c:pt>
                <c:pt idx="212">
                  <c:v>0</c:v>
                </c:pt>
                <c:pt idx="213">
                  <c:v>0</c:v>
                </c:pt>
                <c:pt idx="214">
                  <c:v>0</c:v>
                </c:pt>
                <c:pt idx="215">
                  <c:v>0</c:v>
                </c:pt>
                <c:pt idx="216">
                  <c:v>0</c:v>
                </c:pt>
                <c:pt idx="217">
                  <c:v>0</c:v>
                </c:pt>
                <c:pt idx="218">
                  <c:v>68</c:v>
                </c:pt>
                <c:pt idx="219">
                  <c:v>0</c:v>
                </c:pt>
                <c:pt idx="220">
                  <c:v>0</c:v>
                </c:pt>
                <c:pt idx="221">
                  <c:v>0</c:v>
                </c:pt>
                <c:pt idx="222">
                  <c:v>67</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69</c:v>
                </c:pt>
                <c:pt idx="237">
                  <c:v>0</c:v>
                </c:pt>
                <c:pt idx="238">
                  <c:v>0</c:v>
                </c:pt>
                <c:pt idx="239">
                  <c:v>0</c:v>
                </c:pt>
                <c:pt idx="240">
                  <c:v>0</c:v>
                </c:pt>
                <c:pt idx="241">
                  <c:v>66</c:v>
                </c:pt>
                <c:pt idx="242">
                  <c:v>0</c:v>
                </c:pt>
                <c:pt idx="243">
                  <c:v>0</c:v>
                </c:pt>
                <c:pt idx="244">
                  <c:v>0</c:v>
                </c:pt>
                <c:pt idx="245">
                  <c:v>0</c:v>
                </c:pt>
                <c:pt idx="246">
                  <c:v>0</c:v>
                </c:pt>
                <c:pt idx="247">
                  <c:v>0</c:v>
                </c:pt>
                <c:pt idx="248">
                  <c:v>0</c:v>
                </c:pt>
                <c:pt idx="249">
                  <c:v>0</c:v>
                </c:pt>
                <c:pt idx="250">
                  <c:v>0</c:v>
                </c:pt>
                <c:pt idx="251">
                  <c:v>71</c:v>
                </c:pt>
                <c:pt idx="252">
                  <c:v>69</c:v>
                </c:pt>
                <c:pt idx="253">
                  <c:v>0</c:v>
                </c:pt>
                <c:pt idx="254">
                  <c:v>0</c:v>
                </c:pt>
                <c:pt idx="255">
                  <c:v>0</c:v>
                </c:pt>
                <c:pt idx="256">
                  <c:v>0</c:v>
                </c:pt>
                <c:pt idx="257">
                  <c:v>73</c:v>
                </c:pt>
                <c:pt idx="258">
                  <c:v>0</c:v>
                </c:pt>
                <c:pt idx="259">
                  <c:v>0</c:v>
                </c:pt>
                <c:pt idx="260">
                  <c:v>0</c:v>
                </c:pt>
                <c:pt idx="261">
                  <c:v>0</c:v>
                </c:pt>
                <c:pt idx="262">
                  <c:v>0</c:v>
                </c:pt>
                <c:pt idx="263">
                  <c:v>0</c:v>
                </c:pt>
                <c:pt idx="264">
                  <c:v>0</c:v>
                </c:pt>
                <c:pt idx="265">
                  <c:v>0</c:v>
                </c:pt>
                <c:pt idx="266">
                  <c:v>73</c:v>
                </c:pt>
                <c:pt idx="267">
                  <c:v>68</c:v>
                </c:pt>
                <c:pt idx="268">
                  <c:v>0</c:v>
                </c:pt>
                <c:pt idx="269">
                  <c:v>0</c:v>
                </c:pt>
                <c:pt idx="270">
                  <c:v>0</c:v>
                </c:pt>
                <c:pt idx="271">
                  <c:v>0</c:v>
                </c:pt>
                <c:pt idx="272">
                  <c:v>68</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69</c:v>
                </c:pt>
                <c:pt idx="293">
                  <c:v>0</c:v>
                </c:pt>
                <c:pt idx="294">
                  <c:v>0</c:v>
                </c:pt>
                <c:pt idx="295">
                  <c:v>0</c:v>
                </c:pt>
                <c:pt idx="296">
                  <c:v>0</c:v>
                </c:pt>
                <c:pt idx="297">
                  <c:v>0</c:v>
                </c:pt>
                <c:pt idx="298">
                  <c:v>70</c:v>
                </c:pt>
                <c:pt idx="299">
                  <c:v>0</c:v>
                </c:pt>
                <c:pt idx="300">
                  <c:v>0</c:v>
                </c:pt>
                <c:pt idx="301">
                  <c:v>0</c:v>
                </c:pt>
                <c:pt idx="302">
                  <c:v>68</c:v>
                </c:pt>
                <c:pt idx="303">
                  <c:v>69</c:v>
                </c:pt>
                <c:pt idx="304">
                  <c:v>0</c:v>
                </c:pt>
                <c:pt idx="305">
                  <c:v>0</c:v>
                </c:pt>
                <c:pt idx="306">
                  <c:v>0</c:v>
                </c:pt>
                <c:pt idx="307">
                  <c:v>0</c:v>
                </c:pt>
                <c:pt idx="308">
                  <c:v>0</c:v>
                </c:pt>
                <c:pt idx="309">
                  <c:v>0</c:v>
                </c:pt>
                <c:pt idx="310">
                  <c:v>0</c:v>
                </c:pt>
                <c:pt idx="311">
                  <c:v>70</c:v>
                </c:pt>
                <c:pt idx="312">
                  <c:v>0</c:v>
                </c:pt>
                <c:pt idx="313">
                  <c:v>0</c:v>
                </c:pt>
                <c:pt idx="314">
                  <c:v>66</c:v>
                </c:pt>
                <c:pt idx="315">
                  <c:v>70</c:v>
                </c:pt>
                <c:pt idx="316">
                  <c:v>0</c:v>
                </c:pt>
                <c:pt idx="317">
                  <c:v>71</c:v>
                </c:pt>
                <c:pt idx="318">
                  <c:v>0</c:v>
                </c:pt>
                <c:pt idx="319">
                  <c:v>0</c:v>
                </c:pt>
                <c:pt idx="320">
                  <c:v>68</c:v>
                </c:pt>
                <c:pt idx="321">
                  <c:v>0</c:v>
                </c:pt>
                <c:pt idx="322">
                  <c:v>0</c:v>
                </c:pt>
                <c:pt idx="323">
                  <c:v>0</c:v>
                </c:pt>
                <c:pt idx="324">
                  <c:v>0</c:v>
                </c:pt>
                <c:pt idx="325">
                  <c:v>0</c:v>
                </c:pt>
                <c:pt idx="326">
                  <c:v>0</c:v>
                </c:pt>
                <c:pt idx="327">
                  <c:v>0</c:v>
                </c:pt>
                <c:pt idx="328">
                  <c:v>71</c:v>
                </c:pt>
                <c:pt idx="329">
                  <c:v>0</c:v>
                </c:pt>
                <c:pt idx="330">
                  <c:v>0</c:v>
                </c:pt>
                <c:pt idx="331">
                  <c:v>0</c:v>
                </c:pt>
                <c:pt idx="332">
                  <c:v>73</c:v>
                </c:pt>
                <c:pt idx="333">
                  <c:v>67</c:v>
                </c:pt>
                <c:pt idx="334">
                  <c:v>0</c:v>
                </c:pt>
                <c:pt idx="335">
                  <c:v>0</c:v>
                </c:pt>
                <c:pt idx="336">
                  <c:v>0</c:v>
                </c:pt>
                <c:pt idx="337">
                  <c:v>0</c:v>
                </c:pt>
                <c:pt idx="338">
                  <c:v>0</c:v>
                </c:pt>
                <c:pt idx="339">
                  <c:v>0</c:v>
                </c:pt>
                <c:pt idx="340">
                  <c:v>71</c:v>
                </c:pt>
                <c:pt idx="341">
                  <c:v>0</c:v>
                </c:pt>
                <c:pt idx="342">
                  <c:v>0</c:v>
                </c:pt>
                <c:pt idx="343">
                  <c:v>0</c:v>
                </c:pt>
                <c:pt idx="344">
                  <c:v>67</c:v>
                </c:pt>
                <c:pt idx="345">
                  <c:v>0</c:v>
                </c:pt>
                <c:pt idx="346">
                  <c:v>0</c:v>
                </c:pt>
                <c:pt idx="347">
                  <c:v>0</c:v>
                </c:pt>
                <c:pt idx="348">
                  <c:v>70</c:v>
                </c:pt>
                <c:pt idx="349">
                  <c:v>0</c:v>
                </c:pt>
                <c:pt idx="350">
                  <c:v>0</c:v>
                </c:pt>
                <c:pt idx="351">
                  <c:v>0</c:v>
                </c:pt>
                <c:pt idx="352">
                  <c:v>0</c:v>
                </c:pt>
                <c:pt idx="353">
                  <c:v>0</c:v>
                </c:pt>
                <c:pt idx="354">
                  <c:v>0</c:v>
                </c:pt>
                <c:pt idx="355">
                  <c:v>0</c:v>
                </c:pt>
                <c:pt idx="356">
                  <c:v>69</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69</c:v>
                </c:pt>
                <c:pt idx="379">
                  <c:v>0</c:v>
                </c:pt>
                <c:pt idx="380">
                  <c:v>0</c:v>
                </c:pt>
                <c:pt idx="381">
                  <c:v>0</c:v>
                </c:pt>
                <c:pt idx="382">
                  <c:v>0</c:v>
                </c:pt>
                <c:pt idx="383">
                  <c:v>0</c:v>
                </c:pt>
                <c:pt idx="384">
                  <c:v>0</c:v>
                </c:pt>
                <c:pt idx="385">
                  <c:v>0</c:v>
                </c:pt>
                <c:pt idx="386">
                  <c:v>70</c:v>
                </c:pt>
                <c:pt idx="387">
                  <c:v>0</c:v>
                </c:pt>
                <c:pt idx="388">
                  <c:v>0</c:v>
                </c:pt>
                <c:pt idx="389">
                  <c:v>0</c:v>
                </c:pt>
                <c:pt idx="390">
                  <c:v>0</c:v>
                </c:pt>
                <c:pt idx="391">
                  <c:v>0</c:v>
                </c:pt>
                <c:pt idx="392">
                  <c:v>0</c:v>
                </c:pt>
                <c:pt idx="393">
                  <c:v>0</c:v>
                </c:pt>
                <c:pt idx="394">
                  <c:v>0</c:v>
                </c:pt>
                <c:pt idx="395">
                  <c:v>0</c:v>
                </c:pt>
                <c:pt idx="396">
                  <c:v>0</c:v>
                </c:pt>
                <c:pt idx="397">
                  <c:v>0</c:v>
                </c:pt>
                <c:pt idx="398">
                  <c:v>71</c:v>
                </c:pt>
                <c:pt idx="399">
                  <c:v>72</c:v>
                </c:pt>
                <c:pt idx="400">
                  <c:v>0</c:v>
                </c:pt>
                <c:pt idx="401">
                  <c:v>0</c:v>
                </c:pt>
                <c:pt idx="402">
                  <c:v>0</c:v>
                </c:pt>
                <c:pt idx="403">
                  <c:v>0</c:v>
                </c:pt>
                <c:pt idx="404">
                  <c:v>0</c:v>
                </c:pt>
                <c:pt idx="405">
                  <c:v>0</c:v>
                </c:pt>
                <c:pt idx="406">
                  <c:v>0</c:v>
                </c:pt>
                <c:pt idx="407">
                  <c:v>0</c:v>
                </c:pt>
                <c:pt idx="408">
                  <c:v>71</c:v>
                </c:pt>
                <c:pt idx="409">
                  <c:v>0</c:v>
                </c:pt>
                <c:pt idx="410">
                  <c:v>0</c:v>
                </c:pt>
                <c:pt idx="411">
                  <c:v>0</c:v>
                </c:pt>
                <c:pt idx="412">
                  <c:v>71</c:v>
                </c:pt>
                <c:pt idx="413">
                  <c:v>73</c:v>
                </c:pt>
                <c:pt idx="414">
                  <c:v>0</c:v>
                </c:pt>
                <c:pt idx="415">
                  <c:v>69</c:v>
                </c:pt>
                <c:pt idx="416">
                  <c:v>0</c:v>
                </c:pt>
                <c:pt idx="417">
                  <c:v>71</c:v>
                </c:pt>
                <c:pt idx="418">
                  <c:v>0</c:v>
                </c:pt>
                <c:pt idx="419">
                  <c:v>0</c:v>
                </c:pt>
                <c:pt idx="420">
                  <c:v>0</c:v>
                </c:pt>
                <c:pt idx="421">
                  <c:v>0</c:v>
                </c:pt>
                <c:pt idx="422">
                  <c:v>0</c:v>
                </c:pt>
                <c:pt idx="423">
                  <c:v>73</c:v>
                </c:pt>
                <c:pt idx="424">
                  <c:v>0</c:v>
                </c:pt>
                <c:pt idx="425">
                  <c:v>73</c:v>
                </c:pt>
                <c:pt idx="426">
                  <c:v>0</c:v>
                </c:pt>
                <c:pt idx="427">
                  <c:v>0</c:v>
                </c:pt>
                <c:pt idx="428">
                  <c:v>0</c:v>
                </c:pt>
                <c:pt idx="429">
                  <c:v>0</c:v>
                </c:pt>
                <c:pt idx="430">
                  <c:v>68</c:v>
                </c:pt>
                <c:pt idx="431">
                  <c:v>0</c:v>
                </c:pt>
                <c:pt idx="432">
                  <c:v>0</c:v>
                </c:pt>
                <c:pt idx="433">
                  <c:v>69</c:v>
                </c:pt>
                <c:pt idx="434">
                  <c:v>0</c:v>
                </c:pt>
                <c:pt idx="435">
                  <c:v>73</c:v>
                </c:pt>
                <c:pt idx="436">
                  <c:v>0</c:v>
                </c:pt>
                <c:pt idx="437">
                  <c:v>0</c:v>
                </c:pt>
                <c:pt idx="438">
                  <c:v>0</c:v>
                </c:pt>
                <c:pt idx="439">
                  <c:v>0</c:v>
                </c:pt>
                <c:pt idx="440">
                  <c:v>0</c:v>
                </c:pt>
                <c:pt idx="441">
                  <c:v>69</c:v>
                </c:pt>
                <c:pt idx="442">
                  <c:v>72</c:v>
                </c:pt>
                <c:pt idx="443">
                  <c:v>0</c:v>
                </c:pt>
                <c:pt idx="444">
                  <c:v>0</c:v>
                </c:pt>
                <c:pt idx="445">
                  <c:v>0</c:v>
                </c:pt>
                <c:pt idx="446">
                  <c:v>0</c:v>
                </c:pt>
                <c:pt idx="447">
                  <c:v>0</c:v>
                </c:pt>
                <c:pt idx="448">
                  <c:v>0</c:v>
                </c:pt>
                <c:pt idx="449">
                  <c:v>71</c:v>
                </c:pt>
                <c:pt idx="450">
                  <c:v>0</c:v>
                </c:pt>
                <c:pt idx="451">
                  <c:v>73</c:v>
                </c:pt>
                <c:pt idx="452">
                  <c:v>0</c:v>
                </c:pt>
                <c:pt idx="453">
                  <c:v>0</c:v>
                </c:pt>
                <c:pt idx="454">
                  <c:v>0</c:v>
                </c:pt>
                <c:pt idx="455">
                  <c:v>0</c:v>
                </c:pt>
                <c:pt idx="456">
                  <c:v>0</c:v>
                </c:pt>
                <c:pt idx="457">
                  <c:v>68</c:v>
                </c:pt>
                <c:pt idx="458">
                  <c:v>0</c:v>
                </c:pt>
                <c:pt idx="459">
                  <c:v>0</c:v>
                </c:pt>
                <c:pt idx="460">
                  <c:v>72</c:v>
                </c:pt>
                <c:pt idx="461">
                  <c:v>0</c:v>
                </c:pt>
                <c:pt idx="462">
                  <c:v>0</c:v>
                </c:pt>
                <c:pt idx="463">
                  <c:v>68</c:v>
                </c:pt>
                <c:pt idx="464">
                  <c:v>0</c:v>
                </c:pt>
                <c:pt idx="465">
                  <c:v>0</c:v>
                </c:pt>
                <c:pt idx="466">
                  <c:v>0</c:v>
                </c:pt>
                <c:pt idx="467">
                  <c:v>68</c:v>
                </c:pt>
                <c:pt idx="468">
                  <c:v>0</c:v>
                </c:pt>
                <c:pt idx="469">
                  <c:v>0</c:v>
                </c:pt>
                <c:pt idx="470">
                  <c:v>70</c:v>
                </c:pt>
                <c:pt idx="471">
                  <c:v>0</c:v>
                </c:pt>
                <c:pt idx="472">
                  <c:v>0</c:v>
                </c:pt>
                <c:pt idx="473">
                  <c:v>0</c:v>
                </c:pt>
                <c:pt idx="474">
                  <c:v>68</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67</c:v>
                </c:pt>
                <c:pt idx="493">
                  <c:v>0</c:v>
                </c:pt>
                <c:pt idx="494">
                  <c:v>0</c:v>
                </c:pt>
                <c:pt idx="495">
                  <c:v>0</c:v>
                </c:pt>
                <c:pt idx="496">
                  <c:v>0</c:v>
                </c:pt>
                <c:pt idx="497">
                  <c:v>0</c:v>
                </c:pt>
                <c:pt idx="498">
                  <c:v>67</c:v>
                </c:pt>
                <c:pt idx="499">
                  <c:v>0</c:v>
                </c:pt>
                <c:pt idx="500">
                  <c:v>0</c:v>
                </c:pt>
                <c:pt idx="501">
                  <c:v>0</c:v>
                </c:pt>
                <c:pt idx="502">
                  <c:v>0</c:v>
                </c:pt>
                <c:pt idx="503">
                  <c:v>0</c:v>
                </c:pt>
                <c:pt idx="504">
                  <c:v>0</c:v>
                </c:pt>
                <c:pt idx="505">
                  <c:v>0</c:v>
                </c:pt>
                <c:pt idx="506">
                  <c:v>0</c:v>
                </c:pt>
                <c:pt idx="507">
                  <c:v>69</c:v>
                </c:pt>
                <c:pt idx="508">
                  <c:v>0</c:v>
                </c:pt>
                <c:pt idx="509">
                  <c:v>69</c:v>
                </c:pt>
                <c:pt idx="510">
                  <c:v>0</c:v>
                </c:pt>
                <c:pt idx="511">
                  <c:v>0</c:v>
                </c:pt>
                <c:pt idx="512">
                  <c:v>0</c:v>
                </c:pt>
                <c:pt idx="513">
                  <c:v>69</c:v>
                </c:pt>
                <c:pt idx="514">
                  <c:v>0</c:v>
                </c:pt>
                <c:pt idx="515">
                  <c:v>0</c:v>
                </c:pt>
                <c:pt idx="516">
                  <c:v>0</c:v>
                </c:pt>
                <c:pt idx="517">
                  <c:v>0</c:v>
                </c:pt>
                <c:pt idx="518">
                  <c:v>0</c:v>
                </c:pt>
                <c:pt idx="519">
                  <c:v>0</c:v>
                </c:pt>
                <c:pt idx="520">
                  <c:v>0</c:v>
                </c:pt>
                <c:pt idx="521">
                  <c:v>0</c:v>
                </c:pt>
                <c:pt idx="522">
                  <c:v>0</c:v>
                </c:pt>
                <c:pt idx="523">
                  <c:v>0</c:v>
                </c:pt>
                <c:pt idx="524">
                  <c:v>72</c:v>
                </c:pt>
                <c:pt idx="525">
                  <c:v>0</c:v>
                </c:pt>
                <c:pt idx="526">
                  <c:v>0</c:v>
                </c:pt>
                <c:pt idx="527">
                  <c:v>70</c:v>
                </c:pt>
                <c:pt idx="528">
                  <c:v>69</c:v>
                </c:pt>
                <c:pt idx="529">
                  <c:v>0</c:v>
                </c:pt>
                <c:pt idx="530">
                  <c:v>0</c:v>
                </c:pt>
                <c:pt idx="531">
                  <c:v>0</c:v>
                </c:pt>
                <c:pt idx="532">
                  <c:v>0</c:v>
                </c:pt>
                <c:pt idx="533">
                  <c:v>0</c:v>
                </c:pt>
                <c:pt idx="534">
                  <c:v>0</c:v>
                </c:pt>
                <c:pt idx="535">
                  <c:v>0</c:v>
                </c:pt>
                <c:pt idx="536">
                  <c:v>0</c:v>
                </c:pt>
                <c:pt idx="537">
                  <c:v>70</c:v>
                </c:pt>
                <c:pt idx="538">
                  <c:v>0</c:v>
                </c:pt>
                <c:pt idx="539">
                  <c:v>0</c:v>
                </c:pt>
                <c:pt idx="540">
                  <c:v>0</c:v>
                </c:pt>
                <c:pt idx="541">
                  <c:v>69</c:v>
                </c:pt>
                <c:pt idx="542">
                  <c:v>70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70</c:v>
                </c:pt>
                <c:pt idx="565">
                  <c:v>0</c:v>
                </c:pt>
                <c:pt idx="566">
                  <c:v>0</c:v>
                </c:pt>
                <c:pt idx="567">
                  <c:v>0</c:v>
                </c:pt>
                <c:pt idx="568">
                  <c:v>0</c:v>
                </c:pt>
                <c:pt idx="569">
                  <c:v>70</c:v>
                </c:pt>
                <c:pt idx="570">
                  <c:v>0</c:v>
                </c:pt>
                <c:pt idx="571">
                  <c:v>0</c:v>
                </c:pt>
                <c:pt idx="572">
                  <c:v>0</c:v>
                </c:pt>
                <c:pt idx="573">
                  <c:v>0</c:v>
                </c:pt>
                <c:pt idx="574">
                  <c:v>0</c:v>
                </c:pt>
                <c:pt idx="575">
                  <c:v>0</c:v>
                </c:pt>
                <c:pt idx="576">
                  <c:v>0</c:v>
                </c:pt>
                <c:pt idx="577">
                  <c:v>68</c:v>
                </c:pt>
                <c:pt idx="578">
                  <c:v>0</c:v>
                </c:pt>
                <c:pt idx="579">
                  <c:v>0</c:v>
                </c:pt>
                <c:pt idx="580">
                  <c:v>0</c:v>
                </c:pt>
                <c:pt idx="581">
                  <c:v>0</c:v>
                </c:pt>
                <c:pt idx="582">
                  <c:v>72</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73</c:v>
                </c:pt>
                <c:pt idx="607">
                  <c:v>0</c:v>
                </c:pt>
                <c:pt idx="608">
                  <c:v>0</c:v>
                </c:pt>
                <c:pt idx="609">
                  <c:v>0</c:v>
                </c:pt>
                <c:pt idx="610">
                  <c:v>0</c:v>
                </c:pt>
                <c:pt idx="611">
                  <c:v>68</c:v>
                </c:pt>
                <c:pt idx="612">
                  <c:v>0</c:v>
                </c:pt>
                <c:pt idx="613">
                  <c:v>0</c:v>
                </c:pt>
                <c:pt idx="614">
                  <c:v>71</c:v>
                </c:pt>
                <c:pt idx="615">
                  <c:v>70</c:v>
                </c:pt>
                <c:pt idx="616">
                  <c:v>70</c:v>
                </c:pt>
                <c:pt idx="617">
                  <c:v>0</c:v>
                </c:pt>
                <c:pt idx="618">
                  <c:v>0</c:v>
                </c:pt>
                <c:pt idx="619">
                  <c:v>0</c:v>
                </c:pt>
                <c:pt idx="620">
                  <c:v>0</c:v>
                </c:pt>
                <c:pt idx="621">
                  <c:v>0</c:v>
                </c:pt>
                <c:pt idx="622">
                  <c:v>0</c:v>
                </c:pt>
                <c:pt idx="623">
                  <c:v>0</c:v>
                </c:pt>
                <c:pt idx="624">
                  <c:v>72</c:v>
                </c:pt>
                <c:pt idx="625">
                  <c:v>0</c:v>
                </c:pt>
                <c:pt idx="626">
                  <c:v>0</c:v>
                </c:pt>
                <c:pt idx="627">
                  <c:v>0</c:v>
                </c:pt>
                <c:pt idx="628">
                  <c:v>72</c:v>
                </c:pt>
                <c:pt idx="629">
                  <c:v>0</c:v>
                </c:pt>
                <c:pt idx="630">
                  <c:v>0</c:v>
                </c:pt>
                <c:pt idx="631">
                  <c:v>71</c:v>
                </c:pt>
                <c:pt idx="632">
                  <c:v>70</c:v>
                </c:pt>
                <c:pt idx="633">
                  <c:v>0</c:v>
                </c:pt>
                <c:pt idx="634">
                  <c:v>0</c:v>
                </c:pt>
                <c:pt idx="635">
                  <c:v>72</c:v>
                </c:pt>
                <c:pt idx="636">
                  <c:v>0</c:v>
                </c:pt>
                <c:pt idx="637">
                  <c:v>0</c:v>
                </c:pt>
                <c:pt idx="638">
                  <c:v>0</c:v>
                </c:pt>
                <c:pt idx="639">
                  <c:v>69</c:v>
                </c:pt>
                <c:pt idx="640">
                  <c:v>0</c:v>
                </c:pt>
                <c:pt idx="641">
                  <c:v>0</c:v>
                </c:pt>
                <c:pt idx="642">
                  <c:v>0</c:v>
                </c:pt>
                <c:pt idx="643">
                  <c:v>0</c:v>
                </c:pt>
                <c:pt idx="644">
                  <c:v>0</c:v>
                </c:pt>
                <c:pt idx="645">
                  <c:v>0</c:v>
                </c:pt>
                <c:pt idx="646">
                  <c:v>0</c:v>
                </c:pt>
                <c:pt idx="647">
                  <c:v>0</c:v>
                </c:pt>
                <c:pt idx="648">
                  <c:v>0</c:v>
                </c:pt>
                <c:pt idx="649">
                  <c:v>0</c:v>
                </c:pt>
                <c:pt idx="650">
                  <c:v>0</c:v>
                </c:pt>
                <c:pt idx="651">
                  <c:v>71</c:v>
                </c:pt>
                <c:pt idx="652">
                  <c:v>0</c:v>
                </c:pt>
                <c:pt idx="653">
                  <c:v>0</c:v>
                </c:pt>
                <c:pt idx="654">
                  <c:v>0</c:v>
                </c:pt>
                <c:pt idx="655">
                  <c:v>0</c:v>
                </c:pt>
                <c:pt idx="656">
                  <c:v>0</c:v>
                </c:pt>
                <c:pt idx="657">
                  <c:v>67</c:v>
                </c:pt>
                <c:pt idx="658">
                  <c:v>0</c:v>
                </c:pt>
                <c:pt idx="659">
                  <c:v>0</c:v>
                </c:pt>
                <c:pt idx="660">
                  <c:v>0</c:v>
                </c:pt>
                <c:pt idx="661">
                  <c:v>0</c:v>
                </c:pt>
                <c:pt idx="662">
                  <c:v>0</c:v>
                </c:pt>
                <c:pt idx="663">
                  <c:v>0</c:v>
                </c:pt>
                <c:pt idx="664">
                  <c:v>0</c:v>
                </c:pt>
                <c:pt idx="665">
                  <c:v>70</c:v>
                </c:pt>
                <c:pt idx="666">
                  <c:v>0</c:v>
                </c:pt>
                <c:pt idx="667">
                  <c:v>0</c:v>
                </c:pt>
                <c:pt idx="668">
                  <c:v>0</c:v>
                </c:pt>
                <c:pt idx="669">
                  <c:v>0</c:v>
                </c:pt>
                <c:pt idx="670">
                  <c:v>0</c:v>
                </c:pt>
                <c:pt idx="671">
                  <c:v>68</c:v>
                </c:pt>
                <c:pt idx="672">
                  <c:v>70</c:v>
                </c:pt>
                <c:pt idx="673">
                  <c:v>0</c:v>
                </c:pt>
                <c:pt idx="674">
                  <c:v>0</c:v>
                </c:pt>
                <c:pt idx="675">
                  <c:v>0</c:v>
                </c:pt>
                <c:pt idx="676">
                  <c:v>0</c:v>
                </c:pt>
                <c:pt idx="677">
                  <c:v>0</c:v>
                </c:pt>
                <c:pt idx="678">
                  <c:v>0</c:v>
                </c:pt>
                <c:pt idx="679">
                  <c:v>0</c:v>
                </c:pt>
                <c:pt idx="680">
                  <c:v>0</c:v>
                </c:pt>
                <c:pt idx="681">
                  <c:v>0</c:v>
                </c:pt>
                <c:pt idx="682">
                  <c:v>72</c:v>
                </c:pt>
                <c:pt idx="683">
                  <c:v>70</c:v>
                </c:pt>
                <c:pt idx="684">
                  <c:v>68</c:v>
                </c:pt>
                <c:pt idx="685">
                  <c:v>0</c:v>
                </c:pt>
                <c:pt idx="686">
                  <c:v>70</c:v>
                </c:pt>
                <c:pt idx="687">
                  <c:v>0</c:v>
                </c:pt>
                <c:pt idx="688">
                  <c:v>0</c:v>
                </c:pt>
                <c:pt idx="689">
                  <c:v>0</c:v>
                </c:pt>
                <c:pt idx="690">
                  <c:v>0</c:v>
                </c:pt>
                <c:pt idx="691">
                  <c:v>0</c:v>
                </c:pt>
                <c:pt idx="692">
                  <c:v>0</c:v>
                </c:pt>
                <c:pt idx="693">
                  <c:v>0</c:v>
                </c:pt>
                <c:pt idx="694">
                  <c:v>0</c:v>
                </c:pt>
                <c:pt idx="695">
                  <c:v>71</c:v>
                </c:pt>
                <c:pt idx="696">
                  <c:v>0</c:v>
                </c:pt>
                <c:pt idx="697">
                  <c:v>0</c:v>
                </c:pt>
                <c:pt idx="698">
                  <c:v>0</c:v>
                </c:pt>
                <c:pt idx="699">
                  <c:v>0</c:v>
                </c:pt>
                <c:pt idx="700">
                  <c:v>0</c:v>
                </c:pt>
                <c:pt idx="701">
                  <c:v>0</c:v>
                </c:pt>
                <c:pt idx="702">
                  <c:v>0</c:v>
                </c:pt>
                <c:pt idx="703">
                  <c:v>0</c:v>
                </c:pt>
                <c:pt idx="704">
                  <c:v>71</c:v>
                </c:pt>
                <c:pt idx="705">
                  <c:v>0</c:v>
                </c:pt>
                <c:pt idx="706">
                  <c:v>0</c:v>
                </c:pt>
                <c:pt idx="707">
                  <c:v>0</c:v>
                </c:pt>
                <c:pt idx="708">
                  <c:v>0</c:v>
                </c:pt>
                <c:pt idx="709">
                  <c:v>0</c:v>
                </c:pt>
                <c:pt idx="710">
                  <c:v>0</c:v>
                </c:pt>
                <c:pt idx="711">
                  <c:v>0</c:v>
                </c:pt>
                <c:pt idx="712">
                  <c:v>0</c:v>
                </c:pt>
                <c:pt idx="713">
                  <c:v>0</c:v>
                </c:pt>
                <c:pt idx="714">
                  <c:v>66</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66</c:v>
                </c:pt>
                <c:pt idx="730">
                  <c:v>0</c:v>
                </c:pt>
                <c:pt idx="731">
                  <c:v>67</c:v>
                </c:pt>
                <c:pt idx="732">
                  <c:v>0</c:v>
                </c:pt>
                <c:pt idx="733">
                  <c:v>0</c:v>
                </c:pt>
                <c:pt idx="734">
                  <c:v>69</c:v>
                </c:pt>
                <c:pt idx="735">
                  <c:v>0</c:v>
                </c:pt>
                <c:pt idx="736">
                  <c:v>0</c:v>
                </c:pt>
                <c:pt idx="737">
                  <c:v>0</c:v>
                </c:pt>
                <c:pt idx="738">
                  <c:v>0</c:v>
                </c:pt>
                <c:pt idx="739">
                  <c:v>0</c:v>
                </c:pt>
                <c:pt idx="740">
                  <c:v>0</c:v>
                </c:pt>
                <c:pt idx="741">
                  <c:v>0</c:v>
                </c:pt>
                <c:pt idx="742">
                  <c:v>67</c:v>
                </c:pt>
                <c:pt idx="743">
                  <c:v>0</c:v>
                </c:pt>
                <c:pt idx="744">
                  <c:v>0</c:v>
                </c:pt>
                <c:pt idx="745">
                  <c:v>0</c:v>
                </c:pt>
                <c:pt idx="746">
                  <c:v>0</c:v>
                </c:pt>
                <c:pt idx="747">
                  <c:v>70</c:v>
                </c:pt>
                <c:pt idx="748">
                  <c:v>0</c:v>
                </c:pt>
                <c:pt idx="749">
                  <c:v>73</c:v>
                </c:pt>
                <c:pt idx="750">
                  <c:v>0</c:v>
                </c:pt>
                <c:pt idx="751">
                  <c:v>0</c:v>
                </c:pt>
                <c:pt idx="752">
                  <c:v>0</c:v>
                </c:pt>
                <c:pt idx="753">
                  <c:v>68</c:v>
                </c:pt>
                <c:pt idx="754">
                  <c:v>72</c:v>
                </c:pt>
                <c:pt idx="755">
                  <c:v>73</c:v>
                </c:pt>
                <c:pt idx="756">
                  <c:v>0</c:v>
                </c:pt>
                <c:pt idx="757">
                  <c:v>0</c:v>
                </c:pt>
                <c:pt idx="758">
                  <c:v>70</c:v>
                </c:pt>
                <c:pt idx="759">
                  <c:v>0</c:v>
                </c:pt>
                <c:pt idx="760">
                  <c:v>0</c:v>
                </c:pt>
                <c:pt idx="761">
                  <c:v>0</c:v>
                </c:pt>
                <c:pt idx="762">
                  <c:v>0</c:v>
                </c:pt>
                <c:pt idx="763">
                  <c:v>0</c:v>
                </c:pt>
                <c:pt idx="764">
                  <c:v>69</c:v>
                </c:pt>
                <c:pt idx="765">
                  <c:v>0</c:v>
                </c:pt>
                <c:pt idx="766">
                  <c:v>0</c:v>
                </c:pt>
                <c:pt idx="767">
                  <c:v>0</c:v>
                </c:pt>
                <c:pt idx="768">
                  <c:v>0</c:v>
                </c:pt>
                <c:pt idx="769">
                  <c:v>0</c:v>
                </c:pt>
                <c:pt idx="770">
                  <c:v>0</c:v>
                </c:pt>
                <c:pt idx="771">
                  <c:v>0</c:v>
                </c:pt>
                <c:pt idx="772">
                  <c:v>0</c:v>
                </c:pt>
                <c:pt idx="773">
                  <c:v>0</c:v>
                </c:pt>
                <c:pt idx="774">
                  <c:v>0</c:v>
                </c:pt>
                <c:pt idx="775">
                  <c:v>0</c:v>
                </c:pt>
                <c:pt idx="776">
                  <c:v>67</c:v>
                </c:pt>
                <c:pt idx="777">
                  <c:v>0</c:v>
                </c:pt>
                <c:pt idx="778">
                  <c:v>0</c:v>
                </c:pt>
                <c:pt idx="779">
                  <c:v>0</c:v>
                </c:pt>
                <c:pt idx="780">
                  <c:v>0</c:v>
                </c:pt>
                <c:pt idx="781">
                  <c:v>0</c:v>
                </c:pt>
                <c:pt idx="782">
                  <c:v>0</c:v>
                </c:pt>
                <c:pt idx="783">
                  <c:v>68</c:v>
                </c:pt>
                <c:pt idx="784">
                  <c:v>0</c:v>
                </c:pt>
                <c:pt idx="785">
                  <c:v>0</c:v>
                </c:pt>
                <c:pt idx="786">
                  <c:v>70</c:v>
                </c:pt>
                <c:pt idx="787">
                  <c:v>0</c:v>
                </c:pt>
                <c:pt idx="788">
                  <c:v>0</c:v>
                </c:pt>
                <c:pt idx="789">
                  <c:v>0</c:v>
                </c:pt>
                <c:pt idx="790">
                  <c:v>67</c:v>
                </c:pt>
                <c:pt idx="791">
                  <c:v>0</c:v>
                </c:pt>
                <c:pt idx="792">
                  <c:v>0</c:v>
                </c:pt>
                <c:pt idx="793">
                  <c:v>0</c:v>
                </c:pt>
                <c:pt idx="794">
                  <c:v>0</c:v>
                </c:pt>
                <c:pt idx="795">
                  <c:v>0</c:v>
                </c:pt>
                <c:pt idx="796">
                  <c:v>0</c:v>
                </c:pt>
                <c:pt idx="797">
                  <c:v>73</c:v>
                </c:pt>
                <c:pt idx="798">
                  <c:v>0</c:v>
                </c:pt>
                <c:pt idx="799">
                  <c:v>71</c:v>
                </c:pt>
                <c:pt idx="800">
                  <c:v>0</c:v>
                </c:pt>
                <c:pt idx="801">
                  <c:v>0</c:v>
                </c:pt>
                <c:pt idx="802">
                  <c:v>72</c:v>
                </c:pt>
                <c:pt idx="803">
                  <c:v>0</c:v>
                </c:pt>
                <c:pt idx="804">
                  <c:v>0</c:v>
                </c:pt>
                <c:pt idx="805">
                  <c:v>0</c:v>
                </c:pt>
                <c:pt idx="806">
                  <c:v>0</c:v>
                </c:pt>
                <c:pt idx="807">
                  <c:v>0</c:v>
                </c:pt>
                <c:pt idx="808">
                  <c:v>0</c:v>
                </c:pt>
                <c:pt idx="809">
                  <c:v>72</c:v>
                </c:pt>
                <c:pt idx="810">
                  <c:v>70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67</c:v>
                </c:pt>
                <c:pt idx="827">
                  <c:v>0</c:v>
                </c:pt>
                <c:pt idx="828">
                  <c:v>0</c:v>
                </c:pt>
                <c:pt idx="829">
                  <c:v>0</c:v>
                </c:pt>
                <c:pt idx="830">
                  <c:v>0</c:v>
                </c:pt>
                <c:pt idx="831">
                  <c:v>0</c:v>
                </c:pt>
                <c:pt idx="832">
                  <c:v>0</c:v>
                </c:pt>
                <c:pt idx="833">
                  <c:v>70</c:v>
                </c:pt>
                <c:pt idx="834">
                  <c:v>0</c:v>
                </c:pt>
                <c:pt idx="835">
                  <c:v>0</c:v>
                </c:pt>
                <c:pt idx="836">
                  <c:v>0</c:v>
                </c:pt>
                <c:pt idx="837">
                  <c:v>0</c:v>
                </c:pt>
                <c:pt idx="838">
                  <c:v>72</c:v>
                </c:pt>
                <c:pt idx="839">
                  <c:v>0</c:v>
                </c:pt>
                <c:pt idx="840">
                  <c:v>0</c:v>
                </c:pt>
                <c:pt idx="841">
                  <c:v>0</c:v>
                </c:pt>
                <c:pt idx="842">
                  <c:v>73</c:v>
                </c:pt>
                <c:pt idx="843">
                  <c:v>0</c:v>
                </c:pt>
                <c:pt idx="844">
                  <c:v>0</c:v>
                </c:pt>
                <c:pt idx="845">
                  <c:v>69</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67</c:v>
                </c:pt>
                <c:pt idx="860">
                  <c:v>0</c:v>
                </c:pt>
                <c:pt idx="861">
                  <c:v>0</c:v>
                </c:pt>
                <c:pt idx="862">
                  <c:v>73</c:v>
                </c:pt>
                <c:pt idx="863">
                  <c:v>0</c:v>
                </c:pt>
                <c:pt idx="864">
                  <c:v>0</c:v>
                </c:pt>
                <c:pt idx="865">
                  <c:v>0</c:v>
                </c:pt>
                <c:pt idx="866">
                  <c:v>0</c:v>
                </c:pt>
                <c:pt idx="867">
                  <c:v>0</c:v>
                </c:pt>
                <c:pt idx="868">
                  <c:v>0</c:v>
                </c:pt>
                <c:pt idx="869">
                  <c:v>70</c:v>
                </c:pt>
                <c:pt idx="870">
                  <c:v>69</c:v>
                </c:pt>
                <c:pt idx="871">
                  <c:v>69</c:v>
                </c:pt>
                <c:pt idx="872">
                  <c:v>0</c:v>
                </c:pt>
                <c:pt idx="873">
                  <c:v>70</c:v>
                </c:pt>
                <c:pt idx="874">
                  <c:v>69</c:v>
                </c:pt>
                <c:pt idx="875">
                  <c:v>0</c:v>
                </c:pt>
                <c:pt idx="876">
                  <c:v>0</c:v>
                </c:pt>
                <c:pt idx="877">
                  <c:v>0</c:v>
                </c:pt>
                <c:pt idx="878">
                  <c:v>0</c:v>
                </c:pt>
                <c:pt idx="879">
                  <c:v>0</c:v>
                </c:pt>
                <c:pt idx="880">
                  <c:v>0</c:v>
                </c:pt>
                <c:pt idx="881">
                  <c:v>0</c:v>
                </c:pt>
                <c:pt idx="882">
                  <c:v>0</c:v>
                </c:pt>
                <c:pt idx="883">
                  <c:v>0</c:v>
                </c:pt>
                <c:pt idx="884">
                  <c:v>71</c:v>
                </c:pt>
                <c:pt idx="885">
                  <c:v>0</c:v>
                </c:pt>
                <c:pt idx="886">
                  <c:v>0</c:v>
                </c:pt>
                <c:pt idx="887">
                  <c:v>0</c:v>
                </c:pt>
                <c:pt idx="888">
                  <c:v>0</c:v>
                </c:pt>
                <c:pt idx="889">
                  <c:v>70</c:v>
                </c:pt>
                <c:pt idx="890">
                  <c:v>0</c:v>
                </c:pt>
                <c:pt idx="891">
                  <c:v>0</c:v>
                </c:pt>
                <c:pt idx="892">
                  <c:v>0</c:v>
                </c:pt>
                <c:pt idx="893">
                  <c:v>0</c:v>
                </c:pt>
                <c:pt idx="894">
                  <c:v>0</c:v>
                </c:pt>
                <c:pt idx="895">
                  <c:v>0</c:v>
                </c:pt>
                <c:pt idx="896">
                  <c:v>0</c:v>
                </c:pt>
                <c:pt idx="897">
                  <c:v>0</c:v>
                </c:pt>
                <c:pt idx="898">
                  <c:v>0</c:v>
                </c:pt>
                <c:pt idx="899">
                  <c:v>70</c:v>
                </c:pt>
                <c:pt idx="900">
                  <c:v>68</c:v>
                </c:pt>
                <c:pt idx="901">
                  <c:v>0</c:v>
                </c:pt>
                <c:pt idx="902">
                  <c:v>0</c:v>
                </c:pt>
                <c:pt idx="903">
                  <c:v>71</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66</c:v>
                </c:pt>
                <c:pt idx="919">
                  <c:v>0</c:v>
                </c:pt>
                <c:pt idx="920">
                  <c:v>0</c:v>
                </c:pt>
                <c:pt idx="921">
                  <c:v>71</c:v>
                </c:pt>
                <c:pt idx="922">
                  <c:v>0</c:v>
                </c:pt>
                <c:pt idx="923">
                  <c:v>0</c:v>
                </c:pt>
                <c:pt idx="924">
                  <c:v>0</c:v>
                </c:pt>
                <c:pt idx="925">
                  <c:v>0</c:v>
                </c:pt>
                <c:pt idx="926">
                  <c:v>0</c:v>
                </c:pt>
                <c:pt idx="927">
                  <c:v>0</c:v>
                </c:pt>
                <c:pt idx="928">
                  <c:v>0</c:v>
                </c:pt>
                <c:pt idx="929">
                  <c:v>70</c:v>
                </c:pt>
                <c:pt idx="930">
                  <c:v>0</c:v>
                </c:pt>
                <c:pt idx="931">
                  <c:v>0</c:v>
                </c:pt>
                <c:pt idx="932">
                  <c:v>0</c:v>
                </c:pt>
                <c:pt idx="933">
                  <c:v>0</c:v>
                </c:pt>
                <c:pt idx="934">
                  <c:v>0</c:v>
                </c:pt>
                <c:pt idx="935">
                  <c:v>73</c:v>
                </c:pt>
                <c:pt idx="936">
                  <c:v>0</c:v>
                </c:pt>
                <c:pt idx="937">
                  <c:v>0</c:v>
                </c:pt>
                <c:pt idx="938">
                  <c:v>0</c:v>
                </c:pt>
                <c:pt idx="939">
                  <c:v>0</c:v>
                </c:pt>
                <c:pt idx="940">
                  <c:v>0</c:v>
                </c:pt>
                <c:pt idx="941">
                  <c:v>0</c:v>
                </c:pt>
                <c:pt idx="942">
                  <c:v>0</c:v>
                </c:pt>
                <c:pt idx="943">
                  <c:v>0</c:v>
                </c:pt>
                <c:pt idx="944">
                  <c:v>0</c:v>
                </c:pt>
                <c:pt idx="945">
                  <c:v>0</c:v>
                </c:pt>
                <c:pt idx="946">
                  <c:v>73</c:v>
                </c:pt>
                <c:pt idx="947">
                  <c:v>0</c:v>
                </c:pt>
                <c:pt idx="948">
                  <c:v>67</c:v>
                </c:pt>
                <c:pt idx="949">
                  <c:v>0</c:v>
                </c:pt>
                <c:pt idx="950">
                  <c:v>0</c:v>
                </c:pt>
                <c:pt idx="951">
                  <c:v>0</c:v>
                </c:pt>
                <c:pt idx="952">
                  <c:v>0</c:v>
                </c:pt>
                <c:pt idx="953">
                  <c:v>0</c:v>
                </c:pt>
                <c:pt idx="954">
                  <c:v>68</c:v>
                </c:pt>
                <c:pt idx="955">
                  <c:v>0</c:v>
                </c:pt>
                <c:pt idx="956">
                  <c:v>0</c:v>
                </c:pt>
                <c:pt idx="957">
                  <c:v>0</c:v>
                </c:pt>
                <c:pt idx="958">
                  <c:v>73</c:v>
                </c:pt>
                <c:pt idx="959">
                  <c:v>73</c:v>
                </c:pt>
                <c:pt idx="960">
                  <c:v>0</c:v>
                </c:pt>
                <c:pt idx="961">
                  <c:v>0</c:v>
                </c:pt>
                <c:pt idx="962">
                  <c:v>0</c:v>
                </c:pt>
                <c:pt idx="963">
                  <c:v>0</c:v>
                </c:pt>
                <c:pt idx="964">
                  <c:v>0</c:v>
                </c:pt>
                <c:pt idx="965">
                  <c:v>68</c:v>
                </c:pt>
                <c:pt idx="966">
                  <c:v>0</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2-2CE9-4DE2-A163-131796AB693F}"/>
            </c:ext>
          </c:extLst>
        </c:ser>
        <c:ser>
          <c:idx val="3"/>
          <c:order val="3"/>
          <c:tx>
            <c:strRef>
              <c:f>'Sub-Dataset'!$CM$1</c:f>
              <c:strCache>
                <c:ptCount val="1"/>
                <c:pt idx="0">
                  <c:v>Good</c:v>
                </c:pt>
              </c:strCache>
            </c:strRef>
          </c:tx>
          <c:spPr>
            <a:ln w="19050" cap="rnd">
              <a:noFill/>
              <a:round/>
            </a:ln>
            <a:effectLst/>
          </c:spPr>
          <c:marker>
            <c:symbol val="circle"/>
            <c:size val="3"/>
            <c:spPr>
              <a:solidFill>
                <a:srgbClr val="FFC000"/>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'Sub-Dataset'!$CM$2:$CM$974</c:f>
              <c:numCache>
                <c:formatCode>General</c:formatCode>
                <c:ptCount val="973"/>
                <c:pt idx="0">
                  <c:v>0</c:v>
                </c:pt>
                <c:pt idx="1">
                  <c:v>0</c:v>
                </c:pt>
                <c:pt idx="2">
                  <c:v>0</c:v>
                </c:pt>
                <c:pt idx="3">
                  <c:v>0</c:v>
                </c:pt>
                <c:pt idx="4">
                  <c:v>0</c:v>
                </c:pt>
                <c:pt idx="5">
                  <c:v>67</c:v>
                </c:pt>
                <c:pt idx="6">
                  <c:v>0</c:v>
                </c:pt>
                <c:pt idx="7">
                  <c:v>67</c:v>
                </c:pt>
                <c:pt idx="8">
                  <c:v>63</c:v>
                </c:pt>
                <c:pt idx="9">
                  <c:v>0</c:v>
                </c:pt>
                <c:pt idx="10">
                  <c:v>68</c:v>
                </c:pt>
                <c:pt idx="11">
                  <c:v>0</c:v>
                </c:pt>
                <c:pt idx="12">
                  <c:v>0</c:v>
                </c:pt>
                <c:pt idx="13">
                  <c:v>0</c:v>
                </c:pt>
                <c:pt idx="14">
                  <c:v>0</c:v>
                </c:pt>
                <c:pt idx="15">
                  <c:v>0</c:v>
                </c:pt>
                <c:pt idx="16">
                  <c:v>69</c:v>
                </c:pt>
                <c:pt idx="17">
                  <c:v>0</c:v>
                </c:pt>
                <c:pt idx="18">
                  <c:v>0</c:v>
                </c:pt>
                <c:pt idx="19">
                  <c:v>0</c:v>
                </c:pt>
                <c:pt idx="20">
                  <c:v>0</c:v>
                </c:pt>
                <c:pt idx="21">
                  <c:v>0</c:v>
                </c:pt>
                <c:pt idx="22">
                  <c:v>64</c:v>
                </c:pt>
                <c:pt idx="23">
                  <c:v>0</c:v>
                </c:pt>
                <c:pt idx="24">
                  <c:v>0</c:v>
                </c:pt>
                <c:pt idx="25">
                  <c:v>0</c:v>
                </c:pt>
                <c:pt idx="26">
                  <c:v>0</c:v>
                </c:pt>
                <c:pt idx="27">
                  <c:v>0</c:v>
                </c:pt>
                <c:pt idx="28">
                  <c:v>0</c:v>
                </c:pt>
                <c:pt idx="29">
                  <c:v>0</c:v>
                </c:pt>
                <c:pt idx="30">
                  <c:v>0</c:v>
                </c:pt>
                <c:pt idx="31">
                  <c:v>0</c:v>
                </c:pt>
                <c:pt idx="32">
                  <c:v>0</c:v>
                </c:pt>
                <c:pt idx="33">
                  <c:v>69</c:v>
                </c:pt>
                <c:pt idx="34">
                  <c:v>0</c:v>
                </c:pt>
                <c:pt idx="35">
                  <c:v>0</c:v>
                </c:pt>
                <c:pt idx="36">
                  <c:v>0</c:v>
                </c:pt>
                <c:pt idx="37">
                  <c:v>0</c:v>
                </c:pt>
                <c:pt idx="38">
                  <c:v>0</c:v>
                </c:pt>
                <c:pt idx="39">
                  <c:v>0</c:v>
                </c:pt>
                <c:pt idx="40">
                  <c:v>0</c:v>
                </c:pt>
                <c:pt idx="41">
                  <c:v>66</c:v>
                </c:pt>
                <c:pt idx="42">
                  <c:v>0</c:v>
                </c:pt>
                <c:pt idx="43">
                  <c:v>0</c:v>
                </c:pt>
                <c:pt idx="44">
                  <c:v>0</c:v>
                </c:pt>
                <c:pt idx="45">
                  <c:v>0</c:v>
                </c:pt>
                <c:pt idx="46">
                  <c:v>63</c:v>
                </c:pt>
                <c:pt idx="47">
                  <c:v>0</c:v>
                </c:pt>
                <c:pt idx="48">
                  <c:v>0</c:v>
                </c:pt>
                <c:pt idx="49">
                  <c:v>0</c:v>
                </c:pt>
                <c:pt idx="50">
                  <c:v>0</c:v>
                </c:pt>
                <c:pt idx="51">
                  <c:v>0</c:v>
                </c:pt>
                <c:pt idx="52">
                  <c:v>66</c:v>
                </c:pt>
                <c:pt idx="53">
                  <c:v>0</c:v>
                </c:pt>
                <c:pt idx="54">
                  <c:v>0</c:v>
                </c:pt>
                <c:pt idx="55">
                  <c:v>0</c:v>
                </c:pt>
                <c:pt idx="56">
                  <c:v>0</c:v>
                </c:pt>
                <c:pt idx="57">
                  <c:v>66</c:v>
                </c:pt>
                <c:pt idx="58">
                  <c:v>0</c:v>
                </c:pt>
                <c:pt idx="59">
                  <c:v>0</c:v>
                </c:pt>
                <c:pt idx="60">
                  <c:v>66</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68</c:v>
                </c:pt>
                <c:pt idx="87">
                  <c:v>0</c:v>
                </c:pt>
                <c:pt idx="88">
                  <c:v>0</c:v>
                </c:pt>
                <c:pt idx="89">
                  <c:v>0</c:v>
                </c:pt>
                <c:pt idx="90">
                  <c:v>0</c:v>
                </c:pt>
                <c:pt idx="91">
                  <c:v>65</c:v>
                </c:pt>
                <c:pt idx="92">
                  <c:v>0</c:v>
                </c:pt>
                <c:pt idx="93">
                  <c:v>0</c:v>
                </c:pt>
                <c:pt idx="94">
                  <c:v>66</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69</c:v>
                </c:pt>
                <c:pt idx="117">
                  <c:v>0</c:v>
                </c:pt>
                <c:pt idx="118">
                  <c:v>0</c:v>
                </c:pt>
                <c:pt idx="119">
                  <c:v>63</c:v>
                </c:pt>
                <c:pt idx="120">
                  <c:v>0</c:v>
                </c:pt>
                <c:pt idx="121">
                  <c:v>0</c:v>
                </c:pt>
                <c:pt idx="122">
                  <c:v>62</c:v>
                </c:pt>
                <c:pt idx="123">
                  <c:v>0</c:v>
                </c:pt>
                <c:pt idx="124">
                  <c:v>0</c:v>
                </c:pt>
                <c:pt idx="125">
                  <c:v>0</c:v>
                </c:pt>
                <c:pt idx="126">
                  <c:v>0</c:v>
                </c:pt>
                <c:pt idx="127">
                  <c:v>0</c:v>
                </c:pt>
                <c:pt idx="128">
                  <c:v>0</c:v>
                </c:pt>
                <c:pt idx="129">
                  <c:v>0</c:v>
                </c:pt>
                <c:pt idx="130">
                  <c:v>0</c:v>
                </c:pt>
                <c:pt idx="131">
                  <c:v>0</c:v>
                </c:pt>
                <c:pt idx="132">
                  <c:v>69</c:v>
                </c:pt>
                <c:pt idx="133">
                  <c:v>0</c:v>
                </c:pt>
                <c:pt idx="134">
                  <c:v>68</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69</c:v>
                </c:pt>
                <c:pt idx="155">
                  <c:v>0</c:v>
                </c:pt>
                <c:pt idx="156">
                  <c:v>0</c:v>
                </c:pt>
                <c:pt idx="157">
                  <c:v>0</c:v>
                </c:pt>
                <c:pt idx="158">
                  <c:v>0</c:v>
                </c:pt>
                <c:pt idx="159">
                  <c:v>0</c:v>
                </c:pt>
                <c:pt idx="160">
                  <c:v>0</c:v>
                </c:pt>
                <c:pt idx="161">
                  <c:v>67</c:v>
                </c:pt>
                <c:pt idx="162">
                  <c:v>0</c:v>
                </c:pt>
                <c:pt idx="163">
                  <c:v>0</c:v>
                </c:pt>
                <c:pt idx="164">
                  <c:v>0</c:v>
                </c:pt>
                <c:pt idx="165">
                  <c:v>0</c:v>
                </c:pt>
                <c:pt idx="166">
                  <c:v>0</c:v>
                </c:pt>
                <c:pt idx="167">
                  <c:v>0</c:v>
                </c:pt>
                <c:pt idx="168">
                  <c:v>0</c:v>
                </c:pt>
                <c:pt idx="169">
                  <c:v>0</c:v>
                </c:pt>
                <c:pt idx="170">
                  <c:v>68</c:v>
                </c:pt>
                <c:pt idx="171">
                  <c:v>69</c:v>
                </c:pt>
                <c:pt idx="172">
                  <c:v>0</c:v>
                </c:pt>
                <c:pt idx="173">
                  <c:v>0</c:v>
                </c:pt>
                <c:pt idx="174">
                  <c:v>65</c:v>
                </c:pt>
                <c:pt idx="175">
                  <c:v>0</c:v>
                </c:pt>
                <c:pt idx="176">
                  <c:v>0</c:v>
                </c:pt>
                <c:pt idx="177">
                  <c:v>0</c:v>
                </c:pt>
                <c:pt idx="178">
                  <c:v>0</c:v>
                </c:pt>
                <c:pt idx="179">
                  <c:v>0</c:v>
                </c:pt>
                <c:pt idx="180">
                  <c:v>0</c:v>
                </c:pt>
                <c:pt idx="181">
                  <c:v>0</c:v>
                </c:pt>
                <c:pt idx="182">
                  <c:v>0</c:v>
                </c:pt>
                <c:pt idx="183">
                  <c:v>0</c:v>
                </c:pt>
                <c:pt idx="184">
                  <c:v>0</c:v>
                </c:pt>
                <c:pt idx="185">
                  <c:v>0</c:v>
                </c:pt>
                <c:pt idx="186">
                  <c:v>0</c:v>
                </c:pt>
                <c:pt idx="187">
                  <c:v>66</c:v>
                </c:pt>
                <c:pt idx="188">
                  <c:v>0</c:v>
                </c:pt>
                <c:pt idx="189">
                  <c:v>0</c:v>
                </c:pt>
                <c:pt idx="190">
                  <c:v>0</c:v>
                </c:pt>
                <c:pt idx="191">
                  <c:v>0</c:v>
                </c:pt>
                <c:pt idx="192">
                  <c:v>0</c:v>
                </c:pt>
                <c:pt idx="193">
                  <c:v>0</c:v>
                </c:pt>
                <c:pt idx="194">
                  <c:v>0</c:v>
                </c:pt>
                <c:pt idx="195">
                  <c:v>0</c:v>
                </c:pt>
                <c:pt idx="196">
                  <c:v>0</c:v>
                </c:pt>
                <c:pt idx="197">
                  <c:v>64</c:v>
                </c:pt>
                <c:pt idx="198">
                  <c:v>0</c:v>
                </c:pt>
                <c:pt idx="199">
                  <c:v>0</c:v>
                </c:pt>
                <c:pt idx="200">
                  <c:v>0</c:v>
                </c:pt>
                <c:pt idx="201">
                  <c:v>66</c:v>
                </c:pt>
                <c:pt idx="202">
                  <c:v>0</c:v>
                </c:pt>
                <c:pt idx="203">
                  <c:v>0</c:v>
                </c:pt>
                <c:pt idx="204">
                  <c:v>0</c:v>
                </c:pt>
                <c:pt idx="205">
                  <c:v>0</c:v>
                </c:pt>
                <c:pt idx="206">
                  <c:v>0</c:v>
                </c:pt>
                <c:pt idx="207">
                  <c:v>66</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62</c:v>
                </c:pt>
                <c:pt idx="225">
                  <c:v>63</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65</c:v>
                </c:pt>
                <c:pt idx="243">
                  <c:v>0</c:v>
                </c:pt>
                <c:pt idx="244">
                  <c:v>63</c:v>
                </c:pt>
                <c:pt idx="245">
                  <c:v>0</c:v>
                </c:pt>
                <c:pt idx="246">
                  <c:v>0</c:v>
                </c:pt>
                <c:pt idx="247">
                  <c:v>0</c:v>
                </c:pt>
                <c:pt idx="248">
                  <c:v>0</c:v>
                </c:pt>
                <c:pt idx="249">
                  <c:v>66</c:v>
                </c:pt>
                <c:pt idx="250">
                  <c:v>63</c:v>
                </c:pt>
                <c:pt idx="251">
                  <c:v>0</c:v>
                </c:pt>
                <c:pt idx="252">
                  <c:v>0</c:v>
                </c:pt>
                <c:pt idx="253">
                  <c:v>0</c:v>
                </c:pt>
                <c:pt idx="254">
                  <c:v>0</c:v>
                </c:pt>
                <c:pt idx="255">
                  <c:v>0</c:v>
                </c:pt>
                <c:pt idx="256">
                  <c:v>67</c:v>
                </c:pt>
                <c:pt idx="257">
                  <c:v>0</c:v>
                </c:pt>
                <c:pt idx="258">
                  <c:v>0</c:v>
                </c:pt>
                <c:pt idx="259">
                  <c:v>0</c:v>
                </c:pt>
                <c:pt idx="260">
                  <c:v>0</c:v>
                </c:pt>
                <c:pt idx="261">
                  <c:v>67</c:v>
                </c:pt>
                <c:pt idx="262">
                  <c:v>64</c:v>
                </c:pt>
                <c:pt idx="263">
                  <c:v>0</c:v>
                </c:pt>
                <c:pt idx="264">
                  <c:v>0</c:v>
                </c:pt>
                <c:pt idx="265">
                  <c:v>66</c:v>
                </c:pt>
                <c:pt idx="266">
                  <c:v>0</c:v>
                </c:pt>
                <c:pt idx="267">
                  <c:v>0</c:v>
                </c:pt>
                <c:pt idx="268">
                  <c:v>0</c:v>
                </c:pt>
                <c:pt idx="269">
                  <c:v>0</c:v>
                </c:pt>
                <c:pt idx="270">
                  <c:v>66</c:v>
                </c:pt>
                <c:pt idx="271">
                  <c:v>65</c:v>
                </c:pt>
                <c:pt idx="272">
                  <c:v>0</c:v>
                </c:pt>
                <c:pt idx="273">
                  <c:v>0</c:v>
                </c:pt>
                <c:pt idx="274">
                  <c:v>0</c:v>
                </c:pt>
                <c:pt idx="275">
                  <c:v>0</c:v>
                </c:pt>
                <c:pt idx="276">
                  <c:v>0</c:v>
                </c:pt>
                <c:pt idx="277">
                  <c:v>0</c:v>
                </c:pt>
                <c:pt idx="278">
                  <c:v>0</c:v>
                </c:pt>
                <c:pt idx="279">
                  <c:v>0</c:v>
                </c:pt>
                <c:pt idx="280">
                  <c:v>64</c:v>
                </c:pt>
                <c:pt idx="281">
                  <c:v>0</c:v>
                </c:pt>
                <c:pt idx="282">
                  <c:v>0</c:v>
                </c:pt>
                <c:pt idx="283">
                  <c:v>0</c:v>
                </c:pt>
                <c:pt idx="284">
                  <c:v>0</c:v>
                </c:pt>
                <c:pt idx="285">
                  <c:v>0</c:v>
                </c:pt>
                <c:pt idx="286">
                  <c:v>0</c:v>
                </c:pt>
                <c:pt idx="287">
                  <c:v>0</c:v>
                </c:pt>
                <c:pt idx="288">
                  <c:v>0</c:v>
                </c:pt>
                <c:pt idx="289">
                  <c:v>0</c:v>
                </c:pt>
                <c:pt idx="290">
                  <c:v>64</c:v>
                </c:pt>
                <c:pt idx="291">
                  <c:v>0</c:v>
                </c:pt>
                <c:pt idx="292">
                  <c:v>0</c:v>
                </c:pt>
                <c:pt idx="293">
                  <c:v>0</c:v>
                </c:pt>
                <c:pt idx="294">
                  <c:v>65</c:v>
                </c:pt>
                <c:pt idx="295">
                  <c:v>0</c:v>
                </c:pt>
                <c:pt idx="296">
                  <c:v>0</c:v>
                </c:pt>
                <c:pt idx="297">
                  <c:v>66</c:v>
                </c:pt>
                <c:pt idx="298">
                  <c:v>0</c:v>
                </c:pt>
                <c:pt idx="299">
                  <c:v>66</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65</c:v>
                </c:pt>
                <c:pt idx="331">
                  <c:v>0</c:v>
                </c:pt>
                <c:pt idx="332">
                  <c:v>0</c:v>
                </c:pt>
                <c:pt idx="333">
                  <c:v>0</c:v>
                </c:pt>
                <c:pt idx="334">
                  <c:v>0</c:v>
                </c:pt>
                <c:pt idx="335">
                  <c:v>0</c:v>
                </c:pt>
                <c:pt idx="336">
                  <c:v>0</c:v>
                </c:pt>
                <c:pt idx="337">
                  <c:v>0</c:v>
                </c:pt>
                <c:pt idx="338">
                  <c:v>64</c:v>
                </c:pt>
                <c:pt idx="339">
                  <c:v>65</c:v>
                </c:pt>
                <c:pt idx="340">
                  <c:v>0</c:v>
                </c:pt>
                <c:pt idx="341">
                  <c:v>0</c:v>
                </c:pt>
                <c:pt idx="342">
                  <c:v>0</c:v>
                </c:pt>
                <c:pt idx="343">
                  <c:v>65</c:v>
                </c:pt>
                <c:pt idx="344">
                  <c:v>0</c:v>
                </c:pt>
                <c:pt idx="345">
                  <c:v>67</c:v>
                </c:pt>
                <c:pt idx="346">
                  <c:v>66</c:v>
                </c:pt>
                <c:pt idx="347">
                  <c:v>0</c:v>
                </c:pt>
                <c:pt idx="348">
                  <c:v>0</c:v>
                </c:pt>
                <c:pt idx="349">
                  <c:v>0</c:v>
                </c:pt>
                <c:pt idx="350">
                  <c:v>0</c:v>
                </c:pt>
                <c:pt idx="351">
                  <c:v>0</c:v>
                </c:pt>
                <c:pt idx="352">
                  <c:v>67</c:v>
                </c:pt>
                <c:pt idx="353">
                  <c:v>0</c:v>
                </c:pt>
                <c:pt idx="354">
                  <c:v>67</c:v>
                </c:pt>
                <c:pt idx="355">
                  <c:v>0</c:v>
                </c:pt>
                <c:pt idx="356">
                  <c:v>0</c:v>
                </c:pt>
                <c:pt idx="357">
                  <c:v>0</c:v>
                </c:pt>
                <c:pt idx="358">
                  <c:v>0</c:v>
                </c:pt>
                <c:pt idx="359">
                  <c:v>0</c:v>
                </c:pt>
                <c:pt idx="360">
                  <c:v>67</c:v>
                </c:pt>
                <c:pt idx="361">
                  <c:v>65</c:v>
                </c:pt>
                <c:pt idx="362">
                  <c:v>0</c:v>
                </c:pt>
                <c:pt idx="363">
                  <c:v>0</c:v>
                </c:pt>
                <c:pt idx="364">
                  <c:v>66</c:v>
                </c:pt>
                <c:pt idx="365">
                  <c:v>0</c:v>
                </c:pt>
                <c:pt idx="366">
                  <c:v>0</c:v>
                </c:pt>
                <c:pt idx="367">
                  <c:v>0</c:v>
                </c:pt>
                <c:pt idx="368">
                  <c:v>0</c:v>
                </c:pt>
                <c:pt idx="369">
                  <c:v>0</c:v>
                </c:pt>
                <c:pt idx="370">
                  <c:v>67</c:v>
                </c:pt>
                <c:pt idx="371">
                  <c:v>0</c:v>
                </c:pt>
                <c:pt idx="372">
                  <c:v>0</c:v>
                </c:pt>
                <c:pt idx="373">
                  <c:v>0</c:v>
                </c:pt>
                <c:pt idx="374">
                  <c:v>0</c:v>
                </c:pt>
                <c:pt idx="375">
                  <c:v>68</c:v>
                </c:pt>
                <c:pt idx="376">
                  <c:v>0</c:v>
                </c:pt>
                <c:pt idx="377">
                  <c:v>0</c:v>
                </c:pt>
                <c:pt idx="378">
                  <c:v>0</c:v>
                </c:pt>
                <c:pt idx="379">
                  <c:v>0</c:v>
                </c:pt>
                <c:pt idx="380">
                  <c:v>0</c:v>
                </c:pt>
                <c:pt idx="381">
                  <c:v>0</c:v>
                </c:pt>
                <c:pt idx="382">
                  <c:v>0</c:v>
                </c:pt>
                <c:pt idx="383">
                  <c:v>0</c:v>
                </c:pt>
                <c:pt idx="384">
                  <c:v>67</c:v>
                </c:pt>
                <c:pt idx="385">
                  <c:v>66</c:v>
                </c:pt>
                <c:pt idx="386">
                  <c:v>0</c:v>
                </c:pt>
                <c:pt idx="387">
                  <c:v>0</c:v>
                </c:pt>
                <c:pt idx="388">
                  <c:v>0</c:v>
                </c:pt>
                <c:pt idx="389">
                  <c:v>65</c:v>
                </c:pt>
                <c:pt idx="390">
                  <c:v>0</c:v>
                </c:pt>
                <c:pt idx="391">
                  <c:v>0</c:v>
                </c:pt>
                <c:pt idx="392">
                  <c:v>65</c:v>
                </c:pt>
                <c:pt idx="393">
                  <c:v>0</c:v>
                </c:pt>
                <c:pt idx="394">
                  <c:v>0</c:v>
                </c:pt>
                <c:pt idx="395">
                  <c:v>66</c:v>
                </c:pt>
                <c:pt idx="396">
                  <c:v>0</c:v>
                </c:pt>
                <c:pt idx="397">
                  <c:v>0</c:v>
                </c:pt>
                <c:pt idx="398">
                  <c:v>0</c:v>
                </c:pt>
                <c:pt idx="399">
                  <c:v>0</c:v>
                </c:pt>
                <c:pt idx="400">
                  <c:v>0</c:v>
                </c:pt>
                <c:pt idx="401">
                  <c:v>0</c:v>
                </c:pt>
                <c:pt idx="402">
                  <c:v>0</c:v>
                </c:pt>
                <c:pt idx="403">
                  <c:v>0</c:v>
                </c:pt>
                <c:pt idx="404">
                  <c:v>0</c:v>
                </c:pt>
                <c:pt idx="405">
                  <c:v>69</c:v>
                </c:pt>
                <c:pt idx="406">
                  <c:v>0</c:v>
                </c:pt>
                <c:pt idx="407">
                  <c:v>0</c:v>
                </c:pt>
                <c:pt idx="408">
                  <c:v>0</c:v>
                </c:pt>
                <c:pt idx="409">
                  <c:v>67</c:v>
                </c:pt>
                <c:pt idx="410">
                  <c:v>0</c:v>
                </c:pt>
                <c:pt idx="411">
                  <c:v>0</c:v>
                </c:pt>
                <c:pt idx="412">
                  <c:v>0</c:v>
                </c:pt>
                <c:pt idx="413">
                  <c:v>0</c:v>
                </c:pt>
                <c:pt idx="414">
                  <c:v>0</c:v>
                </c:pt>
                <c:pt idx="415">
                  <c:v>0</c:v>
                </c:pt>
                <c:pt idx="416">
                  <c:v>0</c:v>
                </c:pt>
                <c:pt idx="417">
                  <c:v>0</c:v>
                </c:pt>
                <c:pt idx="418">
                  <c:v>0</c:v>
                </c:pt>
                <c:pt idx="419">
                  <c:v>0</c:v>
                </c:pt>
                <c:pt idx="420">
                  <c:v>65</c:v>
                </c:pt>
                <c:pt idx="421">
                  <c:v>0</c:v>
                </c:pt>
                <c:pt idx="422">
                  <c:v>66</c:v>
                </c:pt>
                <c:pt idx="423">
                  <c:v>0</c:v>
                </c:pt>
                <c:pt idx="424">
                  <c:v>0</c:v>
                </c:pt>
                <c:pt idx="425">
                  <c:v>0</c:v>
                </c:pt>
                <c:pt idx="426">
                  <c:v>0</c:v>
                </c:pt>
                <c:pt idx="427">
                  <c:v>65</c:v>
                </c:pt>
                <c:pt idx="428">
                  <c:v>0</c:v>
                </c:pt>
                <c:pt idx="429">
                  <c:v>0</c:v>
                </c:pt>
                <c:pt idx="430">
                  <c:v>0</c:v>
                </c:pt>
                <c:pt idx="431">
                  <c:v>0</c:v>
                </c:pt>
                <c:pt idx="432">
                  <c:v>0</c:v>
                </c:pt>
                <c:pt idx="433">
                  <c:v>0</c:v>
                </c:pt>
                <c:pt idx="434">
                  <c:v>68</c:v>
                </c:pt>
                <c:pt idx="435">
                  <c:v>0</c:v>
                </c:pt>
                <c:pt idx="436">
                  <c:v>65</c:v>
                </c:pt>
                <c:pt idx="437">
                  <c:v>69</c:v>
                </c:pt>
                <c:pt idx="438">
                  <c:v>0</c:v>
                </c:pt>
                <c:pt idx="439">
                  <c:v>0</c:v>
                </c:pt>
                <c:pt idx="440">
                  <c:v>0</c:v>
                </c:pt>
                <c:pt idx="441">
                  <c:v>0</c:v>
                </c:pt>
                <c:pt idx="442">
                  <c:v>0</c:v>
                </c:pt>
                <c:pt idx="443">
                  <c:v>0</c:v>
                </c:pt>
                <c:pt idx="444">
                  <c:v>0</c:v>
                </c:pt>
                <c:pt idx="445">
                  <c:v>0</c:v>
                </c:pt>
                <c:pt idx="446">
                  <c:v>62</c:v>
                </c:pt>
                <c:pt idx="447">
                  <c:v>0</c:v>
                </c:pt>
                <c:pt idx="448">
                  <c:v>62</c:v>
                </c:pt>
                <c:pt idx="449">
                  <c:v>0</c:v>
                </c:pt>
                <c:pt idx="450">
                  <c:v>68</c:v>
                </c:pt>
                <c:pt idx="451">
                  <c:v>0</c:v>
                </c:pt>
                <c:pt idx="452">
                  <c:v>0</c:v>
                </c:pt>
                <c:pt idx="453">
                  <c:v>0</c:v>
                </c:pt>
                <c:pt idx="454">
                  <c:v>0</c:v>
                </c:pt>
                <c:pt idx="455">
                  <c:v>0</c:v>
                </c:pt>
                <c:pt idx="456">
                  <c:v>0</c:v>
                </c:pt>
                <c:pt idx="457">
                  <c:v>0</c:v>
                </c:pt>
                <c:pt idx="458">
                  <c:v>0</c:v>
                </c:pt>
                <c:pt idx="459">
                  <c:v>0</c:v>
                </c:pt>
                <c:pt idx="460">
                  <c:v>0</c:v>
                </c:pt>
                <c:pt idx="461">
                  <c:v>0</c:v>
                </c:pt>
                <c:pt idx="462">
                  <c:v>66</c:v>
                </c:pt>
                <c:pt idx="463">
                  <c:v>0</c:v>
                </c:pt>
                <c:pt idx="464">
                  <c:v>0</c:v>
                </c:pt>
                <c:pt idx="465">
                  <c:v>0</c:v>
                </c:pt>
                <c:pt idx="466">
                  <c:v>0</c:v>
                </c:pt>
                <c:pt idx="467">
                  <c:v>0</c:v>
                </c:pt>
                <c:pt idx="468">
                  <c:v>0</c:v>
                </c:pt>
                <c:pt idx="469">
                  <c:v>66</c:v>
                </c:pt>
                <c:pt idx="470">
                  <c:v>0</c:v>
                </c:pt>
                <c:pt idx="471">
                  <c:v>0</c:v>
                </c:pt>
                <c:pt idx="472">
                  <c:v>0</c:v>
                </c:pt>
                <c:pt idx="473">
                  <c:v>0</c:v>
                </c:pt>
                <c:pt idx="474">
                  <c:v>0</c:v>
                </c:pt>
                <c:pt idx="475">
                  <c:v>68</c:v>
                </c:pt>
                <c:pt idx="476">
                  <c:v>0</c:v>
                </c:pt>
                <c:pt idx="477">
                  <c:v>0</c:v>
                </c:pt>
                <c:pt idx="478">
                  <c:v>0</c:v>
                </c:pt>
                <c:pt idx="479">
                  <c:v>0</c:v>
                </c:pt>
                <c:pt idx="480">
                  <c:v>65</c:v>
                </c:pt>
                <c:pt idx="481">
                  <c:v>0</c:v>
                </c:pt>
                <c:pt idx="482">
                  <c:v>67</c:v>
                </c:pt>
                <c:pt idx="483">
                  <c:v>0</c:v>
                </c:pt>
                <c:pt idx="484">
                  <c:v>67</c:v>
                </c:pt>
                <c:pt idx="485">
                  <c:v>68</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64</c:v>
                </c:pt>
                <c:pt idx="503">
                  <c:v>0</c:v>
                </c:pt>
                <c:pt idx="504">
                  <c:v>0</c:v>
                </c:pt>
                <c:pt idx="505">
                  <c:v>0</c:v>
                </c:pt>
                <c:pt idx="506">
                  <c:v>0</c:v>
                </c:pt>
                <c:pt idx="507">
                  <c:v>0</c:v>
                </c:pt>
                <c:pt idx="508">
                  <c:v>0</c:v>
                </c:pt>
                <c:pt idx="509">
                  <c:v>0</c:v>
                </c:pt>
                <c:pt idx="510">
                  <c:v>0</c:v>
                </c:pt>
                <c:pt idx="511">
                  <c:v>0</c:v>
                </c:pt>
                <c:pt idx="512">
                  <c:v>66</c:v>
                </c:pt>
                <c:pt idx="513">
                  <c:v>0</c:v>
                </c:pt>
                <c:pt idx="514">
                  <c:v>0</c:v>
                </c:pt>
                <c:pt idx="515">
                  <c:v>0</c:v>
                </c:pt>
                <c:pt idx="516">
                  <c:v>0</c:v>
                </c:pt>
                <c:pt idx="517">
                  <c:v>65</c:v>
                </c:pt>
                <c:pt idx="518">
                  <c:v>0</c:v>
                </c:pt>
                <c:pt idx="519">
                  <c:v>0</c:v>
                </c:pt>
                <c:pt idx="520">
                  <c:v>68</c:v>
                </c:pt>
                <c:pt idx="521">
                  <c:v>0</c:v>
                </c:pt>
                <c:pt idx="522">
                  <c:v>0</c:v>
                </c:pt>
                <c:pt idx="523">
                  <c:v>0</c:v>
                </c:pt>
                <c:pt idx="524">
                  <c:v>0</c:v>
                </c:pt>
                <c:pt idx="525">
                  <c:v>0</c:v>
                </c:pt>
                <c:pt idx="526">
                  <c:v>69</c:v>
                </c:pt>
                <c:pt idx="527">
                  <c:v>0</c:v>
                </c:pt>
                <c:pt idx="528">
                  <c:v>0</c:v>
                </c:pt>
                <c:pt idx="529">
                  <c:v>0</c:v>
                </c:pt>
                <c:pt idx="530">
                  <c:v>0</c:v>
                </c:pt>
                <c:pt idx="531">
                  <c:v>0</c:v>
                </c:pt>
                <c:pt idx="532">
                  <c:v>0</c:v>
                </c:pt>
                <c:pt idx="533">
                  <c:v>0</c:v>
                </c:pt>
                <c:pt idx="534">
                  <c:v>66</c:v>
                </c:pt>
                <c:pt idx="535">
                  <c:v>65</c:v>
                </c:pt>
                <c:pt idx="536">
                  <c:v>66</c:v>
                </c:pt>
                <c:pt idx="537">
                  <c:v>0</c:v>
                </c:pt>
                <c:pt idx="538">
                  <c:v>0</c:v>
                </c:pt>
                <c:pt idx="539">
                  <c:v>0</c:v>
                </c:pt>
                <c:pt idx="540">
                  <c:v>0</c:v>
                </c:pt>
                <c:pt idx="541">
                  <c:v>0</c:v>
                </c:pt>
                <c:pt idx="542">
                  <c:v>0</c:v>
                </c:pt>
                <c:pt idx="543">
                  <c:v>0</c:v>
                </c:pt>
                <c:pt idx="544">
                  <c:v>0</c:v>
                </c:pt>
                <c:pt idx="545">
                  <c:v>0</c:v>
                </c:pt>
                <c:pt idx="546">
                  <c:v>0</c:v>
                </c:pt>
                <c:pt idx="547">
                  <c:v>0</c:v>
                </c:pt>
                <c:pt idx="548">
                  <c:v>67</c:v>
                </c:pt>
                <c:pt idx="549">
                  <c:v>0</c:v>
                </c:pt>
                <c:pt idx="550">
                  <c:v>0</c:v>
                </c:pt>
                <c:pt idx="551">
                  <c:v>65</c:v>
                </c:pt>
                <c:pt idx="552">
                  <c:v>0</c:v>
                </c:pt>
                <c:pt idx="553">
                  <c:v>0</c:v>
                </c:pt>
                <c:pt idx="554">
                  <c:v>0</c:v>
                </c:pt>
                <c:pt idx="555">
                  <c:v>63</c:v>
                </c:pt>
                <c:pt idx="556">
                  <c:v>0</c:v>
                </c:pt>
                <c:pt idx="557">
                  <c:v>0</c:v>
                </c:pt>
                <c:pt idx="558">
                  <c:v>0</c:v>
                </c:pt>
                <c:pt idx="559">
                  <c:v>0</c:v>
                </c:pt>
                <c:pt idx="560">
                  <c:v>62</c:v>
                </c:pt>
                <c:pt idx="561">
                  <c:v>0</c:v>
                </c:pt>
                <c:pt idx="562">
                  <c:v>0</c:v>
                </c:pt>
                <c:pt idx="563">
                  <c:v>0</c:v>
                </c:pt>
                <c:pt idx="564">
                  <c:v>0</c:v>
                </c:pt>
                <c:pt idx="565">
                  <c:v>66</c:v>
                </c:pt>
                <c:pt idx="566">
                  <c:v>0</c:v>
                </c:pt>
                <c:pt idx="567">
                  <c:v>0</c:v>
                </c:pt>
                <c:pt idx="568">
                  <c:v>0</c:v>
                </c:pt>
                <c:pt idx="569">
                  <c:v>0</c:v>
                </c:pt>
                <c:pt idx="570">
                  <c:v>0</c:v>
                </c:pt>
                <c:pt idx="571">
                  <c:v>0</c:v>
                </c:pt>
                <c:pt idx="572">
                  <c:v>0</c:v>
                </c:pt>
                <c:pt idx="573">
                  <c:v>0</c:v>
                </c:pt>
                <c:pt idx="574">
                  <c:v>0</c:v>
                </c:pt>
                <c:pt idx="575">
                  <c:v>0</c:v>
                </c:pt>
                <c:pt idx="576">
                  <c:v>0</c:v>
                </c:pt>
                <c:pt idx="577">
                  <c:v>0</c:v>
                </c:pt>
                <c:pt idx="578">
                  <c:v>66</c:v>
                </c:pt>
                <c:pt idx="579">
                  <c:v>0</c:v>
                </c:pt>
                <c:pt idx="580">
                  <c:v>0</c:v>
                </c:pt>
                <c:pt idx="581">
                  <c:v>0</c:v>
                </c:pt>
                <c:pt idx="582">
                  <c:v>0</c:v>
                </c:pt>
                <c:pt idx="583">
                  <c:v>0</c:v>
                </c:pt>
                <c:pt idx="584">
                  <c:v>64</c:v>
                </c:pt>
                <c:pt idx="585">
                  <c:v>0</c:v>
                </c:pt>
                <c:pt idx="586">
                  <c:v>0</c:v>
                </c:pt>
                <c:pt idx="587">
                  <c:v>0</c:v>
                </c:pt>
                <c:pt idx="588">
                  <c:v>0</c:v>
                </c:pt>
                <c:pt idx="589">
                  <c:v>69</c:v>
                </c:pt>
                <c:pt idx="590">
                  <c:v>0</c:v>
                </c:pt>
                <c:pt idx="591">
                  <c:v>0</c:v>
                </c:pt>
                <c:pt idx="592">
                  <c:v>0</c:v>
                </c:pt>
                <c:pt idx="593">
                  <c:v>0</c:v>
                </c:pt>
                <c:pt idx="594">
                  <c:v>0</c:v>
                </c:pt>
                <c:pt idx="595">
                  <c:v>65</c:v>
                </c:pt>
                <c:pt idx="596">
                  <c:v>0</c:v>
                </c:pt>
                <c:pt idx="597">
                  <c:v>68</c:v>
                </c:pt>
                <c:pt idx="598">
                  <c:v>0</c:v>
                </c:pt>
                <c:pt idx="599">
                  <c:v>0</c:v>
                </c:pt>
                <c:pt idx="600">
                  <c:v>0</c:v>
                </c:pt>
                <c:pt idx="601">
                  <c:v>0</c:v>
                </c:pt>
                <c:pt idx="602">
                  <c:v>0</c:v>
                </c:pt>
                <c:pt idx="603">
                  <c:v>66</c:v>
                </c:pt>
                <c:pt idx="604">
                  <c:v>0</c:v>
                </c:pt>
                <c:pt idx="605">
                  <c:v>0</c:v>
                </c:pt>
                <c:pt idx="606">
                  <c:v>0</c:v>
                </c:pt>
                <c:pt idx="607">
                  <c:v>0</c:v>
                </c:pt>
                <c:pt idx="608">
                  <c:v>0</c:v>
                </c:pt>
                <c:pt idx="609">
                  <c:v>0</c:v>
                </c:pt>
                <c:pt idx="610">
                  <c:v>0</c:v>
                </c:pt>
                <c:pt idx="611">
                  <c:v>0</c:v>
                </c:pt>
                <c:pt idx="612">
                  <c:v>0</c:v>
                </c:pt>
                <c:pt idx="613">
                  <c:v>66</c:v>
                </c:pt>
                <c:pt idx="614">
                  <c:v>0</c:v>
                </c:pt>
                <c:pt idx="615">
                  <c:v>0</c:v>
                </c:pt>
                <c:pt idx="616">
                  <c:v>0</c:v>
                </c:pt>
                <c:pt idx="617">
                  <c:v>0</c:v>
                </c:pt>
                <c:pt idx="618">
                  <c:v>0</c:v>
                </c:pt>
                <c:pt idx="619">
                  <c:v>66</c:v>
                </c:pt>
                <c:pt idx="620">
                  <c:v>0</c:v>
                </c:pt>
                <c:pt idx="621">
                  <c:v>0</c:v>
                </c:pt>
                <c:pt idx="622">
                  <c:v>0</c:v>
                </c:pt>
                <c:pt idx="623">
                  <c:v>0</c:v>
                </c:pt>
                <c:pt idx="624">
                  <c:v>0</c:v>
                </c:pt>
                <c:pt idx="625">
                  <c:v>0</c:v>
                </c:pt>
                <c:pt idx="626">
                  <c:v>66</c:v>
                </c:pt>
                <c:pt idx="627">
                  <c:v>66</c:v>
                </c:pt>
                <c:pt idx="628">
                  <c:v>0</c:v>
                </c:pt>
                <c:pt idx="629">
                  <c:v>0</c:v>
                </c:pt>
                <c:pt idx="630">
                  <c:v>67</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69</c:v>
                </c:pt>
                <c:pt idx="648">
                  <c:v>69</c:v>
                </c:pt>
                <c:pt idx="649">
                  <c:v>0</c:v>
                </c:pt>
                <c:pt idx="650">
                  <c:v>65</c:v>
                </c:pt>
                <c:pt idx="651">
                  <c:v>0</c:v>
                </c:pt>
                <c:pt idx="652">
                  <c:v>66</c:v>
                </c:pt>
                <c:pt idx="653">
                  <c:v>0</c:v>
                </c:pt>
                <c:pt idx="654">
                  <c:v>0</c:v>
                </c:pt>
                <c:pt idx="655">
                  <c:v>0</c:v>
                </c:pt>
                <c:pt idx="656">
                  <c:v>0</c:v>
                </c:pt>
                <c:pt idx="657">
                  <c:v>0</c:v>
                </c:pt>
                <c:pt idx="658">
                  <c:v>0</c:v>
                </c:pt>
                <c:pt idx="659">
                  <c:v>68</c:v>
                </c:pt>
                <c:pt idx="660">
                  <c:v>0</c:v>
                </c:pt>
                <c:pt idx="661">
                  <c:v>62</c:v>
                </c:pt>
                <c:pt idx="662">
                  <c:v>0</c:v>
                </c:pt>
                <c:pt idx="663">
                  <c:v>0</c:v>
                </c:pt>
                <c:pt idx="664">
                  <c:v>67</c:v>
                </c:pt>
                <c:pt idx="665">
                  <c:v>0</c:v>
                </c:pt>
                <c:pt idx="666">
                  <c:v>0</c:v>
                </c:pt>
                <c:pt idx="667">
                  <c:v>67</c:v>
                </c:pt>
                <c:pt idx="668">
                  <c:v>0</c:v>
                </c:pt>
                <c:pt idx="669">
                  <c:v>0</c:v>
                </c:pt>
                <c:pt idx="670">
                  <c:v>0</c:v>
                </c:pt>
                <c:pt idx="671">
                  <c:v>0</c:v>
                </c:pt>
                <c:pt idx="672">
                  <c:v>0</c:v>
                </c:pt>
                <c:pt idx="673">
                  <c:v>65</c:v>
                </c:pt>
                <c:pt idx="674">
                  <c:v>0</c:v>
                </c:pt>
                <c:pt idx="675">
                  <c:v>0</c:v>
                </c:pt>
                <c:pt idx="676">
                  <c:v>67</c:v>
                </c:pt>
                <c:pt idx="677">
                  <c:v>0</c:v>
                </c:pt>
                <c:pt idx="678">
                  <c:v>0</c:v>
                </c:pt>
                <c:pt idx="679">
                  <c:v>0</c:v>
                </c:pt>
                <c:pt idx="680">
                  <c:v>0</c:v>
                </c:pt>
                <c:pt idx="681">
                  <c:v>67</c:v>
                </c:pt>
                <c:pt idx="682">
                  <c:v>0</c:v>
                </c:pt>
                <c:pt idx="683">
                  <c:v>0</c:v>
                </c:pt>
                <c:pt idx="684">
                  <c:v>0</c:v>
                </c:pt>
                <c:pt idx="685">
                  <c:v>66</c:v>
                </c:pt>
                <c:pt idx="686">
                  <c:v>0</c:v>
                </c:pt>
                <c:pt idx="687">
                  <c:v>68</c:v>
                </c:pt>
                <c:pt idx="688">
                  <c:v>0</c:v>
                </c:pt>
                <c:pt idx="689">
                  <c:v>0</c:v>
                </c:pt>
                <c:pt idx="690">
                  <c:v>66</c:v>
                </c:pt>
                <c:pt idx="691">
                  <c:v>68</c:v>
                </c:pt>
                <c:pt idx="692">
                  <c:v>0</c:v>
                </c:pt>
                <c:pt idx="693">
                  <c:v>0</c:v>
                </c:pt>
                <c:pt idx="694">
                  <c:v>0</c:v>
                </c:pt>
                <c:pt idx="695">
                  <c:v>0</c:v>
                </c:pt>
                <c:pt idx="696">
                  <c:v>0</c:v>
                </c:pt>
                <c:pt idx="697">
                  <c:v>0</c:v>
                </c:pt>
                <c:pt idx="698">
                  <c:v>0</c:v>
                </c:pt>
                <c:pt idx="699">
                  <c:v>65</c:v>
                </c:pt>
                <c:pt idx="700">
                  <c:v>0</c:v>
                </c:pt>
                <c:pt idx="701">
                  <c:v>0</c:v>
                </c:pt>
                <c:pt idx="702">
                  <c:v>0</c:v>
                </c:pt>
                <c:pt idx="703">
                  <c:v>0</c:v>
                </c:pt>
                <c:pt idx="704">
                  <c:v>0</c:v>
                </c:pt>
                <c:pt idx="705">
                  <c:v>0</c:v>
                </c:pt>
                <c:pt idx="706">
                  <c:v>0</c:v>
                </c:pt>
                <c:pt idx="707">
                  <c:v>0</c:v>
                </c:pt>
                <c:pt idx="708">
                  <c:v>0</c:v>
                </c:pt>
                <c:pt idx="709">
                  <c:v>0</c:v>
                </c:pt>
                <c:pt idx="710">
                  <c:v>0</c:v>
                </c:pt>
                <c:pt idx="711">
                  <c:v>67</c:v>
                </c:pt>
                <c:pt idx="712">
                  <c:v>0</c:v>
                </c:pt>
                <c:pt idx="713">
                  <c:v>66</c:v>
                </c:pt>
                <c:pt idx="714">
                  <c:v>0</c:v>
                </c:pt>
                <c:pt idx="715">
                  <c:v>0</c:v>
                </c:pt>
                <c:pt idx="716">
                  <c:v>62</c:v>
                </c:pt>
                <c:pt idx="717">
                  <c:v>0</c:v>
                </c:pt>
                <c:pt idx="718">
                  <c:v>0</c:v>
                </c:pt>
                <c:pt idx="719">
                  <c:v>0</c:v>
                </c:pt>
                <c:pt idx="720">
                  <c:v>65</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64</c:v>
                </c:pt>
                <c:pt idx="739">
                  <c:v>0</c:v>
                </c:pt>
                <c:pt idx="740">
                  <c:v>0</c:v>
                </c:pt>
                <c:pt idx="741">
                  <c:v>0</c:v>
                </c:pt>
                <c:pt idx="742">
                  <c:v>0</c:v>
                </c:pt>
                <c:pt idx="743">
                  <c:v>65</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64</c:v>
                </c:pt>
                <c:pt idx="758">
                  <c:v>0</c:v>
                </c:pt>
                <c:pt idx="759">
                  <c:v>0</c:v>
                </c:pt>
                <c:pt idx="760">
                  <c:v>67</c:v>
                </c:pt>
                <c:pt idx="761">
                  <c:v>0</c:v>
                </c:pt>
                <c:pt idx="762">
                  <c:v>0</c:v>
                </c:pt>
                <c:pt idx="763">
                  <c:v>0</c:v>
                </c:pt>
                <c:pt idx="764">
                  <c:v>0</c:v>
                </c:pt>
                <c:pt idx="765">
                  <c:v>0</c:v>
                </c:pt>
                <c:pt idx="766">
                  <c:v>0</c:v>
                </c:pt>
                <c:pt idx="767">
                  <c:v>0</c:v>
                </c:pt>
                <c:pt idx="768">
                  <c:v>0</c:v>
                </c:pt>
                <c:pt idx="769">
                  <c:v>0</c:v>
                </c:pt>
                <c:pt idx="770">
                  <c:v>65</c:v>
                </c:pt>
                <c:pt idx="771">
                  <c:v>0</c:v>
                </c:pt>
                <c:pt idx="772">
                  <c:v>0</c:v>
                </c:pt>
                <c:pt idx="773">
                  <c:v>0</c:v>
                </c:pt>
                <c:pt idx="774">
                  <c:v>67</c:v>
                </c:pt>
                <c:pt idx="775">
                  <c:v>0</c:v>
                </c:pt>
                <c:pt idx="776">
                  <c:v>0</c:v>
                </c:pt>
                <c:pt idx="777">
                  <c:v>65</c:v>
                </c:pt>
                <c:pt idx="778">
                  <c:v>0</c:v>
                </c:pt>
                <c:pt idx="779">
                  <c:v>0</c:v>
                </c:pt>
                <c:pt idx="780">
                  <c:v>0</c:v>
                </c:pt>
                <c:pt idx="781">
                  <c:v>0</c:v>
                </c:pt>
                <c:pt idx="782">
                  <c:v>63</c:v>
                </c:pt>
                <c:pt idx="783">
                  <c:v>0</c:v>
                </c:pt>
                <c:pt idx="784">
                  <c:v>0</c:v>
                </c:pt>
                <c:pt idx="785">
                  <c:v>0</c:v>
                </c:pt>
                <c:pt idx="786">
                  <c:v>0</c:v>
                </c:pt>
                <c:pt idx="787">
                  <c:v>0</c:v>
                </c:pt>
                <c:pt idx="788">
                  <c:v>0</c:v>
                </c:pt>
                <c:pt idx="789">
                  <c:v>0</c:v>
                </c:pt>
                <c:pt idx="790">
                  <c:v>0</c:v>
                </c:pt>
                <c:pt idx="791">
                  <c:v>0</c:v>
                </c:pt>
                <c:pt idx="792">
                  <c:v>0</c:v>
                </c:pt>
                <c:pt idx="793">
                  <c:v>0</c:v>
                </c:pt>
                <c:pt idx="794">
                  <c:v>0</c:v>
                </c:pt>
                <c:pt idx="795">
                  <c:v>66</c:v>
                </c:pt>
                <c:pt idx="796">
                  <c:v>0</c:v>
                </c:pt>
                <c:pt idx="797">
                  <c:v>0</c:v>
                </c:pt>
                <c:pt idx="798">
                  <c:v>0</c:v>
                </c:pt>
                <c:pt idx="799">
                  <c:v>0</c:v>
                </c:pt>
                <c:pt idx="800">
                  <c:v>0</c:v>
                </c:pt>
                <c:pt idx="801">
                  <c:v>65</c:v>
                </c:pt>
                <c:pt idx="802">
                  <c:v>0</c:v>
                </c:pt>
                <c:pt idx="803">
                  <c:v>0</c:v>
                </c:pt>
                <c:pt idx="804">
                  <c:v>63</c:v>
                </c:pt>
                <c:pt idx="805">
                  <c:v>66</c:v>
                </c:pt>
                <c:pt idx="806">
                  <c:v>0</c:v>
                </c:pt>
                <c:pt idx="807">
                  <c:v>0</c:v>
                </c:pt>
                <c:pt idx="808">
                  <c:v>68</c:v>
                </c:pt>
                <c:pt idx="809">
                  <c:v>0</c:v>
                </c:pt>
                <c:pt idx="810">
                  <c:v>0</c:v>
                </c:pt>
                <c:pt idx="811">
                  <c:v>0</c:v>
                </c:pt>
                <c:pt idx="812">
                  <c:v>62</c:v>
                </c:pt>
                <c:pt idx="813">
                  <c:v>68</c:v>
                </c:pt>
                <c:pt idx="814">
                  <c:v>0</c:v>
                </c:pt>
                <c:pt idx="815">
                  <c:v>0</c:v>
                </c:pt>
                <c:pt idx="816">
                  <c:v>0</c:v>
                </c:pt>
                <c:pt idx="817">
                  <c:v>0</c:v>
                </c:pt>
                <c:pt idx="818">
                  <c:v>0</c:v>
                </c:pt>
                <c:pt idx="819">
                  <c:v>0</c:v>
                </c:pt>
                <c:pt idx="820">
                  <c:v>0</c:v>
                </c:pt>
                <c:pt idx="821">
                  <c:v>0</c:v>
                </c:pt>
                <c:pt idx="822">
                  <c:v>67</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66</c:v>
                </c:pt>
                <c:pt idx="837">
                  <c:v>0</c:v>
                </c:pt>
                <c:pt idx="838">
                  <c:v>0</c:v>
                </c:pt>
                <c:pt idx="839">
                  <c:v>69</c:v>
                </c:pt>
                <c:pt idx="840">
                  <c:v>0</c:v>
                </c:pt>
                <c:pt idx="841">
                  <c:v>0</c:v>
                </c:pt>
                <c:pt idx="842">
                  <c:v>0</c:v>
                </c:pt>
                <c:pt idx="843">
                  <c:v>0</c:v>
                </c:pt>
                <c:pt idx="844">
                  <c:v>0</c:v>
                </c:pt>
                <c:pt idx="845">
                  <c:v>0</c:v>
                </c:pt>
                <c:pt idx="846">
                  <c:v>0</c:v>
                </c:pt>
                <c:pt idx="847">
                  <c:v>0</c:v>
                </c:pt>
                <c:pt idx="848">
                  <c:v>0</c:v>
                </c:pt>
                <c:pt idx="849">
                  <c:v>0</c:v>
                </c:pt>
                <c:pt idx="850">
                  <c:v>0</c:v>
                </c:pt>
                <c:pt idx="851">
                  <c:v>0</c:v>
                </c:pt>
                <c:pt idx="852">
                  <c:v>64</c:v>
                </c:pt>
                <c:pt idx="853">
                  <c:v>0</c:v>
                </c:pt>
                <c:pt idx="854">
                  <c:v>0</c:v>
                </c:pt>
                <c:pt idx="855">
                  <c:v>0</c:v>
                </c:pt>
                <c:pt idx="856">
                  <c:v>68</c:v>
                </c:pt>
                <c:pt idx="857">
                  <c:v>0</c:v>
                </c:pt>
                <c:pt idx="858">
                  <c:v>0</c:v>
                </c:pt>
                <c:pt idx="859">
                  <c:v>0</c:v>
                </c:pt>
                <c:pt idx="860">
                  <c:v>66</c:v>
                </c:pt>
                <c:pt idx="861">
                  <c:v>0</c:v>
                </c:pt>
                <c:pt idx="862">
                  <c:v>0</c:v>
                </c:pt>
                <c:pt idx="863">
                  <c:v>0</c:v>
                </c:pt>
                <c:pt idx="864">
                  <c:v>64</c:v>
                </c:pt>
                <c:pt idx="865">
                  <c:v>0</c:v>
                </c:pt>
                <c:pt idx="866">
                  <c:v>0</c:v>
                </c:pt>
                <c:pt idx="867">
                  <c:v>0</c:v>
                </c:pt>
                <c:pt idx="868">
                  <c:v>65</c:v>
                </c:pt>
                <c:pt idx="869">
                  <c:v>0</c:v>
                </c:pt>
                <c:pt idx="870">
                  <c:v>0</c:v>
                </c:pt>
                <c:pt idx="871">
                  <c:v>0</c:v>
                </c:pt>
                <c:pt idx="872">
                  <c:v>64</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65</c:v>
                </c:pt>
                <c:pt idx="893">
                  <c:v>0</c:v>
                </c:pt>
                <c:pt idx="894">
                  <c:v>0</c:v>
                </c:pt>
                <c:pt idx="895">
                  <c:v>66</c:v>
                </c:pt>
                <c:pt idx="896">
                  <c:v>0</c:v>
                </c:pt>
                <c:pt idx="897">
                  <c:v>64</c:v>
                </c:pt>
                <c:pt idx="898">
                  <c:v>0</c:v>
                </c:pt>
                <c:pt idx="899">
                  <c:v>0</c:v>
                </c:pt>
                <c:pt idx="900">
                  <c:v>0</c:v>
                </c:pt>
                <c:pt idx="901">
                  <c:v>0</c:v>
                </c:pt>
                <c:pt idx="902">
                  <c:v>0</c:v>
                </c:pt>
                <c:pt idx="903">
                  <c:v>0</c:v>
                </c:pt>
                <c:pt idx="904">
                  <c:v>65</c:v>
                </c:pt>
                <c:pt idx="905">
                  <c:v>64</c:v>
                </c:pt>
                <c:pt idx="906">
                  <c:v>63</c:v>
                </c:pt>
                <c:pt idx="907">
                  <c:v>62</c:v>
                </c:pt>
                <c:pt idx="908">
                  <c:v>0</c:v>
                </c:pt>
                <c:pt idx="909">
                  <c:v>64</c:v>
                </c:pt>
                <c:pt idx="910">
                  <c:v>0</c:v>
                </c:pt>
                <c:pt idx="911">
                  <c:v>0</c:v>
                </c:pt>
                <c:pt idx="912">
                  <c:v>62</c:v>
                </c:pt>
                <c:pt idx="913">
                  <c:v>62</c:v>
                </c:pt>
                <c:pt idx="914">
                  <c:v>0</c:v>
                </c:pt>
                <c:pt idx="915">
                  <c:v>0</c:v>
                </c:pt>
                <c:pt idx="916">
                  <c:v>0</c:v>
                </c:pt>
                <c:pt idx="917">
                  <c:v>0</c:v>
                </c:pt>
                <c:pt idx="918">
                  <c:v>0</c:v>
                </c:pt>
                <c:pt idx="919">
                  <c:v>0</c:v>
                </c:pt>
                <c:pt idx="920">
                  <c:v>0</c:v>
                </c:pt>
                <c:pt idx="921">
                  <c:v>0</c:v>
                </c:pt>
                <c:pt idx="922">
                  <c:v>0</c:v>
                </c:pt>
                <c:pt idx="923">
                  <c:v>0</c:v>
                </c:pt>
                <c:pt idx="924">
                  <c:v>62</c:v>
                </c:pt>
                <c:pt idx="925">
                  <c:v>0</c:v>
                </c:pt>
                <c:pt idx="926">
                  <c:v>0</c:v>
                </c:pt>
                <c:pt idx="927">
                  <c:v>0</c:v>
                </c:pt>
                <c:pt idx="928">
                  <c:v>67</c:v>
                </c:pt>
                <c:pt idx="929">
                  <c:v>0</c:v>
                </c:pt>
                <c:pt idx="930">
                  <c:v>0</c:v>
                </c:pt>
                <c:pt idx="931">
                  <c:v>0</c:v>
                </c:pt>
                <c:pt idx="932">
                  <c:v>0</c:v>
                </c:pt>
                <c:pt idx="933">
                  <c:v>0</c:v>
                </c:pt>
                <c:pt idx="934">
                  <c:v>66</c:v>
                </c:pt>
                <c:pt idx="935">
                  <c:v>0</c:v>
                </c:pt>
                <c:pt idx="936">
                  <c:v>65</c:v>
                </c:pt>
                <c:pt idx="937">
                  <c:v>0</c:v>
                </c:pt>
                <c:pt idx="938">
                  <c:v>0</c:v>
                </c:pt>
                <c:pt idx="939">
                  <c:v>66</c:v>
                </c:pt>
                <c:pt idx="940">
                  <c:v>0</c:v>
                </c:pt>
                <c:pt idx="941">
                  <c:v>64</c:v>
                </c:pt>
                <c:pt idx="942">
                  <c:v>0</c:v>
                </c:pt>
                <c:pt idx="943">
                  <c:v>63</c:v>
                </c:pt>
                <c:pt idx="944">
                  <c:v>64</c:v>
                </c:pt>
                <c:pt idx="945">
                  <c:v>0</c:v>
                </c:pt>
                <c:pt idx="946">
                  <c:v>0</c:v>
                </c:pt>
                <c:pt idx="947">
                  <c:v>67</c:v>
                </c:pt>
                <c:pt idx="948">
                  <c:v>0</c:v>
                </c:pt>
                <c:pt idx="949">
                  <c:v>0</c:v>
                </c:pt>
                <c:pt idx="950">
                  <c:v>0</c:v>
                </c:pt>
                <c:pt idx="951">
                  <c:v>64</c:v>
                </c:pt>
                <c:pt idx="952">
                  <c:v>0</c:v>
                </c:pt>
                <c:pt idx="953">
                  <c:v>0</c:v>
                </c:pt>
                <c:pt idx="954">
                  <c:v>0</c:v>
                </c:pt>
                <c:pt idx="955">
                  <c:v>65</c:v>
                </c:pt>
                <c:pt idx="956">
                  <c:v>0</c:v>
                </c:pt>
                <c:pt idx="957">
                  <c:v>0</c:v>
                </c:pt>
                <c:pt idx="958">
                  <c:v>0</c:v>
                </c:pt>
                <c:pt idx="959">
                  <c:v>0</c:v>
                </c:pt>
                <c:pt idx="960">
                  <c:v>62</c:v>
                </c:pt>
                <c:pt idx="961">
                  <c:v>0</c:v>
                </c:pt>
                <c:pt idx="962">
                  <c:v>0</c:v>
                </c:pt>
                <c:pt idx="963">
                  <c:v>0</c:v>
                </c:pt>
                <c:pt idx="964">
                  <c:v>0</c:v>
                </c:pt>
                <c:pt idx="965">
                  <c:v>0</c:v>
                </c:pt>
                <c:pt idx="966">
                  <c:v>0</c:v>
                </c:pt>
                <c:pt idx="967">
                  <c:v>0</c:v>
                </c:pt>
                <c:pt idx="968">
                  <c:v>0</c:v>
                </c:pt>
                <c:pt idx="969">
                  <c:v>0</c:v>
                </c:pt>
                <c:pt idx="970">
                  <c:v>0</c:v>
                </c:pt>
                <c:pt idx="971">
                  <c:v>0</c:v>
                </c:pt>
                <c:pt idx="972">
                  <c:v>67</c:v>
                </c:pt>
              </c:numCache>
            </c:numRef>
          </c:yVal>
          <c:smooth val="0"/>
          <c:extLst>
            <c:ext xmlns:c16="http://schemas.microsoft.com/office/drawing/2014/chart" uri="{C3380CC4-5D6E-409C-BE32-E72D297353CC}">
              <c16:uniqueId val="{00000003-2CE9-4DE2-A163-131796AB693F}"/>
            </c:ext>
          </c:extLst>
        </c:ser>
        <c:ser>
          <c:idx val="4"/>
          <c:order val="4"/>
          <c:tx>
            <c:strRef>
              <c:f>'Sub-Dataset'!$CN$1</c:f>
              <c:strCache>
                <c:ptCount val="1"/>
                <c:pt idx="0">
                  <c:v>Excellent</c:v>
                </c:pt>
              </c:strCache>
            </c:strRef>
          </c:tx>
          <c:spPr>
            <a:ln w="19050" cap="rnd">
              <a:noFill/>
              <a:round/>
            </a:ln>
            <a:effectLst/>
          </c:spPr>
          <c:marker>
            <c:symbol val="circle"/>
            <c:size val="3"/>
            <c:spPr>
              <a:solidFill>
                <a:schemeClr val="accent1">
                  <a:lumMod val="75000"/>
                </a:schemeClr>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'Sub-Dataset'!$CN$2:$CN$974</c:f>
              <c:numCache>
                <c:formatCode>General</c:formatCode>
                <c:ptCount val="973"/>
                <c:pt idx="0">
                  <c:v>0</c:v>
                </c:pt>
                <c:pt idx="1">
                  <c:v>0</c:v>
                </c:pt>
                <c:pt idx="2">
                  <c:v>0</c:v>
                </c:pt>
                <c:pt idx="3">
                  <c:v>0</c:v>
                </c:pt>
                <c:pt idx="4">
                  <c:v>61</c:v>
                </c:pt>
                <c:pt idx="5">
                  <c:v>0</c:v>
                </c:pt>
                <c:pt idx="6">
                  <c:v>0</c:v>
                </c:pt>
                <c:pt idx="7">
                  <c:v>0</c:v>
                </c:pt>
                <c:pt idx="8">
                  <c:v>0</c:v>
                </c:pt>
                <c:pt idx="9">
                  <c:v>0</c:v>
                </c:pt>
                <c:pt idx="10">
                  <c:v>0</c:v>
                </c:pt>
                <c:pt idx="11">
                  <c:v>58</c:v>
                </c:pt>
                <c:pt idx="12">
                  <c:v>0</c:v>
                </c:pt>
                <c:pt idx="13">
                  <c:v>0</c:v>
                </c:pt>
                <c:pt idx="14">
                  <c:v>59</c:v>
                </c:pt>
                <c:pt idx="15">
                  <c:v>64</c:v>
                </c:pt>
                <c:pt idx="16">
                  <c:v>0</c:v>
                </c:pt>
                <c:pt idx="17">
                  <c:v>0</c:v>
                </c:pt>
                <c:pt idx="18">
                  <c:v>64</c:v>
                </c:pt>
                <c:pt idx="19">
                  <c:v>0</c:v>
                </c:pt>
                <c:pt idx="20">
                  <c:v>59</c:v>
                </c:pt>
                <c:pt idx="21">
                  <c:v>0</c:v>
                </c:pt>
                <c:pt idx="22">
                  <c:v>0</c:v>
                </c:pt>
                <c:pt idx="23">
                  <c:v>0</c:v>
                </c:pt>
                <c:pt idx="24">
                  <c:v>0</c:v>
                </c:pt>
                <c:pt idx="25">
                  <c:v>61</c:v>
                </c:pt>
                <c:pt idx="26">
                  <c:v>0</c:v>
                </c:pt>
                <c:pt idx="27">
                  <c:v>0</c:v>
                </c:pt>
                <c:pt idx="28">
                  <c:v>0</c:v>
                </c:pt>
                <c:pt idx="29">
                  <c:v>0</c:v>
                </c:pt>
                <c:pt idx="30">
                  <c:v>58</c:v>
                </c:pt>
                <c:pt idx="31">
                  <c:v>0</c:v>
                </c:pt>
                <c:pt idx="32">
                  <c:v>0</c:v>
                </c:pt>
                <c:pt idx="33">
                  <c:v>0</c:v>
                </c:pt>
                <c:pt idx="34">
                  <c:v>0</c:v>
                </c:pt>
                <c:pt idx="35">
                  <c:v>62</c:v>
                </c:pt>
                <c:pt idx="36">
                  <c:v>0</c:v>
                </c:pt>
                <c:pt idx="37">
                  <c:v>62</c:v>
                </c:pt>
                <c:pt idx="38">
                  <c:v>0</c:v>
                </c:pt>
                <c:pt idx="39">
                  <c:v>0</c:v>
                </c:pt>
                <c:pt idx="40">
                  <c:v>64</c:v>
                </c:pt>
                <c:pt idx="41">
                  <c:v>0</c:v>
                </c:pt>
                <c:pt idx="42">
                  <c:v>0</c:v>
                </c:pt>
                <c:pt idx="43">
                  <c:v>0</c:v>
                </c:pt>
                <c:pt idx="44">
                  <c:v>0</c:v>
                </c:pt>
                <c:pt idx="45">
                  <c:v>0</c:v>
                </c:pt>
                <c:pt idx="46">
                  <c:v>0</c:v>
                </c:pt>
                <c:pt idx="47">
                  <c:v>63</c:v>
                </c:pt>
                <c:pt idx="48">
                  <c:v>59</c:v>
                </c:pt>
                <c:pt idx="49">
                  <c:v>0</c:v>
                </c:pt>
                <c:pt idx="50">
                  <c:v>0</c:v>
                </c:pt>
                <c:pt idx="51">
                  <c:v>60</c:v>
                </c:pt>
                <c:pt idx="52">
                  <c:v>0</c:v>
                </c:pt>
                <c:pt idx="53">
                  <c:v>58</c:v>
                </c:pt>
                <c:pt idx="54">
                  <c:v>0</c:v>
                </c:pt>
                <c:pt idx="55">
                  <c:v>64</c:v>
                </c:pt>
                <c:pt idx="56">
                  <c:v>0</c:v>
                </c:pt>
                <c:pt idx="57">
                  <c:v>0</c:v>
                </c:pt>
                <c:pt idx="58">
                  <c:v>0</c:v>
                </c:pt>
                <c:pt idx="59">
                  <c:v>0</c:v>
                </c:pt>
                <c:pt idx="60">
                  <c:v>0</c:v>
                </c:pt>
                <c:pt idx="61">
                  <c:v>0</c:v>
                </c:pt>
                <c:pt idx="62">
                  <c:v>0</c:v>
                </c:pt>
                <c:pt idx="63">
                  <c:v>0</c:v>
                </c:pt>
                <c:pt idx="64">
                  <c:v>0</c:v>
                </c:pt>
                <c:pt idx="65">
                  <c:v>60</c:v>
                </c:pt>
                <c:pt idx="66">
                  <c:v>0</c:v>
                </c:pt>
                <c:pt idx="67">
                  <c:v>61</c:v>
                </c:pt>
                <c:pt idx="68">
                  <c:v>63</c:v>
                </c:pt>
                <c:pt idx="69">
                  <c:v>0</c:v>
                </c:pt>
                <c:pt idx="70">
                  <c:v>59</c:v>
                </c:pt>
                <c:pt idx="71">
                  <c:v>62</c:v>
                </c:pt>
                <c:pt idx="72">
                  <c:v>0</c:v>
                </c:pt>
                <c:pt idx="73">
                  <c:v>0</c:v>
                </c:pt>
                <c:pt idx="74">
                  <c:v>0</c:v>
                </c:pt>
                <c:pt idx="75">
                  <c:v>0</c:v>
                </c:pt>
                <c:pt idx="76">
                  <c:v>63</c:v>
                </c:pt>
                <c:pt idx="77">
                  <c:v>0</c:v>
                </c:pt>
                <c:pt idx="78">
                  <c:v>62</c:v>
                </c:pt>
                <c:pt idx="79">
                  <c:v>0</c:v>
                </c:pt>
                <c:pt idx="80">
                  <c:v>0</c:v>
                </c:pt>
                <c:pt idx="81">
                  <c:v>58</c:v>
                </c:pt>
                <c:pt idx="82">
                  <c:v>62</c:v>
                </c:pt>
                <c:pt idx="83">
                  <c:v>61</c:v>
                </c:pt>
                <c:pt idx="84">
                  <c:v>57</c:v>
                </c:pt>
                <c:pt idx="85">
                  <c:v>0</c:v>
                </c:pt>
                <c:pt idx="86">
                  <c:v>0</c:v>
                </c:pt>
                <c:pt idx="87">
                  <c:v>57</c:v>
                </c:pt>
                <c:pt idx="88">
                  <c:v>0</c:v>
                </c:pt>
                <c:pt idx="89">
                  <c:v>63</c:v>
                </c:pt>
                <c:pt idx="90">
                  <c:v>0</c:v>
                </c:pt>
                <c:pt idx="91">
                  <c:v>0</c:v>
                </c:pt>
                <c:pt idx="92">
                  <c:v>63</c:v>
                </c:pt>
                <c:pt idx="93">
                  <c:v>65</c:v>
                </c:pt>
                <c:pt idx="94">
                  <c:v>0</c:v>
                </c:pt>
                <c:pt idx="95">
                  <c:v>0</c:v>
                </c:pt>
                <c:pt idx="96">
                  <c:v>0</c:v>
                </c:pt>
                <c:pt idx="97">
                  <c:v>61</c:v>
                </c:pt>
                <c:pt idx="98">
                  <c:v>0</c:v>
                </c:pt>
                <c:pt idx="99">
                  <c:v>61</c:v>
                </c:pt>
                <c:pt idx="100">
                  <c:v>60</c:v>
                </c:pt>
                <c:pt idx="101">
                  <c:v>61</c:v>
                </c:pt>
                <c:pt idx="102">
                  <c:v>0</c:v>
                </c:pt>
                <c:pt idx="103">
                  <c:v>0</c:v>
                </c:pt>
                <c:pt idx="104">
                  <c:v>0</c:v>
                </c:pt>
                <c:pt idx="105">
                  <c:v>0</c:v>
                </c:pt>
                <c:pt idx="106">
                  <c:v>0</c:v>
                </c:pt>
                <c:pt idx="107">
                  <c:v>0</c:v>
                </c:pt>
                <c:pt idx="108">
                  <c:v>63</c:v>
                </c:pt>
                <c:pt idx="109">
                  <c:v>0</c:v>
                </c:pt>
                <c:pt idx="110">
                  <c:v>0</c:v>
                </c:pt>
                <c:pt idx="111">
                  <c:v>0</c:v>
                </c:pt>
                <c:pt idx="112">
                  <c:v>0</c:v>
                </c:pt>
                <c:pt idx="113">
                  <c:v>0</c:v>
                </c:pt>
                <c:pt idx="114">
                  <c:v>0</c:v>
                </c:pt>
                <c:pt idx="115">
                  <c:v>0</c:v>
                </c:pt>
                <c:pt idx="116">
                  <c:v>0</c:v>
                </c:pt>
                <c:pt idx="117">
                  <c:v>0</c:v>
                </c:pt>
                <c:pt idx="118">
                  <c:v>0</c:v>
                </c:pt>
                <c:pt idx="119">
                  <c:v>0</c:v>
                </c:pt>
                <c:pt idx="120">
                  <c:v>62</c:v>
                </c:pt>
                <c:pt idx="121">
                  <c:v>0</c:v>
                </c:pt>
                <c:pt idx="122">
                  <c:v>0</c:v>
                </c:pt>
                <c:pt idx="123">
                  <c:v>62</c:v>
                </c:pt>
                <c:pt idx="124">
                  <c:v>0</c:v>
                </c:pt>
                <c:pt idx="125">
                  <c:v>56</c:v>
                </c:pt>
                <c:pt idx="126">
                  <c:v>62</c:v>
                </c:pt>
                <c:pt idx="127">
                  <c:v>0</c:v>
                </c:pt>
                <c:pt idx="128">
                  <c:v>0</c:v>
                </c:pt>
                <c:pt idx="129">
                  <c:v>0</c:v>
                </c:pt>
                <c:pt idx="130">
                  <c:v>0</c:v>
                </c:pt>
                <c:pt idx="131">
                  <c:v>0</c:v>
                </c:pt>
                <c:pt idx="132">
                  <c:v>0</c:v>
                </c:pt>
                <c:pt idx="133">
                  <c:v>0</c:v>
                </c:pt>
                <c:pt idx="134">
                  <c:v>0</c:v>
                </c:pt>
                <c:pt idx="135">
                  <c:v>59</c:v>
                </c:pt>
                <c:pt idx="136">
                  <c:v>0</c:v>
                </c:pt>
                <c:pt idx="137">
                  <c:v>0</c:v>
                </c:pt>
                <c:pt idx="138">
                  <c:v>0</c:v>
                </c:pt>
                <c:pt idx="139">
                  <c:v>0</c:v>
                </c:pt>
                <c:pt idx="140">
                  <c:v>64</c:v>
                </c:pt>
                <c:pt idx="141">
                  <c:v>0</c:v>
                </c:pt>
                <c:pt idx="142">
                  <c:v>0</c:v>
                </c:pt>
                <c:pt idx="143">
                  <c:v>63</c:v>
                </c:pt>
                <c:pt idx="144">
                  <c:v>0</c:v>
                </c:pt>
                <c:pt idx="145">
                  <c:v>0</c:v>
                </c:pt>
                <c:pt idx="146">
                  <c:v>0</c:v>
                </c:pt>
                <c:pt idx="147">
                  <c:v>0</c:v>
                </c:pt>
                <c:pt idx="148">
                  <c:v>0</c:v>
                </c:pt>
                <c:pt idx="149">
                  <c:v>0</c:v>
                </c:pt>
                <c:pt idx="150">
                  <c:v>0</c:v>
                </c:pt>
                <c:pt idx="151">
                  <c:v>0</c:v>
                </c:pt>
                <c:pt idx="152">
                  <c:v>0</c:v>
                </c:pt>
                <c:pt idx="153">
                  <c:v>0</c:v>
                </c:pt>
                <c:pt idx="154">
                  <c:v>0</c:v>
                </c:pt>
                <c:pt idx="155">
                  <c:v>58</c:v>
                </c:pt>
                <c:pt idx="156">
                  <c:v>58</c:v>
                </c:pt>
                <c:pt idx="157">
                  <c:v>0</c:v>
                </c:pt>
                <c:pt idx="158">
                  <c:v>0</c:v>
                </c:pt>
                <c:pt idx="159">
                  <c:v>0</c:v>
                </c:pt>
                <c:pt idx="160">
                  <c:v>0</c:v>
                </c:pt>
                <c:pt idx="161">
                  <c:v>0</c:v>
                </c:pt>
                <c:pt idx="162">
                  <c:v>0</c:v>
                </c:pt>
                <c:pt idx="163">
                  <c:v>60</c:v>
                </c:pt>
                <c:pt idx="164">
                  <c:v>0</c:v>
                </c:pt>
                <c:pt idx="165">
                  <c:v>61</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63</c:v>
                </c:pt>
                <c:pt idx="182">
                  <c:v>0</c:v>
                </c:pt>
                <c:pt idx="183">
                  <c:v>0</c:v>
                </c:pt>
                <c:pt idx="184">
                  <c:v>62</c:v>
                </c:pt>
                <c:pt idx="185">
                  <c:v>60</c:v>
                </c:pt>
                <c:pt idx="186">
                  <c:v>0</c:v>
                </c:pt>
                <c:pt idx="187">
                  <c:v>0</c:v>
                </c:pt>
                <c:pt idx="188">
                  <c:v>63</c:v>
                </c:pt>
                <c:pt idx="189">
                  <c:v>0</c:v>
                </c:pt>
                <c:pt idx="190">
                  <c:v>0</c:v>
                </c:pt>
                <c:pt idx="191">
                  <c:v>0</c:v>
                </c:pt>
                <c:pt idx="192">
                  <c:v>0</c:v>
                </c:pt>
                <c:pt idx="193">
                  <c:v>0</c:v>
                </c:pt>
                <c:pt idx="194">
                  <c:v>59</c:v>
                </c:pt>
                <c:pt idx="195">
                  <c:v>0</c:v>
                </c:pt>
                <c:pt idx="196">
                  <c:v>65</c:v>
                </c:pt>
                <c:pt idx="197">
                  <c:v>0</c:v>
                </c:pt>
                <c:pt idx="198">
                  <c:v>0</c:v>
                </c:pt>
                <c:pt idx="199">
                  <c:v>0</c:v>
                </c:pt>
                <c:pt idx="200">
                  <c:v>62</c:v>
                </c:pt>
                <c:pt idx="201">
                  <c:v>0</c:v>
                </c:pt>
                <c:pt idx="202">
                  <c:v>62</c:v>
                </c:pt>
                <c:pt idx="203">
                  <c:v>0</c:v>
                </c:pt>
                <c:pt idx="204">
                  <c:v>63</c:v>
                </c:pt>
                <c:pt idx="205">
                  <c:v>0</c:v>
                </c:pt>
                <c:pt idx="206">
                  <c:v>0</c:v>
                </c:pt>
                <c:pt idx="207">
                  <c:v>0</c:v>
                </c:pt>
                <c:pt idx="208">
                  <c:v>0</c:v>
                </c:pt>
                <c:pt idx="209">
                  <c:v>0</c:v>
                </c:pt>
                <c:pt idx="210">
                  <c:v>0</c:v>
                </c:pt>
                <c:pt idx="211">
                  <c:v>0</c:v>
                </c:pt>
                <c:pt idx="212">
                  <c:v>60</c:v>
                </c:pt>
                <c:pt idx="213">
                  <c:v>0</c:v>
                </c:pt>
                <c:pt idx="214">
                  <c:v>0</c:v>
                </c:pt>
                <c:pt idx="215">
                  <c:v>60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55</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64</c:v>
                </c:pt>
                <c:pt idx="246">
                  <c:v>0</c:v>
                </c:pt>
                <c:pt idx="247">
                  <c:v>0</c:v>
                </c:pt>
                <c:pt idx="248">
                  <c:v>0</c:v>
                </c:pt>
                <c:pt idx="249">
                  <c:v>0</c:v>
                </c:pt>
                <c:pt idx="250">
                  <c:v>0</c:v>
                </c:pt>
                <c:pt idx="251">
                  <c:v>0</c:v>
                </c:pt>
                <c:pt idx="252">
                  <c:v>0</c:v>
                </c:pt>
                <c:pt idx="253">
                  <c:v>0</c:v>
                </c:pt>
                <c:pt idx="254">
                  <c:v>0</c:v>
                </c:pt>
                <c:pt idx="255">
                  <c:v>0</c:v>
                </c:pt>
                <c:pt idx="256">
                  <c:v>0</c:v>
                </c:pt>
                <c:pt idx="257">
                  <c:v>0</c:v>
                </c:pt>
                <c:pt idx="258">
                  <c:v>59</c:v>
                </c:pt>
                <c:pt idx="259">
                  <c:v>0</c:v>
                </c:pt>
                <c:pt idx="260">
                  <c:v>0</c:v>
                </c:pt>
                <c:pt idx="261">
                  <c:v>0</c:v>
                </c:pt>
                <c:pt idx="262">
                  <c:v>0</c:v>
                </c:pt>
                <c:pt idx="263">
                  <c:v>62</c:v>
                </c:pt>
                <c:pt idx="264">
                  <c:v>0</c:v>
                </c:pt>
                <c:pt idx="265">
                  <c:v>0</c:v>
                </c:pt>
                <c:pt idx="266">
                  <c:v>0</c:v>
                </c:pt>
                <c:pt idx="267">
                  <c:v>0</c:v>
                </c:pt>
                <c:pt idx="268">
                  <c:v>0</c:v>
                </c:pt>
                <c:pt idx="269">
                  <c:v>61</c:v>
                </c:pt>
                <c:pt idx="270">
                  <c:v>0</c:v>
                </c:pt>
                <c:pt idx="271">
                  <c:v>0</c:v>
                </c:pt>
                <c:pt idx="272">
                  <c:v>0</c:v>
                </c:pt>
                <c:pt idx="273">
                  <c:v>0</c:v>
                </c:pt>
                <c:pt idx="274">
                  <c:v>0</c:v>
                </c:pt>
                <c:pt idx="275">
                  <c:v>0</c:v>
                </c:pt>
                <c:pt idx="276">
                  <c:v>64</c:v>
                </c:pt>
                <c:pt idx="277">
                  <c:v>0</c:v>
                </c:pt>
                <c:pt idx="278">
                  <c:v>0</c:v>
                </c:pt>
                <c:pt idx="279">
                  <c:v>0</c:v>
                </c:pt>
                <c:pt idx="280">
                  <c:v>0</c:v>
                </c:pt>
                <c:pt idx="281">
                  <c:v>0</c:v>
                </c:pt>
                <c:pt idx="282">
                  <c:v>0</c:v>
                </c:pt>
                <c:pt idx="283">
                  <c:v>56</c:v>
                </c:pt>
                <c:pt idx="284">
                  <c:v>59</c:v>
                </c:pt>
                <c:pt idx="285">
                  <c:v>0</c:v>
                </c:pt>
                <c:pt idx="286">
                  <c:v>0</c:v>
                </c:pt>
                <c:pt idx="287">
                  <c:v>0</c:v>
                </c:pt>
                <c:pt idx="288">
                  <c:v>0</c:v>
                </c:pt>
                <c:pt idx="289">
                  <c:v>61</c:v>
                </c:pt>
                <c:pt idx="290">
                  <c:v>0</c:v>
                </c:pt>
                <c:pt idx="291">
                  <c:v>0</c:v>
                </c:pt>
                <c:pt idx="292">
                  <c:v>0</c:v>
                </c:pt>
                <c:pt idx="293">
                  <c:v>0</c:v>
                </c:pt>
                <c:pt idx="294">
                  <c:v>0</c:v>
                </c:pt>
                <c:pt idx="295">
                  <c:v>0</c:v>
                </c:pt>
                <c:pt idx="296">
                  <c:v>0</c:v>
                </c:pt>
                <c:pt idx="297">
                  <c:v>0</c:v>
                </c:pt>
                <c:pt idx="298">
                  <c:v>0</c:v>
                </c:pt>
                <c:pt idx="299">
                  <c:v>0</c:v>
                </c:pt>
                <c:pt idx="300">
                  <c:v>0</c:v>
                </c:pt>
                <c:pt idx="301">
                  <c:v>64</c:v>
                </c:pt>
                <c:pt idx="302">
                  <c:v>0</c:v>
                </c:pt>
                <c:pt idx="303">
                  <c:v>0</c:v>
                </c:pt>
                <c:pt idx="304">
                  <c:v>0</c:v>
                </c:pt>
                <c:pt idx="305">
                  <c:v>63</c:v>
                </c:pt>
                <c:pt idx="306">
                  <c:v>60</c:v>
                </c:pt>
                <c:pt idx="307">
                  <c:v>58</c:v>
                </c:pt>
                <c:pt idx="308">
                  <c:v>61</c:v>
                </c:pt>
                <c:pt idx="309">
                  <c:v>65</c:v>
                </c:pt>
                <c:pt idx="310">
                  <c:v>60</c:v>
                </c:pt>
                <c:pt idx="311">
                  <c:v>0</c:v>
                </c:pt>
                <c:pt idx="312">
                  <c:v>61</c:v>
                </c:pt>
                <c:pt idx="313">
                  <c:v>64</c:v>
                </c:pt>
                <c:pt idx="314">
                  <c:v>0</c:v>
                </c:pt>
                <c:pt idx="315">
                  <c:v>0</c:v>
                </c:pt>
                <c:pt idx="316">
                  <c:v>56</c:v>
                </c:pt>
                <c:pt idx="317">
                  <c:v>0</c:v>
                </c:pt>
                <c:pt idx="318">
                  <c:v>0</c:v>
                </c:pt>
                <c:pt idx="319">
                  <c:v>0</c:v>
                </c:pt>
                <c:pt idx="320">
                  <c:v>0</c:v>
                </c:pt>
                <c:pt idx="321">
                  <c:v>0</c:v>
                </c:pt>
                <c:pt idx="322">
                  <c:v>61</c:v>
                </c:pt>
                <c:pt idx="323">
                  <c:v>0</c:v>
                </c:pt>
                <c:pt idx="324">
                  <c:v>0</c:v>
                </c:pt>
                <c:pt idx="325">
                  <c:v>0</c:v>
                </c:pt>
                <c:pt idx="326">
                  <c:v>0</c:v>
                </c:pt>
                <c:pt idx="327">
                  <c:v>0</c:v>
                </c:pt>
                <c:pt idx="328">
                  <c:v>0</c:v>
                </c:pt>
                <c:pt idx="329">
                  <c:v>0</c:v>
                </c:pt>
                <c:pt idx="330">
                  <c:v>0</c:v>
                </c:pt>
                <c:pt idx="331">
                  <c:v>60</c:v>
                </c:pt>
                <c:pt idx="332">
                  <c:v>0</c:v>
                </c:pt>
                <c:pt idx="333">
                  <c:v>0</c:v>
                </c:pt>
                <c:pt idx="334">
                  <c:v>0</c:v>
                </c:pt>
                <c:pt idx="335">
                  <c:v>0</c:v>
                </c:pt>
                <c:pt idx="336">
                  <c:v>64</c:v>
                </c:pt>
                <c:pt idx="337">
                  <c:v>0</c:v>
                </c:pt>
                <c:pt idx="338">
                  <c:v>0</c:v>
                </c:pt>
                <c:pt idx="339">
                  <c:v>0</c:v>
                </c:pt>
                <c:pt idx="340">
                  <c:v>0</c:v>
                </c:pt>
                <c:pt idx="341">
                  <c:v>0</c:v>
                </c:pt>
                <c:pt idx="342">
                  <c:v>0</c:v>
                </c:pt>
                <c:pt idx="343">
                  <c:v>0</c:v>
                </c:pt>
                <c:pt idx="344">
                  <c:v>0</c:v>
                </c:pt>
                <c:pt idx="345">
                  <c:v>0</c:v>
                </c:pt>
                <c:pt idx="346">
                  <c:v>0</c:v>
                </c:pt>
                <c:pt idx="347">
                  <c:v>61</c:v>
                </c:pt>
                <c:pt idx="348">
                  <c:v>0</c:v>
                </c:pt>
                <c:pt idx="349">
                  <c:v>0</c:v>
                </c:pt>
                <c:pt idx="350">
                  <c:v>0</c:v>
                </c:pt>
                <c:pt idx="351">
                  <c:v>0</c:v>
                </c:pt>
                <c:pt idx="352">
                  <c:v>0</c:v>
                </c:pt>
                <c:pt idx="353">
                  <c:v>0</c:v>
                </c:pt>
                <c:pt idx="354">
                  <c:v>0</c:v>
                </c:pt>
                <c:pt idx="355">
                  <c:v>0</c:v>
                </c:pt>
                <c:pt idx="356">
                  <c:v>0</c:v>
                </c:pt>
                <c:pt idx="357">
                  <c:v>0</c:v>
                </c:pt>
                <c:pt idx="358">
                  <c:v>0</c:v>
                </c:pt>
                <c:pt idx="359">
                  <c:v>62</c:v>
                </c:pt>
                <c:pt idx="360">
                  <c:v>0</c:v>
                </c:pt>
                <c:pt idx="361">
                  <c:v>0</c:v>
                </c:pt>
                <c:pt idx="362">
                  <c:v>60</c:v>
                </c:pt>
                <c:pt idx="363">
                  <c:v>63</c:v>
                </c:pt>
                <c:pt idx="364">
                  <c:v>0</c:v>
                </c:pt>
                <c:pt idx="365">
                  <c:v>0</c:v>
                </c:pt>
                <c:pt idx="366">
                  <c:v>0</c:v>
                </c:pt>
                <c:pt idx="367">
                  <c:v>0</c:v>
                </c:pt>
                <c:pt idx="368">
                  <c:v>65</c:v>
                </c:pt>
                <c:pt idx="369">
                  <c:v>0</c:v>
                </c:pt>
                <c:pt idx="370">
                  <c:v>0</c:v>
                </c:pt>
                <c:pt idx="371">
                  <c:v>60</c:v>
                </c:pt>
                <c:pt idx="372">
                  <c:v>59</c:v>
                </c:pt>
                <c:pt idx="373">
                  <c:v>64</c:v>
                </c:pt>
                <c:pt idx="374">
                  <c:v>0</c:v>
                </c:pt>
                <c:pt idx="375">
                  <c:v>0</c:v>
                </c:pt>
                <c:pt idx="376">
                  <c:v>0</c:v>
                </c:pt>
                <c:pt idx="377">
                  <c:v>0</c:v>
                </c:pt>
                <c:pt idx="378">
                  <c:v>0</c:v>
                </c:pt>
                <c:pt idx="379">
                  <c:v>62</c:v>
                </c:pt>
                <c:pt idx="380">
                  <c:v>0</c:v>
                </c:pt>
                <c:pt idx="381">
                  <c:v>64</c:v>
                </c:pt>
                <c:pt idx="382">
                  <c:v>0</c:v>
                </c:pt>
                <c:pt idx="383">
                  <c:v>62</c:v>
                </c:pt>
                <c:pt idx="384">
                  <c:v>0</c:v>
                </c:pt>
                <c:pt idx="385">
                  <c:v>0</c:v>
                </c:pt>
                <c:pt idx="386">
                  <c:v>0</c:v>
                </c:pt>
                <c:pt idx="387">
                  <c:v>65</c:v>
                </c:pt>
                <c:pt idx="388">
                  <c:v>0</c:v>
                </c:pt>
                <c:pt idx="389">
                  <c:v>0</c:v>
                </c:pt>
                <c:pt idx="390">
                  <c:v>0</c:v>
                </c:pt>
                <c:pt idx="391">
                  <c:v>63</c:v>
                </c:pt>
                <c:pt idx="392">
                  <c:v>0</c:v>
                </c:pt>
                <c:pt idx="393">
                  <c:v>61</c:v>
                </c:pt>
                <c:pt idx="394">
                  <c:v>0</c:v>
                </c:pt>
                <c:pt idx="395">
                  <c:v>0</c:v>
                </c:pt>
                <c:pt idx="396">
                  <c:v>0</c:v>
                </c:pt>
                <c:pt idx="397">
                  <c:v>0</c:v>
                </c:pt>
                <c:pt idx="398">
                  <c:v>0</c:v>
                </c:pt>
                <c:pt idx="399">
                  <c:v>0</c:v>
                </c:pt>
                <c:pt idx="400">
                  <c:v>0</c:v>
                </c:pt>
                <c:pt idx="401">
                  <c:v>0</c:v>
                </c:pt>
                <c:pt idx="402">
                  <c:v>0</c:v>
                </c:pt>
                <c:pt idx="403">
                  <c:v>59</c:v>
                </c:pt>
                <c:pt idx="404">
                  <c:v>0</c:v>
                </c:pt>
                <c:pt idx="405">
                  <c:v>0</c:v>
                </c:pt>
                <c:pt idx="406">
                  <c:v>58</c:v>
                </c:pt>
                <c:pt idx="407">
                  <c:v>0</c:v>
                </c:pt>
                <c:pt idx="408">
                  <c:v>0</c:v>
                </c:pt>
                <c:pt idx="409">
                  <c:v>0</c:v>
                </c:pt>
                <c:pt idx="410">
                  <c:v>60</c:v>
                </c:pt>
                <c:pt idx="411">
                  <c:v>63</c:v>
                </c:pt>
                <c:pt idx="412">
                  <c:v>0</c:v>
                </c:pt>
                <c:pt idx="413">
                  <c:v>0</c:v>
                </c:pt>
                <c:pt idx="414">
                  <c:v>63</c:v>
                </c:pt>
                <c:pt idx="415">
                  <c:v>0</c:v>
                </c:pt>
                <c:pt idx="416">
                  <c:v>0</c:v>
                </c:pt>
                <c:pt idx="417">
                  <c:v>0</c:v>
                </c:pt>
                <c:pt idx="418">
                  <c:v>0</c:v>
                </c:pt>
                <c:pt idx="419">
                  <c:v>0</c:v>
                </c:pt>
                <c:pt idx="420">
                  <c:v>0</c:v>
                </c:pt>
                <c:pt idx="421">
                  <c:v>61</c:v>
                </c:pt>
                <c:pt idx="422">
                  <c:v>0</c:v>
                </c:pt>
                <c:pt idx="423">
                  <c:v>0</c:v>
                </c:pt>
                <c:pt idx="424">
                  <c:v>0</c:v>
                </c:pt>
                <c:pt idx="425">
                  <c:v>0</c:v>
                </c:pt>
                <c:pt idx="426">
                  <c:v>0</c:v>
                </c:pt>
                <c:pt idx="427">
                  <c:v>0</c:v>
                </c:pt>
                <c:pt idx="428">
                  <c:v>0</c:v>
                </c:pt>
                <c:pt idx="429">
                  <c:v>62</c:v>
                </c:pt>
                <c:pt idx="430">
                  <c:v>0</c:v>
                </c:pt>
                <c:pt idx="431">
                  <c:v>0</c:v>
                </c:pt>
                <c:pt idx="432">
                  <c:v>61</c:v>
                </c:pt>
                <c:pt idx="433">
                  <c:v>0</c:v>
                </c:pt>
                <c:pt idx="434">
                  <c:v>0</c:v>
                </c:pt>
                <c:pt idx="435">
                  <c:v>0</c:v>
                </c:pt>
                <c:pt idx="436">
                  <c:v>0</c:v>
                </c:pt>
                <c:pt idx="437">
                  <c:v>0</c:v>
                </c:pt>
                <c:pt idx="438">
                  <c:v>61</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61</c:v>
                </c:pt>
                <c:pt idx="453">
                  <c:v>0</c:v>
                </c:pt>
                <c:pt idx="454">
                  <c:v>0</c:v>
                </c:pt>
                <c:pt idx="455">
                  <c:v>0</c:v>
                </c:pt>
                <c:pt idx="456">
                  <c:v>0</c:v>
                </c:pt>
                <c:pt idx="457">
                  <c:v>0</c:v>
                </c:pt>
                <c:pt idx="458">
                  <c:v>0</c:v>
                </c:pt>
                <c:pt idx="459">
                  <c:v>65</c:v>
                </c:pt>
                <c:pt idx="460">
                  <c:v>0</c:v>
                </c:pt>
                <c:pt idx="461">
                  <c:v>0</c:v>
                </c:pt>
                <c:pt idx="462">
                  <c:v>0</c:v>
                </c:pt>
                <c:pt idx="463">
                  <c:v>0</c:v>
                </c:pt>
                <c:pt idx="464">
                  <c:v>0</c:v>
                </c:pt>
                <c:pt idx="465">
                  <c:v>0</c:v>
                </c:pt>
                <c:pt idx="466">
                  <c:v>0</c:v>
                </c:pt>
                <c:pt idx="467">
                  <c:v>0</c:v>
                </c:pt>
                <c:pt idx="468">
                  <c:v>63</c:v>
                </c:pt>
                <c:pt idx="469">
                  <c:v>0</c:v>
                </c:pt>
                <c:pt idx="470">
                  <c:v>0</c:v>
                </c:pt>
                <c:pt idx="471">
                  <c:v>55</c:v>
                </c:pt>
                <c:pt idx="472">
                  <c:v>60</c:v>
                </c:pt>
                <c:pt idx="473">
                  <c:v>0</c:v>
                </c:pt>
                <c:pt idx="474">
                  <c:v>0</c:v>
                </c:pt>
                <c:pt idx="475">
                  <c:v>0</c:v>
                </c:pt>
                <c:pt idx="476">
                  <c:v>0</c:v>
                </c:pt>
                <c:pt idx="477">
                  <c:v>0</c:v>
                </c:pt>
                <c:pt idx="478">
                  <c:v>0</c:v>
                </c:pt>
                <c:pt idx="479">
                  <c:v>0</c:v>
                </c:pt>
                <c:pt idx="480">
                  <c:v>0</c:v>
                </c:pt>
                <c:pt idx="481">
                  <c:v>0</c:v>
                </c:pt>
                <c:pt idx="482">
                  <c:v>0</c:v>
                </c:pt>
                <c:pt idx="483">
                  <c:v>64</c:v>
                </c:pt>
                <c:pt idx="484">
                  <c:v>0</c:v>
                </c:pt>
                <c:pt idx="485">
                  <c:v>0</c:v>
                </c:pt>
                <c:pt idx="486">
                  <c:v>0</c:v>
                </c:pt>
                <c:pt idx="487">
                  <c:v>0</c:v>
                </c:pt>
                <c:pt idx="488">
                  <c:v>0</c:v>
                </c:pt>
                <c:pt idx="489">
                  <c:v>0</c:v>
                </c:pt>
                <c:pt idx="490">
                  <c:v>0</c:v>
                </c:pt>
                <c:pt idx="491">
                  <c:v>0</c:v>
                </c:pt>
                <c:pt idx="492">
                  <c:v>0</c:v>
                </c:pt>
                <c:pt idx="493">
                  <c:v>0</c:v>
                </c:pt>
                <c:pt idx="494">
                  <c:v>0</c:v>
                </c:pt>
                <c:pt idx="495">
                  <c:v>60</c:v>
                </c:pt>
                <c:pt idx="496">
                  <c:v>0</c:v>
                </c:pt>
                <c:pt idx="497">
                  <c:v>0</c:v>
                </c:pt>
                <c:pt idx="498">
                  <c:v>0</c:v>
                </c:pt>
                <c:pt idx="499">
                  <c:v>55</c:v>
                </c:pt>
                <c:pt idx="500">
                  <c:v>58</c:v>
                </c:pt>
                <c:pt idx="501">
                  <c:v>0</c:v>
                </c:pt>
                <c:pt idx="502">
                  <c:v>0</c:v>
                </c:pt>
                <c:pt idx="503">
                  <c:v>0</c:v>
                </c:pt>
                <c:pt idx="504">
                  <c:v>61</c:v>
                </c:pt>
                <c:pt idx="505">
                  <c:v>0</c:v>
                </c:pt>
                <c:pt idx="506">
                  <c:v>0</c:v>
                </c:pt>
                <c:pt idx="507">
                  <c:v>0</c:v>
                </c:pt>
                <c:pt idx="508">
                  <c:v>0</c:v>
                </c:pt>
                <c:pt idx="509">
                  <c:v>0</c:v>
                </c:pt>
                <c:pt idx="510">
                  <c:v>0</c:v>
                </c:pt>
                <c:pt idx="511">
                  <c:v>61</c:v>
                </c:pt>
                <c:pt idx="512">
                  <c:v>0</c:v>
                </c:pt>
                <c:pt idx="513">
                  <c:v>0</c:v>
                </c:pt>
                <c:pt idx="514">
                  <c:v>61</c:v>
                </c:pt>
                <c:pt idx="515">
                  <c:v>63</c:v>
                </c:pt>
                <c:pt idx="516">
                  <c:v>0</c:v>
                </c:pt>
                <c:pt idx="517">
                  <c:v>0</c:v>
                </c:pt>
                <c:pt idx="518">
                  <c:v>58</c:v>
                </c:pt>
                <c:pt idx="519">
                  <c:v>0</c:v>
                </c:pt>
                <c:pt idx="520">
                  <c:v>0</c:v>
                </c:pt>
                <c:pt idx="521">
                  <c:v>61</c:v>
                </c:pt>
                <c:pt idx="522">
                  <c:v>0</c:v>
                </c:pt>
                <c:pt idx="523">
                  <c:v>0</c:v>
                </c:pt>
                <c:pt idx="524">
                  <c:v>0</c:v>
                </c:pt>
                <c:pt idx="525">
                  <c:v>0</c:v>
                </c:pt>
                <c:pt idx="526">
                  <c:v>0</c:v>
                </c:pt>
                <c:pt idx="527">
                  <c:v>0</c:v>
                </c:pt>
                <c:pt idx="528">
                  <c:v>0</c:v>
                </c:pt>
                <c:pt idx="529">
                  <c:v>0</c:v>
                </c:pt>
                <c:pt idx="530">
                  <c:v>0</c:v>
                </c:pt>
                <c:pt idx="531">
                  <c:v>60</c:v>
                </c:pt>
                <c:pt idx="532">
                  <c:v>64</c:v>
                </c:pt>
                <c:pt idx="533">
                  <c:v>62</c:v>
                </c:pt>
                <c:pt idx="534">
                  <c:v>0</c:v>
                </c:pt>
                <c:pt idx="535">
                  <c:v>0</c:v>
                </c:pt>
                <c:pt idx="536">
                  <c:v>0</c:v>
                </c:pt>
                <c:pt idx="537">
                  <c:v>0</c:v>
                </c:pt>
                <c:pt idx="538">
                  <c:v>61</c:v>
                </c:pt>
                <c:pt idx="539">
                  <c:v>0</c:v>
                </c:pt>
                <c:pt idx="540">
                  <c:v>60</c:v>
                </c:pt>
                <c:pt idx="541">
                  <c:v>0</c:v>
                </c:pt>
                <c:pt idx="542">
                  <c:v>0</c:v>
                </c:pt>
                <c:pt idx="543">
                  <c:v>0</c:v>
                </c:pt>
                <c:pt idx="544">
                  <c:v>0</c:v>
                </c:pt>
                <c:pt idx="545">
                  <c:v>0</c:v>
                </c:pt>
                <c:pt idx="546">
                  <c:v>0</c:v>
                </c:pt>
                <c:pt idx="547">
                  <c:v>59</c:v>
                </c:pt>
                <c:pt idx="548">
                  <c:v>0</c:v>
                </c:pt>
                <c:pt idx="549">
                  <c:v>61</c:v>
                </c:pt>
                <c:pt idx="550">
                  <c:v>0</c:v>
                </c:pt>
                <c:pt idx="551">
                  <c:v>0</c:v>
                </c:pt>
                <c:pt idx="552">
                  <c:v>65</c:v>
                </c:pt>
                <c:pt idx="553">
                  <c:v>0</c:v>
                </c:pt>
                <c:pt idx="554">
                  <c:v>0</c:v>
                </c:pt>
                <c:pt idx="555">
                  <c:v>0</c:v>
                </c:pt>
                <c:pt idx="556">
                  <c:v>0</c:v>
                </c:pt>
                <c:pt idx="557">
                  <c:v>64</c:v>
                </c:pt>
                <c:pt idx="558">
                  <c:v>0</c:v>
                </c:pt>
                <c:pt idx="559">
                  <c:v>0</c:v>
                </c:pt>
                <c:pt idx="560">
                  <c:v>0</c:v>
                </c:pt>
                <c:pt idx="561">
                  <c:v>0</c:v>
                </c:pt>
                <c:pt idx="562">
                  <c:v>0</c:v>
                </c:pt>
                <c:pt idx="563">
                  <c:v>0</c:v>
                </c:pt>
                <c:pt idx="564">
                  <c:v>0</c:v>
                </c:pt>
                <c:pt idx="565">
                  <c:v>0</c:v>
                </c:pt>
                <c:pt idx="566">
                  <c:v>59</c:v>
                </c:pt>
                <c:pt idx="567">
                  <c:v>0</c:v>
                </c:pt>
                <c:pt idx="568">
                  <c:v>0</c:v>
                </c:pt>
                <c:pt idx="569">
                  <c:v>0</c:v>
                </c:pt>
                <c:pt idx="570">
                  <c:v>62</c:v>
                </c:pt>
                <c:pt idx="571">
                  <c:v>0</c:v>
                </c:pt>
                <c:pt idx="572">
                  <c:v>60</c:v>
                </c:pt>
                <c:pt idx="573">
                  <c:v>0</c:v>
                </c:pt>
                <c:pt idx="574">
                  <c:v>0</c:v>
                </c:pt>
                <c:pt idx="575">
                  <c:v>0</c:v>
                </c:pt>
                <c:pt idx="576">
                  <c:v>0</c:v>
                </c:pt>
                <c:pt idx="577">
                  <c:v>0</c:v>
                </c:pt>
                <c:pt idx="578">
                  <c:v>0</c:v>
                </c:pt>
                <c:pt idx="579">
                  <c:v>60</c:v>
                </c:pt>
                <c:pt idx="580">
                  <c:v>0</c:v>
                </c:pt>
                <c:pt idx="581">
                  <c:v>0</c:v>
                </c:pt>
                <c:pt idx="582">
                  <c:v>0</c:v>
                </c:pt>
                <c:pt idx="583">
                  <c:v>0</c:v>
                </c:pt>
                <c:pt idx="584">
                  <c:v>0</c:v>
                </c:pt>
                <c:pt idx="585">
                  <c:v>58</c:v>
                </c:pt>
                <c:pt idx="586">
                  <c:v>0</c:v>
                </c:pt>
                <c:pt idx="587">
                  <c:v>0</c:v>
                </c:pt>
                <c:pt idx="588">
                  <c:v>62</c:v>
                </c:pt>
                <c:pt idx="589">
                  <c:v>0</c:v>
                </c:pt>
                <c:pt idx="590">
                  <c:v>0</c:v>
                </c:pt>
                <c:pt idx="591">
                  <c:v>64</c:v>
                </c:pt>
                <c:pt idx="592">
                  <c:v>58</c:v>
                </c:pt>
                <c:pt idx="593">
                  <c:v>0</c:v>
                </c:pt>
                <c:pt idx="594">
                  <c:v>0</c:v>
                </c:pt>
                <c:pt idx="595">
                  <c:v>0</c:v>
                </c:pt>
                <c:pt idx="596">
                  <c:v>58</c:v>
                </c:pt>
                <c:pt idx="597">
                  <c:v>0</c:v>
                </c:pt>
                <c:pt idx="598">
                  <c:v>0</c:v>
                </c:pt>
                <c:pt idx="599">
                  <c:v>63</c:v>
                </c:pt>
                <c:pt idx="600">
                  <c:v>0</c:v>
                </c:pt>
                <c:pt idx="601">
                  <c:v>65</c:v>
                </c:pt>
                <c:pt idx="602">
                  <c:v>0</c:v>
                </c:pt>
                <c:pt idx="603">
                  <c:v>0</c:v>
                </c:pt>
                <c:pt idx="604">
                  <c:v>0</c:v>
                </c:pt>
                <c:pt idx="605">
                  <c:v>62</c:v>
                </c:pt>
                <c:pt idx="606">
                  <c:v>0</c:v>
                </c:pt>
                <c:pt idx="607">
                  <c:v>65</c:v>
                </c:pt>
                <c:pt idx="608">
                  <c:v>0</c:v>
                </c:pt>
                <c:pt idx="609">
                  <c:v>0</c:v>
                </c:pt>
                <c:pt idx="610">
                  <c:v>0</c:v>
                </c:pt>
                <c:pt idx="611">
                  <c:v>0</c:v>
                </c:pt>
                <c:pt idx="612">
                  <c:v>0</c:v>
                </c:pt>
                <c:pt idx="613">
                  <c:v>0</c:v>
                </c:pt>
                <c:pt idx="614">
                  <c:v>0</c:v>
                </c:pt>
                <c:pt idx="615">
                  <c:v>0</c:v>
                </c:pt>
                <c:pt idx="616">
                  <c:v>0</c:v>
                </c:pt>
                <c:pt idx="617">
                  <c:v>60</c:v>
                </c:pt>
                <c:pt idx="618">
                  <c:v>0</c:v>
                </c:pt>
                <c:pt idx="619">
                  <c:v>0</c:v>
                </c:pt>
                <c:pt idx="620">
                  <c:v>0</c:v>
                </c:pt>
                <c:pt idx="621">
                  <c:v>0</c:v>
                </c:pt>
                <c:pt idx="622">
                  <c:v>59</c:v>
                </c:pt>
                <c:pt idx="623">
                  <c:v>0</c:v>
                </c:pt>
                <c:pt idx="624">
                  <c:v>0</c:v>
                </c:pt>
                <c:pt idx="625">
                  <c:v>0</c:v>
                </c:pt>
                <c:pt idx="626">
                  <c:v>0</c:v>
                </c:pt>
                <c:pt idx="627">
                  <c:v>0</c:v>
                </c:pt>
                <c:pt idx="628">
                  <c:v>0</c:v>
                </c:pt>
                <c:pt idx="629">
                  <c:v>61</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60</c:v>
                </c:pt>
                <c:pt idx="644">
                  <c:v>0</c:v>
                </c:pt>
                <c:pt idx="645">
                  <c:v>0</c:v>
                </c:pt>
                <c:pt idx="646">
                  <c:v>0</c:v>
                </c:pt>
                <c:pt idx="647">
                  <c:v>0</c:v>
                </c:pt>
                <c:pt idx="648">
                  <c:v>0</c:v>
                </c:pt>
                <c:pt idx="649">
                  <c:v>0</c:v>
                </c:pt>
                <c:pt idx="650">
                  <c:v>0</c:v>
                </c:pt>
                <c:pt idx="651">
                  <c:v>0</c:v>
                </c:pt>
                <c:pt idx="652">
                  <c:v>0</c:v>
                </c:pt>
                <c:pt idx="653">
                  <c:v>0</c:v>
                </c:pt>
                <c:pt idx="654">
                  <c:v>0</c:v>
                </c:pt>
                <c:pt idx="655">
                  <c:v>61</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63</c:v>
                </c:pt>
                <c:pt idx="670">
                  <c:v>0</c:v>
                </c:pt>
                <c:pt idx="671">
                  <c:v>0</c:v>
                </c:pt>
                <c:pt idx="672">
                  <c:v>0</c:v>
                </c:pt>
                <c:pt idx="673">
                  <c:v>0</c:v>
                </c:pt>
                <c:pt idx="674">
                  <c:v>0</c:v>
                </c:pt>
                <c:pt idx="675">
                  <c:v>0</c:v>
                </c:pt>
                <c:pt idx="676">
                  <c:v>0</c:v>
                </c:pt>
                <c:pt idx="677">
                  <c:v>0</c:v>
                </c:pt>
                <c:pt idx="678">
                  <c:v>0</c:v>
                </c:pt>
                <c:pt idx="679">
                  <c:v>60</c:v>
                </c:pt>
                <c:pt idx="680">
                  <c:v>0</c:v>
                </c:pt>
                <c:pt idx="681">
                  <c:v>0</c:v>
                </c:pt>
                <c:pt idx="682">
                  <c:v>0</c:v>
                </c:pt>
                <c:pt idx="683">
                  <c:v>0</c:v>
                </c:pt>
                <c:pt idx="684">
                  <c:v>0</c:v>
                </c:pt>
                <c:pt idx="685">
                  <c:v>0</c:v>
                </c:pt>
                <c:pt idx="686">
                  <c:v>0</c:v>
                </c:pt>
                <c:pt idx="687">
                  <c:v>0</c:v>
                </c:pt>
                <c:pt idx="688">
                  <c:v>64</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62</c:v>
                </c:pt>
                <c:pt idx="707">
                  <c:v>0</c:v>
                </c:pt>
                <c:pt idx="708">
                  <c:v>0</c:v>
                </c:pt>
                <c:pt idx="709">
                  <c:v>0</c:v>
                </c:pt>
                <c:pt idx="710">
                  <c:v>0</c:v>
                </c:pt>
                <c:pt idx="711">
                  <c:v>0</c:v>
                </c:pt>
                <c:pt idx="712">
                  <c:v>0</c:v>
                </c:pt>
                <c:pt idx="713">
                  <c:v>0</c:v>
                </c:pt>
                <c:pt idx="714">
                  <c:v>0</c:v>
                </c:pt>
                <c:pt idx="715">
                  <c:v>0</c:v>
                </c:pt>
                <c:pt idx="716">
                  <c:v>0</c:v>
                </c:pt>
                <c:pt idx="717">
                  <c:v>56</c:v>
                </c:pt>
                <c:pt idx="718">
                  <c:v>58</c:v>
                </c:pt>
                <c:pt idx="719">
                  <c:v>0</c:v>
                </c:pt>
                <c:pt idx="720">
                  <c:v>0</c:v>
                </c:pt>
                <c:pt idx="721">
                  <c:v>0</c:v>
                </c:pt>
                <c:pt idx="722">
                  <c:v>60</c:v>
                </c:pt>
                <c:pt idx="723">
                  <c:v>62</c:v>
                </c:pt>
                <c:pt idx="724">
                  <c:v>0</c:v>
                </c:pt>
                <c:pt idx="725">
                  <c:v>0</c:v>
                </c:pt>
                <c:pt idx="726">
                  <c:v>61</c:v>
                </c:pt>
                <c:pt idx="727">
                  <c:v>0</c:v>
                </c:pt>
                <c:pt idx="728">
                  <c:v>58</c:v>
                </c:pt>
                <c:pt idx="729">
                  <c:v>0</c:v>
                </c:pt>
                <c:pt idx="730">
                  <c:v>0</c:v>
                </c:pt>
                <c:pt idx="731">
                  <c:v>0</c:v>
                </c:pt>
                <c:pt idx="732">
                  <c:v>0</c:v>
                </c:pt>
                <c:pt idx="733">
                  <c:v>61</c:v>
                </c:pt>
                <c:pt idx="734">
                  <c:v>0</c:v>
                </c:pt>
                <c:pt idx="735">
                  <c:v>58</c:v>
                </c:pt>
                <c:pt idx="736">
                  <c:v>0</c:v>
                </c:pt>
                <c:pt idx="737">
                  <c:v>62</c:v>
                </c:pt>
                <c:pt idx="738">
                  <c:v>0</c:v>
                </c:pt>
                <c:pt idx="739">
                  <c:v>0</c:v>
                </c:pt>
                <c:pt idx="740">
                  <c:v>0</c:v>
                </c:pt>
                <c:pt idx="741">
                  <c:v>0</c:v>
                </c:pt>
                <c:pt idx="742">
                  <c:v>0</c:v>
                </c:pt>
                <c:pt idx="743">
                  <c:v>0</c:v>
                </c:pt>
                <c:pt idx="744">
                  <c:v>63</c:v>
                </c:pt>
                <c:pt idx="745">
                  <c:v>0</c:v>
                </c:pt>
                <c:pt idx="746">
                  <c:v>55</c:v>
                </c:pt>
                <c:pt idx="747">
                  <c:v>0</c:v>
                </c:pt>
                <c:pt idx="748">
                  <c:v>62</c:v>
                </c:pt>
                <c:pt idx="749">
                  <c:v>0</c:v>
                </c:pt>
                <c:pt idx="750">
                  <c:v>0</c:v>
                </c:pt>
                <c:pt idx="751">
                  <c:v>58</c:v>
                </c:pt>
                <c:pt idx="752">
                  <c:v>56</c:v>
                </c:pt>
                <c:pt idx="753">
                  <c:v>0</c:v>
                </c:pt>
                <c:pt idx="754">
                  <c:v>0</c:v>
                </c:pt>
                <c:pt idx="755">
                  <c:v>0</c:v>
                </c:pt>
                <c:pt idx="756">
                  <c:v>62</c:v>
                </c:pt>
                <c:pt idx="757">
                  <c:v>0</c:v>
                </c:pt>
                <c:pt idx="758">
                  <c:v>0</c:v>
                </c:pt>
                <c:pt idx="759">
                  <c:v>0</c:v>
                </c:pt>
                <c:pt idx="760">
                  <c:v>0</c:v>
                </c:pt>
                <c:pt idx="761">
                  <c:v>60</c:v>
                </c:pt>
                <c:pt idx="762">
                  <c:v>61</c:v>
                </c:pt>
                <c:pt idx="763">
                  <c:v>58</c:v>
                </c:pt>
                <c:pt idx="764">
                  <c:v>0</c:v>
                </c:pt>
                <c:pt idx="765">
                  <c:v>64</c:v>
                </c:pt>
                <c:pt idx="766">
                  <c:v>56</c:v>
                </c:pt>
                <c:pt idx="767">
                  <c:v>0</c:v>
                </c:pt>
                <c:pt idx="768">
                  <c:v>0</c:v>
                </c:pt>
                <c:pt idx="769">
                  <c:v>63</c:v>
                </c:pt>
                <c:pt idx="770">
                  <c:v>0</c:v>
                </c:pt>
                <c:pt idx="771">
                  <c:v>0</c:v>
                </c:pt>
                <c:pt idx="772">
                  <c:v>0</c:v>
                </c:pt>
                <c:pt idx="773">
                  <c:v>0</c:v>
                </c:pt>
                <c:pt idx="774">
                  <c:v>0</c:v>
                </c:pt>
                <c:pt idx="775">
                  <c:v>0</c:v>
                </c:pt>
                <c:pt idx="776">
                  <c:v>0</c:v>
                </c:pt>
                <c:pt idx="777">
                  <c:v>0</c:v>
                </c:pt>
                <c:pt idx="778">
                  <c:v>0</c:v>
                </c:pt>
                <c:pt idx="779">
                  <c:v>0</c:v>
                </c:pt>
                <c:pt idx="780">
                  <c:v>62</c:v>
                </c:pt>
                <c:pt idx="781">
                  <c:v>60</c:v>
                </c:pt>
                <c:pt idx="782">
                  <c:v>0</c:v>
                </c:pt>
                <c:pt idx="783">
                  <c:v>0</c:v>
                </c:pt>
                <c:pt idx="784">
                  <c:v>0</c:v>
                </c:pt>
                <c:pt idx="785">
                  <c:v>65</c:v>
                </c:pt>
                <c:pt idx="786">
                  <c:v>0</c:v>
                </c:pt>
                <c:pt idx="787">
                  <c:v>0</c:v>
                </c:pt>
                <c:pt idx="788">
                  <c:v>0</c:v>
                </c:pt>
                <c:pt idx="789">
                  <c:v>62</c:v>
                </c:pt>
                <c:pt idx="790">
                  <c:v>0</c:v>
                </c:pt>
                <c:pt idx="791">
                  <c:v>60</c:v>
                </c:pt>
                <c:pt idx="792">
                  <c:v>0</c:v>
                </c:pt>
                <c:pt idx="793">
                  <c:v>58</c:v>
                </c:pt>
                <c:pt idx="794">
                  <c:v>0</c:v>
                </c:pt>
                <c:pt idx="795">
                  <c:v>0</c:v>
                </c:pt>
                <c:pt idx="796">
                  <c:v>60</c:v>
                </c:pt>
                <c:pt idx="797">
                  <c:v>0</c:v>
                </c:pt>
                <c:pt idx="798">
                  <c:v>61</c:v>
                </c:pt>
                <c:pt idx="799">
                  <c:v>0</c:v>
                </c:pt>
                <c:pt idx="800">
                  <c:v>0</c:v>
                </c:pt>
                <c:pt idx="801">
                  <c:v>0</c:v>
                </c:pt>
                <c:pt idx="802">
                  <c:v>0</c:v>
                </c:pt>
                <c:pt idx="803">
                  <c:v>0</c:v>
                </c:pt>
                <c:pt idx="804">
                  <c:v>0</c:v>
                </c:pt>
                <c:pt idx="805">
                  <c:v>0</c:v>
                </c:pt>
                <c:pt idx="806">
                  <c:v>55</c:v>
                </c:pt>
                <c:pt idx="807">
                  <c:v>0</c:v>
                </c:pt>
                <c:pt idx="808">
                  <c:v>0</c:v>
                </c:pt>
                <c:pt idx="809">
                  <c:v>0</c:v>
                </c:pt>
                <c:pt idx="810">
                  <c:v>0</c:v>
                </c:pt>
                <c:pt idx="811">
                  <c:v>0</c:v>
                </c:pt>
                <c:pt idx="812">
                  <c:v>0</c:v>
                </c:pt>
                <c:pt idx="813">
                  <c:v>0</c:v>
                </c:pt>
                <c:pt idx="814">
                  <c:v>0</c:v>
                </c:pt>
                <c:pt idx="815">
                  <c:v>0</c:v>
                </c:pt>
                <c:pt idx="816">
                  <c:v>58</c:v>
                </c:pt>
                <c:pt idx="817">
                  <c:v>0</c:v>
                </c:pt>
                <c:pt idx="818">
                  <c:v>0</c:v>
                </c:pt>
                <c:pt idx="819">
                  <c:v>60</c:v>
                </c:pt>
                <c:pt idx="820">
                  <c:v>0</c:v>
                </c:pt>
                <c:pt idx="821">
                  <c:v>57</c:v>
                </c:pt>
                <c:pt idx="822">
                  <c:v>0</c:v>
                </c:pt>
                <c:pt idx="823">
                  <c:v>0</c:v>
                </c:pt>
                <c:pt idx="824">
                  <c:v>0</c:v>
                </c:pt>
                <c:pt idx="825">
                  <c:v>61</c:v>
                </c:pt>
                <c:pt idx="826">
                  <c:v>0</c:v>
                </c:pt>
                <c:pt idx="827">
                  <c:v>0</c:v>
                </c:pt>
                <c:pt idx="828">
                  <c:v>60</c:v>
                </c:pt>
                <c:pt idx="829">
                  <c:v>0</c:v>
                </c:pt>
                <c:pt idx="830">
                  <c:v>0</c:v>
                </c:pt>
                <c:pt idx="831">
                  <c:v>61</c:v>
                </c:pt>
                <c:pt idx="832">
                  <c:v>63</c:v>
                </c:pt>
                <c:pt idx="833">
                  <c:v>0</c:v>
                </c:pt>
                <c:pt idx="834">
                  <c:v>0</c:v>
                </c:pt>
                <c:pt idx="835">
                  <c:v>0</c:v>
                </c:pt>
                <c:pt idx="836">
                  <c:v>0</c:v>
                </c:pt>
                <c:pt idx="837">
                  <c:v>0</c:v>
                </c:pt>
                <c:pt idx="838">
                  <c:v>0</c:v>
                </c:pt>
                <c:pt idx="839">
                  <c:v>0</c:v>
                </c:pt>
                <c:pt idx="840">
                  <c:v>59</c:v>
                </c:pt>
                <c:pt idx="841">
                  <c:v>58</c:v>
                </c:pt>
                <c:pt idx="842">
                  <c:v>0</c:v>
                </c:pt>
                <c:pt idx="843">
                  <c:v>0</c:v>
                </c:pt>
                <c:pt idx="844">
                  <c:v>57</c:v>
                </c:pt>
                <c:pt idx="845">
                  <c:v>0</c:v>
                </c:pt>
                <c:pt idx="846">
                  <c:v>0</c:v>
                </c:pt>
                <c:pt idx="847">
                  <c:v>64</c:v>
                </c:pt>
                <c:pt idx="848">
                  <c:v>0</c:v>
                </c:pt>
                <c:pt idx="849">
                  <c:v>63</c:v>
                </c:pt>
                <c:pt idx="850">
                  <c:v>0</c:v>
                </c:pt>
                <c:pt idx="851">
                  <c:v>0</c:v>
                </c:pt>
                <c:pt idx="852">
                  <c:v>0</c:v>
                </c:pt>
                <c:pt idx="853">
                  <c:v>0</c:v>
                </c:pt>
                <c:pt idx="854">
                  <c:v>0</c:v>
                </c:pt>
                <c:pt idx="855">
                  <c:v>0</c:v>
                </c:pt>
                <c:pt idx="856">
                  <c:v>0</c:v>
                </c:pt>
                <c:pt idx="857">
                  <c:v>57</c:v>
                </c:pt>
                <c:pt idx="858">
                  <c:v>0</c:v>
                </c:pt>
                <c:pt idx="859">
                  <c:v>0</c:v>
                </c:pt>
                <c:pt idx="860">
                  <c:v>0</c:v>
                </c:pt>
                <c:pt idx="861">
                  <c:v>58</c:v>
                </c:pt>
                <c:pt idx="862">
                  <c:v>0</c:v>
                </c:pt>
                <c:pt idx="863">
                  <c:v>65</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62</c:v>
                </c:pt>
                <c:pt idx="879">
                  <c:v>0</c:v>
                </c:pt>
                <c:pt idx="880">
                  <c:v>0</c:v>
                </c:pt>
                <c:pt idx="881">
                  <c:v>60</c:v>
                </c:pt>
                <c:pt idx="882">
                  <c:v>60</c:v>
                </c:pt>
                <c:pt idx="883">
                  <c:v>0</c:v>
                </c:pt>
                <c:pt idx="884">
                  <c:v>0</c:v>
                </c:pt>
                <c:pt idx="885">
                  <c:v>58</c:v>
                </c:pt>
                <c:pt idx="886">
                  <c:v>63</c:v>
                </c:pt>
                <c:pt idx="887">
                  <c:v>0</c:v>
                </c:pt>
                <c:pt idx="888">
                  <c:v>0</c:v>
                </c:pt>
                <c:pt idx="889">
                  <c:v>0</c:v>
                </c:pt>
                <c:pt idx="890">
                  <c:v>0</c:v>
                </c:pt>
                <c:pt idx="891">
                  <c:v>61</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58</c:v>
                </c:pt>
                <c:pt idx="915">
                  <c:v>59</c:v>
                </c:pt>
                <c:pt idx="916">
                  <c:v>57</c:v>
                </c:pt>
                <c:pt idx="917">
                  <c:v>0</c:v>
                </c:pt>
                <c:pt idx="918">
                  <c:v>0</c:v>
                </c:pt>
                <c:pt idx="919">
                  <c:v>0</c:v>
                </c:pt>
                <c:pt idx="920">
                  <c:v>0</c:v>
                </c:pt>
                <c:pt idx="921">
                  <c:v>0</c:v>
                </c:pt>
                <c:pt idx="922">
                  <c:v>0</c:v>
                </c:pt>
                <c:pt idx="923">
                  <c:v>0</c:v>
                </c:pt>
                <c:pt idx="924">
                  <c:v>0</c:v>
                </c:pt>
                <c:pt idx="925">
                  <c:v>57</c:v>
                </c:pt>
                <c:pt idx="926">
                  <c:v>0</c:v>
                </c:pt>
                <c:pt idx="927">
                  <c:v>59</c:v>
                </c:pt>
                <c:pt idx="928">
                  <c:v>0</c:v>
                </c:pt>
                <c:pt idx="929">
                  <c:v>0</c:v>
                </c:pt>
                <c:pt idx="930">
                  <c:v>59</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59</c:v>
                </c:pt>
                <c:pt idx="946">
                  <c:v>0</c:v>
                </c:pt>
                <c:pt idx="947">
                  <c:v>0</c:v>
                </c:pt>
                <c:pt idx="948">
                  <c:v>0</c:v>
                </c:pt>
                <c:pt idx="949">
                  <c:v>0</c:v>
                </c:pt>
                <c:pt idx="950">
                  <c:v>0</c:v>
                </c:pt>
                <c:pt idx="951">
                  <c:v>0</c:v>
                </c:pt>
                <c:pt idx="952">
                  <c:v>0</c:v>
                </c:pt>
                <c:pt idx="953">
                  <c:v>56</c:v>
                </c:pt>
                <c:pt idx="954">
                  <c:v>0</c:v>
                </c:pt>
                <c:pt idx="955">
                  <c:v>0</c:v>
                </c:pt>
                <c:pt idx="956">
                  <c:v>0</c:v>
                </c:pt>
                <c:pt idx="957">
                  <c:v>61</c:v>
                </c:pt>
                <c:pt idx="958">
                  <c:v>0</c:v>
                </c:pt>
                <c:pt idx="959">
                  <c:v>0</c:v>
                </c:pt>
                <c:pt idx="960">
                  <c:v>0</c:v>
                </c:pt>
                <c:pt idx="961">
                  <c:v>64</c:v>
                </c:pt>
                <c:pt idx="962">
                  <c:v>0</c:v>
                </c:pt>
                <c:pt idx="963">
                  <c:v>0</c:v>
                </c:pt>
                <c:pt idx="964">
                  <c:v>0</c:v>
                </c:pt>
                <c:pt idx="965">
                  <c:v>0</c:v>
                </c:pt>
                <c:pt idx="966">
                  <c:v>0</c:v>
                </c:pt>
                <c:pt idx="967">
                  <c:v>0</c:v>
                </c:pt>
                <c:pt idx="968">
                  <c:v>60</c:v>
                </c:pt>
                <c:pt idx="969">
                  <c:v>0</c:v>
                </c:pt>
                <c:pt idx="970">
                  <c:v>0</c:v>
                </c:pt>
                <c:pt idx="971">
                  <c:v>0</c:v>
                </c:pt>
                <c:pt idx="972">
                  <c:v>0</c:v>
                </c:pt>
              </c:numCache>
            </c:numRef>
          </c:yVal>
          <c:smooth val="0"/>
          <c:extLst>
            <c:ext xmlns:c16="http://schemas.microsoft.com/office/drawing/2014/chart" uri="{C3380CC4-5D6E-409C-BE32-E72D297353CC}">
              <c16:uniqueId val="{00000004-2CE9-4DE2-A163-131796AB693F}"/>
            </c:ext>
          </c:extLst>
        </c:ser>
        <c:ser>
          <c:idx val="5"/>
          <c:order val="5"/>
          <c:tx>
            <c:strRef>
              <c:f>'Sub-Dataset'!$CO$1</c:f>
              <c:strCache>
                <c:ptCount val="1"/>
                <c:pt idx="0">
                  <c:v>Above Excellent</c:v>
                </c:pt>
              </c:strCache>
            </c:strRef>
          </c:tx>
          <c:spPr>
            <a:ln w="19050" cap="rnd">
              <a:noFill/>
              <a:round/>
            </a:ln>
            <a:effectLst/>
          </c:spPr>
          <c:marker>
            <c:symbol val="circle"/>
            <c:size val="3"/>
            <c:spPr>
              <a:solidFill>
                <a:schemeClr val="accent5">
                  <a:lumMod val="75000"/>
                </a:schemeClr>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'Sub-Dataset'!$CO$2:$CO$974</c:f>
              <c:numCache>
                <c:formatCode>General</c:formatCode>
                <c:ptCount val="973"/>
                <c:pt idx="0">
                  <c:v>54</c:v>
                </c:pt>
                <c:pt idx="1">
                  <c:v>0</c:v>
                </c:pt>
                <c:pt idx="2">
                  <c:v>53</c:v>
                </c:pt>
                <c:pt idx="3">
                  <c:v>0</c:v>
                </c:pt>
                <c:pt idx="4">
                  <c:v>0</c:v>
                </c:pt>
                <c:pt idx="5">
                  <c:v>0</c:v>
                </c:pt>
                <c:pt idx="6">
                  <c:v>54</c:v>
                </c:pt>
                <c:pt idx="7">
                  <c:v>0</c:v>
                </c:pt>
                <c:pt idx="8">
                  <c:v>0</c:v>
                </c:pt>
                <c:pt idx="9">
                  <c:v>54</c:v>
                </c:pt>
                <c:pt idx="10">
                  <c:v>0</c:v>
                </c:pt>
                <c:pt idx="11">
                  <c:v>0</c:v>
                </c:pt>
                <c:pt idx="12">
                  <c:v>0</c:v>
                </c:pt>
                <c:pt idx="13">
                  <c:v>0</c:v>
                </c:pt>
                <c:pt idx="14">
                  <c:v>0</c:v>
                </c:pt>
                <c:pt idx="15">
                  <c:v>0</c:v>
                </c:pt>
                <c:pt idx="16">
                  <c:v>0</c:v>
                </c:pt>
                <c:pt idx="17">
                  <c:v>59</c:v>
                </c:pt>
                <c:pt idx="18">
                  <c:v>0</c:v>
                </c:pt>
                <c:pt idx="19">
                  <c:v>59</c:v>
                </c:pt>
                <c:pt idx="20">
                  <c:v>0</c:v>
                </c:pt>
                <c:pt idx="21">
                  <c:v>54</c:v>
                </c:pt>
                <c:pt idx="22">
                  <c:v>0</c:v>
                </c:pt>
                <c:pt idx="23">
                  <c:v>54</c:v>
                </c:pt>
                <c:pt idx="24">
                  <c:v>56</c:v>
                </c:pt>
                <c:pt idx="25">
                  <c:v>0</c:v>
                </c:pt>
                <c:pt idx="26">
                  <c:v>56</c:v>
                </c:pt>
                <c:pt idx="27">
                  <c:v>0</c:v>
                </c:pt>
                <c:pt idx="28">
                  <c:v>59</c:v>
                </c:pt>
                <c:pt idx="29">
                  <c:v>0</c:v>
                </c:pt>
                <c:pt idx="30">
                  <c:v>0</c:v>
                </c:pt>
                <c:pt idx="31">
                  <c:v>0</c:v>
                </c:pt>
                <c:pt idx="32">
                  <c:v>0</c:v>
                </c:pt>
                <c:pt idx="33">
                  <c:v>0</c:v>
                </c:pt>
                <c:pt idx="34">
                  <c:v>51</c:v>
                </c:pt>
                <c:pt idx="35">
                  <c:v>0</c:v>
                </c:pt>
                <c:pt idx="36">
                  <c:v>53</c:v>
                </c:pt>
                <c:pt idx="37">
                  <c:v>0</c:v>
                </c:pt>
                <c:pt idx="38">
                  <c:v>52</c:v>
                </c:pt>
                <c:pt idx="39">
                  <c:v>51</c:v>
                </c:pt>
                <c:pt idx="40">
                  <c:v>0</c:v>
                </c:pt>
                <c:pt idx="41">
                  <c:v>0</c:v>
                </c:pt>
                <c:pt idx="42">
                  <c:v>58</c:v>
                </c:pt>
                <c:pt idx="43">
                  <c:v>56</c:v>
                </c:pt>
                <c:pt idx="44">
                  <c:v>53</c:v>
                </c:pt>
                <c:pt idx="45">
                  <c:v>56</c:v>
                </c:pt>
                <c:pt idx="46">
                  <c:v>0</c:v>
                </c:pt>
                <c:pt idx="47">
                  <c:v>0</c:v>
                </c:pt>
                <c:pt idx="48">
                  <c:v>0</c:v>
                </c:pt>
                <c:pt idx="49">
                  <c:v>56</c:v>
                </c:pt>
                <c:pt idx="50">
                  <c:v>0</c:v>
                </c:pt>
                <c:pt idx="51">
                  <c:v>0</c:v>
                </c:pt>
                <c:pt idx="52">
                  <c:v>0</c:v>
                </c:pt>
                <c:pt idx="53">
                  <c:v>0</c:v>
                </c:pt>
                <c:pt idx="54">
                  <c:v>50</c:v>
                </c:pt>
                <c:pt idx="55">
                  <c:v>0</c:v>
                </c:pt>
                <c:pt idx="56">
                  <c:v>51</c:v>
                </c:pt>
                <c:pt idx="57">
                  <c:v>0</c:v>
                </c:pt>
                <c:pt idx="58">
                  <c:v>50</c:v>
                </c:pt>
                <c:pt idx="59">
                  <c:v>50</c:v>
                </c:pt>
                <c:pt idx="60">
                  <c:v>0</c:v>
                </c:pt>
                <c:pt idx="61">
                  <c:v>0</c:v>
                </c:pt>
                <c:pt idx="62">
                  <c:v>55</c:v>
                </c:pt>
                <c:pt idx="63">
                  <c:v>0</c:v>
                </c:pt>
                <c:pt idx="64">
                  <c:v>0</c:v>
                </c:pt>
                <c:pt idx="65">
                  <c:v>0</c:v>
                </c:pt>
                <c:pt idx="66">
                  <c:v>0</c:v>
                </c:pt>
                <c:pt idx="67">
                  <c:v>0</c:v>
                </c:pt>
                <c:pt idx="68">
                  <c:v>0</c:v>
                </c:pt>
                <c:pt idx="69">
                  <c:v>58</c:v>
                </c:pt>
                <c:pt idx="70">
                  <c:v>0</c:v>
                </c:pt>
                <c:pt idx="71">
                  <c:v>0</c:v>
                </c:pt>
                <c:pt idx="72">
                  <c:v>53</c:v>
                </c:pt>
                <c:pt idx="73">
                  <c:v>0</c:v>
                </c:pt>
                <c:pt idx="74">
                  <c:v>0</c:v>
                </c:pt>
                <c:pt idx="75">
                  <c:v>55</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56</c:v>
                </c:pt>
                <c:pt idx="91">
                  <c:v>0</c:v>
                </c:pt>
                <c:pt idx="92">
                  <c:v>0</c:v>
                </c:pt>
                <c:pt idx="93">
                  <c:v>0</c:v>
                </c:pt>
                <c:pt idx="94">
                  <c:v>0</c:v>
                </c:pt>
                <c:pt idx="95">
                  <c:v>58</c:v>
                </c:pt>
                <c:pt idx="96">
                  <c:v>0</c:v>
                </c:pt>
                <c:pt idx="97">
                  <c:v>0</c:v>
                </c:pt>
                <c:pt idx="98">
                  <c:v>54</c:v>
                </c:pt>
                <c:pt idx="99">
                  <c:v>0</c:v>
                </c:pt>
                <c:pt idx="100">
                  <c:v>0</c:v>
                </c:pt>
                <c:pt idx="101">
                  <c:v>0</c:v>
                </c:pt>
                <c:pt idx="102">
                  <c:v>52</c:v>
                </c:pt>
                <c:pt idx="103">
                  <c:v>0</c:v>
                </c:pt>
                <c:pt idx="104">
                  <c:v>50</c:v>
                </c:pt>
                <c:pt idx="105">
                  <c:v>0</c:v>
                </c:pt>
                <c:pt idx="106">
                  <c:v>0</c:v>
                </c:pt>
                <c:pt idx="107">
                  <c:v>50</c:v>
                </c:pt>
                <c:pt idx="108">
                  <c:v>0</c:v>
                </c:pt>
                <c:pt idx="109">
                  <c:v>58</c:v>
                </c:pt>
                <c:pt idx="110">
                  <c:v>0</c:v>
                </c:pt>
                <c:pt idx="111">
                  <c:v>53</c:v>
                </c:pt>
                <c:pt idx="112">
                  <c:v>54</c:v>
                </c:pt>
                <c:pt idx="113">
                  <c:v>0</c:v>
                </c:pt>
                <c:pt idx="114">
                  <c:v>0</c:v>
                </c:pt>
                <c:pt idx="115">
                  <c:v>0</c:v>
                </c:pt>
                <c:pt idx="116">
                  <c:v>0</c:v>
                </c:pt>
                <c:pt idx="117">
                  <c:v>0</c:v>
                </c:pt>
                <c:pt idx="118">
                  <c:v>0</c:v>
                </c:pt>
                <c:pt idx="119">
                  <c:v>0</c:v>
                </c:pt>
                <c:pt idx="120">
                  <c:v>0</c:v>
                </c:pt>
                <c:pt idx="121">
                  <c:v>0</c:v>
                </c:pt>
                <c:pt idx="122">
                  <c:v>0</c:v>
                </c:pt>
                <c:pt idx="123">
                  <c:v>0</c:v>
                </c:pt>
                <c:pt idx="124">
                  <c:v>52</c:v>
                </c:pt>
                <c:pt idx="125">
                  <c:v>0</c:v>
                </c:pt>
                <c:pt idx="126">
                  <c:v>0</c:v>
                </c:pt>
                <c:pt idx="127">
                  <c:v>56</c:v>
                </c:pt>
                <c:pt idx="128">
                  <c:v>54</c:v>
                </c:pt>
                <c:pt idx="129">
                  <c:v>50</c:v>
                </c:pt>
                <c:pt idx="130">
                  <c:v>0</c:v>
                </c:pt>
                <c:pt idx="131">
                  <c:v>56</c:v>
                </c:pt>
                <c:pt idx="132">
                  <c:v>0</c:v>
                </c:pt>
                <c:pt idx="133">
                  <c:v>52</c:v>
                </c:pt>
                <c:pt idx="134">
                  <c:v>0</c:v>
                </c:pt>
                <c:pt idx="135">
                  <c:v>0</c:v>
                </c:pt>
                <c:pt idx="136">
                  <c:v>0</c:v>
                </c:pt>
                <c:pt idx="137">
                  <c:v>0</c:v>
                </c:pt>
                <c:pt idx="138">
                  <c:v>0</c:v>
                </c:pt>
                <c:pt idx="139">
                  <c:v>56</c:v>
                </c:pt>
                <c:pt idx="140">
                  <c:v>0</c:v>
                </c:pt>
                <c:pt idx="141">
                  <c:v>0</c:v>
                </c:pt>
                <c:pt idx="142">
                  <c:v>51</c:v>
                </c:pt>
                <c:pt idx="143">
                  <c:v>0</c:v>
                </c:pt>
                <c:pt idx="144">
                  <c:v>59</c:v>
                </c:pt>
                <c:pt idx="145">
                  <c:v>52</c:v>
                </c:pt>
                <c:pt idx="146">
                  <c:v>57</c:v>
                </c:pt>
                <c:pt idx="147">
                  <c:v>0</c:v>
                </c:pt>
                <c:pt idx="148">
                  <c:v>0</c:v>
                </c:pt>
                <c:pt idx="149">
                  <c:v>52</c:v>
                </c:pt>
                <c:pt idx="150">
                  <c:v>56</c:v>
                </c:pt>
                <c:pt idx="151">
                  <c:v>57</c:v>
                </c:pt>
                <c:pt idx="152">
                  <c:v>0</c:v>
                </c:pt>
                <c:pt idx="153">
                  <c:v>55</c:v>
                </c:pt>
                <c:pt idx="154">
                  <c:v>0</c:v>
                </c:pt>
                <c:pt idx="155">
                  <c:v>0</c:v>
                </c:pt>
                <c:pt idx="156">
                  <c:v>0</c:v>
                </c:pt>
                <c:pt idx="157">
                  <c:v>50</c:v>
                </c:pt>
                <c:pt idx="158">
                  <c:v>50</c:v>
                </c:pt>
                <c:pt idx="159">
                  <c:v>58</c:v>
                </c:pt>
                <c:pt idx="160">
                  <c:v>57</c:v>
                </c:pt>
                <c:pt idx="161">
                  <c:v>0</c:v>
                </c:pt>
                <c:pt idx="162">
                  <c:v>0</c:v>
                </c:pt>
                <c:pt idx="163">
                  <c:v>0</c:v>
                </c:pt>
                <c:pt idx="164">
                  <c:v>0</c:v>
                </c:pt>
                <c:pt idx="165">
                  <c:v>0</c:v>
                </c:pt>
                <c:pt idx="166">
                  <c:v>52</c:v>
                </c:pt>
                <c:pt idx="167">
                  <c:v>0</c:v>
                </c:pt>
                <c:pt idx="168">
                  <c:v>0</c:v>
                </c:pt>
                <c:pt idx="169">
                  <c:v>55</c:v>
                </c:pt>
                <c:pt idx="170">
                  <c:v>0</c:v>
                </c:pt>
                <c:pt idx="171">
                  <c:v>0</c:v>
                </c:pt>
                <c:pt idx="172">
                  <c:v>0</c:v>
                </c:pt>
                <c:pt idx="173">
                  <c:v>0</c:v>
                </c:pt>
                <c:pt idx="174">
                  <c:v>0</c:v>
                </c:pt>
                <c:pt idx="175">
                  <c:v>0</c:v>
                </c:pt>
                <c:pt idx="176">
                  <c:v>0</c:v>
                </c:pt>
                <c:pt idx="177">
                  <c:v>0</c:v>
                </c:pt>
                <c:pt idx="178">
                  <c:v>0</c:v>
                </c:pt>
                <c:pt idx="179">
                  <c:v>56</c:v>
                </c:pt>
                <c:pt idx="180">
                  <c:v>0</c:v>
                </c:pt>
                <c:pt idx="181">
                  <c:v>0</c:v>
                </c:pt>
                <c:pt idx="182">
                  <c:v>55</c:v>
                </c:pt>
                <c:pt idx="183">
                  <c:v>0</c:v>
                </c:pt>
                <c:pt idx="184">
                  <c:v>0</c:v>
                </c:pt>
                <c:pt idx="185">
                  <c:v>0</c:v>
                </c:pt>
                <c:pt idx="186">
                  <c:v>54</c:v>
                </c:pt>
                <c:pt idx="187">
                  <c:v>0</c:v>
                </c:pt>
                <c:pt idx="188">
                  <c:v>0</c:v>
                </c:pt>
                <c:pt idx="189">
                  <c:v>53</c:v>
                </c:pt>
                <c:pt idx="190">
                  <c:v>0</c:v>
                </c:pt>
                <c:pt idx="191">
                  <c:v>0</c:v>
                </c:pt>
                <c:pt idx="192">
                  <c:v>55</c:v>
                </c:pt>
                <c:pt idx="193">
                  <c:v>0</c:v>
                </c:pt>
                <c:pt idx="194">
                  <c:v>0</c:v>
                </c:pt>
                <c:pt idx="195">
                  <c:v>0</c:v>
                </c:pt>
                <c:pt idx="196">
                  <c:v>0</c:v>
                </c:pt>
                <c:pt idx="197">
                  <c:v>0</c:v>
                </c:pt>
                <c:pt idx="198">
                  <c:v>52</c:v>
                </c:pt>
                <c:pt idx="199">
                  <c:v>0</c:v>
                </c:pt>
                <c:pt idx="200">
                  <c:v>0</c:v>
                </c:pt>
                <c:pt idx="201">
                  <c:v>0</c:v>
                </c:pt>
                <c:pt idx="202">
                  <c:v>0</c:v>
                </c:pt>
                <c:pt idx="203">
                  <c:v>59</c:v>
                </c:pt>
                <c:pt idx="204">
                  <c:v>0</c:v>
                </c:pt>
                <c:pt idx="205">
                  <c:v>0</c:v>
                </c:pt>
                <c:pt idx="206">
                  <c:v>0</c:v>
                </c:pt>
                <c:pt idx="207">
                  <c:v>0</c:v>
                </c:pt>
                <c:pt idx="208">
                  <c:v>0</c:v>
                </c:pt>
                <c:pt idx="209">
                  <c:v>58</c:v>
                </c:pt>
                <c:pt idx="210">
                  <c:v>0</c:v>
                </c:pt>
                <c:pt idx="211">
                  <c:v>0</c:v>
                </c:pt>
                <c:pt idx="212">
                  <c:v>0</c:v>
                </c:pt>
                <c:pt idx="213">
                  <c:v>0</c:v>
                </c:pt>
                <c:pt idx="214">
                  <c:v>0</c:v>
                </c:pt>
                <c:pt idx="215">
                  <c:v>0</c:v>
                </c:pt>
                <c:pt idx="216">
                  <c:v>0</c:v>
                </c:pt>
                <c:pt idx="217">
                  <c:v>0</c:v>
                </c:pt>
                <c:pt idx="218">
                  <c:v>0</c:v>
                </c:pt>
                <c:pt idx="219">
                  <c:v>0</c:v>
                </c:pt>
                <c:pt idx="220">
                  <c:v>0</c:v>
                </c:pt>
                <c:pt idx="221">
                  <c:v>52</c:v>
                </c:pt>
                <c:pt idx="222">
                  <c:v>0</c:v>
                </c:pt>
                <c:pt idx="223">
                  <c:v>0</c:v>
                </c:pt>
                <c:pt idx="224">
                  <c:v>0</c:v>
                </c:pt>
                <c:pt idx="225">
                  <c:v>0</c:v>
                </c:pt>
                <c:pt idx="226">
                  <c:v>52</c:v>
                </c:pt>
                <c:pt idx="227">
                  <c:v>0</c:v>
                </c:pt>
                <c:pt idx="228">
                  <c:v>0</c:v>
                </c:pt>
                <c:pt idx="229">
                  <c:v>0</c:v>
                </c:pt>
                <c:pt idx="230">
                  <c:v>0</c:v>
                </c:pt>
                <c:pt idx="231">
                  <c:v>0</c:v>
                </c:pt>
                <c:pt idx="232">
                  <c:v>0</c:v>
                </c:pt>
                <c:pt idx="233">
                  <c:v>54</c:v>
                </c:pt>
                <c:pt idx="234">
                  <c:v>0</c:v>
                </c:pt>
                <c:pt idx="235">
                  <c:v>56</c:v>
                </c:pt>
                <c:pt idx="236">
                  <c:v>0</c:v>
                </c:pt>
                <c:pt idx="237">
                  <c:v>0</c:v>
                </c:pt>
                <c:pt idx="238">
                  <c:v>52</c:v>
                </c:pt>
                <c:pt idx="239">
                  <c:v>53</c:v>
                </c:pt>
                <c:pt idx="240">
                  <c:v>0</c:v>
                </c:pt>
                <c:pt idx="241">
                  <c:v>0</c:v>
                </c:pt>
                <c:pt idx="242">
                  <c:v>0</c:v>
                </c:pt>
                <c:pt idx="243">
                  <c:v>54</c:v>
                </c:pt>
                <c:pt idx="244">
                  <c:v>0</c:v>
                </c:pt>
                <c:pt idx="245">
                  <c:v>0</c:v>
                </c:pt>
                <c:pt idx="246">
                  <c:v>54</c:v>
                </c:pt>
                <c:pt idx="247">
                  <c:v>0</c:v>
                </c:pt>
                <c:pt idx="248">
                  <c:v>0</c:v>
                </c:pt>
                <c:pt idx="249">
                  <c:v>0</c:v>
                </c:pt>
                <c:pt idx="250">
                  <c:v>0</c:v>
                </c:pt>
                <c:pt idx="251">
                  <c:v>0</c:v>
                </c:pt>
                <c:pt idx="252">
                  <c:v>0</c:v>
                </c:pt>
                <c:pt idx="253">
                  <c:v>0</c:v>
                </c:pt>
                <c:pt idx="254">
                  <c:v>0</c:v>
                </c:pt>
                <c:pt idx="255">
                  <c:v>57</c:v>
                </c:pt>
                <c:pt idx="256">
                  <c:v>0</c:v>
                </c:pt>
                <c:pt idx="257">
                  <c:v>0</c:v>
                </c:pt>
                <c:pt idx="258">
                  <c:v>0</c:v>
                </c:pt>
                <c:pt idx="259">
                  <c:v>0</c:v>
                </c:pt>
                <c:pt idx="260">
                  <c:v>0</c:v>
                </c:pt>
                <c:pt idx="261">
                  <c:v>0</c:v>
                </c:pt>
                <c:pt idx="262">
                  <c:v>0</c:v>
                </c:pt>
                <c:pt idx="263">
                  <c:v>0</c:v>
                </c:pt>
                <c:pt idx="264">
                  <c:v>59</c:v>
                </c:pt>
                <c:pt idx="265">
                  <c:v>0</c:v>
                </c:pt>
                <c:pt idx="266">
                  <c:v>0</c:v>
                </c:pt>
                <c:pt idx="267">
                  <c:v>0</c:v>
                </c:pt>
                <c:pt idx="268">
                  <c:v>0</c:v>
                </c:pt>
                <c:pt idx="269">
                  <c:v>0</c:v>
                </c:pt>
                <c:pt idx="270">
                  <c:v>0</c:v>
                </c:pt>
                <c:pt idx="271">
                  <c:v>0</c:v>
                </c:pt>
                <c:pt idx="272">
                  <c:v>0</c:v>
                </c:pt>
                <c:pt idx="273">
                  <c:v>0</c:v>
                </c:pt>
                <c:pt idx="274">
                  <c:v>0</c:v>
                </c:pt>
                <c:pt idx="275">
                  <c:v>0</c:v>
                </c:pt>
                <c:pt idx="276">
                  <c:v>0</c:v>
                </c:pt>
                <c:pt idx="277">
                  <c:v>55</c:v>
                </c:pt>
                <c:pt idx="278">
                  <c:v>0</c:v>
                </c:pt>
                <c:pt idx="279">
                  <c:v>54</c:v>
                </c:pt>
                <c:pt idx="280">
                  <c:v>0</c:v>
                </c:pt>
                <c:pt idx="281">
                  <c:v>0</c:v>
                </c:pt>
                <c:pt idx="282">
                  <c:v>0</c:v>
                </c:pt>
                <c:pt idx="283">
                  <c:v>0</c:v>
                </c:pt>
                <c:pt idx="284">
                  <c:v>0</c:v>
                </c:pt>
                <c:pt idx="285">
                  <c:v>53</c:v>
                </c:pt>
                <c:pt idx="286">
                  <c:v>52</c:v>
                </c:pt>
                <c:pt idx="287">
                  <c:v>55</c:v>
                </c:pt>
                <c:pt idx="288">
                  <c:v>0</c:v>
                </c:pt>
                <c:pt idx="289">
                  <c:v>0</c:v>
                </c:pt>
                <c:pt idx="290">
                  <c:v>0</c:v>
                </c:pt>
                <c:pt idx="291">
                  <c:v>56</c:v>
                </c:pt>
                <c:pt idx="292">
                  <c:v>0</c:v>
                </c:pt>
                <c:pt idx="293">
                  <c:v>0</c:v>
                </c:pt>
                <c:pt idx="294">
                  <c:v>0</c:v>
                </c:pt>
                <c:pt idx="295">
                  <c:v>0</c:v>
                </c:pt>
                <c:pt idx="296">
                  <c:v>0</c:v>
                </c:pt>
                <c:pt idx="297">
                  <c:v>0</c:v>
                </c:pt>
                <c:pt idx="298">
                  <c:v>0</c:v>
                </c:pt>
                <c:pt idx="299">
                  <c:v>0</c:v>
                </c:pt>
                <c:pt idx="300">
                  <c:v>58</c:v>
                </c:pt>
                <c:pt idx="301">
                  <c:v>0</c:v>
                </c:pt>
                <c:pt idx="302">
                  <c:v>0</c:v>
                </c:pt>
                <c:pt idx="303">
                  <c:v>0</c:v>
                </c:pt>
                <c:pt idx="304">
                  <c:v>54</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55</c:v>
                </c:pt>
                <c:pt idx="320">
                  <c:v>0</c:v>
                </c:pt>
                <c:pt idx="321">
                  <c:v>0</c:v>
                </c:pt>
                <c:pt idx="322">
                  <c:v>0</c:v>
                </c:pt>
                <c:pt idx="323">
                  <c:v>0</c:v>
                </c:pt>
                <c:pt idx="324">
                  <c:v>55</c:v>
                </c:pt>
                <c:pt idx="325">
                  <c:v>0</c:v>
                </c:pt>
                <c:pt idx="326">
                  <c:v>0</c:v>
                </c:pt>
                <c:pt idx="327">
                  <c:v>0</c:v>
                </c:pt>
                <c:pt idx="328">
                  <c:v>0</c:v>
                </c:pt>
                <c:pt idx="329">
                  <c:v>0</c:v>
                </c:pt>
                <c:pt idx="330">
                  <c:v>0</c:v>
                </c:pt>
                <c:pt idx="331">
                  <c:v>0</c:v>
                </c:pt>
                <c:pt idx="332">
                  <c:v>0</c:v>
                </c:pt>
                <c:pt idx="333">
                  <c:v>0</c:v>
                </c:pt>
                <c:pt idx="334">
                  <c:v>50</c:v>
                </c:pt>
                <c:pt idx="335">
                  <c:v>0</c:v>
                </c:pt>
                <c:pt idx="336">
                  <c:v>0</c:v>
                </c:pt>
                <c:pt idx="337">
                  <c:v>56</c:v>
                </c:pt>
                <c:pt idx="338">
                  <c:v>0</c:v>
                </c:pt>
                <c:pt idx="339">
                  <c:v>0</c:v>
                </c:pt>
                <c:pt idx="340">
                  <c:v>0</c:v>
                </c:pt>
                <c:pt idx="341">
                  <c:v>53</c:v>
                </c:pt>
                <c:pt idx="342">
                  <c:v>56</c:v>
                </c:pt>
                <c:pt idx="343">
                  <c:v>0</c:v>
                </c:pt>
                <c:pt idx="344">
                  <c:v>0</c:v>
                </c:pt>
                <c:pt idx="345">
                  <c:v>0</c:v>
                </c:pt>
                <c:pt idx="346">
                  <c:v>0</c:v>
                </c:pt>
                <c:pt idx="347">
                  <c:v>0</c:v>
                </c:pt>
                <c:pt idx="348">
                  <c:v>0</c:v>
                </c:pt>
                <c:pt idx="349">
                  <c:v>0</c:v>
                </c:pt>
                <c:pt idx="350">
                  <c:v>59</c:v>
                </c:pt>
                <c:pt idx="351">
                  <c:v>0</c:v>
                </c:pt>
                <c:pt idx="352">
                  <c:v>0</c:v>
                </c:pt>
                <c:pt idx="353">
                  <c:v>0</c:v>
                </c:pt>
                <c:pt idx="354">
                  <c:v>0</c:v>
                </c:pt>
                <c:pt idx="355">
                  <c:v>0</c:v>
                </c:pt>
                <c:pt idx="356">
                  <c:v>0</c:v>
                </c:pt>
                <c:pt idx="357">
                  <c:v>0</c:v>
                </c:pt>
                <c:pt idx="358">
                  <c:v>57</c:v>
                </c:pt>
                <c:pt idx="359">
                  <c:v>0</c:v>
                </c:pt>
                <c:pt idx="360">
                  <c:v>0</c:v>
                </c:pt>
                <c:pt idx="361">
                  <c:v>0</c:v>
                </c:pt>
                <c:pt idx="362">
                  <c:v>0</c:v>
                </c:pt>
                <c:pt idx="363">
                  <c:v>0</c:v>
                </c:pt>
                <c:pt idx="364">
                  <c:v>0</c:v>
                </c:pt>
                <c:pt idx="365">
                  <c:v>60</c:v>
                </c:pt>
                <c:pt idx="366">
                  <c:v>0</c:v>
                </c:pt>
                <c:pt idx="367">
                  <c:v>0</c:v>
                </c:pt>
                <c:pt idx="368">
                  <c:v>0</c:v>
                </c:pt>
                <c:pt idx="369">
                  <c:v>0</c:v>
                </c:pt>
                <c:pt idx="370">
                  <c:v>0</c:v>
                </c:pt>
                <c:pt idx="371">
                  <c:v>0</c:v>
                </c:pt>
                <c:pt idx="372">
                  <c:v>0</c:v>
                </c:pt>
                <c:pt idx="373">
                  <c:v>0</c:v>
                </c:pt>
                <c:pt idx="374">
                  <c:v>0</c:v>
                </c:pt>
                <c:pt idx="375">
                  <c:v>0</c:v>
                </c:pt>
                <c:pt idx="376">
                  <c:v>0</c:v>
                </c:pt>
                <c:pt idx="377">
                  <c:v>56</c:v>
                </c:pt>
                <c:pt idx="378">
                  <c:v>0</c:v>
                </c:pt>
                <c:pt idx="379">
                  <c:v>0</c:v>
                </c:pt>
                <c:pt idx="380">
                  <c:v>57</c:v>
                </c:pt>
                <c:pt idx="381">
                  <c:v>0</c:v>
                </c:pt>
                <c:pt idx="382">
                  <c:v>0</c:v>
                </c:pt>
                <c:pt idx="383">
                  <c:v>0</c:v>
                </c:pt>
                <c:pt idx="384">
                  <c:v>0</c:v>
                </c:pt>
                <c:pt idx="385">
                  <c:v>0</c:v>
                </c:pt>
                <c:pt idx="386">
                  <c:v>0</c:v>
                </c:pt>
                <c:pt idx="387">
                  <c:v>0</c:v>
                </c:pt>
                <c:pt idx="388">
                  <c:v>53</c:v>
                </c:pt>
                <c:pt idx="389">
                  <c:v>0</c:v>
                </c:pt>
                <c:pt idx="390">
                  <c:v>0</c:v>
                </c:pt>
                <c:pt idx="391">
                  <c:v>0</c:v>
                </c:pt>
                <c:pt idx="392">
                  <c:v>0</c:v>
                </c:pt>
                <c:pt idx="393">
                  <c:v>0</c:v>
                </c:pt>
                <c:pt idx="394">
                  <c:v>0</c:v>
                </c:pt>
                <c:pt idx="395">
                  <c:v>0</c:v>
                </c:pt>
                <c:pt idx="396">
                  <c:v>0</c:v>
                </c:pt>
                <c:pt idx="397">
                  <c:v>0</c:v>
                </c:pt>
                <c:pt idx="398">
                  <c:v>0</c:v>
                </c:pt>
                <c:pt idx="399">
                  <c:v>0</c:v>
                </c:pt>
                <c:pt idx="400">
                  <c:v>56</c:v>
                </c:pt>
                <c:pt idx="401">
                  <c:v>57</c:v>
                </c:pt>
                <c:pt idx="402">
                  <c:v>55</c:v>
                </c:pt>
                <c:pt idx="403">
                  <c:v>0</c:v>
                </c:pt>
                <c:pt idx="404">
                  <c:v>58</c:v>
                </c:pt>
                <c:pt idx="405">
                  <c:v>0</c:v>
                </c:pt>
                <c:pt idx="406">
                  <c:v>0</c:v>
                </c:pt>
                <c:pt idx="407">
                  <c:v>50</c:v>
                </c:pt>
                <c:pt idx="408">
                  <c:v>0</c:v>
                </c:pt>
                <c:pt idx="409">
                  <c:v>0</c:v>
                </c:pt>
                <c:pt idx="410">
                  <c:v>0</c:v>
                </c:pt>
                <c:pt idx="411">
                  <c:v>0</c:v>
                </c:pt>
                <c:pt idx="412">
                  <c:v>0</c:v>
                </c:pt>
                <c:pt idx="413">
                  <c:v>0</c:v>
                </c:pt>
                <c:pt idx="414">
                  <c:v>0</c:v>
                </c:pt>
                <c:pt idx="415">
                  <c:v>0</c:v>
                </c:pt>
                <c:pt idx="416">
                  <c:v>54</c:v>
                </c:pt>
                <c:pt idx="417">
                  <c:v>0</c:v>
                </c:pt>
                <c:pt idx="418">
                  <c:v>0</c:v>
                </c:pt>
                <c:pt idx="419">
                  <c:v>54</c:v>
                </c:pt>
                <c:pt idx="420">
                  <c:v>0</c:v>
                </c:pt>
                <c:pt idx="421">
                  <c:v>0</c:v>
                </c:pt>
                <c:pt idx="422">
                  <c:v>0</c:v>
                </c:pt>
                <c:pt idx="423">
                  <c:v>0</c:v>
                </c:pt>
                <c:pt idx="424">
                  <c:v>58</c:v>
                </c:pt>
                <c:pt idx="425">
                  <c:v>0</c:v>
                </c:pt>
                <c:pt idx="426">
                  <c:v>58</c:v>
                </c:pt>
                <c:pt idx="427">
                  <c:v>0</c:v>
                </c:pt>
                <c:pt idx="428">
                  <c:v>58</c:v>
                </c:pt>
                <c:pt idx="429">
                  <c:v>0</c:v>
                </c:pt>
                <c:pt idx="430">
                  <c:v>0</c:v>
                </c:pt>
                <c:pt idx="431">
                  <c:v>54</c:v>
                </c:pt>
                <c:pt idx="432">
                  <c:v>0</c:v>
                </c:pt>
                <c:pt idx="433">
                  <c:v>0</c:v>
                </c:pt>
                <c:pt idx="434">
                  <c:v>0</c:v>
                </c:pt>
                <c:pt idx="435">
                  <c:v>0</c:v>
                </c:pt>
                <c:pt idx="436">
                  <c:v>0</c:v>
                </c:pt>
                <c:pt idx="437">
                  <c:v>0</c:v>
                </c:pt>
                <c:pt idx="438">
                  <c:v>0</c:v>
                </c:pt>
                <c:pt idx="439">
                  <c:v>50</c:v>
                </c:pt>
                <c:pt idx="440">
                  <c:v>0</c:v>
                </c:pt>
                <c:pt idx="441">
                  <c:v>0</c:v>
                </c:pt>
                <c:pt idx="442">
                  <c:v>0</c:v>
                </c:pt>
                <c:pt idx="443">
                  <c:v>53</c:v>
                </c:pt>
                <c:pt idx="444">
                  <c:v>57</c:v>
                </c:pt>
                <c:pt idx="445">
                  <c:v>58</c:v>
                </c:pt>
                <c:pt idx="446">
                  <c:v>0</c:v>
                </c:pt>
                <c:pt idx="447">
                  <c:v>58</c:v>
                </c:pt>
                <c:pt idx="448">
                  <c:v>0</c:v>
                </c:pt>
                <c:pt idx="449">
                  <c:v>0</c:v>
                </c:pt>
                <c:pt idx="450">
                  <c:v>0</c:v>
                </c:pt>
                <c:pt idx="451">
                  <c:v>0</c:v>
                </c:pt>
                <c:pt idx="452">
                  <c:v>0</c:v>
                </c:pt>
                <c:pt idx="453">
                  <c:v>0</c:v>
                </c:pt>
                <c:pt idx="454">
                  <c:v>59</c:v>
                </c:pt>
                <c:pt idx="455">
                  <c:v>59</c:v>
                </c:pt>
                <c:pt idx="456">
                  <c:v>0</c:v>
                </c:pt>
                <c:pt idx="457">
                  <c:v>0</c:v>
                </c:pt>
                <c:pt idx="458">
                  <c:v>0</c:v>
                </c:pt>
                <c:pt idx="459">
                  <c:v>0</c:v>
                </c:pt>
                <c:pt idx="460">
                  <c:v>0</c:v>
                </c:pt>
                <c:pt idx="461">
                  <c:v>0</c:v>
                </c:pt>
                <c:pt idx="462">
                  <c:v>0</c:v>
                </c:pt>
                <c:pt idx="463">
                  <c:v>0</c:v>
                </c:pt>
                <c:pt idx="464">
                  <c:v>60</c:v>
                </c:pt>
                <c:pt idx="465">
                  <c:v>55</c:v>
                </c:pt>
                <c:pt idx="466">
                  <c:v>59</c:v>
                </c:pt>
                <c:pt idx="467">
                  <c:v>0</c:v>
                </c:pt>
                <c:pt idx="468">
                  <c:v>0</c:v>
                </c:pt>
                <c:pt idx="469">
                  <c:v>0</c:v>
                </c:pt>
                <c:pt idx="470">
                  <c:v>0</c:v>
                </c:pt>
                <c:pt idx="471">
                  <c:v>0</c:v>
                </c:pt>
                <c:pt idx="472">
                  <c:v>0</c:v>
                </c:pt>
                <c:pt idx="473">
                  <c:v>0</c:v>
                </c:pt>
                <c:pt idx="474">
                  <c:v>0</c:v>
                </c:pt>
                <c:pt idx="475">
                  <c:v>0</c:v>
                </c:pt>
                <c:pt idx="476">
                  <c:v>59</c:v>
                </c:pt>
                <c:pt idx="477">
                  <c:v>59</c:v>
                </c:pt>
                <c:pt idx="478">
                  <c:v>50</c:v>
                </c:pt>
                <c:pt idx="479">
                  <c:v>51</c:v>
                </c:pt>
                <c:pt idx="480">
                  <c:v>0</c:v>
                </c:pt>
                <c:pt idx="481">
                  <c:v>56</c:v>
                </c:pt>
                <c:pt idx="482">
                  <c:v>0</c:v>
                </c:pt>
                <c:pt idx="483">
                  <c:v>0</c:v>
                </c:pt>
                <c:pt idx="484">
                  <c:v>0</c:v>
                </c:pt>
                <c:pt idx="485">
                  <c:v>0</c:v>
                </c:pt>
                <c:pt idx="486">
                  <c:v>53</c:v>
                </c:pt>
                <c:pt idx="487">
                  <c:v>58</c:v>
                </c:pt>
                <c:pt idx="488">
                  <c:v>52</c:v>
                </c:pt>
                <c:pt idx="489">
                  <c:v>0</c:v>
                </c:pt>
                <c:pt idx="490">
                  <c:v>55</c:v>
                </c:pt>
                <c:pt idx="491">
                  <c:v>0</c:v>
                </c:pt>
                <c:pt idx="492">
                  <c:v>0</c:v>
                </c:pt>
                <c:pt idx="493">
                  <c:v>59</c:v>
                </c:pt>
                <c:pt idx="494">
                  <c:v>0</c:v>
                </c:pt>
                <c:pt idx="495">
                  <c:v>0</c:v>
                </c:pt>
                <c:pt idx="496">
                  <c:v>59</c:v>
                </c:pt>
                <c:pt idx="497">
                  <c:v>0</c:v>
                </c:pt>
                <c:pt idx="498">
                  <c:v>0</c:v>
                </c:pt>
                <c:pt idx="499">
                  <c:v>0</c:v>
                </c:pt>
                <c:pt idx="500">
                  <c:v>0</c:v>
                </c:pt>
                <c:pt idx="501">
                  <c:v>0</c:v>
                </c:pt>
                <c:pt idx="502">
                  <c:v>0</c:v>
                </c:pt>
                <c:pt idx="503">
                  <c:v>0</c:v>
                </c:pt>
                <c:pt idx="504">
                  <c:v>0</c:v>
                </c:pt>
                <c:pt idx="505">
                  <c:v>0</c:v>
                </c:pt>
                <c:pt idx="506">
                  <c:v>52</c:v>
                </c:pt>
                <c:pt idx="507">
                  <c:v>0</c:v>
                </c:pt>
                <c:pt idx="508">
                  <c:v>54</c:v>
                </c:pt>
                <c:pt idx="509">
                  <c:v>0</c:v>
                </c:pt>
                <c:pt idx="510">
                  <c:v>54</c:v>
                </c:pt>
                <c:pt idx="511">
                  <c:v>0</c:v>
                </c:pt>
                <c:pt idx="512">
                  <c:v>0</c:v>
                </c:pt>
                <c:pt idx="513">
                  <c:v>0</c:v>
                </c:pt>
                <c:pt idx="514">
                  <c:v>0</c:v>
                </c:pt>
                <c:pt idx="515">
                  <c:v>0</c:v>
                </c:pt>
                <c:pt idx="516">
                  <c:v>0</c:v>
                </c:pt>
                <c:pt idx="517">
                  <c:v>0</c:v>
                </c:pt>
                <c:pt idx="518">
                  <c:v>0</c:v>
                </c:pt>
                <c:pt idx="519">
                  <c:v>51</c:v>
                </c:pt>
                <c:pt idx="520">
                  <c:v>0</c:v>
                </c:pt>
                <c:pt idx="521">
                  <c:v>0</c:v>
                </c:pt>
                <c:pt idx="522">
                  <c:v>0</c:v>
                </c:pt>
                <c:pt idx="523">
                  <c:v>56</c:v>
                </c:pt>
                <c:pt idx="524">
                  <c:v>0</c:v>
                </c:pt>
                <c:pt idx="525">
                  <c:v>0</c:v>
                </c:pt>
                <c:pt idx="526">
                  <c:v>0</c:v>
                </c:pt>
                <c:pt idx="527">
                  <c:v>0</c:v>
                </c:pt>
                <c:pt idx="528">
                  <c:v>0</c:v>
                </c:pt>
                <c:pt idx="529">
                  <c:v>0</c:v>
                </c:pt>
                <c:pt idx="530">
                  <c:v>56</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54</c:v>
                </c:pt>
                <c:pt idx="547">
                  <c:v>0</c:v>
                </c:pt>
                <c:pt idx="548">
                  <c:v>0</c:v>
                </c:pt>
                <c:pt idx="549">
                  <c:v>0</c:v>
                </c:pt>
                <c:pt idx="550">
                  <c:v>59</c:v>
                </c:pt>
                <c:pt idx="551">
                  <c:v>0</c:v>
                </c:pt>
                <c:pt idx="552">
                  <c:v>0</c:v>
                </c:pt>
                <c:pt idx="553">
                  <c:v>54</c:v>
                </c:pt>
                <c:pt idx="554">
                  <c:v>58</c:v>
                </c:pt>
                <c:pt idx="555">
                  <c:v>0</c:v>
                </c:pt>
                <c:pt idx="556">
                  <c:v>56</c:v>
                </c:pt>
                <c:pt idx="557">
                  <c:v>0</c:v>
                </c:pt>
                <c:pt idx="558">
                  <c:v>52</c:v>
                </c:pt>
                <c:pt idx="559">
                  <c:v>51</c:v>
                </c:pt>
                <c:pt idx="560">
                  <c:v>0</c:v>
                </c:pt>
                <c:pt idx="561">
                  <c:v>54</c:v>
                </c:pt>
                <c:pt idx="562">
                  <c:v>57</c:v>
                </c:pt>
                <c:pt idx="563">
                  <c:v>59</c:v>
                </c:pt>
                <c:pt idx="564">
                  <c:v>0</c:v>
                </c:pt>
                <c:pt idx="565">
                  <c:v>0</c:v>
                </c:pt>
                <c:pt idx="566">
                  <c:v>0</c:v>
                </c:pt>
                <c:pt idx="567">
                  <c:v>58</c:v>
                </c:pt>
                <c:pt idx="568">
                  <c:v>0</c:v>
                </c:pt>
                <c:pt idx="569">
                  <c:v>0</c:v>
                </c:pt>
                <c:pt idx="570">
                  <c:v>0</c:v>
                </c:pt>
                <c:pt idx="571">
                  <c:v>0</c:v>
                </c:pt>
                <c:pt idx="572">
                  <c:v>0</c:v>
                </c:pt>
                <c:pt idx="573">
                  <c:v>57</c:v>
                </c:pt>
                <c:pt idx="574">
                  <c:v>56</c:v>
                </c:pt>
                <c:pt idx="575">
                  <c:v>0</c:v>
                </c:pt>
                <c:pt idx="576">
                  <c:v>58</c:v>
                </c:pt>
                <c:pt idx="577">
                  <c:v>0</c:v>
                </c:pt>
                <c:pt idx="578">
                  <c:v>0</c:v>
                </c:pt>
                <c:pt idx="579">
                  <c:v>0</c:v>
                </c:pt>
                <c:pt idx="580">
                  <c:v>57</c:v>
                </c:pt>
                <c:pt idx="581">
                  <c:v>52</c:v>
                </c:pt>
                <c:pt idx="582">
                  <c:v>0</c:v>
                </c:pt>
                <c:pt idx="583">
                  <c:v>0</c:v>
                </c:pt>
                <c:pt idx="584">
                  <c:v>0</c:v>
                </c:pt>
                <c:pt idx="585">
                  <c:v>0</c:v>
                </c:pt>
                <c:pt idx="586">
                  <c:v>0</c:v>
                </c:pt>
                <c:pt idx="587">
                  <c:v>54</c:v>
                </c:pt>
                <c:pt idx="588">
                  <c:v>0</c:v>
                </c:pt>
                <c:pt idx="589">
                  <c:v>0</c:v>
                </c:pt>
                <c:pt idx="590">
                  <c:v>52</c:v>
                </c:pt>
                <c:pt idx="591">
                  <c:v>0</c:v>
                </c:pt>
                <c:pt idx="592">
                  <c:v>0</c:v>
                </c:pt>
                <c:pt idx="593">
                  <c:v>59</c:v>
                </c:pt>
                <c:pt idx="594">
                  <c:v>0</c:v>
                </c:pt>
                <c:pt idx="595">
                  <c:v>0</c:v>
                </c:pt>
                <c:pt idx="596">
                  <c:v>0</c:v>
                </c:pt>
                <c:pt idx="597">
                  <c:v>0</c:v>
                </c:pt>
                <c:pt idx="598">
                  <c:v>56</c:v>
                </c:pt>
                <c:pt idx="599">
                  <c:v>0</c:v>
                </c:pt>
                <c:pt idx="600">
                  <c:v>0</c:v>
                </c:pt>
                <c:pt idx="601">
                  <c:v>0</c:v>
                </c:pt>
                <c:pt idx="602">
                  <c:v>55</c:v>
                </c:pt>
                <c:pt idx="603">
                  <c:v>0</c:v>
                </c:pt>
                <c:pt idx="604">
                  <c:v>0</c:v>
                </c:pt>
                <c:pt idx="605">
                  <c:v>0</c:v>
                </c:pt>
                <c:pt idx="606">
                  <c:v>0</c:v>
                </c:pt>
                <c:pt idx="607">
                  <c:v>0</c:v>
                </c:pt>
                <c:pt idx="608">
                  <c:v>0</c:v>
                </c:pt>
                <c:pt idx="609">
                  <c:v>0</c:v>
                </c:pt>
                <c:pt idx="610">
                  <c:v>57</c:v>
                </c:pt>
                <c:pt idx="611">
                  <c:v>0</c:v>
                </c:pt>
                <c:pt idx="612">
                  <c:v>0</c:v>
                </c:pt>
                <c:pt idx="613">
                  <c:v>0</c:v>
                </c:pt>
                <c:pt idx="614">
                  <c:v>0</c:v>
                </c:pt>
                <c:pt idx="615">
                  <c:v>0</c:v>
                </c:pt>
                <c:pt idx="616">
                  <c:v>0</c:v>
                </c:pt>
                <c:pt idx="617">
                  <c:v>0</c:v>
                </c:pt>
                <c:pt idx="618">
                  <c:v>0</c:v>
                </c:pt>
                <c:pt idx="619">
                  <c:v>0</c:v>
                </c:pt>
                <c:pt idx="620">
                  <c:v>0</c:v>
                </c:pt>
                <c:pt idx="621">
                  <c:v>0</c:v>
                </c:pt>
                <c:pt idx="622">
                  <c:v>0</c:v>
                </c:pt>
                <c:pt idx="623">
                  <c:v>50</c:v>
                </c:pt>
                <c:pt idx="624">
                  <c:v>0</c:v>
                </c:pt>
                <c:pt idx="625">
                  <c:v>0</c:v>
                </c:pt>
                <c:pt idx="626">
                  <c:v>0</c:v>
                </c:pt>
                <c:pt idx="627">
                  <c:v>0</c:v>
                </c:pt>
                <c:pt idx="628">
                  <c:v>0</c:v>
                </c:pt>
                <c:pt idx="629">
                  <c:v>0</c:v>
                </c:pt>
                <c:pt idx="630">
                  <c:v>0</c:v>
                </c:pt>
                <c:pt idx="631">
                  <c:v>0</c:v>
                </c:pt>
                <c:pt idx="632">
                  <c:v>0</c:v>
                </c:pt>
                <c:pt idx="633">
                  <c:v>0</c:v>
                </c:pt>
                <c:pt idx="634">
                  <c:v>58</c:v>
                </c:pt>
                <c:pt idx="635">
                  <c:v>0</c:v>
                </c:pt>
                <c:pt idx="636">
                  <c:v>56</c:v>
                </c:pt>
                <c:pt idx="637">
                  <c:v>55</c:v>
                </c:pt>
                <c:pt idx="638">
                  <c:v>0</c:v>
                </c:pt>
                <c:pt idx="639">
                  <c:v>0</c:v>
                </c:pt>
                <c:pt idx="640">
                  <c:v>0</c:v>
                </c:pt>
                <c:pt idx="641">
                  <c:v>0</c:v>
                </c:pt>
                <c:pt idx="642">
                  <c:v>0</c:v>
                </c:pt>
                <c:pt idx="643">
                  <c:v>0</c:v>
                </c:pt>
                <c:pt idx="644">
                  <c:v>0</c:v>
                </c:pt>
                <c:pt idx="645">
                  <c:v>57</c:v>
                </c:pt>
                <c:pt idx="646">
                  <c:v>0</c:v>
                </c:pt>
                <c:pt idx="647">
                  <c:v>0</c:v>
                </c:pt>
                <c:pt idx="648">
                  <c:v>0</c:v>
                </c:pt>
                <c:pt idx="649">
                  <c:v>0</c:v>
                </c:pt>
                <c:pt idx="650">
                  <c:v>0</c:v>
                </c:pt>
                <c:pt idx="651">
                  <c:v>0</c:v>
                </c:pt>
                <c:pt idx="652">
                  <c:v>0</c:v>
                </c:pt>
                <c:pt idx="653">
                  <c:v>58</c:v>
                </c:pt>
                <c:pt idx="654">
                  <c:v>52</c:v>
                </c:pt>
                <c:pt idx="655">
                  <c:v>0</c:v>
                </c:pt>
                <c:pt idx="656">
                  <c:v>0</c:v>
                </c:pt>
                <c:pt idx="657">
                  <c:v>0</c:v>
                </c:pt>
                <c:pt idx="658">
                  <c:v>60</c:v>
                </c:pt>
                <c:pt idx="659">
                  <c:v>0</c:v>
                </c:pt>
                <c:pt idx="660">
                  <c:v>0</c:v>
                </c:pt>
                <c:pt idx="661">
                  <c:v>0</c:v>
                </c:pt>
                <c:pt idx="662">
                  <c:v>53</c:v>
                </c:pt>
                <c:pt idx="663">
                  <c:v>53</c:v>
                </c:pt>
                <c:pt idx="664">
                  <c:v>0</c:v>
                </c:pt>
                <c:pt idx="665">
                  <c:v>0</c:v>
                </c:pt>
                <c:pt idx="666">
                  <c:v>58</c:v>
                </c:pt>
                <c:pt idx="667">
                  <c:v>0</c:v>
                </c:pt>
                <c:pt idx="668">
                  <c:v>0</c:v>
                </c:pt>
                <c:pt idx="669">
                  <c:v>0</c:v>
                </c:pt>
                <c:pt idx="670">
                  <c:v>0</c:v>
                </c:pt>
                <c:pt idx="671">
                  <c:v>0</c:v>
                </c:pt>
                <c:pt idx="672">
                  <c:v>0</c:v>
                </c:pt>
                <c:pt idx="673">
                  <c:v>0</c:v>
                </c:pt>
                <c:pt idx="674">
                  <c:v>0</c:v>
                </c:pt>
                <c:pt idx="675">
                  <c:v>0</c:v>
                </c:pt>
                <c:pt idx="676">
                  <c:v>0</c:v>
                </c:pt>
                <c:pt idx="677">
                  <c:v>52</c:v>
                </c:pt>
                <c:pt idx="678">
                  <c:v>60</c:v>
                </c:pt>
                <c:pt idx="679">
                  <c:v>0</c:v>
                </c:pt>
                <c:pt idx="680">
                  <c:v>55</c:v>
                </c:pt>
                <c:pt idx="681">
                  <c:v>0</c:v>
                </c:pt>
                <c:pt idx="682">
                  <c:v>0</c:v>
                </c:pt>
                <c:pt idx="683">
                  <c:v>0</c:v>
                </c:pt>
                <c:pt idx="684">
                  <c:v>0</c:v>
                </c:pt>
                <c:pt idx="685">
                  <c:v>0</c:v>
                </c:pt>
                <c:pt idx="686">
                  <c:v>0</c:v>
                </c:pt>
                <c:pt idx="687">
                  <c:v>0</c:v>
                </c:pt>
                <c:pt idx="688">
                  <c:v>0</c:v>
                </c:pt>
                <c:pt idx="689">
                  <c:v>60</c:v>
                </c:pt>
                <c:pt idx="690">
                  <c:v>0</c:v>
                </c:pt>
                <c:pt idx="691">
                  <c:v>0</c:v>
                </c:pt>
                <c:pt idx="692">
                  <c:v>0</c:v>
                </c:pt>
                <c:pt idx="693">
                  <c:v>53</c:v>
                </c:pt>
                <c:pt idx="694">
                  <c:v>0</c:v>
                </c:pt>
                <c:pt idx="695">
                  <c:v>0</c:v>
                </c:pt>
                <c:pt idx="696">
                  <c:v>54</c:v>
                </c:pt>
                <c:pt idx="697">
                  <c:v>54</c:v>
                </c:pt>
                <c:pt idx="698">
                  <c:v>0</c:v>
                </c:pt>
                <c:pt idx="699">
                  <c:v>0</c:v>
                </c:pt>
                <c:pt idx="700">
                  <c:v>0</c:v>
                </c:pt>
                <c:pt idx="701">
                  <c:v>0</c:v>
                </c:pt>
                <c:pt idx="702">
                  <c:v>0</c:v>
                </c:pt>
                <c:pt idx="703">
                  <c:v>53</c:v>
                </c:pt>
                <c:pt idx="704">
                  <c:v>0</c:v>
                </c:pt>
                <c:pt idx="705">
                  <c:v>60</c:v>
                </c:pt>
                <c:pt idx="706">
                  <c:v>0</c:v>
                </c:pt>
                <c:pt idx="707">
                  <c:v>53</c:v>
                </c:pt>
                <c:pt idx="708">
                  <c:v>53</c:v>
                </c:pt>
                <c:pt idx="709">
                  <c:v>0</c:v>
                </c:pt>
                <c:pt idx="710">
                  <c:v>0</c:v>
                </c:pt>
                <c:pt idx="711">
                  <c:v>0</c:v>
                </c:pt>
                <c:pt idx="712">
                  <c:v>0</c:v>
                </c:pt>
                <c:pt idx="713">
                  <c:v>0</c:v>
                </c:pt>
                <c:pt idx="714">
                  <c:v>0</c:v>
                </c:pt>
                <c:pt idx="715">
                  <c:v>50</c:v>
                </c:pt>
                <c:pt idx="716">
                  <c:v>0</c:v>
                </c:pt>
                <c:pt idx="717">
                  <c:v>0</c:v>
                </c:pt>
                <c:pt idx="718">
                  <c:v>0</c:v>
                </c:pt>
                <c:pt idx="719">
                  <c:v>54</c:v>
                </c:pt>
                <c:pt idx="720">
                  <c:v>0</c:v>
                </c:pt>
                <c:pt idx="721">
                  <c:v>0</c:v>
                </c:pt>
                <c:pt idx="722">
                  <c:v>0</c:v>
                </c:pt>
                <c:pt idx="723">
                  <c:v>0</c:v>
                </c:pt>
                <c:pt idx="724">
                  <c:v>0</c:v>
                </c:pt>
                <c:pt idx="725">
                  <c:v>55</c:v>
                </c:pt>
                <c:pt idx="726">
                  <c:v>0</c:v>
                </c:pt>
                <c:pt idx="727">
                  <c:v>53</c:v>
                </c:pt>
                <c:pt idx="728">
                  <c:v>0</c:v>
                </c:pt>
                <c:pt idx="729">
                  <c:v>0</c:v>
                </c:pt>
                <c:pt idx="730">
                  <c:v>52</c:v>
                </c:pt>
                <c:pt idx="731">
                  <c:v>0</c:v>
                </c:pt>
                <c:pt idx="732">
                  <c:v>0</c:v>
                </c:pt>
                <c:pt idx="733">
                  <c:v>0</c:v>
                </c:pt>
                <c:pt idx="734">
                  <c:v>0</c:v>
                </c:pt>
                <c:pt idx="735">
                  <c:v>0</c:v>
                </c:pt>
                <c:pt idx="736">
                  <c:v>0</c:v>
                </c:pt>
                <c:pt idx="737">
                  <c:v>0</c:v>
                </c:pt>
                <c:pt idx="738">
                  <c:v>0</c:v>
                </c:pt>
                <c:pt idx="739">
                  <c:v>58</c:v>
                </c:pt>
                <c:pt idx="740">
                  <c:v>0</c:v>
                </c:pt>
                <c:pt idx="741">
                  <c:v>0</c:v>
                </c:pt>
                <c:pt idx="742">
                  <c:v>0</c:v>
                </c:pt>
                <c:pt idx="743">
                  <c:v>0</c:v>
                </c:pt>
                <c:pt idx="744">
                  <c:v>0</c:v>
                </c:pt>
                <c:pt idx="745">
                  <c:v>0</c:v>
                </c:pt>
                <c:pt idx="746">
                  <c:v>0</c:v>
                </c:pt>
                <c:pt idx="747">
                  <c:v>0</c:v>
                </c:pt>
                <c:pt idx="748">
                  <c:v>0</c:v>
                </c:pt>
                <c:pt idx="749">
                  <c:v>0</c:v>
                </c:pt>
                <c:pt idx="750">
                  <c:v>59</c:v>
                </c:pt>
                <c:pt idx="751">
                  <c:v>0</c:v>
                </c:pt>
                <c:pt idx="752">
                  <c:v>0</c:v>
                </c:pt>
                <c:pt idx="753">
                  <c:v>0</c:v>
                </c:pt>
                <c:pt idx="754">
                  <c:v>0</c:v>
                </c:pt>
                <c:pt idx="755">
                  <c:v>0</c:v>
                </c:pt>
                <c:pt idx="756">
                  <c:v>0</c:v>
                </c:pt>
                <c:pt idx="757">
                  <c:v>0</c:v>
                </c:pt>
                <c:pt idx="758">
                  <c:v>0</c:v>
                </c:pt>
                <c:pt idx="759">
                  <c:v>51</c:v>
                </c:pt>
                <c:pt idx="760">
                  <c:v>0</c:v>
                </c:pt>
                <c:pt idx="761">
                  <c:v>0</c:v>
                </c:pt>
                <c:pt idx="762">
                  <c:v>0</c:v>
                </c:pt>
                <c:pt idx="763">
                  <c:v>0</c:v>
                </c:pt>
                <c:pt idx="764">
                  <c:v>0</c:v>
                </c:pt>
                <c:pt idx="765">
                  <c:v>0</c:v>
                </c:pt>
                <c:pt idx="766">
                  <c:v>0</c:v>
                </c:pt>
                <c:pt idx="767">
                  <c:v>0</c:v>
                </c:pt>
                <c:pt idx="768">
                  <c:v>0</c:v>
                </c:pt>
                <c:pt idx="769">
                  <c:v>0</c:v>
                </c:pt>
                <c:pt idx="770">
                  <c:v>0</c:v>
                </c:pt>
                <c:pt idx="771">
                  <c:v>54</c:v>
                </c:pt>
                <c:pt idx="772">
                  <c:v>52</c:v>
                </c:pt>
                <c:pt idx="773">
                  <c:v>54</c:v>
                </c:pt>
                <c:pt idx="774">
                  <c:v>0</c:v>
                </c:pt>
                <c:pt idx="775">
                  <c:v>0</c:v>
                </c:pt>
                <c:pt idx="776">
                  <c:v>0</c:v>
                </c:pt>
                <c:pt idx="777">
                  <c:v>0</c:v>
                </c:pt>
                <c:pt idx="778">
                  <c:v>0</c:v>
                </c:pt>
                <c:pt idx="779">
                  <c:v>53</c:v>
                </c:pt>
                <c:pt idx="780">
                  <c:v>0</c:v>
                </c:pt>
                <c:pt idx="781">
                  <c:v>0</c:v>
                </c:pt>
                <c:pt idx="782">
                  <c:v>0</c:v>
                </c:pt>
                <c:pt idx="783">
                  <c:v>0</c:v>
                </c:pt>
                <c:pt idx="784">
                  <c:v>0</c:v>
                </c:pt>
                <c:pt idx="785">
                  <c:v>0</c:v>
                </c:pt>
                <c:pt idx="786">
                  <c:v>0</c:v>
                </c:pt>
                <c:pt idx="787">
                  <c:v>0</c:v>
                </c:pt>
                <c:pt idx="788">
                  <c:v>53</c:v>
                </c:pt>
                <c:pt idx="789">
                  <c:v>0</c:v>
                </c:pt>
                <c:pt idx="790">
                  <c:v>0</c:v>
                </c:pt>
                <c:pt idx="791">
                  <c:v>0</c:v>
                </c:pt>
                <c:pt idx="792">
                  <c:v>0</c:v>
                </c:pt>
                <c:pt idx="793">
                  <c:v>0</c:v>
                </c:pt>
                <c:pt idx="794">
                  <c:v>54</c:v>
                </c:pt>
                <c:pt idx="795">
                  <c:v>0</c:v>
                </c:pt>
                <c:pt idx="796">
                  <c:v>0</c:v>
                </c:pt>
                <c:pt idx="797">
                  <c:v>0</c:v>
                </c:pt>
                <c:pt idx="798">
                  <c:v>0</c:v>
                </c:pt>
                <c:pt idx="799">
                  <c:v>0</c:v>
                </c:pt>
                <c:pt idx="800">
                  <c:v>57</c:v>
                </c:pt>
                <c:pt idx="801">
                  <c:v>0</c:v>
                </c:pt>
                <c:pt idx="802">
                  <c:v>0</c:v>
                </c:pt>
                <c:pt idx="803">
                  <c:v>50</c:v>
                </c:pt>
                <c:pt idx="804">
                  <c:v>0</c:v>
                </c:pt>
                <c:pt idx="805">
                  <c:v>0</c:v>
                </c:pt>
                <c:pt idx="806">
                  <c:v>0</c:v>
                </c:pt>
                <c:pt idx="807">
                  <c:v>55</c:v>
                </c:pt>
                <c:pt idx="808">
                  <c:v>0</c:v>
                </c:pt>
                <c:pt idx="809">
                  <c:v>0</c:v>
                </c:pt>
                <c:pt idx="810">
                  <c:v>0</c:v>
                </c:pt>
                <c:pt idx="811">
                  <c:v>0</c:v>
                </c:pt>
                <c:pt idx="812">
                  <c:v>0</c:v>
                </c:pt>
                <c:pt idx="813">
                  <c:v>0</c:v>
                </c:pt>
                <c:pt idx="814">
                  <c:v>55</c:v>
                </c:pt>
                <c:pt idx="815">
                  <c:v>0</c:v>
                </c:pt>
                <c:pt idx="816">
                  <c:v>0</c:v>
                </c:pt>
                <c:pt idx="817">
                  <c:v>0</c:v>
                </c:pt>
                <c:pt idx="818">
                  <c:v>0</c:v>
                </c:pt>
                <c:pt idx="819">
                  <c:v>0</c:v>
                </c:pt>
                <c:pt idx="820">
                  <c:v>58</c:v>
                </c:pt>
                <c:pt idx="821">
                  <c:v>0</c:v>
                </c:pt>
                <c:pt idx="822">
                  <c:v>0</c:v>
                </c:pt>
                <c:pt idx="823">
                  <c:v>57</c:v>
                </c:pt>
                <c:pt idx="824">
                  <c:v>0</c:v>
                </c:pt>
                <c:pt idx="825">
                  <c:v>0</c:v>
                </c:pt>
                <c:pt idx="826">
                  <c:v>0</c:v>
                </c:pt>
                <c:pt idx="827">
                  <c:v>0</c:v>
                </c:pt>
                <c:pt idx="828">
                  <c:v>0</c:v>
                </c:pt>
                <c:pt idx="829">
                  <c:v>0</c:v>
                </c:pt>
                <c:pt idx="830">
                  <c:v>53</c:v>
                </c:pt>
                <c:pt idx="831">
                  <c:v>0</c:v>
                </c:pt>
                <c:pt idx="832">
                  <c:v>0</c:v>
                </c:pt>
                <c:pt idx="833">
                  <c:v>0</c:v>
                </c:pt>
                <c:pt idx="834">
                  <c:v>0</c:v>
                </c:pt>
                <c:pt idx="835">
                  <c:v>0</c:v>
                </c:pt>
                <c:pt idx="836">
                  <c:v>0</c:v>
                </c:pt>
                <c:pt idx="837">
                  <c:v>55</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53</c:v>
                </c:pt>
                <c:pt idx="855">
                  <c:v>0</c:v>
                </c:pt>
                <c:pt idx="856">
                  <c:v>0</c:v>
                </c:pt>
                <c:pt idx="857">
                  <c:v>0</c:v>
                </c:pt>
                <c:pt idx="858">
                  <c:v>0</c:v>
                </c:pt>
                <c:pt idx="859">
                  <c:v>0</c:v>
                </c:pt>
                <c:pt idx="860">
                  <c:v>0</c:v>
                </c:pt>
                <c:pt idx="861">
                  <c:v>0</c:v>
                </c:pt>
                <c:pt idx="862">
                  <c:v>0</c:v>
                </c:pt>
                <c:pt idx="863">
                  <c:v>0</c:v>
                </c:pt>
                <c:pt idx="864">
                  <c:v>0</c:v>
                </c:pt>
                <c:pt idx="865">
                  <c:v>55</c:v>
                </c:pt>
                <c:pt idx="866">
                  <c:v>56</c:v>
                </c:pt>
                <c:pt idx="867">
                  <c:v>53</c:v>
                </c:pt>
                <c:pt idx="868">
                  <c:v>0</c:v>
                </c:pt>
                <c:pt idx="869">
                  <c:v>0</c:v>
                </c:pt>
                <c:pt idx="870">
                  <c:v>0</c:v>
                </c:pt>
                <c:pt idx="871">
                  <c:v>0</c:v>
                </c:pt>
                <c:pt idx="872">
                  <c:v>0</c:v>
                </c:pt>
                <c:pt idx="873">
                  <c:v>0</c:v>
                </c:pt>
                <c:pt idx="874">
                  <c:v>0</c:v>
                </c:pt>
                <c:pt idx="875">
                  <c:v>55</c:v>
                </c:pt>
                <c:pt idx="876">
                  <c:v>57</c:v>
                </c:pt>
                <c:pt idx="877">
                  <c:v>0</c:v>
                </c:pt>
                <c:pt idx="878">
                  <c:v>0</c:v>
                </c:pt>
                <c:pt idx="879">
                  <c:v>0</c:v>
                </c:pt>
                <c:pt idx="880">
                  <c:v>53</c:v>
                </c:pt>
                <c:pt idx="881">
                  <c:v>0</c:v>
                </c:pt>
                <c:pt idx="882">
                  <c:v>0</c:v>
                </c:pt>
                <c:pt idx="883">
                  <c:v>0</c:v>
                </c:pt>
                <c:pt idx="884">
                  <c:v>0</c:v>
                </c:pt>
                <c:pt idx="885">
                  <c:v>0</c:v>
                </c:pt>
                <c:pt idx="886">
                  <c:v>0</c:v>
                </c:pt>
                <c:pt idx="887">
                  <c:v>58</c:v>
                </c:pt>
                <c:pt idx="888">
                  <c:v>59</c:v>
                </c:pt>
                <c:pt idx="889">
                  <c:v>0</c:v>
                </c:pt>
                <c:pt idx="890">
                  <c:v>0</c:v>
                </c:pt>
                <c:pt idx="891">
                  <c:v>0</c:v>
                </c:pt>
                <c:pt idx="892">
                  <c:v>0</c:v>
                </c:pt>
                <c:pt idx="893">
                  <c:v>0</c:v>
                </c:pt>
                <c:pt idx="894">
                  <c:v>0</c:v>
                </c:pt>
                <c:pt idx="895">
                  <c:v>0</c:v>
                </c:pt>
                <c:pt idx="896">
                  <c:v>0</c:v>
                </c:pt>
                <c:pt idx="897">
                  <c:v>0</c:v>
                </c:pt>
                <c:pt idx="898">
                  <c:v>0</c:v>
                </c:pt>
                <c:pt idx="899">
                  <c:v>0</c:v>
                </c:pt>
                <c:pt idx="900">
                  <c:v>0</c:v>
                </c:pt>
                <c:pt idx="901">
                  <c:v>58</c:v>
                </c:pt>
                <c:pt idx="902">
                  <c:v>0</c:v>
                </c:pt>
                <c:pt idx="903">
                  <c:v>0</c:v>
                </c:pt>
                <c:pt idx="904">
                  <c:v>0</c:v>
                </c:pt>
                <c:pt idx="905">
                  <c:v>0</c:v>
                </c:pt>
                <c:pt idx="906">
                  <c:v>0</c:v>
                </c:pt>
                <c:pt idx="907">
                  <c:v>0</c:v>
                </c:pt>
                <c:pt idx="908">
                  <c:v>0</c:v>
                </c:pt>
                <c:pt idx="909">
                  <c:v>0</c:v>
                </c:pt>
                <c:pt idx="910">
                  <c:v>50</c:v>
                </c:pt>
                <c:pt idx="911">
                  <c:v>0</c:v>
                </c:pt>
                <c:pt idx="912">
                  <c:v>0</c:v>
                </c:pt>
                <c:pt idx="913">
                  <c:v>0</c:v>
                </c:pt>
                <c:pt idx="914">
                  <c:v>0</c:v>
                </c:pt>
                <c:pt idx="915">
                  <c:v>0</c:v>
                </c:pt>
                <c:pt idx="916">
                  <c:v>0</c:v>
                </c:pt>
                <c:pt idx="917">
                  <c:v>0</c:v>
                </c:pt>
                <c:pt idx="918">
                  <c:v>0</c:v>
                </c:pt>
                <c:pt idx="919">
                  <c:v>0</c:v>
                </c:pt>
                <c:pt idx="920">
                  <c:v>0</c:v>
                </c:pt>
                <c:pt idx="921">
                  <c:v>0</c:v>
                </c:pt>
                <c:pt idx="922">
                  <c:v>0</c:v>
                </c:pt>
                <c:pt idx="923">
                  <c:v>50</c:v>
                </c:pt>
                <c:pt idx="924">
                  <c:v>0</c:v>
                </c:pt>
                <c:pt idx="925">
                  <c:v>0</c:v>
                </c:pt>
                <c:pt idx="926">
                  <c:v>0</c:v>
                </c:pt>
                <c:pt idx="927">
                  <c:v>0</c:v>
                </c:pt>
                <c:pt idx="928">
                  <c:v>0</c:v>
                </c:pt>
                <c:pt idx="929">
                  <c:v>0</c:v>
                </c:pt>
                <c:pt idx="930">
                  <c:v>0</c:v>
                </c:pt>
                <c:pt idx="931">
                  <c:v>0</c:v>
                </c:pt>
                <c:pt idx="932">
                  <c:v>0</c:v>
                </c:pt>
                <c:pt idx="933">
                  <c:v>55</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56</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57</c:v>
                </c:pt>
                <c:pt idx="972">
                  <c:v>0</c:v>
                </c:pt>
              </c:numCache>
            </c:numRef>
          </c:yVal>
          <c:smooth val="0"/>
          <c:extLst>
            <c:ext xmlns:c16="http://schemas.microsoft.com/office/drawing/2014/chart" uri="{C3380CC4-5D6E-409C-BE32-E72D297353CC}">
              <c16:uniqueId val="{00000005-2CE9-4DE2-A163-131796AB693F}"/>
            </c:ext>
          </c:extLst>
        </c:ser>
        <c:ser>
          <c:idx val="6"/>
          <c:order val="6"/>
          <c:tx>
            <c:strRef>
              <c:f>'Sub-Dataset'!$CP$1</c:f>
              <c:strCache>
                <c:ptCount val="1"/>
                <c:pt idx="0">
                  <c:v>Athlete</c:v>
                </c:pt>
              </c:strCache>
            </c:strRef>
          </c:tx>
          <c:spPr>
            <a:ln w="19050" cap="rnd">
              <a:noFill/>
              <a:round/>
            </a:ln>
            <a:effectLst/>
          </c:spPr>
          <c:marker>
            <c:symbol val="circle"/>
            <c:size val="3"/>
            <c:spPr>
              <a:solidFill>
                <a:schemeClr val="accent3">
                  <a:lumMod val="75000"/>
                </a:schemeClr>
              </a:solidFill>
              <a:ln w="9525">
                <a:noFill/>
              </a:ln>
              <a:effectLst/>
            </c:spPr>
          </c:marker>
          <c:xVal>
            <c:numRef>
              <c:f>'Sub-Dataset'!$CI$2:$CI$974</c:f>
              <c:numCache>
                <c:formatCode>General</c:formatCode>
                <c:ptCount val="973"/>
                <c:pt idx="0">
                  <c:v>32</c:v>
                </c:pt>
                <c:pt idx="1">
                  <c:v>41</c:v>
                </c:pt>
                <c:pt idx="2">
                  <c:v>19</c:v>
                </c:pt>
                <c:pt idx="3">
                  <c:v>25</c:v>
                </c:pt>
                <c:pt idx="4">
                  <c:v>19</c:v>
                </c:pt>
                <c:pt idx="5">
                  <c:v>21</c:v>
                </c:pt>
                <c:pt idx="6">
                  <c:v>43</c:v>
                </c:pt>
                <c:pt idx="7">
                  <c:v>31</c:v>
                </c:pt>
                <c:pt idx="8">
                  <c:v>35</c:v>
                </c:pt>
                <c:pt idx="9">
                  <c:v>32</c:v>
                </c:pt>
                <c:pt idx="10">
                  <c:v>24</c:v>
                </c:pt>
                <c:pt idx="11">
                  <c:v>41</c:v>
                </c:pt>
                <c:pt idx="12">
                  <c:v>18</c:v>
                </c:pt>
                <c:pt idx="13">
                  <c:v>29</c:v>
                </c:pt>
                <c:pt idx="14">
                  <c:v>20</c:v>
                </c:pt>
                <c:pt idx="15">
                  <c:v>32</c:v>
                </c:pt>
                <c:pt idx="16">
                  <c:v>46</c:v>
                </c:pt>
                <c:pt idx="17">
                  <c:v>24</c:v>
                </c:pt>
                <c:pt idx="18">
                  <c:v>19</c:v>
                </c:pt>
                <c:pt idx="19">
                  <c:v>50</c:v>
                </c:pt>
                <c:pt idx="20">
                  <c:v>23</c:v>
                </c:pt>
                <c:pt idx="21">
                  <c:v>26</c:v>
                </c:pt>
                <c:pt idx="22">
                  <c:v>32</c:v>
                </c:pt>
                <c:pt idx="23">
                  <c:v>41</c:v>
                </c:pt>
                <c:pt idx="24">
                  <c:v>54</c:v>
                </c:pt>
                <c:pt idx="25">
                  <c:v>40</c:v>
                </c:pt>
                <c:pt idx="26">
                  <c:v>22</c:v>
                </c:pt>
                <c:pt idx="27">
                  <c:v>23</c:v>
                </c:pt>
                <c:pt idx="28">
                  <c:v>39</c:v>
                </c:pt>
                <c:pt idx="29">
                  <c:v>33</c:v>
                </c:pt>
                <c:pt idx="30">
                  <c:v>26</c:v>
                </c:pt>
                <c:pt idx="31">
                  <c:v>36</c:v>
                </c:pt>
                <c:pt idx="32">
                  <c:v>24</c:v>
                </c:pt>
                <c:pt idx="33">
                  <c:v>18</c:v>
                </c:pt>
                <c:pt idx="34">
                  <c:v>29</c:v>
                </c:pt>
                <c:pt idx="35">
                  <c:v>37</c:v>
                </c:pt>
                <c:pt idx="36">
                  <c:v>19</c:v>
                </c:pt>
                <c:pt idx="37">
                  <c:v>33</c:v>
                </c:pt>
                <c:pt idx="38">
                  <c:v>21</c:v>
                </c:pt>
                <c:pt idx="39">
                  <c:v>31</c:v>
                </c:pt>
                <c:pt idx="40">
                  <c:v>21</c:v>
                </c:pt>
                <c:pt idx="41">
                  <c:v>46</c:v>
                </c:pt>
                <c:pt idx="42">
                  <c:v>23</c:v>
                </c:pt>
                <c:pt idx="43">
                  <c:v>41</c:v>
                </c:pt>
                <c:pt idx="44">
                  <c:v>20</c:v>
                </c:pt>
                <c:pt idx="45">
                  <c:v>19</c:v>
                </c:pt>
                <c:pt idx="46">
                  <c:v>43</c:v>
                </c:pt>
                <c:pt idx="47">
                  <c:v>42</c:v>
                </c:pt>
                <c:pt idx="48">
                  <c:v>25</c:v>
                </c:pt>
                <c:pt idx="49">
                  <c:v>39</c:v>
                </c:pt>
                <c:pt idx="50">
                  <c:v>33</c:v>
                </c:pt>
                <c:pt idx="51">
                  <c:v>30</c:v>
                </c:pt>
                <c:pt idx="52">
                  <c:v>47</c:v>
                </c:pt>
                <c:pt idx="53">
                  <c:v>43</c:v>
                </c:pt>
                <c:pt idx="54">
                  <c:v>18</c:v>
                </c:pt>
                <c:pt idx="55">
                  <c:v>20</c:v>
                </c:pt>
                <c:pt idx="56">
                  <c:v>33</c:v>
                </c:pt>
                <c:pt idx="57">
                  <c:v>22</c:v>
                </c:pt>
                <c:pt idx="58">
                  <c:v>33</c:v>
                </c:pt>
                <c:pt idx="59">
                  <c:v>43</c:v>
                </c:pt>
                <c:pt idx="60">
                  <c:v>27</c:v>
                </c:pt>
                <c:pt idx="61">
                  <c:v>36</c:v>
                </c:pt>
                <c:pt idx="62">
                  <c:v>21</c:v>
                </c:pt>
                <c:pt idx="63">
                  <c:v>33</c:v>
                </c:pt>
                <c:pt idx="64">
                  <c:v>41</c:v>
                </c:pt>
                <c:pt idx="65">
                  <c:v>29</c:v>
                </c:pt>
                <c:pt idx="66">
                  <c:v>29</c:v>
                </c:pt>
                <c:pt idx="67">
                  <c:v>27</c:v>
                </c:pt>
                <c:pt idx="68">
                  <c:v>46</c:v>
                </c:pt>
                <c:pt idx="69">
                  <c:v>26</c:v>
                </c:pt>
                <c:pt idx="70">
                  <c:v>41</c:v>
                </c:pt>
                <c:pt idx="71">
                  <c:v>29</c:v>
                </c:pt>
                <c:pt idx="72">
                  <c:v>37</c:v>
                </c:pt>
                <c:pt idx="73">
                  <c:v>30</c:v>
                </c:pt>
                <c:pt idx="74">
                  <c:v>29</c:v>
                </c:pt>
                <c:pt idx="75">
                  <c:v>33</c:v>
                </c:pt>
                <c:pt idx="76">
                  <c:v>40</c:v>
                </c:pt>
                <c:pt idx="77">
                  <c:v>40</c:v>
                </c:pt>
                <c:pt idx="78">
                  <c:v>28</c:v>
                </c:pt>
                <c:pt idx="79">
                  <c:v>29</c:v>
                </c:pt>
                <c:pt idx="80">
                  <c:v>26</c:v>
                </c:pt>
                <c:pt idx="81">
                  <c:v>22</c:v>
                </c:pt>
                <c:pt idx="82">
                  <c:v>46</c:v>
                </c:pt>
                <c:pt idx="83">
                  <c:v>39</c:v>
                </c:pt>
                <c:pt idx="84">
                  <c:v>34</c:v>
                </c:pt>
                <c:pt idx="85">
                  <c:v>53</c:v>
                </c:pt>
                <c:pt idx="86">
                  <c:v>20</c:v>
                </c:pt>
                <c:pt idx="87">
                  <c:v>37</c:v>
                </c:pt>
                <c:pt idx="88">
                  <c:v>18</c:v>
                </c:pt>
                <c:pt idx="89">
                  <c:v>42</c:v>
                </c:pt>
                <c:pt idx="90">
                  <c:v>49</c:v>
                </c:pt>
                <c:pt idx="91">
                  <c:v>38</c:v>
                </c:pt>
                <c:pt idx="92">
                  <c:v>33</c:v>
                </c:pt>
                <c:pt idx="93">
                  <c:v>52</c:v>
                </c:pt>
                <c:pt idx="94">
                  <c:v>31</c:v>
                </c:pt>
                <c:pt idx="95">
                  <c:v>32</c:v>
                </c:pt>
                <c:pt idx="96">
                  <c:v>18</c:v>
                </c:pt>
                <c:pt idx="97">
                  <c:v>20</c:v>
                </c:pt>
                <c:pt idx="98">
                  <c:v>29</c:v>
                </c:pt>
                <c:pt idx="99">
                  <c:v>25</c:v>
                </c:pt>
                <c:pt idx="100">
                  <c:v>34</c:v>
                </c:pt>
                <c:pt idx="101">
                  <c:v>50</c:v>
                </c:pt>
                <c:pt idx="102">
                  <c:v>18</c:v>
                </c:pt>
                <c:pt idx="103">
                  <c:v>38</c:v>
                </c:pt>
                <c:pt idx="104">
                  <c:v>39</c:v>
                </c:pt>
                <c:pt idx="105">
                  <c:v>52</c:v>
                </c:pt>
                <c:pt idx="106">
                  <c:v>23</c:v>
                </c:pt>
                <c:pt idx="107">
                  <c:v>45</c:v>
                </c:pt>
                <c:pt idx="108">
                  <c:v>22</c:v>
                </c:pt>
                <c:pt idx="109">
                  <c:v>36</c:v>
                </c:pt>
                <c:pt idx="110">
                  <c:v>34</c:v>
                </c:pt>
                <c:pt idx="111">
                  <c:v>38</c:v>
                </c:pt>
                <c:pt idx="112">
                  <c:v>26</c:v>
                </c:pt>
                <c:pt idx="113">
                  <c:v>30</c:v>
                </c:pt>
                <c:pt idx="114">
                  <c:v>18</c:v>
                </c:pt>
                <c:pt idx="115">
                  <c:v>49</c:v>
                </c:pt>
                <c:pt idx="116">
                  <c:v>51</c:v>
                </c:pt>
                <c:pt idx="117">
                  <c:v>20</c:v>
                </c:pt>
                <c:pt idx="118">
                  <c:v>47</c:v>
                </c:pt>
                <c:pt idx="119">
                  <c:v>32</c:v>
                </c:pt>
                <c:pt idx="120">
                  <c:v>34</c:v>
                </c:pt>
                <c:pt idx="121">
                  <c:v>23</c:v>
                </c:pt>
                <c:pt idx="122">
                  <c:v>19</c:v>
                </c:pt>
                <c:pt idx="123">
                  <c:v>30</c:v>
                </c:pt>
                <c:pt idx="124">
                  <c:v>25</c:v>
                </c:pt>
                <c:pt idx="125">
                  <c:v>21</c:v>
                </c:pt>
                <c:pt idx="126">
                  <c:v>42</c:v>
                </c:pt>
                <c:pt idx="127">
                  <c:v>46</c:v>
                </c:pt>
                <c:pt idx="128">
                  <c:v>38</c:v>
                </c:pt>
                <c:pt idx="129">
                  <c:v>23</c:v>
                </c:pt>
                <c:pt idx="130">
                  <c:v>18</c:v>
                </c:pt>
                <c:pt idx="131">
                  <c:v>31</c:v>
                </c:pt>
                <c:pt idx="132">
                  <c:v>39</c:v>
                </c:pt>
                <c:pt idx="133">
                  <c:v>31</c:v>
                </c:pt>
                <c:pt idx="134">
                  <c:v>41</c:v>
                </c:pt>
                <c:pt idx="135">
                  <c:v>43</c:v>
                </c:pt>
                <c:pt idx="136">
                  <c:v>31</c:v>
                </c:pt>
                <c:pt idx="137">
                  <c:v>20</c:v>
                </c:pt>
                <c:pt idx="138">
                  <c:v>32</c:v>
                </c:pt>
                <c:pt idx="139">
                  <c:v>34</c:v>
                </c:pt>
                <c:pt idx="140">
                  <c:v>34</c:v>
                </c:pt>
                <c:pt idx="141">
                  <c:v>25</c:v>
                </c:pt>
                <c:pt idx="142">
                  <c:v>36</c:v>
                </c:pt>
                <c:pt idx="143">
                  <c:v>58</c:v>
                </c:pt>
                <c:pt idx="144">
                  <c:v>23</c:v>
                </c:pt>
                <c:pt idx="145">
                  <c:v>23</c:v>
                </c:pt>
                <c:pt idx="146">
                  <c:v>41</c:v>
                </c:pt>
                <c:pt idx="147">
                  <c:v>48</c:v>
                </c:pt>
                <c:pt idx="148">
                  <c:v>23</c:v>
                </c:pt>
                <c:pt idx="149">
                  <c:v>37</c:v>
                </c:pt>
                <c:pt idx="150">
                  <c:v>28</c:v>
                </c:pt>
                <c:pt idx="151">
                  <c:v>19</c:v>
                </c:pt>
                <c:pt idx="152">
                  <c:v>32</c:v>
                </c:pt>
                <c:pt idx="153">
                  <c:v>28</c:v>
                </c:pt>
                <c:pt idx="154">
                  <c:v>23</c:v>
                </c:pt>
                <c:pt idx="155">
                  <c:v>20</c:v>
                </c:pt>
                <c:pt idx="156">
                  <c:v>23</c:v>
                </c:pt>
                <c:pt idx="157">
                  <c:v>19</c:v>
                </c:pt>
                <c:pt idx="158">
                  <c:v>37</c:v>
                </c:pt>
                <c:pt idx="159">
                  <c:v>26</c:v>
                </c:pt>
                <c:pt idx="160">
                  <c:v>29</c:v>
                </c:pt>
                <c:pt idx="161">
                  <c:v>25</c:v>
                </c:pt>
                <c:pt idx="162">
                  <c:v>28</c:v>
                </c:pt>
                <c:pt idx="163">
                  <c:v>36</c:v>
                </c:pt>
                <c:pt idx="164">
                  <c:v>31</c:v>
                </c:pt>
                <c:pt idx="165">
                  <c:v>25</c:v>
                </c:pt>
                <c:pt idx="166">
                  <c:v>42</c:v>
                </c:pt>
                <c:pt idx="167">
                  <c:v>31</c:v>
                </c:pt>
                <c:pt idx="168">
                  <c:v>20</c:v>
                </c:pt>
                <c:pt idx="169">
                  <c:v>33</c:v>
                </c:pt>
                <c:pt idx="170">
                  <c:v>24</c:v>
                </c:pt>
                <c:pt idx="171">
                  <c:v>38</c:v>
                </c:pt>
                <c:pt idx="172">
                  <c:v>25</c:v>
                </c:pt>
                <c:pt idx="173">
                  <c:v>28</c:v>
                </c:pt>
                <c:pt idx="174">
                  <c:v>45</c:v>
                </c:pt>
                <c:pt idx="175">
                  <c:v>52</c:v>
                </c:pt>
                <c:pt idx="176">
                  <c:v>19</c:v>
                </c:pt>
                <c:pt idx="177">
                  <c:v>19</c:v>
                </c:pt>
                <c:pt idx="178">
                  <c:v>34</c:v>
                </c:pt>
                <c:pt idx="179">
                  <c:v>23</c:v>
                </c:pt>
                <c:pt idx="180">
                  <c:v>53</c:v>
                </c:pt>
                <c:pt idx="181">
                  <c:v>48</c:v>
                </c:pt>
                <c:pt idx="182">
                  <c:v>22</c:v>
                </c:pt>
                <c:pt idx="183">
                  <c:v>25</c:v>
                </c:pt>
                <c:pt idx="184">
                  <c:v>20</c:v>
                </c:pt>
                <c:pt idx="185">
                  <c:v>57</c:v>
                </c:pt>
                <c:pt idx="186">
                  <c:v>41</c:v>
                </c:pt>
                <c:pt idx="187">
                  <c:v>39</c:v>
                </c:pt>
                <c:pt idx="188">
                  <c:v>45</c:v>
                </c:pt>
                <c:pt idx="189">
                  <c:v>39</c:v>
                </c:pt>
                <c:pt idx="190">
                  <c:v>23</c:v>
                </c:pt>
                <c:pt idx="191">
                  <c:v>34</c:v>
                </c:pt>
                <c:pt idx="192">
                  <c:v>51</c:v>
                </c:pt>
                <c:pt idx="193">
                  <c:v>18</c:v>
                </c:pt>
                <c:pt idx="194">
                  <c:v>31</c:v>
                </c:pt>
                <c:pt idx="195">
                  <c:v>46</c:v>
                </c:pt>
                <c:pt idx="196">
                  <c:v>51</c:v>
                </c:pt>
                <c:pt idx="197">
                  <c:v>35</c:v>
                </c:pt>
                <c:pt idx="198">
                  <c:v>30</c:v>
                </c:pt>
                <c:pt idx="199">
                  <c:v>22</c:v>
                </c:pt>
                <c:pt idx="200">
                  <c:v>21</c:v>
                </c:pt>
                <c:pt idx="201">
                  <c:v>23</c:v>
                </c:pt>
                <c:pt idx="202">
                  <c:v>30</c:v>
                </c:pt>
                <c:pt idx="203">
                  <c:v>28</c:v>
                </c:pt>
                <c:pt idx="204">
                  <c:v>18</c:v>
                </c:pt>
                <c:pt idx="205">
                  <c:v>32</c:v>
                </c:pt>
                <c:pt idx="206">
                  <c:v>41</c:v>
                </c:pt>
                <c:pt idx="207">
                  <c:v>22</c:v>
                </c:pt>
                <c:pt idx="208">
                  <c:v>25</c:v>
                </c:pt>
                <c:pt idx="209">
                  <c:v>43</c:v>
                </c:pt>
                <c:pt idx="210">
                  <c:v>21</c:v>
                </c:pt>
                <c:pt idx="211">
                  <c:v>22</c:v>
                </c:pt>
                <c:pt idx="212">
                  <c:v>18</c:v>
                </c:pt>
                <c:pt idx="213">
                  <c:v>28</c:v>
                </c:pt>
                <c:pt idx="214">
                  <c:v>19</c:v>
                </c:pt>
                <c:pt idx="215">
                  <c:v>23</c:v>
                </c:pt>
                <c:pt idx="216">
                  <c:v>41</c:v>
                </c:pt>
                <c:pt idx="217">
                  <c:v>18</c:v>
                </c:pt>
                <c:pt idx="218">
                  <c:v>28</c:v>
                </c:pt>
                <c:pt idx="219">
                  <c:v>57</c:v>
                </c:pt>
                <c:pt idx="220">
                  <c:v>50</c:v>
                </c:pt>
                <c:pt idx="221">
                  <c:v>34</c:v>
                </c:pt>
                <c:pt idx="222">
                  <c:v>29</c:v>
                </c:pt>
                <c:pt idx="223">
                  <c:v>36</c:v>
                </c:pt>
                <c:pt idx="224">
                  <c:v>34</c:v>
                </c:pt>
                <c:pt idx="225">
                  <c:v>20</c:v>
                </c:pt>
                <c:pt idx="226">
                  <c:v>29</c:v>
                </c:pt>
                <c:pt idx="227">
                  <c:v>19</c:v>
                </c:pt>
                <c:pt idx="228">
                  <c:v>43</c:v>
                </c:pt>
                <c:pt idx="229">
                  <c:v>28</c:v>
                </c:pt>
                <c:pt idx="230">
                  <c:v>36</c:v>
                </c:pt>
                <c:pt idx="231">
                  <c:v>22</c:v>
                </c:pt>
                <c:pt idx="232">
                  <c:v>27</c:v>
                </c:pt>
                <c:pt idx="233">
                  <c:v>30</c:v>
                </c:pt>
                <c:pt idx="234">
                  <c:v>25</c:v>
                </c:pt>
                <c:pt idx="235">
                  <c:v>48</c:v>
                </c:pt>
                <c:pt idx="236">
                  <c:v>44</c:v>
                </c:pt>
                <c:pt idx="237">
                  <c:v>28</c:v>
                </c:pt>
                <c:pt idx="238">
                  <c:v>25</c:v>
                </c:pt>
                <c:pt idx="239">
                  <c:v>23</c:v>
                </c:pt>
                <c:pt idx="240">
                  <c:v>19</c:v>
                </c:pt>
                <c:pt idx="241">
                  <c:v>26</c:v>
                </c:pt>
                <c:pt idx="242">
                  <c:v>30</c:v>
                </c:pt>
                <c:pt idx="243">
                  <c:v>26</c:v>
                </c:pt>
                <c:pt idx="244">
                  <c:v>22</c:v>
                </c:pt>
                <c:pt idx="245">
                  <c:v>40</c:v>
                </c:pt>
                <c:pt idx="246">
                  <c:v>41</c:v>
                </c:pt>
                <c:pt idx="247">
                  <c:v>35</c:v>
                </c:pt>
                <c:pt idx="248">
                  <c:v>46</c:v>
                </c:pt>
                <c:pt idx="249">
                  <c:v>44</c:v>
                </c:pt>
                <c:pt idx="250">
                  <c:v>45</c:v>
                </c:pt>
                <c:pt idx="251">
                  <c:v>54</c:v>
                </c:pt>
                <c:pt idx="252">
                  <c:v>35</c:v>
                </c:pt>
                <c:pt idx="253">
                  <c:v>36</c:v>
                </c:pt>
                <c:pt idx="254">
                  <c:v>39</c:v>
                </c:pt>
                <c:pt idx="255">
                  <c:v>50</c:v>
                </c:pt>
                <c:pt idx="256">
                  <c:v>50</c:v>
                </c:pt>
                <c:pt idx="257">
                  <c:v>50</c:v>
                </c:pt>
                <c:pt idx="258">
                  <c:v>59</c:v>
                </c:pt>
                <c:pt idx="259">
                  <c:v>51</c:v>
                </c:pt>
                <c:pt idx="260">
                  <c:v>56</c:v>
                </c:pt>
                <c:pt idx="261">
                  <c:v>52</c:v>
                </c:pt>
                <c:pt idx="262">
                  <c:v>56</c:v>
                </c:pt>
                <c:pt idx="263">
                  <c:v>53</c:v>
                </c:pt>
                <c:pt idx="264">
                  <c:v>45</c:v>
                </c:pt>
                <c:pt idx="265">
                  <c:v>37</c:v>
                </c:pt>
                <c:pt idx="266">
                  <c:v>54</c:v>
                </c:pt>
                <c:pt idx="267">
                  <c:v>56</c:v>
                </c:pt>
                <c:pt idx="268">
                  <c:v>56</c:v>
                </c:pt>
                <c:pt idx="269">
                  <c:v>34</c:v>
                </c:pt>
                <c:pt idx="270">
                  <c:v>59</c:v>
                </c:pt>
                <c:pt idx="271">
                  <c:v>36</c:v>
                </c:pt>
                <c:pt idx="272">
                  <c:v>36</c:v>
                </c:pt>
                <c:pt idx="273">
                  <c:v>52</c:v>
                </c:pt>
                <c:pt idx="274">
                  <c:v>44</c:v>
                </c:pt>
                <c:pt idx="275">
                  <c:v>51</c:v>
                </c:pt>
                <c:pt idx="276">
                  <c:v>48</c:v>
                </c:pt>
                <c:pt idx="277">
                  <c:v>51</c:v>
                </c:pt>
                <c:pt idx="278">
                  <c:v>50</c:v>
                </c:pt>
                <c:pt idx="279">
                  <c:v>36</c:v>
                </c:pt>
                <c:pt idx="280">
                  <c:v>35</c:v>
                </c:pt>
                <c:pt idx="281">
                  <c:v>43</c:v>
                </c:pt>
                <c:pt idx="282">
                  <c:v>55</c:v>
                </c:pt>
                <c:pt idx="283">
                  <c:v>25</c:v>
                </c:pt>
                <c:pt idx="284">
                  <c:v>51</c:v>
                </c:pt>
                <c:pt idx="285">
                  <c:v>38</c:v>
                </c:pt>
                <c:pt idx="286">
                  <c:v>39</c:v>
                </c:pt>
                <c:pt idx="287">
                  <c:v>54</c:v>
                </c:pt>
                <c:pt idx="288">
                  <c:v>39</c:v>
                </c:pt>
                <c:pt idx="289">
                  <c:v>26</c:v>
                </c:pt>
                <c:pt idx="290">
                  <c:v>47</c:v>
                </c:pt>
                <c:pt idx="291">
                  <c:v>54</c:v>
                </c:pt>
                <c:pt idx="292">
                  <c:v>35</c:v>
                </c:pt>
                <c:pt idx="293">
                  <c:v>50</c:v>
                </c:pt>
                <c:pt idx="294">
                  <c:v>22</c:v>
                </c:pt>
                <c:pt idx="295">
                  <c:v>18</c:v>
                </c:pt>
                <c:pt idx="296">
                  <c:v>20</c:v>
                </c:pt>
                <c:pt idx="297">
                  <c:v>33</c:v>
                </c:pt>
                <c:pt idx="298">
                  <c:v>28</c:v>
                </c:pt>
                <c:pt idx="299">
                  <c:v>43</c:v>
                </c:pt>
                <c:pt idx="300">
                  <c:v>18</c:v>
                </c:pt>
                <c:pt idx="301">
                  <c:v>25</c:v>
                </c:pt>
                <c:pt idx="302">
                  <c:v>50</c:v>
                </c:pt>
                <c:pt idx="303">
                  <c:v>33</c:v>
                </c:pt>
                <c:pt idx="304">
                  <c:v>19</c:v>
                </c:pt>
                <c:pt idx="305">
                  <c:v>20</c:v>
                </c:pt>
                <c:pt idx="306">
                  <c:v>18</c:v>
                </c:pt>
                <c:pt idx="307">
                  <c:v>21</c:v>
                </c:pt>
                <c:pt idx="308">
                  <c:v>42</c:v>
                </c:pt>
                <c:pt idx="309">
                  <c:v>25</c:v>
                </c:pt>
                <c:pt idx="310">
                  <c:v>41</c:v>
                </c:pt>
                <c:pt idx="311">
                  <c:v>49</c:v>
                </c:pt>
                <c:pt idx="312">
                  <c:v>29</c:v>
                </c:pt>
                <c:pt idx="313">
                  <c:v>19</c:v>
                </c:pt>
                <c:pt idx="314">
                  <c:v>34</c:v>
                </c:pt>
                <c:pt idx="315">
                  <c:v>21</c:v>
                </c:pt>
                <c:pt idx="316">
                  <c:v>28</c:v>
                </c:pt>
                <c:pt idx="317">
                  <c:v>45</c:v>
                </c:pt>
                <c:pt idx="318">
                  <c:v>49</c:v>
                </c:pt>
                <c:pt idx="319">
                  <c:v>23</c:v>
                </c:pt>
                <c:pt idx="320">
                  <c:v>28</c:v>
                </c:pt>
                <c:pt idx="321">
                  <c:v>21</c:v>
                </c:pt>
                <c:pt idx="322">
                  <c:v>59</c:v>
                </c:pt>
                <c:pt idx="323">
                  <c:v>37</c:v>
                </c:pt>
                <c:pt idx="324">
                  <c:v>24</c:v>
                </c:pt>
                <c:pt idx="325">
                  <c:v>48</c:v>
                </c:pt>
                <c:pt idx="326">
                  <c:v>40</c:v>
                </c:pt>
                <c:pt idx="327">
                  <c:v>43</c:v>
                </c:pt>
                <c:pt idx="328">
                  <c:v>41</c:v>
                </c:pt>
                <c:pt idx="329">
                  <c:v>38</c:v>
                </c:pt>
                <c:pt idx="330">
                  <c:v>47</c:v>
                </c:pt>
                <c:pt idx="331">
                  <c:v>57</c:v>
                </c:pt>
                <c:pt idx="332">
                  <c:v>56</c:v>
                </c:pt>
                <c:pt idx="333">
                  <c:v>30</c:v>
                </c:pt>
                <c:pt idx="334">
                  <c:v>37</c:v>
                </c:pt>
                <c:pt idx="335">
                  <c:v>40</c:v>
                </c:pt>
                <c:pt idx="336">
                  <c:v>19</c:v>
                </c:pt>
                <c:pt idx="337">
                  <c:v>50</c:v>
                </c:pt>
                <c:pt idx="338">
                  <c:v>36</c:v>
                </c:pt>
                <c:pt idx="339">
                  <c:v>38</c:v>
                </c:pt>
                <c:pt idx="340">
                  <c:v>42</c:v>
                </c:pt>
                <c:pt idx="341">
                  <c:v>43</c:v>
                </c:pt>
                <c:pt idx="342">
                  <c:v>54</c:v>
                </c:pt>
                <c:pt idx="343">
                  <c:v>55</c:v>
                </c:pt>
                <c:pt idx="344">
                  <c:v>34</c:v>
                </c:pt>
                <c:pt idx="345">
                  <c:v>52</c:v>
                </c:pt>
                <c:pt idx="346">
                  <c:v>46</c:v>
                </c:pt>
                <c:pt idx="347">
                  <c:v>57</c:v>
                </c:pt>
                <c:pt idx="348">
                  <c:v>50</c:v>
                </c:pt>
                <c:pt idx="349">
                  <c:v>57</c:v>
                </c:pt>
                <c:pt idx="350">
                  <c:v>43</c:v>
                </c:pt>
                <c:pt idx="351">
                  <c:v>59</c:v>
                </c:pt>
                <c:pt idx="352">
                  <c:v>59</c:v>
                </c:pt>
                <c:pt idx="353">
                  <c:v>24</c:v>
                </c:pt>
                <c:pt idx="354">
                  <c:v>52</c:v>
                </c:pt>
                <c:pt idx="355">
                  <c:v>27</c:v>
                </c:pt>
                <c:pt idx="356">
                  <c:v>42</c:v>
                </c:pt>
                <c:pt idx="357">
                  <c:v>55</c:v>
                </c:pt>
                <c:pt idx="358">
                  <c:v>35</c:v>
                </c:pt>
                <c:pt idx="359">
                  <c:v>50</c:v>
                </c:pt>
                <c:pt idx="360">
                  <c:v>59</c:v>
                </c:pt>
                <c:pt idx="361">
                  <c:v>31</c:v>
                </c:pt>
                <c:pt idx="362">
                  <c:v>40</c:v>
                </c:pt>
                <c:pt idx="363">
                  <c:v>46</c:v>
                </c:pt>
                <c:pt idx="364">
                  <c:v>57</c:v>
                </c:pt>
                <c:pt idx="365">
                  <c:v>48</c:v>
                </c:pt>
                <c:pt idx="366">
                  <c:v>19</c:v>
                </c:pt>
                <c:pt idx="367">
                  <c:v>58</c:v>
                </c:pt>
                <c:pt idx="368">
                  <c:v>55</c:v>
                </c:pt>
                <c:pt idx="369">
                  <c:v>56</c:v>
                </c:pt>
                <c:pt idx="370">
                  <c:v>25</c:v>
                </c:pt>
                <c:pt idx="371">
                  <c:v>55</c:v>
                </c:pt>
                <c:pt idx="372">
                  <c:v>45</c:v>
                </c:pt>
                <c:pt idx="373">
                  <c:v>49</c:v>
                </c:pt>
                <c:pt idx="374">
                  <c:v>54</c:v>
                </c:pt>
                <c:pt idx="375">
                  <c:v>51</c:v>
                </c:pt>
                <c:pt idx="376">
                  <c:v>49</c:v>
                </c:pt>
                <c:pt idx="377">
                  <c:v>25</c:v>
                </c:pt>
                <c:pt idx="378">
                  <c:v>26</c:v>
                </c:pt>
                <c:pt idx="379">
                  <c:v>43</c:v>
                </c:pt>
                <c:pt idx="380">
                  <c:v>46</c:v>
                </c:pt>
                <c:pt idx="381">
                  <c:v>30</c:v>
                </c:pt>
                <c:pt idx="382">
                  <c:v>47</c:v>
                </c:pt>
                <c:pt idx="383">
                  <c:v>48</c:v>
                </c:pt>
                <c:pt idx="384">
                  <c:v>52</c:v>
                </c:pt>
                <c:pt idx="385">
                  <c:v>22</c:v>
                </c:pt>
                <c:pt idx="386">
                  <c:v>30</c:v>
                </c:pt>
                <c:pt idx="387">
                  <c:v>54</c:v>
                </c:pt>
                <c:pt idx="388">
                  <c:v>34</c:v>
                </c:pt>
                <c:pt idx="389">
                  <c:v>57</c:v>
                </c:pt>
                <c:pt idx="390">
                  <c:v>57</c:v>
                </c:pt>
                <c:pt idx="391">
                  <c:v>47</c:v>
                </c:pt>
                <c:pt idx="392">
                  <c:v>41</c:v>
                </c:pt>
                <c:pt idx="393">
                  <c:v>58</c:v>
                </c:pt>
                <c:pt idx="394">
                  <c:v>58</c:v>
                </c:pt>
                <c:pt idx="395">
                  <c:v>56</c:v>
                </c:pt>
                <c:pt idx="396">
                  <c:v>40</c:v>
                </c:pt>
                <c:pt idx="397">
                  <c:v>56</c:v>
                </c:pt>
                <c:pt idx="398">
                  <c:v>21</c:v>
                </c:pt>
                <c:pt idx="399">
                  <c:v>20</c:v>
                </c:pt>
                <c:pt idx="400">
                  <c:v>44</c:v>
                </c:pt>
                <c:pt idx="401">
                  <c:v>22</c:v>
                </c:pt>
                <c:pt idx="402">
                  <c:v>41</c:v>
                </c:pt>
                <c:pt idx="403">
                  <c:v>39</c:v>
                </c:pt>
                <c:pt idx="404">
                  <c:v>19</c:v>
                </c:pt>
                <c:pt idx="405">
                  <c:v>20</c:v>
                </c:pt>
                <c:pt idx="406">
                  <c:v>39</c:v>
                </c:pt>
                <c:pt idx="407">
                  <c:v>18</c:v>
                </c:pt>
                <c:pt idx="408">
                  <c:v>26</c:v>
                </c:pt>
                <c:pt idx="409">
                  <c:v>28</c:v>
                </c:pt>
                <c:pt idx="410">
                  <c:v>26</c:v>
                </c:pt>
                <c:pt idx="411">
                  <c:v>19</c:v>
                </c:pt>
                <c:pt idx="412">
                  <c:v>25</c:v>
                </c:pt>
                <c:pt idx="413">
                  <c:v>21</c:v>
                </c:pt>
                <c:pt idx="414">
                  <c:v>36</c:v>
                </c:pt>
                <c:pt idx="415">
                  <c:v>31</c:v>
                </c:pt>
                <c:pt idx="416">
                  <c:v>25</c:v>
                </c:pt>
                <c:pt idx="417">
                  <c:v>30</c:v>
                </c:pt>
                <c:pt idx="418">
                  <c:v>57</c:v>
                </c:pt>
                <c:pt idx="419">
                  <c:v>26</c:v>
                </c:pt>
                <c:pt idx="420">
                  <c:v>28</c:v>
                </c:pt>
                <c:pt idx="421">
                  <c:v>47</c:v>
                </c:pt>
                <c:pt idx="422">
                  <c:v>35</c:v>
                </c:pt>
                <c:pt idx="423">
                  <c:v>40</c:v>
                </c:pt>
                <c:pt idx="424">
                  <c:v>54</c:v>
                </c:pt>
                <c:pt idx="425">
                  <c:v>46</c:v>
                </c:pt>
                <c:pt idx="426">
                  <c:v>45</c:v>
                </c:pt>
                <c:pt idx="427">
                  <c:v>43</c:v>
                </c:pt>
                <c:pt idx="428">
                  <c:v>23</c:v>
                </c:pt>
                <c:pt idx="429">
                  <c:v>53</c:v>
                </c:pt>
                <c:pt idx="430">
                  <c:v>38</c:v>
                </c:pt>
                <c:pt idx="431">
                  <c:v>18</c:v>
                </c:pt>
                <c:pt idx="432">
                  <c:v>22</c:v>
                </c:pt>
                <c:pt idx="433">
                  <c:v>59</c:v>
                </c:pt>
                <c:pt idx="434">
                  <c:v>52</c:v>
                </c:pt>
                <c:pt idx="435">
                  <c:v>57</c:v>
                </c:pt>
                <c:pt idx="436">
                  <c:v>35</c:v>
                </c:pt>
                <c:pt idx="437">
                  <c:v>51</c:v>
                </c:pt>
                <c:pt idx="438">
                  <c:v>53</c:v>
                </c:pt>
                <c:pt idx="439">
                  <c:v>20</c:v>
                </c:pt>
                <c:pt idx="440">
                  <c:v>42</c:v>
                </c:pt>
                <c:pt idx="441">
                  <c:v>53</c:v>
                </c:pt>
                <c:pt idx="442">
                  <c:v>26</c:v>
                </c:pt>
                <c:pt idx="443">
                  <c:v>22</c:v>
                </c:pt>
                <c:pt idx="444">
                  <c:v>40</c:v>
                </c:pt>
                <c:pt idx="445">
                  <c:v>32</c:v>
                </c:pt>
                <c:pt idx="446">
                  <c:v>19</c:v>
                </c:pt>
                <c:pt idx="447">
                  <c:v>33</c:v>
                </c:pt>
                <c:pt idx="448">
                  <c:v>56</c:v>
                </c:pt>
                <c:pt idx="449">
                  <c:v>47</c:v>
                </c:pt>
                <c:pt idx="450">
                  <c:v>26</c:v>
                </c:pt>
                <c:pt idx="451">
                  <c:v>37</c:v>
                </c:pt>
                <c:pt idx="452">
                  <c:v>42</c:v>
                </c:pt>
                <c:pt idx="453">
                  <c:v>50</c:v>
                </c:pt>
                <c:pt idx="454">
                  <c:v>34</c:v>
                </c:pt>
                <c:pt idx="455">
                  <c:v>34</c:v>
                </c:pt>
                <c:pt idx="456">
                  <c:v>38</c:v>
                </c:pt>
                <c:pt idx="457">
                  <c:v>50</c:v>
                </c:pt>
                <c:pt idx="458">
                  <c:v>49</c:v>
                </c:pt>
                <c:pt idx="459">
                  <c:v>53</c:v>
                </c:pt>
                <c:pt idx="460">
                  <c:v>51</c:v>
                </c:pt>
                <c:pt idx="461">
                  <c:v>37</c:v>
                </c:pt>
                <c:pt idx="462">
                  <c:v>24</c:v>
                </c:pt>
                <c:pt idx="463">
                  <c:v>38</c:v>
                </c:pt>
                <c:pt idx="464">
                  <c:v>24</c:v>
                </c:pt>
                <c:pt idx="465">
                  <c:v>44</c:v>
                </c:pt>
                <c:pt idx="466">
                  <c:v>18</c:v>
                </c:pt>
                <c:pt idx="467">
                  <c:v>47</c:v>
                </c:pt>
                <c:pt idx="468">
                  <c:v>28</c:v>
                </c:pt>
                <c:pt idx="469">
                  <c:v>37</c:v>
                </c:pt>
                <c:pt idx="470">
                  <c:v>52</c:v>
                </c:pt>
                <c:pt idx="471">
                  <c:v>35</c:v>
                </c:pt>
                <c:pt idx="472">
                  <c:v>27</c:v>
                </c:pt>
                <c:pt idx="473">
                  <c:v>29</c:v>
                </c:pt>
                <c:pt idx="474">
                  <c:v>38</c:v>
                </c:pt>
                <c:pt idx="475">
                  <c:v>29</c:v>
                </c:pt>
                <c:pt idx="476">
                  <c:v>22</c:v>
                </c:pt>
                <c:pt idx="477">
                  <c:v>53</c:v>
                </c:pt>
                <c:pt idx="478">
                  <c:v>28</c:v>
                </c:pt>
                <c:pt idx="479">
                  <c:v>29</c:v>
                </c:pt>
                <c:pt idx="480">
                  <c:v>24</c:v>
                </c:pt>
                <c:pt idx="481">
                  <c:v>55</c:v>
                </c:pt>
                <c:pt idx="482">
                  <c:v>40</c:v>
                </c:pt>
                <c:pt idx="483">
                  <c:v>47</c:v>
                </c:pt>
                <c:pt idx="484">
                  <c:v>42</c:v>
                </c:pt>
                <c:pt idx="485">
                  <c:v>43</c:v>
                </c:pt>
                <c:pt idx="486">
                  <c:v>41</c:v>
                </c:pt>
                <c:pt idx="487">
                  <c:v>50</c:v>
                </c:pt>
                <c:pt idx="488">
                  <c:v>31</c:v>
                </c:pt>
                <c:pt idx="489">
                  <c:v>49</c:v>
                </c:pt>
                <c:pt idx="490">
                  <c:v>42</c:v>
                </c:pt>
                <c:pt idx="491">
                  <c:v>31</c:v>
                </c:pt>
                <c:pt idx="492">
                  <c:v>24</c:v>
                </c:pt>
                <c:pt idx="493">
                  <c:v>31</c:v>
                </c:pt>
                <c:pt idx="494">
                  <c:v>27</c:v>
                </c:pt>
                <c:pt idx="495">
                  <c:v>32</c:v>
                </c:pt>
                <c:pt idx="496">
                  <c:v>59</c:v>
                </c:pt>
                <c:pt idx="497">
                  <c:v>26</c:v>
                </c:pt>
                <c:pt idx="498">
                  <c:v>21</c:v>
                </c:pt>
                <c:pt idx="499">
                  <c:v>29</c:v>
                </c:pt>
                <c:pt idx="500">
                  <c:v>50</c:v>
                </c:pt>
                <c:pt idx="501">
                  <c:v>40</c:v>
                </c:pt>
                <c:pt idx="502">
                  <c:v>27</c:v>
                </c:pt>
                <c:pt idx="503">
                  <c:v>29</c:v>
                </c:pt>
                <c:pt idx="504">
                  <c:v>49</c:v>
                </c:pt>
                <c:pt idx="505">
                  <c:v>41</c:v>
                </c:pt>
                <c:pt idx="506">
                  <c:v>44</c:v>
                </c:pt>
                <c:pt idx="507">
                  <c:v>22</c:v>
                </c:pt>
                <c:pt idx="508">
                  <c:v>18</c:v>
                </c:pt>
                <c:pt idx="509">
                  <c:v>37</c:v>
                </c:pt>
                <c:pt idx="510">
                  <c:v>28</c:v>
                </c:pt>
                <c:pt idx="511">
                  <c:v>52</c:v>
                </c:pt>
                <c:pt idx="512">
                  <c:v>38</c:v>
                </c:pt>
                <c:pt idx="513">
                  <c:v>32</c:v>
                </c:pt>
                <c:pt idx="514">
                  <c:v>40</c:v>
                </c:pt>
                <c:pt idx="515">
                  <c:v>42</c:v>
                </c:pt>
                <c:pt idx="516">
                  <c:v>51</c:v>
                </c:pt>
                <c:pt idx="517">
                  <c:v>31</c:v>
                </c:pt>
                <c:pt idx="518">
                  <c:v>38</c:v>
                </c:pt>
                <c:pt idx="519">
                  <c:v>34</c:v>
                </c:pt>
                <c:pt idx="520">
                  <c:v>57</c:v>
                </c:pt>
                <c:pt idx="521">
                  <c:v>41</c:v>
                </c:pt>
                <c:pt idx="522">
                  <c:v>50</c:v>
                </c:pt>
                <c:pt idx="523">
                  <c:v>36</c:v>
                </c:pt>
                <c:pt idx="524">
                  <c:v>58</c:v>
                </c:pt>
                <c:pt idx="525">
                  <c:v>51</c:v>
                </c:pt>
                <c:pt idx="526">
                  <c:v>48</c:v>
                </c:pt>
                <c:pt idx="527">
                  <c:v>58</c:v>
                </c:pt>
                <c:pt idx="528">
                  <c:v>53</c:v>
                </c:pt>
                <c:pt idx="529">
                  <c:v>50</c:v>
                </c:pt>
                <c:pt idx="530">
                  <c:v>52</c:v>
                </c:pt>
                <c:pt idx="531">
                  <c:v>47</c:v>
                </c:pt>
                <c:pt idx="532">
                  <c:v>47</c:v>
                </c:pt>
                <c:pt idx="533">
                  <c:v>49</c:v>
                </c:pt>
                <c:pt idx="534">
                  <c:v>51</c:v>
                </c:pt>
                <c:pt idx="535">
                  <c:v>42</c:v>
                </c:pt>
                <c:pt idx="536">
                  <c:v>52</c:v>
                </c:pt>
                <c:pt idx="537">
                  <c:v>48</c:v>
                </c:pt>
                <c:pt idx="538">
                  <c:v>54</c:v>
                </c:pt>
                <c:pt idx="539">
                  <c:v>52</c:v>
                </c:pt>
                <c:pt idx="540">
                  <c:v>53</c:v>
                </c:pt>
                <c:pt idx="541">
                  <c:v>34</c:v>
                </c:pt>
                <c:pt idx="542">
                  <c:v>34</c:v>
                </c:pt>
                <c:pt idx="543">
                  <c:v>33</c:v>
                </c:pt>
                <c:pt idx="544">
                  <c:v>57</c:v>
                </c:pt>
                <c:pt idx="545">
                  <c:v>54</c:v>
                </c:pt>
                <c:pt idx="546">
                  <c:v>45</c:v>
                </c:pt>
                <c:pt idx="547">
                  <c:v>50</c:v>
                </c:pt>
                <c:pt idx="548">
                  <c:v>52</c:v>
                </c:pt>
                <c:pt idx="549">
                  <c:v>31</c:v>
                </c:pt>
                <c:pt idx="550">
                  <c:v>45</c:v>
                </c:pt>
                <c:pt idx="551">
                  <c:v>43</c:v>
                </c:pt>
                <c:pt idx="552">
                  <c:v>54</c:v>
                </c:pt>
                <c:pt idx="553">
                  <c:v>40</c:v>
                </c:pt>
                <c:pt idx="554">
                  <c:v>19</c:v>
                </c:pt>
                <c:pt idx="555">
                  <c:v>25</c:v>
                </c:pt>
                <c:pt idx="556">
                  <c:v>18</c:v>
                </c:pt>
                <c:pt idx="557">
                  <c:v>25</c:v>
                </c:pt>
                <c:pt idx="558">
                  <c:v>27</c:v>
                </c:pt>
                <c:pt idx="559">
                  <c:v>43</c:v>
                </c:pt>
                <c:pt idx="560">
                  <c:v>27</c:v>
                </c:pt>
                <c:pt idx="561">
                  <c:v>20</c:v>
                </c:pt>
                <c:pt idx="562">
                  <c:v>19</c:v>
                </c:pt>
                <c:pt idx="563">
                  <c:v>52</c:v>
                </c:pt>
                <c:pt idx="564">
                  <c:v>57</c:v>
                </c:pt>
                <c:pt idx="565">
                  <c:v>30</c:v>
                </c:pt>
                <c:pt idx="566">
                  <c:v>56</c:v>
                </c:pt>
                <c:pt idx="567">
                  <c:v>38</c:v>
                </c:pt>
                <c:pt idx="568">
                  <c:v>36</c:v>
                </c:pt>
                <c:pt idx="569">
                  <c:v>44</c:v>
                </c:pt>
                <c:pt idx="570">
                  <c:v>49</c:v>
                </c:pt>
                <c:pt idx="571">
                  <c:v>40</c:v>
                </c:pt>
                <c:pt idx="572">
                  <c:v>56</c:v>
                </c:pt>
                <c:pt idx="573">
                  <c:v>52</c:v>
                </c:pt>
                <c:pt idx="574">
                  <c:v>47</c:v>
                </c:pt>
                <c:pt idx="575">
                  <c:v>38</c:v>
                </c:pt>
                <c:pt idx="576">
                  <c:v>39</c:v>
                </c:pt>
                <c:pt idx="577">
                  <c:v>44</c:v>
                </c:pt>
                <c:pt idx="578">
                  <c:v>45</c:v>
                </c:pt>
                <c:pt idx="579">
                  <c:v>31</c:v>
                </c:pt>
                <c:pt idx="580">
                  <c:v>58</c:v>
                </c:pt>
                <c:pt idx="581">
                  <c:v>42</c:v>
                </c:pt>
                <c:pt idx="582">
                  <c:v>39</c:v>
                </c:pt>
                <c:pt idx="583">
                  <c:v>43</c:v>
                </c:pt>
                <c:pt idx="584">
                  <c:v>54</c:v>
                </c:pt>
                <c:pt idx="585">
                  <c:v>56</c:v>
                </c:pt>
                <c:pt idx="586">
                  <c:v>53</c:v>
                </c:pt>
                <c:pt idx="587">
                  <c:v>39</c:v>
                </c:pt>
                <c:pt idx="588">
                  <c:v>46</c:v>
                </c:pt>
                <c:pt idx="589">
                  <c:v>43</c:v>
                </c:pt>
                <c:pt idx="590">
                  <c:v>37</c:v>
                </c:pt>
                <c:pt idx="591">
                  <c:v>52</c:v>
                </c:pt>
                <c:pt idx="592">
                  <c:v>58</c:v>
                </c:pt>
                <c:pt idx="593">
                  <c:v>35</c:v>
                </c:pt>
                <c:pt idx="594">
                  <c:v>58</c:v>
                </c:pt>
                <c:pt idx="595">
                  <c:v>47</c:v>
                </c:pt>
                <c:pt idx="596">
                  <c:v>44</c:v>
                </c:pt>
                <c:pt idx="597">
                  <c:v>38</c:v>
                </c:pt>
                <c:pt idx="598">
                  <c:v>52</c:v>
                </c:pt>
                <c:pt idx="599">
                  <c:v>47</c:v>
                </c:pt>
                <c:pt idx="600">
                  <c:v>40</c:v>
                </c:pt>
                <c:pt idx="601">
                  <c:v>50</c:v>
                </c:pt>
                <c:pt idx="602">
                  <c:v>42</c:v>
                </c:pt>
                <c:pt idx="603">
                  <c:v>52</c:v>
                </c:pt>
                <c:pt idx="604">
                  <c:v>49</c:v>
                </c:pt>
                <c:pt idx="605">
                  <c:v>54</c:v>
                </c:pt>
                <c:pt idx="606">
                  <c:v>57</c:v>
                </c:pt>
                <c:pt idx="607">
                  <c:v>46</c:v>
                </c:pt>
                <c:pt idx="608">
                  <c:v>56</c:v>
                </c:pt>
                <c:pt idx="609">
                  <c:v>50</c:v>
                </c:pt>
                <c:pt idx="610">
                  <c:v>53</c:v>
                </c:pt>
                <c:pt idx="611">
                  <c:v>41</c:v>
                </c:pt>
                <c:pt idx="612">
                  <c:v>50</c:v>
                </c:pt>
                <c:pt idx="613">
                  <c:v>50</c:v>
                </c:pt>
                <c:pt idx="614">
                  <c:v>49</c:v>
                </c:pt>
                <c:pt idx="615">
                  <c:v>40</c:v>
                </c:pt>
                <c:pt idx="616">
                  <c:v>52</c:v>
                </c:pt>
                <c:pt idx="617">
                  <c:v>36</c:v>
                </c:pt>
                <c:pt idx="618">
                  <c:v>48</c:v>
                </c:pt>
                <c:pt idx="619">
                  <c:v>33</c:v>
                </c:pt>
                <c:pt idx="620">
                  <c:v>59</c:v>
                </c:pt>
                <c:pt idx="621">
                  <c:v>35</c:v>
                </c:pt>
                <c:pt idx="622">
                  <c:v>42</c:v>
                </c:pt>
                <c:pt idx="623">
                  <c:v>45</c:v>
                </c:pt>
                <c:pt idx="624">
                  <c:v>33</c:v>
                </c:pt>
                <c:pt idx="625">
                  <c:v>55</c:v>
                </c:pt>
                <c:pt idx="626">
                  <c:v>45</c:v>
                </c:pt>
                <c:pt idx="627">
                  <c:v>37</c:v>
                </c:pt>
                <c:pt idx="628">
                  <c:v>43</c:v>
                </c:pt>
                <c:pt idx="629">
                  <c:v>50</c:v>
                </c:pt>
                <c:pt idx="630">
                  <c:v>55</c:v>
                </c:pt>
                <c:pt idx="631">
                  <c:v>40</c:v>
                </c:pt>
                <c:pt idx="632">
                  <c:v>31</c:v>
                </c:pt>
                <c:pt idx="633">
                  <c:v>57</c:v>
                </c:pt>
                <c:pt idx="634">
                  <c:v>45</c:v>
                </c:pt>
                <c:pt idx="635">
                  <c:v>51</c:v>
                </c:pt>
                <c:pt idx="636">
                  <c:v>35</c:v>
                </c:pt>
                <c:pt idx="637">
                  <c:v>51</c:v>
                </c:pt>
                <c:pt idx="638">
                  <c:v>33</c:v>
                </c:pt>
                <c:pt idx="639">
                  <c:v>45</c:v>
                </c:pt>
                <c:pt idx="640">
                  <c:v>59</c:v>
                </c:pt>
                <c:pt idx="641">
                  <c:v>39</c:v>
                </c:pt>
                <c:pt idx="642">
                  <c:v>42</c:v>
                </c:pt>
                <c:pt idx="643">
                  <c:v>37</c:v>
                </c:pt>
                <c:pt idx="644">
                  <c:v>42</c:v>
                </c:pt>
                <c:pt idx="645">
                  <c:v>58</c:v>
                </c:pt>
                <c:pt idx="646">
                  <c:v>53</c:v>
                </c:pt>
                <c:pt idx="647">
                  <c:v>54</c:v>
                </c:pt>
                <c:pt idx="648">
                  <c:v>43</c:v>
                </c:pt>
                <c:pt idx="649">
                  <c:v>37</c:v>
                </c:pt>
                <c:pt idx="650">
                  <c:v>37</c:v>
                </c:pt>
                <c:pt idx="651">
                  <c:v>48</c:v>
                </c:pt>
                <c:pt idx="652">
                  <c:v>56</c:v>
                </c:pt>
                <c:pt idx="653">
                  <c:v>50</c:v>
                </c:pt>
                <c:pt idx="654">
                  <c:v>34</c:v>
                </c:pt>
                <c:pt idx="655">
                  <c:v>56</c:v>
                </c:pt>
                <c:pt idx="656">
                  <c:v>59</c:v>
                </c:pt>
                <c:pt idx="657">
                  <c:v>45</c:v>
                </c:pt>
                <c:pt idx="658">
                  <c:v>49</c:v>
                </c:pt>
                <c:pt idx="659">
                  <c:v>55</c:v>
                </c:pt>
                <c:pt idx="660">
                  <c:v>49</c:v>
                </c:pt>
                <c:pt idx="661">
                  <c:v>21</c:v>
                </c:pt>
                <c:pt idx="662">
                  <c:v>24</c:v>
                </c:pt>
                <c:pt idx="663">
                  <c:v>34</c:v>
                </c:pt>
                <c:pt idx="664">
                  <c:v>52</c:v>
                </c:pt>
                <c:pt idx="665">
                  <c:v>31</c:v>
                </c:pt>
                <c:pt idx="666">
                  <c:v>25</c:v>
                </c:pt>
                <c:pt idx="667">
                  <c:v>43</c:v>
                </c:pt>
                <c:pt idx="668">
                  <c:v>39</c:v>
                </c:pt>
                <c:pt idx="669">
                  <c:v>24</c:v>
                </c:pt>
                <c:pt idx="670">
                  <c:v>18</c:v>
                </c:pt>
                <c:pt idx="671">
                  <c:v>30</c:v>
                </c:pt>
                <c:pt idx="672">
                  <c:v>28</c:v>
                </c:pt>
                <c:pt idx="673">
                  <c:v>56</c:v>
                </c:pt>
                <c:pt idx="674">
                  <c:v>57</c:v>
                </c:pt>
                <c:pt idx="675">
                  <c:v>18</c:v>
                </c:pt>
                <c:pt idx="676">
                  <c:v>23</c:v>
                </c:pt>
                <c:pt idx="677">
                  <c:v>20</c:v>
                </c:pt>
                <c:pt idx="678">
                  <c:v>54</c:v>
                </c:pt>
                <c:pt idx="679">
                  <c:v>58</c:v>
                </c:pt>
                <c:pt idx="680">
                  <c:v>24</c:v>
                </c:pt>
                <c:pt idx="681">
                  <c:v>48</c:v>
                </c:pt>
                <c:pt idx="682">
                  <c:v>53</c:v>
                </c:pt>
                <c:pt idx="683">
                  <c:v>45</c:v>
                </c:pt>
                <c:pt idx="684">
                  <c:v>25</c:v>
                </c:pt>
                <c:pt idx="685">
                  <c:v>25</c:v>
                </c:pt>
                <c:pt idx="686">
                  <c:v>35</c:v>
                </c:pt>
                <c:pt idx="687">
                  <c:v>22</c:v>
                </c:pt>
                <c:pt idx="688">
                  <c:v>19</c:v>
                </c:pt>
                <c:pt idx="689">
                  <c:v>24</c:v>
                </c:pt>
                <c:pt idx="690">
                  <c:v>48</c:v>
                </c:pt>
                <c:pt idx="691">
                  <c:v>55</c:v>
                </c:pt>
                <c:pt idx="692">
                  <c:v>47</c:v>
                </c:pt>
                <c:pt idx="693">
                  <c:v>21</c:v>
                </c:pt>
                <c:pt idx="694">
                  <c:v>23</c:v>
                </c:pt>
                <c:pt idx="695">
                  <c:v>18</c:v>
                </c:pt>
                <c:pt idx="696">
                  <c:v>33</c:v>
                </c:pt>
                <c:pt idx="697">
                  <c:v>29</c:v>
                </c:pt>
                <c:pt idx="698">
                  <c:v>29</c:v>
                </c:pt>
                <c:pt idx="699">
                  <c:v>22</c:v>
                </c:pt>
                <c:pt idx="700">
                  <c:v>27</c:v>
                </c:pt>
                <c:pt idx="701">
                  <c:v>48</c:v>
                </c:pt>
                <c:pt idx="702">
                  <c:v>22</c:v>
                </c:pt>
                <c:pt idx="703">
                  <c:v>18</c:v>
                </c:pt>
                <c:pt idx="704">
                  <c:v>59</c:v>
                </c:pt>
                <c:pt idx="705">
                  <c:v>24</c:v>
                </c:pt>
                <c:pt idx="706">
                  <c:v>27</c:v>
                </c:pt>
                <c:pt idx="707">
                  <c:v>27</c:v>
                </c:pt>
                <c:pt idx="708">
                  <c:v>22</c:v>
                </c:pt>
                <c:pt idx="709">
                  <c:v>55</c:v>
                </c:pt>
                <c:pt idx="710">
                  <c:v>27</c:v>
                </c:pt>
                <c:pt idx="711">
                  <c:v>57</c:v>
                </c:pt>
                <c:pt idx="712">
                  <c:v>26</c:v>
                </c:pt>
                <c:pt idx="713">
                  <c:v>22</c:v>
                </c:pt>
                <c:pt idx="714">
                  <c:v>31</c:v>
                </c:pt>
                <c:pt idx="715">
                  <c:v>31</c:v>
                </c:pt>
                <c:pt idx="716">
                  <c:v>19</c:v>
                </c:pt>
                <c:pt idx="717">
                  <c:v>23</c:v>
                </c:pt>
                <c:pt idx="718">
                  <c:v>20</c:v>
                </c:pt>
                <c:pt idx="719">
                  <c:v>22</c:v>
                </c:pt>
                <c:pt idx="720">
                  <c:v>36</c:v>
                </c:pt>
                <c:pt idx="721">
                  <c:v>18</c:v>
                </c:pt>
                <c:pt idx="722">
                  <c:v>28</c:v>
                </c:pt>
                <c:pt idx="723">
                  <c:v>41</c:v>
                </c:pt>
                <c:pt idx="724">
                  <c:v>38</c:v>
                </c:pt>
                <c:pt idx="725">
                  <c:v>45</c:v>
                </c:pt>
                <c:pt idx="726">
                  <c:v>23</c:v>
                </c:pt>
                <c:pt idx="727">
                  <c:v>29</c:v>
                </c:pt>
                <c:pt idx="728">
                  <c:v>33</c:v>
                </c:pt>
                <c:pt idx="729">
                  <c:v>27</c:v>
                </c:pt>
                <c:pt idx="730">
                  <c:v>29</c:v>
                </c:pt>
                <c:pt idx="731">
                  <c:v>22</c:v>
                </c:pt>
                <c:pt idx="732">
                  <c:v>19</c:v>
                </c:pt>
                <c:pt idx="733">
                  <c:v>18</c:v>
                </c:pt>
                <c:pt idx="734">
                  <c:v>21</c:v>
                </c:pt>
                <c:pt idx="735">
                  <c:v>23</c:v>
                </c:pt>
                <c:pt idx="736">
                  <c:v>36</c:v>
                </c:pt>
                <c:pt idx="737">
                  <c:v>42</c:v>
                </c:pt>
                <c:pt idx="738">
                  <c:v>42</c:v>
                </c:pt>
                <c:pt idx="739">
                  <c:v>52</c:v>
                </c:pt>
                <c:pt idx="740">
                  <c:v>26</c:v>
                </c:pt>
                <c:pt idx="741">
                  <c:v>23</c:v>
                </c:pt>
                <c:pt idx="742">
                  <c:v>44</c:v>
                </c:pt>
                <c:pt idx="743">
                  <c:v>41</c:v>
                </c:pt>
                <c:pt idx="744">
                  <c:v>52</c:v>
                </c:pt>
                <c:pt idx="745">
                  <c:v>41</c:v>
                </c:pt>
                <c:pt idx="746">
                  <c:v>28</c:v>
                </c:pt>
                <c:pt idx="747">
                  <c:v>31</c:v>
                </c:pt>
                <c:pt idx="748">
                  <c:v>43</c:v>
                </c:pt>
                <c:pt idx="749">
                  <c:v>49</c:v>
                </c:pt>
                <c:pt idx="750">
                  <c:v>40</c:v>
                </c:pt>
                <c:pt idx="751">
                  <c:v>40</c:v>
                </c:pt>
                <c:pt idx="752">
                  <c:v>27</c:v>
                </c:pt>
                <c:pt idx="753">
                  <c:v>47</c:v>
                </c:pt>
                <c:pt idx="754">
                  <c:v>54</c:v>
                </c:pt>
                <c:pt idx="755">
                  <c:v>49</c:v>
                </c:pt>
                <c:pt idx="756">
                  <c:v>50</c:v>
                </c:pt>
                <c:pt idx="757">
                  <c:v>49</c:v>
                </c:pt>
                <c:pt idx="758">
                  <c:v>57</c:v>
                </c:pt>
                <c:pt idx="759">
                  <c:v>42</c:v>
                </c:pt>
                <c:pt idx="760">
                  <c:v>54</c:v>
                </c:pt>
                <c:pt idx="761">
                  <c:v>50</c:v>
                </c:pt>
                <c:pt idx="762">
                  <c:v>32</c:v>
                </c:pt>
                <c:pt idx="763">
                  <c:v>48</c:v>
                </c:pt>
                <c:pt idx="764">
                  <c:v>40</c:v>
                </c:pt>
                <c:pt idx="765">
                  <c:v>44</c:v>
                </c:pt>
                <c:pt idx="766">
                  <c:v>25</c:v>
                </c:pt>
                <c:pt idx="767">
                  <c:v>31</c:v>
                </c:pt>
                <c:pt idx="768">
                  <c:v>40</c:v>
                </c:pt>
                <c:pt idx="769">
                  <c:v>39</c:v>
                </c:pt>
                <c:pt idx="770">
                  <c:v>42</c:v>
                </c:pt>
                <c:pt idx="771">
                  <c:v>32</c:v>
                </c:pt>
                <c:pt idx="772">
                  <c:v>28</c:v>
                </c:pt>
                <c:pt idx="773">
                  <c:v>20</c:v>
                </c:pt>
                <c:pt idx="774">
                  <c:v>45</c:v>
                </c:pt>
                <c:pt idx="775">
                  <c:v>47</c:v>
                </c:pt>
                <c:pt idx="776">
                  <c:v>30</c:v>
                </c:pt>
                <c:pt idx="777">
                  <c:v>29</c:v>
                </c:pt>
                <c:pt idx="778">
                  <c:v>53</c:v>
                </c:pt>
                <c:pt idx="779">
                  <c:v>32</c:v>
                </c:pt>
                <c:pt idx="780">
                  <c:v>45</c:v>
                </c:pt>
                <c:pt idx="781">
                  <c:v>31</c:v>
                </c:pt>
                <c:pt idx="782">
                  <c:v>43</c:v>
                </c:pt>
                <c:pt idx="783">
                  <c:v>43</c:v>
                </c:pt>
                <c:pt idx="784">
                  <c:v>56</c:v>
                </c:pt>
                <c:pt idx="785">
                  <c:v>50</c:v>
                </c:pt>
                <c:pt idx="786">
                  <c:v>54</c:v>
                </c:pt>
                <c:pt idx="787">
                  <c:v>40</c:v>
                </c:pt>
                <c:pt idx="788">
                  <c:v>45</c:v>
                </c:pt>
                <c:pt idx="789">
                  <c:v>43</c:v>
                </c:pt>
                <c:pt idx="790">
                  <c:v>42</c:v>
                </c:pt>
                <c:pt idx="791">
                  <c:v>51</c:v>
                </c:pt>
                <c:pt idx="792">
                  <c:v>37</c:v>
                </c:pt>
                <c:pt idx="793">
                  <c:v>57</c:v>
                </c:pt>
                <c:pt idx="794">
                  <c:v>44</c:v>
                </c:pt>
                <c:pt idx="795">
                  <c:v>56</c:v>
                </c:pt>
                <c:pt idx="796">
                  <c:v>21</c:v>
                </c:pt>
                <c:pt idx="797">
                  <c:v>48</c:v>
                </c:pt>
                <c:pt idx="798">
                  <c:v>49</c:v>
                </c:pt>
                <c:pt idx="799">
                  <c:v>43</c:v>
                </c:pt>
                <c:pt idx="800">
                  <c:v>43</c:v>
                </c:pt>
                <c:pt idx="801">
                  <c:v>47</c:v>
                </c:pt>
                <c:pt idx="802">
                  <c:v>53</c:v>
                </c:pt>
                <c:pt idx="803">
                  <c:v>43</c:v>
                </c:pt>
                <c:pt idx="804">
                  <c:v>35</c:v>
                </c:pt>
                <c:pt idx="805">
                  <c:v>43</c:v>
                </c:pt>
                <c:pt idx="806">
                  <c:v>33</c:v>
                </c:pt>
                <c:pt idx="807">
                  <c:v>45</c:v>
                </c:pt>
                <c:pt idx="808">
                  <c:v>47</c:v>
                </c:pt>
                <c:pt idx="809">
                  <c:v>32</c:v>
                </c:pt>
                <c:pt idx="810">
                  <c:v>53</c:v>
                </c:pt>
                <c:pt idx="811">
                  <c:v>32</c:v>
                </c:pt>
                <c:pt idx="812">
                  <c:v>22</c:v>
                </c:pt>
                <c:pt idx="813">
                  <c:v>52</c:v>
                </c:pt>
                <c:pt idx="814">
                  <c:v>52</c:v>
                </c:pt>
                <c:pt idx="815">
                  <c:v>33</c:v>
                </c:pt>
                <c:pt idx="816">
                  <c:v>36</c:v>
                </c:pt>
                <c:pt idx="817">
                  <c:v>56</c:v>
                </c:pt>
                <c:pt idx="818">
                  <c:v>53</c:v>
                </c:pt>
                <c:pt idx="819">
                  <c:v>29</c:v>
                </c:pt>
                <c:pt idx="820">
                  <c:v>41</c:v>
                </c:pt>
                <c:pt idx="821">
                  <c:v>26</c:v>
                </c:pt>
                <c:pt idx="822">
                  <c:v>54</c:v>
                </c:pt>
                <c:pt idx="823">
                  <c:v>56</c:v>
                </c:pt>
                <c:pt idx="824">
                  <c:v>45</c:v>
                </c:pt>
                <c:pt idx="825">
                  <c:v>46</c:v>
                </c:pt>
                <c:pt idx="826">
                  <c:v>20</c:v>
                </c:pt>
                <c:pt idx="827">
                  <c:v>50</c:v>
                </c:pt>
                <c:pt idx="828">
                  <c:v>30</c:v>
                </c:pt>
                <c:pt idx="829">
                  <c:v>54</c:v>
                </c:pt>
                <c:pt idx="830">
                  <c:v>33</c:v>
                </c:pt>
                <c:pt idx="831">
                  <c:v>30</c:v>
                </c:pt>
                <c:pt idx="832">
                  <c:v>54</c:v>
                </c:pt>
                <c:pt idx="833">
                  <c:v>27</c:v>
                </c:pt>
                <c:pt idx="834">
                  <c:v>49</c:v>
                </c:pt>
                <c:pt idx="835">
                  <c:v>25</c:v>
                </c:pt>
                <c:pt idx="836">
                  <c:v>45</c:v>
                </c:pt>
                <c:pt idx="837">
                  <c:v>45</c:v>
                </c:pt>
                <c:pt idx="838">
                  <c:v>56</c:v>
                </c:pt>
                <c:pt idx="839">
                  <c:v>44</c:v>
                </c:pt>
                <c:pt idx="840">
                  <c:v>21</c:v>
                </c:pt>
                <c:pt idx="841">
                  <c:v>27</c:v>
                </c:pt>
                <c:pt idx="842">
                  <c:v>58</c:v>
                </c:pt>
                <c:pt idx="843">
                  <c:v>56</c:v>
                </c:pt>
                <c:pt idx="844">
                  <c:v>45</c:v>
                </c:pt>
                <c:pt idx="845">
                  <c:v>23</c:v>
                </c:pt>
                <c:pt idx="846">
                  <c:v>58</c:v>
                </c:pt>
                <c:pt idx="847">
                  <c:v>40</c:v>
                </c:pt>
                <c:pt idx="848">
                  <c:v>21</c:v>
                </c:pt>
                <c:pt idx="849">
                  <c:v>52</c:v>
                </c:pt>
                <c:pt idx="850">
                  <c:v>30</c:v>
                </c:pt>
                <c:pt idx="851">
                  <c:v>46</c:v>
                </c:pt>
                <c:pt idx="852">
                  <c:v>50</c:v>
                </c:pt>
                <c:pt idx="853">
                  <c:v>34</c:v>
                </c:pt>
                <c:pt idx="854">
                  <c:v>44</c:v>
                </c:pt>
                <c:pt idx="855">
                  <c:v>54</c:v>
                </c:pt>
                <c:pt idx="856">
                  <c:v>46</c:v>
                </c:pt>
                <c:pt idx="857">
                  <c:v>22</c:v>
                </c:pt>
                <c:pt idx="858">
                  <c:v>59</c:v>
                </c:pt>
                <c:pt idx="859">
                  <c:v>18</c:v>
                </c:pt>
                <c:pt idx="860">
                  <c:v>46</c:v>
                </c:pt>
                <c:pt idx="861">
                  <c:v>46</c:v>
                </c:pt>
                <c:pt idx="862">
                  <c:v>41</c:v>
                </c:pt>
                <c:pt idx="863">
                  <c:v>53</c:v>
                </c:pt>
                <c:pt idx="864">
                  <c:v>56</c:v>
                </c:pt>
                <c:pt idx="865">
                  <c:v>54</c:v>
                </c:pt>
                <c:pt idx="866">
                  <c:v>44</c:v>
                </c:pt>
                <c:pt idx="867">
                  <c:v>36</c:v>
                </c:pt>
                <c:pt idx="868">
                  <c:v>45</c:v>
                </c:pt>
                <c:pt idx="869">
                  <c:v>43</c:v>
                </c:pt>
                <c:pt idx="870">
                  <c:v>32</c:v>
                </c:pt>
                <c:pt idx="871">
                  <c:v>39</c:v>
                </c:pt>
                <c:pt idx="872">
                  <c:v>30</c:v>
                </c:pt>
                <c:pt idx="873">
                  <c:v>47</c:v>
                </c:pt>
                <c:pt idx="874">
                  <c:v>49</c:v>
                </c:pt>
                <c:pt idx="875">
                  <c:v>38</c:v>
                </c:pt>
                <c:pt idx="876">
                  <c:v>55</c:v>
                </c:pt>
                <c:pt idx="877">
                  <c:v>36</c:v>
                </c:pt>
                <c:pt idx="878">
                  <c:v>50</c:v>
                </c:pt>
                <c:pt idx="879">
                  <c:v>56</c:v>
                </c:pt>
                <c:pt idx="880">
                  <c:v>40</c:v>
                </c:pt>
                <c:pt idx="881">
                  <c:v>59</c:v>
                </c:pt>
                <c:pt idx="882">
                  <c:v>58</c:v>
                </c:pt>
                <c:pt idx="883">
                  <c:v>46</c:v>
                </c:pt>
                <c:pt idx="884">
                  <c:v>53</c:v>
                </c:pt>
                <c:pt idx="885">
                  <c:v>43</c:v>
                </c:pt>
                <c:pt idx="886">
                  <c:v>49</c:v>
                </c:pt>
                <c:pt idx="887">
                  <c:v>54</c:v>
                </c:pt>
                <c:pt idx="888">
                  <c:v>58</c:v>
                </c:pt>
                <c:pt idx="889">
                  <c:v>53</c:v>
                </c:pt>
                <c:pt idx="890">
                  <c:v>42</c:v>
                </c:pt>
                <c:pt idx="891">
                  <c:v>52</c:v>
                </c:pt>
                <c:pt idx="892">
                  <c:v>42</c:v>
                </c:pt>
                <c:pt idx="893">
                  <c:v>53</c:v>
                </c:pt>
                <c:pt idx="894">
                  <c:v>39</c:v>
                </c:pt>
                <c:pt idx="895">
                  <c:v>46</c:v>
                </c:pt>
                <c:pt idx="896">
                  <c:v>55</c:v>
                </c:pt>
                <c:pt idx="897">
                  <c:v>48</c:v>
                </c:pt>
                <c:pt idx="898">
                  <c:v>54</c:v>
                </c:pt>
                <c:pt idx="899">
                  <c:v>52</c:v>
                </c:pt>
                <c:pt idx="900">
                  <c:v>42</c:v>
                </c:pt>
                <c:pt idx="901">
                  <c:v>56</c:v>
                </c:pt>
                <c:pt idx="902">
                  <c:v>45</c:v>
                </c:pt>
                <c:pt idx="903">
                  <c:v>45</c:v>
                </c:pt>
                <c:pt idx="904">
                  <c:v>54</c:v>
                </c:pt>
                <c:pt idx="905">
                  <c:v>38</c:v>
                </c:pt>
                <c:pt idx="906">
                  <c:v>32</c:v>
                </c:pt>
                <c:pt idx="907">
                  <c:v>32</c:v>
                </c:pt>
                <c:pt idx="908">
                  <c:v>49</c:v>
                </c:pt>
                <c:pt idx="909">
                  <c:v>28</c:v>
                </c:pt>
                <c:pt idx="910">
                  <c:v>45</c:v>
                </c:pt>
                <c:pt idx="911">
                  <c:v>19</c:v>
                </c:pt>
                <c:pt idx="912">
                  <c:v>26</c:v>
                </c:pt>
                <c:pt idx="913">
                  <c:v>21</c:v>
                </c:pt>
                <c:pt idx="914">
                  <c:v>20</c:v>
                </c:pt>
                <c:pt idx="915">
                  <c:v>35</c:v>
                </c:pt>
                <c:pt idx="916">
                  <c:v>20</c:v>
                </c:pt>
                <c:pt idx="917">
                  <c:v>22</c:v>
                </c:pt>
                <c:pt idx="918">
                  <c:v>34</c:v>
                </c:pt>
                <c:pt idx="919">
                  <c:v>20</c:v>
                </c:pt>
                <c:pt idx="920">
                  <c:v>43</c:v>
                </c:pt>
                <c:pt idx="921">
                  <c:v>47</c:v>
                </c:pt>
                <c:pt idx="922">
                  <c:v>20</c:v>
                </c:pt>
                <c:pt idx="923">
                  <c:v>26</c:v>
                </c:pt>
                <c:pt idx="924">
                  <c:v>27</c:v>
                </c:pt>
                <c:pt idx="925">
                  <c:v>37</c:v>
                </c:pt>
                <c:pt idx="926">
                  <c:v>49</c:v>
                </c:pt>
                <c:pt idx="927">
                  <c:v>39</c:v>
                </c:pt>
                <c:pt idx="928">
                  <c:v>49</c:v>
                </c:pt>
                <c:pt idx="929">
                  <c:v>39</c:v>
                </c:pt>
                <c:pt idx="930">
                  <c:v>35</c:v>
                </c:pt>
                <c:pt idx="931">
                  <c:v>51</c:v>
                </c:pt>
                <c:pt idx="932">
                  <c:v>44</c:v>
                </c:pt>
                <c:pt idx="933">
                  <c:v>39</c:v>
                </c:pt>
                <c:pt idx="934">
                  <c:v>41</c:v>
                </c:pt>
                <c:pt idx="935">
                  <c:v>54</c:v>
                </c:pt>
                <c:pt idx="936">
                  <c:v>56</c:v>
                </c:pt>
                <c:pt idx="937">
                  <c:v>51</c:v>
                </c:pt>
                <c:pt idx="938">
                  <c:v>52</c:v>
                </c:pt>
                <c:pt idx="939">
                  <c:v>54</c:v>
                </c:pt>
                <c:pt idx="940">
                  <c:v>50</c:v>
                </c:pt>
                <c:pt idx="941">
                  <c:v>51</c:v>
                </c:pt>
                <c:pt idx="942">
                  <c:v>58</c:v>
                </c:pt>
                <c:pt idx="943">
                  <c:v>57</c:v>
                </c:pt>
                <c:pt idx="944">
                  <c:v>43</c:v>
                </c:pt>
                <c:pt idx="945">
                  <c:v>49</c:v>
                </c:pt>
                <c:pt idx="946">
                  <c:v>55</c:v>
                </c:pt>
                <c:pt idx="947">
                  <c:v>57</c:v>
                </c:pt>
                <c:pt idx="948">
                  <c:v>32</c:v>
                </c:pt>
                <c:pt idx="949">
                  <c:v>52</c:v>
                </c:pt>
                <c:pt idx="950">
                  <c:v>53</c:v>
                </c:pt>
                <c:pt idx="951">
                  <c:v>46</c:v>
                </c:pt>
                <c:pt idx="952">
                  <c:v>58</c:v>
                </c:pt>
                <c:pt idx="953">
                  <c:v>34</c:v>
                </c:pt>
                <c:pt idx="954">
                  <c:v>54</c:v>
                </c:pt>
                <c:pt idx="955">
                  <c:v>42</c:v>
                </c:pt>
                <c:pt idx="956">
                  <c:v>56</c:v>
                </c:pt>
                <c:pt idx="957">
                  <c:v>55</c:v>
                </c:pt>
                <c:pt idx="958">
                  <c:v>50</c:v>
                </c:pt>
                <c:pt idx="959">
                  <c:v>57</c:v>
                </c:pt>
                <c:pt idx="960">
                  <c:v>59</c:v>
                </c:pt>
                <c:pt idx="961">
                  <c:v>59</c:v>
                </c:pt>
                <c:pt idx="962">
                  <c:v>58</c:v>
                </c:pt>
                <c:pt idx="963">
                  <c:v>59</c:v>
                </c:pt>
                <c:pt idx="964">
                  <c:v>52</c:v>
                </c:pt>
                <c:pt idx="965">
                  <c:v>59</c:v>
                </c:pt>
                <c:pt idx="966">
                  <c:v>58</c:v>
                </c:pt>
                <c:pt idx="967">
                  <c:v>57</c:v>
                </c:pt>
                <c:pt idx="968">
                  <c:v>47</c:v>
                </c:pt>
                <c:pt idx="969">
                  <c:v>55</c:v>
                </c:pt>
                <c:pt idx="970">
                  <c:v>59</c:v>
                </c:pt>
                <c:pt idx="971">
                  <c:v>55</c:v>
                </c:pt>
                <c:pt idx="972">
                  <c:v>55</c:v>
                </c:pt>
              </c:numCache>
            </c:numRef>
          </c:xVal>
          <c:yVal>
            <c:numRef>
              <c:f>'Sub-Dataset'!$CP$2:$CP$974</c:f>
              <c:numCache>
                <c:formatCode>General</c:formatCode>
                <c:ptCount val="9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50</c:v>
                </c:pt>
                <c:pt idx="62">
                  <c:v>0</c:v>
                </c:pt>
                <c:pt idx="63">
                  <c:v>0</c:v>
                </c:pt>
                <c:pt idx="64">
                  <c:v>50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52</c:v>
                </c:pt>
                <c:pt idx="106">
                  <c:v>0</c:v>
                </c:pt>
                <c:pt idx="107">
                  <c:v>0</c:v>
                </c:pt>
                <c:pt idx="108">
                  <c:v>0</c:v>
                </c:pt>
                <c:pt idx="109">
                  <c:v>0</c:v>
                </c:pt>
                <c:pt idx="110">
                  <c:v>0</c:v>
                </c:pt>
                <c:pt idx="111">
                  <c:v>0</c:v>
                </c:pt>
                <c:pt idx="112">
                  <c:v>0</c:v>
                </c:pt>
                <c:pt idx="113">
                  <c:v>0</c:v>
                </c:pt>
                <c:pt idx="114">
                  <c:v>52</c:v>
                </c:pt>
                <c:pt idx="115">
                  <c:v>0</c:v>
                </c:pt>
                <c:pt idx="116">
                  <c:v>0</c:v>
                </c:pt>
                <c:pt idx="117">
                  <c:v>0</c:v>
                </c:pt>
                <c:pt idx="118">
                  <c:v>50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50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50</c:v>
                </c:pt>
                <c:pt idx="174">
                  <c:v>0</c:v>
                </c:pt>
                <c:pt idx="175">
                  <c:v>53</c:v>
                </c:pt>
                <c:pt idx="176">
                  <c:v>0</c:v>
                </c:pt>
                <c:pt idx="177">
                  <c:v>0</c:v>
                </c:pt>
                <c:pt idx="178">
                  <c:v>0</c:v>
                </c:pt>
                <c:pt idx="179">
                  <c:v>0</c:v>
                </c:pt>
                <c:pt idx="180">
                  <c:v>50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50</c:v>
                </c:pt>
                <c:pt idx="206">
                  <c:v>51</c:v>
                </c:pt>
                <c:pt idx="207">
                  <c:v>0</c:v>
                </c:pt>
                <c:pt idx="208">
                  <c:v>0</c:v>
                </c:pt>
                <c:pt idx="209">
                  <c:v>0</c:v>
                </c:pt>
                <c:pt idx="210">
                  <c:v>50</c:v>
                </c:pt>
                <c:pt idx="211">
                  <c:v>0</c:v>
                </c:pt>
                <c:pt idx="212">
                  <c:v>0</c:v>
                </c:pt>
                <c:pt idx="213">
                  <c:v>0</c:v>
                </c:pt>
                <c:pt idx="214">
                  <c:v>0</c:v>
                </c:pt>
                <c:pt idx="215">
                  <c:v>0</c:v>
                </c:pt>
                <c:pt idx="216">
                  <c:v>50</c:v>
                </c:pt>
                <c:pt idx="217">
                  <c:v>50</c:v>
                </c:pt>
                <c:pt idx="218">
                  <c:v>0</c:v>
                </c:pt>
                <c:pt idx="219">
                  <c:v>0</c:v>
                </c:pt>
                <c:pt idx="220">
                  <c:v>0</c:v>
                </c:pt>
                <c:pt idx="221">
                  <c:v>0</c:v>
                </c:pt>
                <c:pt idx="222">
                  <c:v>0</c:v>
                </c:pt>
                <c:pt idx="223">
                  <c:v>0</c:v>
                </c:pt>
                <c:pt idx="224">
                  <c:v>0</c:v>
                </c:pt>
                <c:pt idx="225">
                  <c:v>0</c:v>
                </c:pt>
                <c:pt idx="226">
                  <c:v>0</c:v>
                </c:pt>
                <c:pt idx="227">
                  <c:v>0</c:v>
                </c:pt>
                <c:pt idx="228">
                  <c:v>50</c:v>
                </c:pt>
                <c:pt idx="229">
                  <c:v>0</c:v>
                </c:pt>
                <c:pt idx="230">
                  <c:v>0</c:v>
                </c:pt>
                <c:pt idx="231">
                  <c:v>0</c:v>
                </c:pt>
                <c:pt idx="232">
                  <c:v>50</c:v>
                </c:pt>
                <c:pt idx="233">
                  <c:v>0</c:v>
                </c:pt>
                <c:pt idx="234">
                  <c:v>51</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54</c:v>
                </c:pt>
                <c:pt idx="249">
                  <c:v>0</c:v>
                </c:pt>
                <c:pt idx="250">
                  <c:v>0</c:v>
                </c:pt>
                <c:pt idx="251">
                  <c:v>0</c:v>
                </c:pt>
                <c:pt idx="252">
                  <c:v>0</c:v>
                </c:pt>
                <c:pt idx="253">
                  <c:v>0</c:v>
                </c:pt>
                <c:pt idx="254">
                  <c:v>50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52</c:v>
                </c:pt>
                <c:pt idx="269">
                  <c:v>0</c:v>
                </c:pt>
                <c:pt idx="270">
                  <c:v>0</c:v>
                </c:pt>
                <c:pt idx="271">
                  <c:v>0</c:v>
                </c:pt>
                <c:pt idx="272">
                  <c:v>0</c:v>
                </c:pt>
                <c:pt idx="273">
                  <c:v>54</c:v>
                </c:pt>
                <c:pt idx="274">
                  <c:v>52</c:v>
                </c:pt>
                <c:pt idx="275">
                  <c:v>50</c:v>
                </c:pt>
                <c:pt idx="276">
                  <c:v>0</c:v>
                </c:pt>
                <c:pt idx="277">
                  <c:v>0</c:v>
                </c:pt>
                <c:pt idx="278">
                  <c:v>0</c:v>
                </c:pt>
                <c:pt idx="279">
                  <c:v>0</c:v>
                </c:pt>
                <c:pt idx="280">
                  <c:v>0</c:v>
                </c:pt>
                <c:pt idx="281">
                  <c:v>50</c:v>
                </c:pt>
                <c:pt idx="282">
                  <c:v>52</c:v>
                </c:pt>
                <c:pt idx="283">
                  <c:v>0</c:v>
                </c:pt>
                <c:pt idx="284">
                  <c:v>0</c:v>
                </c:pt>
                <c:pt idx="285">
                  <c:v>0</c:v>
                </c:pt>
                <c:pt idx="286">
                  <c:v>0</c:v>
                </c:pt>
                <c:pt idx="287">
                  <c:v>0</c:v>
                </c:pt>
                <c:pt idx="288">
                  <c:v>50</c:v>
                </c:pt>
                <c:pt idx="289">
                  <c:v>0</c:v>
                </c:pt>
                <c:pt idx="290">
                  <c:v>0</c:v>
                </c:pt>
                <c:pt idx="291">
                  <c:v>0</c:v>
                </c:pt>
                <c:pt idx="292">
                  <c:v>0</c:v>
                </c:pt>
                <c:pt idx="293">
                  <c:v>50</c:v>
                </c:pt>
                <c:pt idx="294">
                  <c:v>0</c:v>
                </c:pt>
                <c:pt idx="295">
                  <c:v>0</c:v>
                </c:pt>
                <c:pt idx="296">
                  <c:v>51</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53</c:v>
                </c:pt>
                <c:pt idx="328">
                  <c:v>0</c:v>
                </c:pt>
                <c:pt idx="329">
                  <c:v>51</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52</c:v>
                </c:pt>
                <c:pt idx="350">
                  <c:v>0</c:v>
                </c:pt>
                <c:pt idx="351">
                  <c:v>51</c:v>
                </c:pt>
                <c:pt idx="352">
                  <c:v>0</c:v>
                </c:pt>
                <c:pt idx="353">
                  <c:v>0</c:v>
                </c:pt>
                <c:pt idx="354">
                  <c:v>0</c:v>
                </c:pt>
                <c:pt idx="355">
                  <c:v>0</c:v>
                </c:pt>
                <c:pt idx="356">
                  <c:v>0</c:v>
                </c:pt>
                <c:pt idx="357">
                  <c:v>52</c:v>
                </c:pt>
                <c:pt idx="358">
                  <c:v>0</c:v>
                </c:pt>
                <c:pt idx="359">
                  <c:v>0</c:v>
                </c:pt>
                <c:pt idx="360">
                  <c:v>0</c:v>
                </c:pt>
                <c:pt idx="361">
                  <c:v>0</c:v>
                </c:pt>
                <c:pt idx="362">
                  <c:v>0</c:v>
                </c:pt>
                <c:pt idx="363">
                  <c:v>0</c:v>
                </c:pt>
                <c:pt idx="364">
                  <c:v>0</c:v>
                </c:pt>
                <c:pt idx="365">
                  <c:v>0</c:v>
                </c:pt>
                <c:pt idx="366">
                  <c:v>0</c:v>
                </c:pt>
                <c:pt idx="367">
                  <c:v>53</c:v>
                </c:pt>
                <c:pt idx="368">
                  <c:v>0</c:v>
                </c:pt>
                <c:pt idx="369">
                  <c:v>52</c:v>
                </c:pt>
                <c:pt idx="370">
                  <c:v>0</c:v>
                </c:pt>
                <c:pt idx="371">
                  <c:v>0</c:v>
                </c:pt>
                <c:pt idx="372">
                  <c:v>0</c:v>
                </c:pt>
                <c:pt idx="373">
                  <c:v>0</c:v>
                </c:pt>
                <c:pt idx="374">
                  <c:v>52</c:v>
                </c:pt>
                <c:pt idx="375">
                  <c:v>0</c:v>
                </c:pt>
                <c:pt idx="376">
                  <c:v>50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54</c:v>
                </c:pt>
                <c:pt idx="391">
                  <c:v>0</c:v>
                </c:pt>
                <c:pt idx="392">
                  <c:v>0</c:v>
                </c:pt>
                <c:pt idx="393">
                  <c:v>0</c:v>
                </c:pt>
                <c:pt idx="394">
                  <c:v>54</c:v>
                </c:pt>
                <c:pt idx="395">
                  <c:v>0</c:v>
                </c:pt>
                <c:pt idx="396">
                  <c:v>51</c:v>
                </c:pt>
                <c:pt idx="397">
                  <c:v>51</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52</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52</c:v>
                </c:pt>
                <c:pt idx="454">
                  <c:v>0</c:v>
                </c:pt>
                <c:pt idx="455">
                  <c:v>0</c:v>
                </c:pt>
                <c:pt idx="456">
                  <c:v>51</c:v>
                </c:pt>
                <c:pt idx="457">
                  <c:v>0</c:v>
                </c:pt>
                <c:pt idx="458">
                  <c:v>0</c:v>
                </c:pt>
                <c:pt idx="459">
                  <c:v>0</c:v>
                </c:pt>
                <c:pt idx="460">
                  <c:v>0</c:v>
                </c:pt>
                <c:pt idx="461">
                  <c:v>52</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54</c:v>
                </c:pt>
                <c:pt idx="526">
                  <c:v>0</c:v>
                </c:pt>
                <c:pt idx="527">
                  <c:v>0</c:v>
                </c:pt>
                <c:pt idx="528">
                  <c:v>0</c:v>
                </c:pt>
                <c:pt idx="529">
                  <c:v>52</c:v>
                </c:pt>
                <c:pt idx="530">
                  <c:v>0</c:v>
                </c:pt>
                <c:pt idx="531">
                  <c:v>0</c:v>
                </c:pt>
                <c:pt idx="532">
                  <c:v>0</c:v>
                </c:pt>
                <c:pt idx="533">
                  <c:v>0</c:v>
                </c:pt>
                <c:pt idx="534">
                  <c:v>0</c:v>
                </c:pt>
                <c:pt idx="535">
                  <c:v>0</c:v>
                </c:pt>
                <c:pt idx="536">
                  <c:v>0</c:v>
                </c:pt>
                <c:pt idx="537">
                  <c:v>0</c:v>
                </c:pt>
                <c:pt idx="538">
                  <c:v>0</c:v>
                </c:pt>
                <c:pt idx="539">
                  <c:v>53</c:v>
                </c:pt>
                <c:pt idx="540">
                  <c:v>0</c:v>
                </c:pt>
                <c:pt idx="541">
                  <c:v>0</c:v>
                </c:pt>
                <c:pt idx="542">
                  <c:v>0</c:v>
                </c:pt>
                <c:pt idx="543">
                  <c:v>50</c:v>
                </c:pt>
                <c:pt idx="544">
                  <c:v>50</c:v>
                </c:pt>
                <c:pt idx="545">
                  <c:v>50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50</c:v>
                </c:pt>
                <c:pt idx="584">
                  <c:v>0</c:v>
                </c:pt>
                <c:pt idx="585">
                  <c:v>0</c:v>
                </c:pt>
                <c:pt idx="586">
                  <c:v>50</c:v>
                </c:pt>
                <c:pt idx="587">
                  <c:v>0</c:v>
                </c:pt>
                <c:pt idx="588">
                  <c:v>0</c:v>
                </c:pt>
                <c:pt idx="589">
                  <c:v>0</c:v>
                </c:pt>
                <c:pt idx="590">
                  <c:v>0</c:v>
                </c:pt>
                <c:pt idx="591">
                  <c:v>0</c:v>
                </c:pt>
                <c:pt idx="592">
                  <c:v>0</c:v>
                </c:pt>
                <c:pt idx="593">
                  <c:v>0</c:v>
                </c:pt>
                <c:pt idx="594">
                  <c:v>53</c:v>
                </c:pt>
                <c:pt idx="595">
                  <c:v>0</c:v>
                </c:pt>
                <c:pt idx="596">
                  <c:v>0</c:v>
                </c:pt>
                <c:pt idx="597">
                  <c:v>0</c:v>
                </c:pt>
                <c:pt idx="598">
                  <c:v>0</c:v>
                </c:pt>
                <c:pt idx="599">
                  <c:v>0</c:v>
                </c:pt>
                <c:pt idx="600">
                  <c:v>0</c:v>
                </c:pt>
                <c:pt idx="601">
                  <c:v>0</c:v>
                </c:pt>
                <c:pt idx="602">
                  <c:v>0</c:v>
                </c:pt>
                <c:pt idx="603">
                  <c:v>0</c:v>
                </c:pt>
                <c:pt idx="604">
                  <c:v>51</c:v>
                </c:pt>
                <c:pt idx="605">
                  <c:v>0</c:v>
                </c:pt>
                <c:pt idx="606">
                  <c:v>0</c:v>
                </c:pt>
                <c:pt idx="607">
                  <c:v>0</c:v>
                </c:pt>
                <c:pt idx="608">
                  <c:v>0</c:v>
                </c:pt>
                <c:pt idx="609">
                  <c:v>50</c:v>
                </c:pt>
                <c:pt idx="610">
                  <c:v>0</c:v>
                </c:pt>
                <c:pt idx="611">
                  <c:v>0</c:v>
                </c:pt>
                <c:pt idx="612">
                  <c:v>51</c:v>
                </c:pt>
                <c:pt idx="613">
                  <c:v>0</c:v>
                </c:pt>
                <c:pt idx="614">
                  <c:v>0</c:v>
                </c:pt>
                <c:pt idx="615">
                  <c:v>0</c:v>
                </c:pt>
                <c:pt idx="616">
                  <c:v>0</c:v>
                </c:pt>
                <c:pt idx="617">
                  <c:v>0</c:v>
                </c:pt>
                <c:pt idx="618">
                  <c:v>52</c:v>
                </c:pt>
                <c:pt idx="619">
                  <c:v>0</c:v>
                </c:pt>
                <c:pt idx="620">
                  <c:v>53</c:v>
                </c:pt>
                <c:pt idx="621">
                  <c:v>0</c:v>
                </c:pt>
                <c:pt idx="622">
                  <c:v>0</c:v>
                </c:pt>
                <c:pt idx="623">
                  <c:v>0</c:v>
                </c:pt>
                <c:pt idx="624">
                  <c:v>0</c:v>
                </c:pt>
                <c:pt idx="625">
                  <c:v>0</c:v>
                </c:pt>
                <c:pt idx="626">
                  <c:v>0</c:v>
                </c:pt>
                <c:pt idx="627">
                  <c:v>0</c:v>
                </c:pt>
                <c:pt idx="628">
                  <c:v>0</c:v>
                </c:pt>
                <c:pt idx="629">
                  <c:v>0</c:v>
                </c:pt>
                <c:pt idx="630">
                  <c:v>0</c:v>
                </c:pt>
                <c:pt idx="631">
                  <c:v>0</c:v>
                </c:pt>
                <c:pt idx="632">
                  <c:v>0</c:v>
                </c:pt>
                <c:pt idx="633">
                  <c:v>55</c:v>
                </c:pt>
                <c:pt idx="634">
                  <c:v>0</c:v>
                </c:pt>
                <c:pt idx="635">
                  <c:v>0</c:v>
                </c:pt>
                <c:pt idx="636">
                  <c:v>0</c:v>
                </c:pt>
                <c:pt idx="637">
                  <c:v>0</c:v>
                </c:pt>
                <c:pt idx="638">
                  <c:v>0</c:v>
                </c:pt>
                <c:pt idx="639">
                  <c:v>0</c:v>
                </c:pt>
                <c:pt idx="640">
                  <c:v>53</c:v>
                </c:pt>
                <c:pt idx="641">
                  <c:v>51</c:v>
                </c:pt>
                <c:pt idx="642">
                  <c:v>0</c:v>
                </c:pt>
                <c:pt idx="643">
                  <c:v>0</c:v>
                </c:pt>
                <c:pt idx="644">
                  <c:v>50</c:v>
                </c:pt>
                <c:pt idx="645">
                  <c:v>0</c:v>
                </c:pt>
                <c:pt idx="646">
                  <c:v>54</c:v>
                </c:pt>
                <c:pt idx="647">
                  <c:v>0</c:v>
                </c:pt>
                <c:pt idx="648">
                  <c:v>0</c:v>
                </c:pt>
                <c:pt idx="649">
                  <c:v>50</c:v>
                </c:pt>
                <c:pt idx="650">
                  <c:v>0</c:v>
                </c:pt>
                <c:pt idx="651">
                  <c:v>0</c:v>
                </c:pt>
                <c:pt idx="652">
                  <c:v>0</c:v>
                </c:pt>
                <c:pt idx="653">
                  <c:v>0</c:v>
                </c:pt>
                <c:pt idx="654">
                  <c:v>0</c:v>
                </c:pt>
                <c:pt idx="655">
                  <c:v>0</c:v>
                </c:pt>
                <c:pt idx="656">
                  <c:v>53</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51</c:v>
                </c:pt>
                <c:pt idx="675">
                  <c:v>50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50</c:v>
                </c:pt>
                <c:pt idx="693">
                  <c:v>0</c:v>
                </c:pt>
                <c:pt idx="694">
                  <c:v>0</c:v>
                </c:pt>
                <c:pt idx="695">
                  <c:v>0</c:v>
                </c:pt>
                <c:pt idx="696">
                  <c:v>0</c:v>
                </c:pt>
                <c:pt idx="697">
                  <c:v>0</c:v>
                </c:pt>
                <c:pt idx="698">
                  <c:v>50</c:v>
                </c:pt>
                <c:pt idx="699">
                  <c:v>0</c:v>
                </c:pt>
                <c:pt idx="700">
                  <c:v>0</c:v>
                </c:pt>
                <c:pt idx="701">
                  <c:v>53</c:v>
                </c:pt>
                <c:pt idx="702">
                  <c:v>0</c:v>
                </c:pt>
                <c:pt idx="703">
                  <c:v>0</c:v>
                </c:pt>
                <c:pt idx="704">
                  <c:v>0</c:v>
                </c:pt>
                <c:pt idx="705">
                  <c:v>0</c:v>
                </c:pt>
                <c:pt idx="706">
                  <c:v>0</c:v>
                </c:pt>
                <c:pt idx="707">
                  <c:v>0</c:v>
                </c:pt>
                <c:pt idx="708">
                  <c:v>0</c:v>
                </c:pt>
                <c:pt idx="709">
                  <c:v>51</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50</c:v>
                </c:pt>
                <c:pt idx="733">
                  <c:v>0</c:v>
                </c:pt>
                <c:pt idx="734">
                  <c:v>0</c:v>
                </c:pt>
                <c:pt idx="735">
                  <c:v>0</c:v>
                </c:pt>
                <c:pt idx="736">
                  <c:v>0</c:v>
                </c:pt>
                <c:pt idx="737">
                  <c:v>0</c:v>
                </c:pt>
                <c:pt idx="738">
                  <c:v>0</c:v>
                </c:pt>
                <c:pt idx="739">
                  <c:v>0</c:v>
                </c:pt>
                <c:pt idx="740">
                  <c:v>0</c:v>
                </c:pt>
                <c:pt idx="741">
                  <c:v>50</c:v>
                </c:pt>
                <c:pt idx="742">
                  <c:v>0</c:v>
                </c:pt>
                <c:pt idx="743">
                  <c:v>0</c:v>
                </c:pt>
                <c:pt idx="744">
                  <c:v>0</c:v>
                </c:pt>
                <c:pt idx="745">
                  <c:v>51</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54</c:v>
                </c:pt>
                <c:pt idx="776">
                  <c:v>0</c:v>
                </c:pt>
                <c:pt idx="777">
                  <c:v>0</c:v>
                </c:pt>
                <c:pt idx="778">
                  <c:v>0</c:v>
                </c:pt>
                <c:pt idx="779">
                  <c:v>0</c:v>
                </c:pt>
                <c:pt idx="780">
                  <c:v>0</c:v>
                </c:pt>
                <c:pt idx="781">
                  <c:v>0</c:v>
                </c:pt>
                <c:pt idx="782">
                  <c:v>0</c:v>
                </c:pt>
                <c:pt idx="783">
                  <c:v>0</c:v>
                </c:pt>
                <c:pt idx="784">
                  <c:v>51</c:v>
                </c:pt>
                <c:pt idx="785">
                  <c:v>0</c:v>
                </c:pt>
                <c:pt idx="786">
                  <c:v>0</c:v>
                </c:pt>
                <c:pt idx="787">
                  <c:v>0</c:v>
                </c:pt>
                <c:pt idx="788">
                  <c:v>0</c:v>
                </c:pt>
                <c:pt idx="789">
                  <c:v>0</c:v>
                </c:pt>
                <c:pt idx="790">
                  <c:v>0</c:v>
                </c:pt>
                <c:pt idx="791">
                  <c:v>0</c:v>
                </c:pt>
                <c:pt idx="792">
                  <c:v>50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51</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53</c:v>
                </c:pt>
                <c:pt idx="844">
                  <c:v>0</c:v>
                </c:pt>
                <c:pt idx="845">
                  <c:v>0</c:v>
                </c:pt>
                <c:pt idx="846">
                  <c:v>55</c:v>
                </c:pt>
                <c:pt idx="847">
                  <c:v>0</c:v>
                </c:pt>
                <c:pt idx="848">
                  <c:v>0</c:v>
                </c:pt>
                <c:pt idx="849">
                  <c:v>0</c:v>
                </c:pt>
                <c:pt idx="850">
                  <c:v>0</c:v>
                </c:pt>
                <c:pt idx="851">
                  <c:v>53</c:v>
                </c:pt>
                <c:pt idx="852">
                  <c:v>0</c:v>
                </c:pt>
                <c:pt idx="853">
                  <c:v>0</c:v>
                </c:pt>
                <c:pt idx="854">
                  <c:v>0</c:v>
                </c:pt>
                <c:pt idx="855">
                  <c:v>0</c:v>
                </c:pt>
                <c:pt idx="856">
                  <c:v>0</c:v>
                </c:pt>
                <c:pt idx="857">
                  <c:v>0</c:v>
                </c:pt>
                <c:pt idx="858">
                  <c:v>55</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50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54</c:v>
                </c:pt>
                <c:pt idx="894">
                  <c:v>0</c:v>
                </c:pt>
                <c:pt idx="895">
                  <c:v>0</c:v>
                </c:pt>
                <c:pt idx="896">
                  <c:v>53</c:v>
                </c:pt>
                <c:pt idx="897">
                  <c:v>0</c:v>
                </c:pt>
                <c:pt idx="898">
                  <c:v>0</c:v>
                </c:pt>
                <c:pt idx="899">
                  <c:v>0</c:v>
                </c:pt>
                <c:pt idx="900">
                  <c:v>0</c:v>
                </c:pt>
                <c:pt idx="901">
                  <c:v>0</c:v>
                </c:pt>
                <c:pt idx="902">
                  <c:v>0</c:v>
                </c:pt>
                <c:pt idx="903">
                  <c:v>0</c:v>
                </c:pt>
                <c:pt idx="904">
                  <c:v>0</c:v>
                </c:pt>
                <c:pt idx="905">
                  <c:v>0</c:v>
                </c:pt>
                <c:pt idx="906">
                  <c:v>0</c:v>
                </c:pt>
                <c:pt idx="907">
                  <c:v>0</c:v>
                </c:pt>
                <c:pt idx="908">
                  <c:v>53</c:v>
                </c:pt>
                <c:pt idx="909">
                  <c:v>0</c:v>
                </c:pt>
                <c:pt idx="910">
                  <c:v>0</c:v>
                </c:pt>
                <c:pt idx="911">
                  <c:v>0</c:v>
                </c:pt>
                <c:pt idx="912">
                  <c:v>0</c:v>
                </c:pt>
                <c:pt idx="913">
                  <c:v>0</c:v>
                </c:pt>
                <c:pt idx="914">
                  <c:v>0</c:v>
                </c:pt>
                <c:pt idx="915">
                  <c:v>0</c:v>
                </c:pt>
                <c:pt idx="916">
                  <c:v>0</c:v>
                </c:pt>
                <c:pt idx="917">
                  <c:v>50</c:v>
                </c:pt>
                <c:pt idx="918">
                  <c:v>0</c:v>
                </c:pt>
                <c:pt idx="919">
                  <c:v>50</c:v>
                </c:pt>
                <c:pt idx="920">
                  <c:v>50</c:v>
                </c:pt>
                <c:pt idx="921">
                  <c:v>0</c:v>
                </c:pt>
                <c:pt idx="922">
                  <c:v>0</c:v>
                </c:pt>
                <c:pt idx="923">
                  <c:v>0</c:v>
                </c:pt>
                <c:pt idx="924">
                  <c:v>0</c:v>
                </c:pt>
                <c:pt idx="925">
                  <c:v>0</c:v>
                </c:pt>
                <c:pt idx="926">
                  <c:v>50</c:v>
                </c:pt>
                <c:pt idx="927">
                  <c:v>0</c:v>
                </c:pt>
                <c:pt idx="928">
                  <c:v>0</c:v>
                </c:pt>
                <c:pt idx="929">
                  <c:v>0</c:v>
                </c:pt>
                <c:pt idx="930">
                  <c:v>0</c:v>
                </c:pt>
                <c:pt idx="931">
                  <c:v>53</c:v>
                </c:pt>
                <c:pt idx="932">
                  <c:v>50</c:v>
                </c:pt>
                <c:pt idx="933">
                  <c:v>0</c:v>
                </c:pt>
                <c:pt idx="934">
                  <c:v>0</c:v>
                </c:pt>
                <c:pt idx="935">
                  <c:v>0</c:v>
                </c:pt>
                <c:pt idx="936">
                  <c:v>0</c:v>
                </c:pt>
                <c:pt idx="937">
                  <c:v>0</c:v>
                </c:pt>
                <c:pt idx="938">
                  <c:v>50</c:v>
                </c:pt>
                <c:pt idx="939">
                  <c:v>0</c:v>
                </c:pt>
                <c:pt idx="940">
                  <c:v>0</c:v>
                </c:pt>
                <c:pt idx="941">
                  <c:v>0</c:v>
                </c:pt>
                <c:pt idx="942">
                  <c:v>56</c:v>
                </c:pt>
                <c:pt idx="943">
                  <c:v>0</c:v>
                </c:pt>
                <c:pt idx="944">
                  <c:v>0</c:v>
                </c:pt>
                <c:pt idx="945">
                  <c:v>0</c:v>
                </c:pt>
                <c:pt idx="946">
                  <c:v>0</c:v>
                </c:pt>
                <c:pt idx="947">
                  <c:v>0</c:v>
                </c:pt>
                <c:pt idx="948">
                  <c:v>0</c:v>
                </c:pt>
                <c:pt idx="949">
                  <c:v>50</c:v>
                </c:pt>
                <c:pt idx="950">
                  <c:v>50</c:v>
                </c:pt>
                <c:pt idx="951">
                  <c:v>0</c:v>
                </c:pt>
                <c:pt idx="952">
                  <c:v>0</c:v>
                </c:pt>
                <c:pt idx="953">
                  <c:v>0</c:v>
                </c:pt>
                <c:pt idx="954">
                  <c:v>0</c:v>
                </c:pt>
                <c:pt idx="955">
                  <c:v>0</c:v>
                </c:pt>
                <c:pt idx="956">
                  <c:v>52</c:v>
                </c:pt>
                <c:pt idx="957">
                  <c:v>0</c:v>
                </c:pt>
                <c:pt idx="958">
                  <c:v>0</c:v>
                </c:pt>
                <c:pt idx="959">
                  <c:v>0</c:v>
                </c:pt>
                <c:pt idx="960">
                  <c:v>0</c:v>
                </c:pt>
                <c:pt idx="961">
                  <c:v>0</c:v>
                </c:pt>
                <c:pt idx="962">
                  <c:v>55</c:v>
                </c:pt>
                <c:pt idx="963">
                  <c:v>55</c:v>
                </c:pt>
                <c:pt idx="964">
                  <c:v>51</c:v>
                </c:pt>
                <c:pt idx="965">
                  <c:v>0</c:v>
                </c:pt>
                <c:pt idx="966">
                  <c:v>52</c:v>
                </c:pt>
                <c:pt idx="967">
                  <c:v>0</c:v>
                </c:pt>
                <c:pt idx="968">
                  <c:v>0</c:v>
                </c:pt>
                <c:pt idx="969">
                  <c:v>50</c:v>
                </c:pt>
                <c:pt idx="970">
                  <c:v>0</c:v>
                </c:pt>
                <c:pt idx="971">
                  <c:v>0</c:v>
                </c:pt>
                <c:pt idx="972">
                  <c:v>0</c:v>
                </c:pt>
              </c:numCache>
            </c:numRef>
          </c:yVal>
          <c:smooth val="0"/>
          <c:extLst>
            <c:ext xmlns:c16="http://schemas.microsoft.com/office/drawing/2014/chart" uri="{C3380CC4-5D6E-409C-BE32-E72D297353CC}">
              <c16:uniqueId val="{00000006-2CE9-4DE2-A163-131796AB693F}"/>
            </c:ext>
          </c:extLst>
        </c:ser>
        <c:dLbls>
          <c:showLegendKey val="0"/>
          <c:showVal val="0"/>
          <c:showCatName val="0"/>
          <c:showSerName val="0"/>
          <c:showPercent val="0"/>
          <c:showBubbleSize val="0"/>
        </c:dLbls>
        <c:axId val="273003295"/>
        <c:axId val="272994175"/>
      </c:scatterChart>
      <c:valAx>
        <c:axId val="27300329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2994175"/>
        <c:crosses val="autoZero"/>
        <c:crossBetween val="midCat"/>
      </c:valAx>
      <c:valAx>
        <c:axId val="272994175"/>
        <c:scaling>
          <c:orientation val="minMax"/>
          <c:min val="4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3003295"/>
        <c:crosses val="autoZero"/>
        <c:crossBetween val="midCat"/>
      </c:valAx>
      <c:spPr>
        <a:noFill/>
        <a:ln>
          <a:noFill/>
        </a:ln>
        <a:effectLst/>
      </c:spPr>
    </c:plotArea>
    <c:legend>
      <c:legendPos val="b"/>
      <c:layout>
        <c:manualLayout>
          <c:xMode val="edge"/>
          <c:yMode val="edge"/>
          <c:x val="0"/>
          <c:y val="0.88992191534571141"/>
          <c:w val="0.99580091264297166"/>
          <c:h val="9.281104075634184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a:t>By Workout Type: Calories Burned &amp; Session Duration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'Sub-Dataset'!$DI$1</c:f>
              <c:strCache>
                <c:ptCount val="1"/>
                <c:pt idx="0">
                  <c:v>HIIT</c:v>
                </c:pt>
              </c:strCache>
            </c:strRef>
          </c:tx>
          <c:spPr>
            <a:ln w="19050" cap="rnd">
              <a:noFill/>
              <a:round/>
            </a:ln>
            <a:effectLst/>
          </c:spPr>
          <c:marker>
            <c:symbol val="circle"/>
            <c:size val="3"/>
            <c:spPr>
              <a:solidFill>
                <a:schemeClr val="accent3">
                  <a:lumMod val="75000"/>
                </a:schemeClr>
              </a:solidFill>
              <a:ln w="9525">
                <a:noFill/>
              </a:ln>
              <a:effectLst/>
            </c:spPr>
          </c:marker>
          <c:xVal>
            <c:numRef>
              <c:f>'Sub-Dataset'!$DH$2:$DH$974</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'Sub-Dataset'!$DI$2:$DI$974</c:f>
              <c:numCache>
                <c:formatCode>General</c:formatCode>
                <c:ptCount val="973"/>
                <c:pt idx="0">
                  <c:v>0</c:v>
                </c:pt>
                <c:pt idx="1">
                  <c:v>794</c:v>
                </c:pt>
                <c:pt idx="2">
                  <c:v>0</c:v>
                </c:pt>
                <c:pt idx="3">
                  <c:v>0</c:v>
                </c:pt>
                <c:pt idx="4">
                  <c:v>506</c:v>
                </c:pt>
                <c:pt idx="5">
                  <c:v>0</c:v>
                </c:pt>
                <c:pt idx="6">
                  <c:v>0</c:v>
                </c:pt>
                <c:pt idx="7">
                  <c:v>0</c:v>
                </c:pt>
                <c:pt idx="8">
                  <c:v>0</c:v>
                </c:pt>
                <c:pt idx="9">
                  <c:v>1262</c:v>
                </c:pt>
                <c:pt idx="10">
                  <c:v>0</c:v>
                </c:pt>
                <c:pt idx="11">
                  <c:v>0</c:v>
                </c:pt>
                <c:pt idx="12">
                  <c:v>0</c:v>
                </c:pt>
                <c:pt idx="13">
                  <c:v>0</c:v>
                </c:pt>
                <c:pt idx="14">
                  <c:v>1357</c:v>
                </c:pt>
                <c:pt idx="15">
                  <c:v>0</c:v>
                </c:pt>
                <c:pt idx="16">
                  <c:v>0</c:v>
                </c:pt>
                <c:pt idx="17">
                  <c:v>0</c:v>
                </c:pt>
                <c:pt idx="18">
                  <c:v>0</c:v>
                </c:pt>
                <c:pt idx="19">
                  <c:v>0</c:v>
                </c:pt>
                <c:pt idx="20">
                  <c:v>0</c:v>
                </c:pt>
                <c:pt idx="21">
                  <c:v>0</c:v>
                </c:pt>
                <c:pt idx="22">
                  <c:v>0</c:v>
                </c:pt>
                <c:pt idx="23">
                  <c:v>0</c:v>
                </c:pt>
                <c:pt idx="24">
                  <c:v>1082</c:v>
                </c:pt>
                <c:pt idx="25">
                  <c:v>0</c:v>
                </c:pt>
                <c:pt idx="26">
                  <c:v>0</c:v>
                </c:pt>
                <c:pt idx="27">
                  <c:v>0</c:v>
                </c:pt>
                <c:pt idx="28">
                  <c:v>0</c:v>
                </c:pt>
                <c:pt idx="29">
                  <c:v>796</c:v>
                </c:pt>
                <c:pt idx="30">
                  <c:v>0</c:v>
                </c:pt>
                <c:pt idx="31">
                  <c:v>0</c:v>
                </c:pt>
                <c:pt idx="32">
                  <c:v>410</c:v>
                </c:pt>
                <c:pt idx="33">
                  <c:v>0</c:v>
                </c:pt>
                <c:pt idx="34">
                  <c:v>0</c:v>
                </c:pt>
                <c:pt idx="35">
                  <c:v>0</c:v>
                </c:pt>
                <c:pt idx="36">
                  <c:v>952</c:v>
                </c:pt>
                <c:pt idx="37">
                  <c:v>0</c:v>
                </c:pt>
                <c:pt idx="38">
                  <c:v>0</c:v>
                </c:pt>
                <c:pt idx="39">
                  <c:v>0</c:v>
                </c:pt>
                <c:pt idx="40">
                  <c:v>1474</c:v>
                </c:pt>
                <c:pt idx="41">
                  <c:v>0</c:v>
                </c:pt>
                <c:pt idx="42">
                  <c:v>0</c:v>
                </c:pt>
                <c:pt idx="43">
                  <c:v>0</c:v>
                </c:pt>
                <c:pt idx="44">
                  <c:v>944</c:v>
                </c:pt>
                <c:pt idx="45">
                  <c:v>0</c:v>
                </c:pt>
                <c:pt idx="46">
                  <c:v>0</c:v>
                </c:pt>
                <c:pt idx="47">
                  <c:v>678</c:v>
                </c:pt>
                <c:pt idx="48">
                  <c:v>0</c:v>
                </c:pt>
                <c:pt idx="49">
                  <c:v>0</c:v>
                </c:pt>
                <c:pt idx="50">
                  <c:v>0</c:v>
                </c:pt>
                <c:pt idx="51">
                  <c:v>1145</c:v>
                </c:pt>
                <c:pt idx="52">
                  <c:v>0</c:v>
                </c:pt>
                <c:pt idx="53">
                  <c:v>0</c:v>
                </c:pt>
                <c:pt idx="54">
                  <c:v>0</c:v>
                </c:pt>
                <c:pt idx="55">
                  <c:v>0</c:v>
                </c:pt>
                <c:pt idx="56">
                  <c:v>0</c:v>
                </c:pt>
                <c:pt idx="57">
                  <c:v>0</c:v>
                </c:pt>
                <c:pt idx="58">
                  <c:v>0</c:v>
                </c:pt>
                <c:pt idx="59">
                  <c:v>1247</c:v>
                </c:pt>
                <c:pt idx="60">
                  <c:v>0</c:v>
                </c:pt>
                <c:pt idx="61">
                  <c:v>1218</c:v>
                </c:pt>
                <c:pt idx="62">
                  <c:v>0</c:v>
                </c:pt>
                <c:pt idx="63">
                  <c:v>0</c:v>
                </c:pt>
                <c:pt idx="64">
                  <c:v>900</c:v>
                </c:pt>
                <c:pt idx="65">
                  <c:v>627</c:v>
                </c:pt>
                <c:pt idx="66">
                  <c:v>0</c:v>
                </c:pt>
                <c:pt idx="67">
                  <c:v>0</c:v>
                </c:pt>
                <c:pt idx="68">
                  <c:v>0</c:v>
                </c:pt>
                <c:pt idx="69">
                  <c:v>0</c:v>
                </c:pt>
                <c:pt idx="70">
                  <c:v>1185</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1016</c:v>
                </c:pt>
                <c:pt idx="87">
                  <c:v>957</c:v>
                </c:pt>
                <c:pt idx="88">
                  <c:v>1510</c:v>
                </c:pt>
                <c:pt idx="89">
                  <c:v>0</c:v>
                </c:pt>
                <c:pt idx="90">
                  <c:v>0</c:v>
                </c:pt>
                <c:pt idx="91">
                  <c:v>906</c:v>
                </c:pt>
                <c:pt idx="92">
                  <c:v>0</c:v>
                </c:pt>
                <c:pt idx="93">
                  <c:v>826</c:v>
                </c:pt>
                <c:pt idx="94">
                  <c:v>0</c:v>
                </c:pt>
                <c:pt idx="95">
                  <c:v>1344</c:v>
                </c:pt>
                <c:pt idx="96">
                  <c:v>1408</c:v>
                </c:pt>
                <c:pt idx="97">
                  <c:v>0</c:v>
                </c:pt>
                <c:pt idx="98">
                  <c:v>0</c:v>
                </c:pt>
                <c:pt idx="99">
                  <c:v>935</c:v>
                </c:pt>
                <c:pt idx="100">
                  <c:v>0</c:v>
                </c:pt>
                <c:pt idx="101">
                  <c:v>0</c:v>
                </c:pt>
                <c:pt idx="102">
                  <c:v>0</c:v>
                </c:pt>
                <c:pt idx="103">
                  <c:v>0</c:v>
                </c:pt>
                <c:pt idx="104">
                  <c:v>749</c:v>
                </c:pt>
                <c:pt idx="105">
                  <c:v>0</c:v>
                </c:pt>
                <c:pt idx="106">
                  <c:v>0</c:v>
                </c:pt>
                <c:pt idx="107">
                  <c:v>0</c:v>
                </c:pt>
                <c:pt idx="108">
                  <c:v>0</c:v>
                </c:pt>
                <c:pt idx="109">
                  <c:v>0</c:v>
                </c:pt>
                <c:pt idx="110">
                  <c:v>0</c:v>
                </c:pt>
                <c:pt idx="111">
                  <c:v>0</c:v>
                </c:pt>
                <c:pt idx="112">
                  <c:v>0</c:v>
                </c:pt>
                <c:pt idx="113">
                  <c:v>826</c:v>
                </c:pt>
                <c:pt idx="114">
                  <c:v>983</c:v>
                </c:pt>
                <c:pt idx="115">
                  <c:v>0</c:v>
                </c:pt>
                <c:pt idx="116">
                  <c:v>674</c:v>
                </c:pt>
                <c:pt idx="117">
                  <c:v>821</c:v>
                </c:pt>
                <c:pt idx="118">
                  <c:v>0</c:v>
                </c:pt>
                <c:pt idx="119">
                  <c:v>0</c:v>
                </c:pt>
                <c:pt idx="120">
                  <c:v>0</c:v>
                </c:pt>
                <c:pt idx="121">
                  <c:v>0</c:v>
                </c:pt>
                <c:pt idx="122">
                  <c:v>0</c:v>
                </c:pt>
                <c:pt idx="123">
                  <c:v>0</c:v>
                </c:pt>
                <c:pt idx="124">
                  <c:v>0</c:v>
                </c:pt>
                <c:pt idx="125">
                  <c:v>1024</c:v>
                </c:pt>
                <c:pt idx="126">
                  <c:v>0</c:v>
                </c:pt>
                <c:pt idx="127">
                  <c:v>0</c:v>
                </c:pt>
                <c:pt idx="128">
                  <c:v>1082</c:v>
                </c:pt>
                <c:pt idx="129">
                  <c:v>0</c:v>
                </c:pt>
                <c:pt idx="130">
                  <c:v>0</c:v>
                </c:pt>
                <c:pt idx="131">
                  <c:v>1092</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1107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871</c:v>
                </c:pt>
                <c:pt idx="170">
                  <c:v>0</c:v>
                </c:pt>
                <c:pt idx="171">
                  <c:v>963</c:v>
                </c:pt>
                <c:pt idx="172">
                  <c:v>0</c:v>
                </c:pt>
                <c:pt idx="173">
                  <c:v>0</c:v>
                </c:pt>
                <c:pt idx="174">
                  <c:v>0</c:v>
                </c:pt>
                <c:pt idx="175">
                  <c:v>0</c:v>
                </c:pt>
                <c:pt idx="176">
                  <c:v>0</c:v>
                </c:pt>
                <c:pt idx="177">
                  <c:v>0</c:v>
                </c:pt>
                <c:pt idx="178">
                  <c:v>0</c:v>
                </c:pt>
                <c:pt idx="179">
                  <c:v>1147</c:v>
                </c:pt>
                <c:pt idx="180">
                  <c:v>703</c:v>
                </c:pt>
                <c:pt idx="181">
                  <c:v>0</c:v>
                </c:pt>
                <c:pt idx="182">
                  <c:v>919</c:v>
                </c:pt>
                <c:pt idx="183">
                  <c:v>0</c:v>
                </c:pt>
                <c:pt idx="184">
                  <c:v>0</c:v>
                </c:pt>
                <c:pt idx="185">
                  <c:v>0</c:v>
                </c:pt>
                <c:pt idx="186">
                  <c:v>939</c:v>
                </c:pt>
                <c:pt idx="187">
                  <c:v>0</c:v>
                </c:pt>
                <c:pt idx="188">
                  <c:v>0</c:v>
                </c:pt>
                <c:pt idx="189">
                  <c:v>0</c:v>
                </c:pt>
                <c:pt idx="190">
                  <c:v>891</c:v>
                </c:pt>
                <c:pt idx="191">
                  <c:v>0</c:v>
                </c:pt>
                <c:pt idx="192">
                  <c:v>0</c:v>
                </c:pt>
                <c:pt idx="193">
                  <c:v>0</c:v>
                </c:pt>
                <c:pt idx="194">
                  <c:v>992</c:v>
                </c:pt>
                <c:pt idx="195">
                  <c:v>0</c:v>
                </c:pt>
                <c:pt idx="196">
                  <c:v>499</c:v>
                </c:pt>
                <c:pt idx="197">
                  <c:v>0</c:v>
                </c:pt>
                <c:pt idx="198">
                  <c:v>0</c:v>
                </c:pt>
                <c:pt idx="199">
                  <c:v>0</c:v>
                </c:pt>
                <c:pt idx="200">
                  <c:v>0</c:v>
                </c:pt>
                <c:pt idx="201">
                  <c:v>1072</c:v>
                </c:pt>
                <c:pt idx="202">
                  <c:v>0</c:v>
                </c:pt>
                <c:pt idx="203">
                  <c:v>0</c:v>
                </c:pt>
                <c:pt idx="204">
                  <c:v>0</c:v>
                </c:pt>
                <c:pt idx="205">
                  <c:v>1025</c:v>
                </c:pt>
                <c:pt idx="206">
                  <c:v>0</c:v>
                </c:pt>
                <c:pt idx="207">
                  <c:v>0</c:v>
                </c:pt>
                <c:pt idx="208">
                  <c:v>0</c:v>
                </c:pt>
                <c:pt idx="209">
                  <c:v>0</c:v>
                </c:pt>
                <c:pt idx="210">
                  <c:v>0</c:v>
                </c:pt>
                <c:pt idx="211">
                  <c:v>691</c:v>
                </c:pt>
                <c:pt idx="212">
                  <c:v>0</c:v>
                </c:pt>
                <c:pt idx="213">
                  <c:v>0</c:v>
                </c:pt>
                <c:pt idx="214">
                  <c:v>0</c:v>
                </c:pt>
                <c:pt idx="215">
                  <c:v>0</c:v>
                </c:pt>
                <c:pt idx="216">
                  <c:v>0</c:v>
                </c:pt>
                <c:pt idx="217">
                  <c:v>0</c:v>
                </c:pt>
                <c:pt idx="218">
                  <c:v>878</c:v>
                </c:pt>
                <c:pt idx="219">
                  <c:v>0</c:v>
                </c:pt>
                <c:pt idx="220">
                  <c:v>0</c:v>
                </c:pt>
                <c:pt idx="221">
                  <c:v>0</c:v>
                </c:pt>
                <c:pt idx="222">
                  <c:v>0</c:v>
                </c:pt>
                <c:pt idx="223">
                  <c:v>0</c:v>
                </c:pt>
                <c:pt idx="224">
                  <c:v>0</c:v>
                </c:pt>
                <c:pt idx="225">
                  <c:v>0</c:v>
                </c:pt>
                <c:pt idx="226">
                  <c:v>937</c:v>
                </c:pt>
                <c:pt idx="227">
                  <c:v>0</c:v>
                </c:pt>
                <c:pt idx="228">
                  <c:v>0</c:v>
                </c:pt>
                <c:pt idx="229">
                  <c:v>0</c:v>
                </c:pt>
                <c:pt idx="230">
                  <c:v>0</c:v>
                </c:pt>
                <c:pt idx="231">
                  <c:v>0</c:v>
                </c:pt>
                <c:pt idx="232">
                  <c:v>0</c:v>
                </c:pt>
                <c:pt idx="233">
                  <c:v>957</c:v>
                </c:pt>
                <c:pt idx="234">
                  <c:v>0</c:v>
                </c:pt>
                <c:pt idx="235">
                  <c:v>0</c:v>
                </c:pt>
                <c:pt idx="236">
                  <c:v>0</c:v>
                </c:pt>
                <c:pt idx="237">
                  <c:v>0</c:v>
                </c:pt>
                <c:pt idx="238">
                  <c:v>0</c:v>
                </c:pt>
                <c:pt idx="239">
                  <c:v>0</c:v>
                </c:pt>
                <c:pt idx="240">
                  <c:v>0</c:v>
                </c:pt>
                <c:pt idx="241">
                  <c:v>0</c:v>
                </c:pt>
                <c:pt idx="242">
                  <c:v>0</c:v>
                </c:pt>
                <c:pt idx="243">
                  <c:v>0</c:v>
                </c:pt>
                <c:pt idx="244">
                  <c:v>0</c:v>
                </c:pt>
                <c:pt idx="245">
                  <c:v>0</c:v>
                </c:pt>
                <c:pt idx="246">
                  <c:v>593</c:v>
                </c:pt>
                <c:pt idx="247">
                  <c:v>0</c:v>
                </c:pt>
                <c:pt idx="248">
                  <c:v>0</c:v>
                </c:pt>
                <c:pt idx="249">
                  <c:v>0</c:v>
                </c:pt>
                <c:pt idx="250">
                  <c:v>0</c:v>
                </c:pt>
                <c:pt idx="251">
                  <c:v>802</c:v>
                </c:pt>
                <c:pt idx="252">
                  <c:v>0</c:v>
                </c:pt>
                <c:pt idx="253">
                  <c:v>0</c:v>
                </c:pt>
                <c:pt idx="254">
                  <c:v>0</c:v>
                </c:pt>
                <c:pt idx="255">
                  <c:v>333</c:v>
                </c:pt>
                <c:pt idx="256">
                  <c:v>0</c:v>
                </c:pt>
                <c:pt idx="257">
                  <c:v>742</c:v>
                </c:pt>
                <c:pt idx="258">
                  <c:v>0</c:v>
                </c:pt>
                <c:pt idx="259">
                  <c:v>0</c:v>
                </c:pt>
                <c:pt idx="260">
                  <c:v>0</c:v>
                </c:pt>
                <c:pt idx="261">
                  <c:v>0</c:v>
                </c:pt>
                <c:pt idx="262">
                  <c:v>0</c:v>
                </c:pt>
                <c:pt idx="263">
                  <c:v>0</c:v>
                </c:pt>
                <c:pt idx="264">
                  <c:v>0</c:v>
                </c:pt>
                <c:pt idx="265">
                  <c:v>0</c:v>
                </c:pt>
                <c:pt idx="266">
                  <c:v>0</c:v>
                </c:pt>
                <c:pt idx="267">
                  <c:v>412</c:v>
                </c:pt>
                <c:pt idx="268">
                  <c:v>705</c:v>
                </c:pt>
                <c:pt idx="269">
                  <c:v>0</c:v>
                </c:pt>
                <c:pt idx="270">
                  <c:v>0</c:v>
                </c:pt>
                <c:pt idx="271">
                  <c:v>972</c:v>
                </c:pt>
                <c:pt idx="272">
                  <c:v>651</c:v>
                </c:pt>
                <c:pt idx="273">
                  <c:v>0</c:v>
                </c:pt>
                <c:pt idx="274">
                  <c:v>0</c:v>
                </c:pt>
                <c:pt idx="275">
                  <c:v>0</c:v>
                </c:pt>
                <c:pt idx="276">
                  <c:v>0</c:v>
                </c:pt>
                <c:pt idx="277">
                  <c:v>0</c:v>
                </c:pt>
                <c:pt idx="278">
                  <c:v>581</c:v>
                </c:pt>
                <c:pt idx="279">
                  <c:v>0</c:v>
                </c:pt>
                <c:pt idx="280">
                  <c:v>559</c:v>
                </c:pt>
                <c:pt idx="281">
                  <c:v>807</c:v>
                </c:pt>
                <c:pt idx="282">
                  <c:v>0</c:v>
                </c:pt>
                <c:pt idx="283">
                  <c:v>0</c:v>
                </c:pt>
                <c:pt idx="284">
                  <c:v>779</c:v>
                </c:pt>
                <c:pt idx="285">
                  <c:v>0</c:v>
                </c:pt>
                <c:pt idx="286">
                  <c:v>0</c:v>
                </c:pt>
                <c:pt idx="287">
                  <c:v>0</c:v>
                </c:pt>
                <c:pt idx="288">
                  <c:v>0</c:v>
                </c:pt>
                <c:pt idx="289">
                  <c:v>0</c:v>
                </c:pt>
                <c:pt idx="290">
                  <c:v>557</c:v>
                </c:pt>
                <c:pt idx="291">
                  <c:v>736</c:v>
                </c:pt>
                <c:pt idx="292">
                  <c:v>0</c:v>
                </c:pt>
                <c:pt idx="293">
                  <c:v>0</c:v>
                </c:pt>
                <c:pt idx="294">
                  <c:v>0</c:v>
                </c:pt>
                <c:pt idx="295">
                  <c:v>0</c:v>
                </c:pt>
                <c:pt idx="296">
                  <c:v>0</c:v>
                </c:pt>
                <c:pt idx="297">
                  <c:v>0</c:v>
                </c:pt>
                <c:pt idx="298">
                  <c:v>0</c:v>
                </c:pt>
                <c:pt idx="299">
                  <c:v>0</c:v>
                </c:pt>
                <c:pt idx="300">
                  <c:v>0</c:v>
                </c:pt>
                <c:pt idx="301">
                  <c:v>0</c:v>
                </c:pt>
                <c:pt idx="302">
                  <c:v>0</c:v>
                </c:pt>
                <c:pt idx="303">
                  <c:v>1006</c:v>
                </c:pt>
                <c:pt idx="304">
                  <c:v>0</c:v>
                </c:pt>
                <c:pt idx="305">
                  <c:v>0</c:v>
                </c:pt>
                <c:pt idx="306">
                  <c:v>0</c:v>
                </c:pt>
                <c:pt idx="307">
                  <c:v>972</c:v>
                </c:pt>
                <c:pt idx="308">
                  <c:v>0</c:v>
                </c:pt>
                <c:pt idx="309">
                  <c:v>837</c:v>
                </c:pt>
                <c:pt idx="310">
                  <c:v>0</c:v>
                </c:pt>
                <c:pt idx="311">
                  <c:v>644</c:v>
                </c:pt>
                <c:pt idx="312">
                  <c:v>0</c:v>
                </c:pt>
                <c:pt idx="313">
                  <c:v>0</c:v>
                </c:pt>
                <c:pt idx="314">
                  <c:v>870</c:v>
                </c:pt>
                <c:pt idx="315">
                  <c:v>0</c:v>
                </c:pt>
                <c:pt idx="316">
                  <c:v>1025</c:v>
                </c:pt>
                <c:pt idx="317">
                  <c:v>0</c:v>
                </c:pt>
                <c:pt idx="318">
                  <c:v>0</c:v>
                </c:pt>
                <c:pt idx="319">
                  <c:v>879</c:v>
                </c:pt>
                <c:pt idx="320">
                  <c:v>951</c:v>
                </c:pt>
                <c:pt idx="321">
                  <c:v>0</c:v>
                </c:pt>
                <c:pt idx="322">
                  <c:v>0</c:v>
                </c:pt>
                <c:pt idx="323">
                  <c:v>0</c:v>
                </c:pt>
                <c:pt idx="324">
                  <c:v>0</c:v>
                </c:pt>
                <c:pt idx="325">
                  <c:v>0</c:v>
                </c:pt>
                <c:pt idx="326">
                  <c:v>1176</c:v>
                </c:pt>
                <c:pt idx="327">
                  <c:v>0</c:v>
                </c:pt>
                <c:pt idx="328">
                  <c:v>0</c:v>
                </c:pt>
                <c:pt idx="329">
                  <c:v>0</c:v>
                </c:pt>
                <c:pt idx="330">
                  <c:v>0</c:v>
                </c:pt>
                <c:pt idx="331">
                  <c:v>0</c:v>
                </c:pt>
                <c:pt idx="332">
                  <c:v>0</c:v>
                </c:pt>
                <c:pt idx="333">
                  <c:v>0</c:v>
                </c:pt>
                <c:pt idx="334">
                  <c:v>0</c:v>
                </c:pt>
                <c:pt idx="335">
                  <c:v>0</c:v>
                </c:pt>
                <c:pt idx="336">
                  <c:v>0</c:v>
                </c:pt>
                <c:pt idx="337">
                  <c:v>943</c:v>
                </c:pt>
                <c:pt idx="338">
                  <c:v>0</c:v>
                </c:pt>
                <c:pt idx="339">
                  <c:v>0</c:v>
                </c:pt>
                <c:pt idx="340">
                  <c:v>0</c:v>
                </c:pt>
                <c:pt idx="341">
                  <c:v>0</c:v>
                </c:pt>
                <c:pt idx="342">
                  <c:v>0</c:v>
                </c:pt>
                <c:pt idx="343">
                  <c:v>0</c:v>
                </c:pt>
                <c:pt idx="344">
                  <c:v>0</c:v>
                </c:pt>
                <c:pt idx="345">
                  <c:v>555</c:v>
                </c:pt>
                <c:pt idx="346">
                  <c:v>883</c:v>
                </c:pt>
                <c:pt idx="347">
                  <c:v>0</c:v>
                </c:pt>
                <c:pt idx="348">
                  <c:v>0</c:v>
                </c:pt>
                <c:pt idx="349">
                  <c:v>0</c:v>
                </c:pt>
                <c:pt idx="350">
                  <c:v>0</c:v>
                </c:pt>
                <c:pt idx="351">
                  <c:v>0</c:v>
                </c:pt>
                <c:pt idx="352">
                  <c:v>0</c:v>
                </c:pt>
                <c:pt idx="353">
                  <c:v>0</c:v>
                </c:pt>
                <c:pt idx="354">
                  <c:v>0</c:v>
                </c:pt>
                <c:pt idx="355">
                  <c:v>615</c:v>
                </c:pt>
                <c:pt idx="356">
                  <c:v>0</c:v>
                </c:pt>
                <c:pt idx="357">
                  <c:v>0</c:v>
                </c:pt>
                <c:pt idx="358">
                  <c:v>0</c:v>
                </c:pt>
                <c:pt idx="359">
                  <c:v>0</c:v>
                </c:pt>
                <c:pt idx="360">
                  <c:v>1036</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1012</c:v>
                </c:pt>
                <c:pt idx="380">
                  <c:v>0</c:v>
                </c:pt>
                <c:pt idx="381">
                  <c:v>0</c:v>
                </c:pt>
                <c:pt idx="382">
                  <c:v>0</c:v>
                </c:pt>
                <c:pt idx="383">
                  <c:v>0</c:v>
                </c:pt>
                <c:pt idx="384">
                  <c:v>753</c:v>
                </c:pt>
                <c:pt idx="385">
                  <c:v>0</c:v>
                </c:pt>
                <c:pt idx="386">
                  <c:v>789</c:v>
                </c:pt>
                <c:pt idx="387">
                  <c:v>0</c:v>
                </c:pt>
                <c:pt idx="388">
                  <c:v>0</c:v>
                </c:pt>
                <c:pt idx="389">
                  <c:v>0</c:v>
                </c:pt>
                <c:pt idx="390">
                  <c:v>0</c:v>
                </c:pt>
                <c:pt idx="391">
                  <c:v>0</c:v>
                </c:pt>
                <c:pt idx="392">
                  <c:v>0</c:v>
                </c:pt>
                <c:pt idx="393">
                  <c:v>0</c:v>
                </c:pt>
                <c:pt idx="394">
                  <c:v>840</c:v>
                </c:pt>
                <c:pt idx="395">
                  <c:v>0</c:v>
                </c:pt>
                <c:pt idx="396">
                  <c:v>0</c:v>
                </c:pt>
                <c:pt idx="397">
                  <c:v>0</c:v>
                </c:pt>
                <c:pt idx="398">
                  <c:v>380</c:v>
                </c:pt>
                <c:pt idx="399">
                  <c:v>660</c:v>
                </c:pt>
                <c:pt idx="400">
                  <c:v>0</c:v>
                </c:pt>
                <c:pt idx="401">
                  <c:v>877</c:v>
                </c:pt>
                <c:pt idx="402">
                  <c:v>1267</c:v>
                </c:pt>
                <c:pt idx="403">
                  <c:v>0</c:v>
                </c:pt>
                <c:pt idx="404">
                  <c:v>0</c:v>
                </c:pt>
                <c:pt idx="405">
                  <c:v>659</c:v>
                </c:pt>
                <c:pt idx="406">
                  <c:v>0</c:v>
                </c:pt>
                <c:pt idx="407">
                  <c:v>0</c:v>
                </c:pt>
                <c:pt idx="408">
                  <c:v>0</c:v>
                </c:pt>
                <c:pt idx="409">
                  <c:v>0</c:v>
                </c:pt>
                <c:pt idx="410">
                  <c:v>0</c:v>
                </c:pt>
                <c:pt idx="411">
                  <c:v>864</c:v>
                </c:pt>
                <c:pt idx="412">
                  <c:v>0</c:v>
                </c:pt>
                <c:pt idx="413">
                  <c:v>706</c:v>
                </c:pt>
                <c:pt idx="414">
                  <c:v>0</c:v>
                </c:pt>
                <c:pt idx="415">
                  <c:v>0</c:v>
                </c:pt>
                <c:pt idx="416">
                  <c:v>0</c:v>
                </c:pt>
                <c:pt idx="417">
                  <c:v>0</c:v>
                </c:pt>
                <c:pt idx="418">
                  <c:v>0</c:v>
                </c:pt>
                <c:pt idx="419">
                  <c:v>549</c:v>
                </c:pt>
                <c:pt idx="420">
                  <c:v>0</c:v>
                </c:pt>
                <c:pt idx="421">
                  <c:v>0</c:v>
                </c:pt>
                <c:pt idx="422">
                  <c:v>0</c:v>
                </c:pt>
                <c:pt idx="423">
                  <c:v>0</c:v>
                </c:pt>
                <c:pt idx="424">
                  <c:v>0</c:v>
                </c:pt>
                <c:pt idx="425">
                  <c:v>0</c:v>
                </c:pt>
                <c:pt idx="426">
                  <c:v>0</c:v>
                </c:pt>
                <c:pt idx="427">
                  <c:v>0</c:v>
                </c:pt>
                <c:pt idx="428">
                  <c:v>0</c:v>
                </c:pt>
                <c:pt idx="429">
                  <c:v>1107</c:v>
                </c:pt>
                <c:pt idx="430">
                  <c:v>0</c:v>
                </c:pt>
                <c:pt idx="431">
                  <c:v>0</c:v>
                </c:pt>
                <c:pt idx="432">
                  <c:v>0</c:v>
                </c:pt>
                <c:pt idx="433">
                  <c:v>0</c:v>
                </c:pt>
                <c:pt idx="434">
                  <c:v>1359</c:v>
                </c:pt>
                <c:pt idx="435">
                  <c:v>0</c:v>
                </c:pt>
                <c:pt idx="436">
                  <c:v>440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506</c:v>
                </c:pt>
                <c:pt idx="451">
                  <c:v>666</c:v>
                </c:pt>
                <c:pt idx="452">
                  <c:v>0</c:v>
                </c:pt>
                <c:pt idx="453">
                  <c:v>0</c:v>
                </c:pt>
                <c:pt idx="454">
                  <c:v>911</c:v>
                </c:pt>
                <c:pt idx="455">
                  <c:v>0</c:v>
                </c:pt>
                <c:pt idx="456">
                  <c:v>0</c:v>
                </c:pt>
                <c:pt idx="457">
                  <c:v>0</c:v>
                </c:pt>
                <c:pt idx="458">
                  <c:v>0</c:v>
                </c:pt>
                <c:pt idx="459">
                  <c:v>831</c:v>
                </c:pt>
                <c:pt idx="460">
                  <c:v>0</c:v>
                </c:pt>
                <c:pt idx="461">
                  <c:v>0</c:v>
                </c:pt>
                <c:pt idx="462">
                  <c:v>980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849</c:v>
                </c:pt>
                <c:pt idx="477">
                  <c:v>0</c:v>
                </c:pt>
                <c:pt idx="478">
                  <c:v>0</c:v>
                </c:pt>
                <c:pt idx="479">
                  <c:v>0</c:v>
                </c:pt>
                <c:pt idx="480">
                  <c:v>1491</c:v>
                </c:pt>
                <c:pt idx="481">
                  <c:v>0</c:v>
                </c:pt>
                <c:pt idx="482">
                  <c:v>0</c:v>
                </c:pt>
                <c:pt idx="483">
                  <c:v>979</c:v>
                </c:pt>
                <c:pt idx="484">
                  <c:v>0</c:v>
                </c:pt>
                <c:pt idx="485">
                  <c:v>0</c:v>
                </c:pt>
                <c:pt idx="486">
                  <c:v>576</c:v>
                </c:pt>
                <c:pt idx="487">
                  <c:v>0</c:v>
                </c:pt>
                <c:pt idx="488">
                  <c:v>0</c:v>
                </c:pt>
                <c:pt idx="489">
                  <c:v>694</c:v>
                </c:pt>
                <c:pt idx="490">
                  <c:v>1113</c:v>
                </c:pt>
                <c:pt idx="491">
                  <c:v>0</c:v>
                </c:pt>
                <c:pt idx="492">
                  <c:v>0</c:v>
                </c:pt>
                <c:pt idx="493">
                  <c:v>0</c:v>
                </c:pt>
                <c:pt idx="494">
                  <c:v>0</c:v>
                </c:pt>
                <c:pt idx="495">
                  <c:v>1587</c:v>
                </c:pt>
                <c:pt idx="496">
                  <c:v>0</c:v>
                </c:pt>
                <c:pt idx="497">
                  <c:v>0</c:v>
                </c:pt>
                <c:pt idx="498">
                  <c:v>1138</c:v>
                </c:pt>
                <c:pt idx="499">
                  <c:v>0</c:v>
                </c:pt>
                <c:pt idx="500">
                  <c:v>0</c:v>
                </c:pt>
                <c:pt idx="501">
                  <c:v>0</c:v>
                </c:pt>
                <c:pt idx="502">
                  <c:v>1622</c:v>
                </c:pt>
                <c:pt idx="503">
                  <c:v>1169</c:v>
                </c:pt>
                <c:pt idx="504">
                  <c:v>0</c:v>
                </c:pt>
                <c:pt idx="505">
                  <c:v>1355</c:v>
                </c:pt>
                <c:pt idx="506">
                  <c:v>0</c:v>
                </c:pt>
                <c:pt idx="507">
                  <c:v>0</c:v>
                </c:pt>
                <c:pt idx="508">
                  <c:v>0</c:v>
                </c:pt>
                <c:pt idx="509">
                  <c:v>1573</c:v>
                </c:pt>
                <c:pt idx="510">
                  <c:v>968</c:v>
                </c:pt>
                <c:pt idx="511">
                  <c:v>768</c:v>
                </c:pt>
                <c:pt idx="512">
                  <c:v>0</c:v>
                </c:pt>
                <c:pt idx="513">
                  <c:v>0</c:v>
                </c:pt>
                <c:pt idx="514">
                  <c:v>0</c:v>
                </c:pt>
                <c:pt idx="515">
                  <c:v>0</c:v>
                </c:pt>
                <c:pt idx="516">
                  <c:v>0</c:v>
                </c:pt>
                <c:pt idx="517">
                  <c:v>0</c:v>
                </c:pt>
                <c:pt idx="518">
                  <c:v>1237</c:v>
                </c:pt>
                <c:pt idx="519">
                  <c:v>416</c:v>
                </c:pt>
                <c:pt idx="520">
                  <c:v>900</c:v>
                </c:pt>
                <c:pt idx="521">
                  <c:v>0</c:v>
                </c:pt>
                <c:pt idx="522">
                  <c:v>0</c:v>
                </c:pt>
                <c:pt idx="523">
                  <c:v>0</c:v>
                </c:pt>
                <c:pt idx="524">
                  <c:v>0</c:v>
                </c:pt>
                <c:pt idx="525">
                  <c:v>0</c:v>
                </c:pt>
                <c:pt idx="526">
                  <c:v>0</c:v>
                </c:pt>
                <c:pt idx="527">
                  <c:v>0</c:v>
                </c:pt>
                <c:pt idx="528">
                  <c:v>894</c:v>
                </c:pt>
                <c:pt idx="529">
                  <c:v>0</c:v>
                </c:pt>
                <c:pt idx="530">
                  <c:v>0</c:v>
                </c:pt>
                <c:pt idx="531">
                  <c:v>1160</c:v>
                </c:pt>
                <c:pt idx="532">
                  <c:v>0</c:v>
                </c:pt>
                <c:pt idx="533">
                  <c:v>626</c:v>
                </c:pt>
                <c:pt idx="534">
                  <c:v>0</c:v>
                </c:pt>
                <c:pt idx="535">
                  <c:v>0</c:v>
                </c:pt>
                <c:pt idx="536">
                  <c:v>0</c:v>
                </c:pt>
                <c:pt idx="537">
                  <c:v>1401</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475</c:v>
                </c:pt>
                <c:pt idx="553">
                  <c:v>0</c:v>
                </c:pt>
                <c:pt idx="554">
                  <c:v>1111</c:v>
                </c:pt>
                <c:pt idx="555">
                  <c:v>1688</c:v>
                </c:pt>
                <c:pt idx="556">
                  <c:v>0</c:v>
                </c:pt>
                <c:pt idx="557">
                  <c:v>0</c:v>
                </c:pt>
                <c:pt idx="558">
                  <c:v>0</c:v>
                </c:pt>
                <c:pt idx="559">
                  <c:v>965</c:v>
                </c:pt>
                <c:pt idx="560">
                  <c:v>0</c:v>
                </c:pt>
                <c:pt idx="561">
                  <c:v>893</c:v>
                </c:pt>
                <c:pt idx="562">
                  <c:v>0</c:v>
                </c:pt>
                <c:pt idx="563">
                  <c:v>0</c:v>
                </c:pt>
                <c:pt idx="564">
                  <c:v>0</c:v>
                </c:pt>
                <c:pt idx="565">
                  <c:v>0</c:v>
                </c:pt>
                <c:pt idx="566">
                  <c:v>0</c:v>
                </c:pt>
                <c:pt idx="567">
                  <c:v>727</c:v>
                </c:pt>
                <c:pt idx="568">
                  <c:v>1646</c:v>
                </c:pt>
                <c:pt idx="569">
                  <c:v>1159</c:v>
                </c:pt>
                <c:pt idx="570">
                  <c:v>0</c:v>
                </c:pt>
                <c:pt idx="571">
                  <c:v>0</c:v>
                </c:pt>
                <c:pt idx="572">
                  <c:v>0</c:v>
                </c:pt>
                <c:pt idx="573">
                  <c:v>0</c:v>
                </c:pt>
                <c:pt idx="574">
                  <c:v>0</c:v>
                </c:pt>
                <c:pt idx="575">
                  <c:v>0</c:v>
                </c:pt>
                <c:pt idx="576">
                  <c:v>925</c:v>
                </c:pt>
                <c:pt idx="577">
                  <c:v>502</c:v>
                </c:pt>
                <c:pt idx="578">
                  <c:v>1104</c:v>
                </c:pt>
                <c:pt idx="579">
                  <c:v>0</c:v>
                </c:pt>
                <c:pt idx="580">
                  <c:v>0</c:v>
                </c:pt>
                <c:pt idx="581">
                  <c:v>0</c:v>
                </c:pt>
                <c:pt idx="582">
                  <c:v>979</c:v>
                </c:pt>
                <c:pt idx="583">
                  <c:v>0</c:v>
                </c:pt>
                <c:pt idx="584">
                  <c:v>0</c:v>
                </c:pt>
                <c:pt idx="585">
                  <c:v>0</c:v>
                </c:pt>
                <c:pt idx="586">
                  <c:v>608</c:v>
                </c:pt>
                <c:pt idx="587">
                  <c:v>0</c:v>
                </c:pt>
                <c:pt idx="588">
                  <c:v>0</c:v>
                </c:pt>
                <c:pt idx="589">
                  <c:v>0</c:v>
                </c:pt>
                <c:pt idx="590">
                  <c:v>0</c:v>
                </c:pt>
                <c:pt idx="591">
                  <c:v>0</c:v>
                </c:pt>
                <c:pt idx="592">
                  <c:v>739</c:v>
                </c:pt>
                <c:pt idx="593">
                  <c:v>0</c:v>
                </c:pt>
                <c:pt idx="594">
                  <c:v>610</c:v>
                </c:pt>
                <c:pt idx="595">
                  <c:v>0</c:v>
                </c:pt>
                <c:pt idx="596">
                  <c:v>936</c:v>
                </c:pt>
                <c:pt idx="597">
                  <c:v>0</c:v>
                </c:pt>
                <c:pt idx="598">
                  <c:v>0</c:v>
                </c:pt>
                <c:pt idx="599">
                  <c:v>1181</c:v>
                </c:pt>
                <c:pt idx="600">
                  <c:v>1022</c:v>
                </c:pt>
                <c:pt idx="601">
                  <c:v>0</c:v>
                </c:pt>
                <c:pt idx="602">
                  <c:v>0</c:v>
                </c:pt>
                <c:pt idx="603">
                  <c:v>0</c:v>
                </c:pt>
                <c:pt idx="604">
                  <c:v>0</c:v>
                </c:pt>
                <c:pt idx="605">
                  <c:v>720</c:v>
                </c:pt>
                <c:pt idx="606">
                  <c:v>0</c:v>
                </c:pt>
                <c:pt idx="607">
                  <c:v>0</c:v>
                </c:pt>
                <c:pt idx="608">
                  <c:v>0</c:v>
                </c:pt>
                <c:pt idx="609">
                  <c:v>0</c:v>
                </c:pt>
                <c:pt idx="610">
                  <c:v>663</c:v>
                </c:pt>
                <c:pt idx="611">
                  <c:v>0</c:v>
                </c:pt>
                <c:pt idx="612">
                  <c:v>729</c:v>
                </c:pt>
                <c:pt idx="613">
                  <c:v>0</c:v>
                </c:pt>
                <c:pt idx="614">
                  <c:v>0</c:v>
                </c:pt>
                <c:pt idx="615">
                  <c:v>612</c:v>
                </c:pt>
                <c:pt idx="616">
                  <c:v>0</c:v>
                </c:pt>
                <c:pt idx="617">
                  <c:v>0</c:v>
                </c:pt>
                <c:pt idx="618">
                  <c:v>777</c:v>
                </c:pt>
                <c:pt idx="619">
                  <c:v>0</c:v>
                </c:pt>
                <c:pt idx="620">
                  <c:v>0</c:v>
                </c:pt>
                <c:pt idx="621">
                  <c:v>810</c:v>
                </c:pt>
                <c:pt idx="622">
                  <c:v>876</c:v>
                </c:pt>
                <c:pt idx="623">
                  <c:v>0</c:v>
                </c:pt>
                <c:pt idx="624">
                  <c:v>806</c:v>
                </c:pt>
                <c:pt idx="625">
                  <c:v>0</c:v>
                </c:pt>
                <c:pt idx="626">
                  <c:v>441</c:v>
                </c:pt>
                <c:pt idx="627">
                  <c:v>0</c:v>
                </c:pt>
                <c:pt idx="628">
                  <c:v>0</c:v>
                </c:pt>
                <c:pt idx="629">
                  <c:v>0</c:v>
                </c:pt>
                <c:pt idx="630">
                  <c:v>0</c:v>
                </c:pt>
                <c:pt idx="631">
                  <c:v>0</c:v>
                </c:pt>
                <c:pt idx="632">
                  <c:v>0</c:v>
                </c:pt>
                <c:pt idx="633">
                  <c:v>0</c:v>
                </c:pt>
                <c:pt idx="634">
                  <c:v>0</c:v>
                </c:pt>
                <c:pt idx="635">
                  <c:v>626</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838</c:v>
                </c:pt>
                <c:pt idx="654">
                  <c:v>0</c:v>
                </c:pt>
                <c:pt idx="655">
                  <c:v>0</c:v>
                </c:pt>
                <c:pt idx="656">
                  <c:v>0</c:v>
                </c:pt>
                <c:pt idx="657">
                  <c:v>1265</c:v>
                </c:pt>
                <c:pt idx="658">
                  <c:v>0</c:v>
                </c:pt>
                <c:pt idx="659">
                  <c:v>0</c:v>
                </c:pt>
                <c:pt idx="660">
                  <c:v>1468</c:v>
                </c:pt>
                <c:pt idx="661">
                  <c:v>0</c:v>
                </c:pt>
                <c:pt idx="662">
                  <c:v>0</c:v>
                </c:pt>
                <c:pt idx="663">
                  <c:v>0</c:v>
                </c:pt>
                <c:pt idx="664">
                  <c:v>0</c:v>
                </c:pt>
                <c:pt idx="665">
                  <c:v>0</c:v>
                </c:pt>
                <c:pt idx="666">
                  <c:v>0</c:v>
                </c:pt>
                <c:pt idx="667">
                  <c:v>0</c:v>
                </c:pt>
                <c:pt idx="668">
                  <c:v>0</c:v>
                </c:pt>
                <c:pt idx="669">
                  <c:v>0</c:v>
                </c:pt>
                <c:pt idx="670">
                  <c:v>1315</c:v>
                </c:pt>
                <c:pt idx="671">
                  <c:v>0</c:v>
                </c:pt>
                <c:pt idx="672">
                  <c:v>0</c:v>
                </c:pt>
                <c:pt idx="673">
                  <c:v>0</c:v>
                </c:pt>
                <c:pt idx="674">
                  <c:v>592</c:v>
                </c:pt>
                <c:pt idx="675">
                  <c:v>0</c:v>
                </c:pt>
                <c:pt idx="676">
                  <c:v>370</c:v>
                </c:pt>
                <c:pt idx="677">
                  <c:v>0</c:v>
                </c:pt>
                <c:pt idx="678">
                  <c:v>0</c:v>
                </c:pt>
                <c:pt idx="679">
                  <c:v>0</c:v>
                </c:pt>
                <c:pt idx="680">
                  <c:v>832</c:v>
                </c:pt>
                <c:pt idx="681">
                  <c:v>0</c:v>
                </c:pt>
                <c:pt idx="682">
                  <c:v>806</c:v>
                </c:pt>
                <c:pt idx="683">
                  <c:v>0</c:v>
                </c:pt>
                <c:pt idx="684">
                  <c:v>0</c:v>
                </c:pt>
                <c:pt idx="685">
                  <c:v>0</c:v>
                </c:pt>
                <c:pt idx="686">
                  <c:v>0</c:v>
                </c:pt>
                <c:pt idx="687">
                  <c:v>1166</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795</c:v>
                </c:pt>
                <c:pt idx="703">
                  <c:v>0</c:v>
                </c:pt>
                <c:pt idx="704">
                  <c:v>0</c:v>
                </c:pt>
                <c:pt idx="705">
                  <c:v>1071</c:v>
                </c:pt>
                <c:pt idx="706">
                  <c:v>0</c:v>
                </c:pt>
                <c:pt idx="707">
                  <c:v>0</c:v>
                </c:pt>
                <c:pt idx="708">
                  <c:v>0</c:v>
                </c:pt>
                <c:pt idx="709">
                  <c:v>1030</c:v>
                </c:pt>
                <c:pt idx="710">
                  <c:v>0</c:v>
                </c:pt>
                <c:pt idx="711">
                  <c:v>1290</c:v>
                </c:pt>
                <c:pt idx="712">
                  <c:v>0</c:v>
                </c:pt>
                <c:pt idx="713">
                  <c:v>1144</c:v>
                </c:pt>
                <c:pt idx="714">
                  <c:v>0</c:v>
                </c:pt>
                <c:pt idx="715">
                  <c:v>0</c:v>
                </c:pt>
                <c:pt idx="716">
                  <c:v>1766</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1327</c:v>
                </c:pt>
                <c:pt idx="736">
                  <c:v>0</c:v>
                </c:pt>
                <c:pt idx="737">
                  <c:v>0</c:v>
                </c:pt>
                <c:pt idx="738">
                  <c:v>0</c:v>
                </c:pt>
                <c:pt idx="739">
                  <c:v>0</c:v>
                </c:pt>
                <c:pt idx="740">
                  <c:v>0</c:v>
                </c:pt>
                <c:pt idx="741">
                  <c:v>0</c:v>
                </c:pt>
                <c:pt idx="742">
                  <c:v>748</c:v>
                </c:pt>
                <c:pt idx="743">
                  <c:v>0</c:v>
                </c:pt>
                <c:pt idx="744">
                  <c:v>0</c:v>
                </c:pt>
                <c:pt idx="745">
                  <c:v>0</c:v>
                </c:pt>
                <c:pt idx="746">
                  <c:v>0</c:v>
                </c:pt>
                <c:pt idx="747">
                  <c:v>0</c:v>
                </c:pt>
                <c:pt idx="748">
                  <c:v>0</c:v>
                </c:pt>
                <c:pt idx="749">
                  <c:v>0</c:v>
                </c:pt>
                <c:pt idx="750">
                  <c:v>0</c:v>
                </c:pt>
                <c:pt idx="751">
                  <c:v>0</c:v>
                </c:pt>
                <c:pt idx="752">
                  <c:v>792</c:v>
                </c:pt>
                <c:pt idx="753">
                  <c:v>531</c:v>
                </c:pt>
                <c:pt idx="754">
                  <c:v>0</c:v>
                </c:pt>
                <c:pt idx="755">
                  <c:v>937</c:v>
                </c:pt>
                <c:pt idx="756">
                  <c:v>0</c:v>
                </c:pt>
                <c:pt idx="757">
                  <c:v>0</c:v>
                </c:pt>
                <c:pt idx="758">
                  <c:v>0</c:v>
                </c:pt>
                <c:pt idx="759">
                  <c:v>0</c:v>
                </c:pt>
                <c:pt idx="760">
                  <c:v>0</c:v>
                </c:pt>
                <c:pt idx="761">
                  <c:v>0</c:v>
                </c:pt>
                <c:pt idx="762">
                  <c:v>0</c:v>
                </c:pt>
                <c:pt idx="763">
                  <c:v>1223</c:v>
                </c:pt>
                <c:pt idx="764">
                  <c:v>0</c:v>
                </c:pt>
                <c:pt idx="765">
                  <c:v>0</c:v>
                </c:pt>
                <c:pt idx="766">
                  <c:v>0</c:v>
                </c:pt>
                <c:pt idx="767">
                  <c:v>1318</c:v>
                </c:pt>
                <c:pt idx="768">
                  <c:v>0</c:v>
                </c:pt>
                <c:pt idx="769">
                  <c:v>768</c:v>
                </c:pt>
                <c:pt idx="770">
                  <c:v>886</c:v>
                </c:pt>
                <c:pt idx="771">
                  <c:v>0</c:v>
                </c:pt>
                <c:pt idx="772">
                  <c:v>0</c:v>
                </c:pt>
                <c:pt idx="773">
                  <c:v>0</c:v>
                </c:pt>
                <c:pt idx="774">
                  <c:v>0</c:v>
                </c:pt>
                <c:pt idx="775">
                  <c:v>1060</c:v>
                </c:pt>
                <c:pt idx="776">
                  <c:v>0</c:v>
                </c:pt>
                <c:pt idx="777">
                  <c:v>0</c:v>
                </c:pt>
                <c:pt idx="778">
                  <c:v>711</c:v>
                </c:pt>
                <c:pt idx="779">
                  <c:v>964</c:v>
                </c:pt>
                <c:pt idx="780">
                  <c:v>0</c:v>
                </c:pt>
                <c:pt idx="781">
                  <c:v>0</c:v>
                </c:pt>
                <c:pt idx="782">
                  <c:v>0</c:v>
                </c:pt>
                <c:pt idx="783">
                  <c:v>0</c:v>
                </c:pt>
                <c:pt idx="784">
                  <c:v>525</c:v>
                </c:pt>
                <c:pt idx="785">
                  <c:v>0</c:v>
                </c:pt>
                <c:pt idx="786">
                  <c:v>0</c:v>
                </c:pt>
                <c:pt idx="787">
                  <c:v>0</c:v>
                </c:pt>
                <c:pt idx="788">
                  <c:v>0</c:v>
                </c:pt>
                <c:pt idx="789">
                  <c:v>0</c:v>
                </c:pt>
                <c:pt idx="790">
                  <c:v>0</c:v>
                </c:pt>
                <c:pt idx="791">
                  <c:v>0</c:v>
                </c:pt>
                <c:pt idx="792">
                  <c:v>1304</c:v>
                </c:pt>
                <c:pt idx="793">
                  <c:v>0</c:v>
                </c:pt>
                <c:pt idx="794">
                  <c:v>966</c:v>
                </c:pt>
                <c:pt idx="795">
                  <c:v>0</c:v>
                </c:pt>
                <c:pt idx="796">
                  <c:v>1207</c:v>
                </c:pt>
                <c:pt idx="797">
                  <c:v>537</c:v>
                </c:pt>
                <c:pt idx="798">
                  <c:v>854</c:v>
                </c:pt>
                <c:pt idx="799">
                  <c:v>0</c:v>
                </c:pt>
                <c:pt idx="800">
                  <c:v>1046</c:v>
                </c:pt>
                <c:pt idx="801">
                  <c:v>0</c:v>
                </c:pt>
                <c:pt idx="802">
                  <c:v>0</c:v>
                </c:pt>
                <c:pt idx="803">
                  <c:v>0</c:v>
                </c:pt>
                <c:pt idx="804">
                  <c:v>0</c:v>
                </c:pt>
                <c:pt idx="805">
                  <c:v>0</c:v>
                </c:pt>
                <c:pt idx="806">
                  <c:v>744</c:v>
                </c:pt>
                <c:pt idx="807">
                  <c:v>0</c:v>
                </c:pt>
                <c:pt idx="808">
                  <c:v>0</c:v>
                </c:pt>
                <c:pt idx="809">
                  <c:v>1378</c:v>
                </c:pt>
                <c:pt idx="810">
                  <c:v>0</c:v>
                </c:pt>
                <c:pt idx="811">
                  <c:v>0</c:v>
                </c:pt>
                <c:pt idx="812">
                  <c:v>0</c:v>
                </c:pt>
                <c:pt idx="813">
                  <c:v>1135</c:v>
                </c:pt>
                <c:pt idx="814">
                  <c:v>0</c:v>
                </c:pt>
                <c:pt idx="815">
                  <c:v>0</c:v>
                </c:pt>
                <c:pt idx="816">
                  <c:v>0</c:v>
                </c:pt>
                <c:pt idx="817">
                  <c:v>1116</c:v>
                </c:pt>
                <c:pt idx="818">
                  <c:v>865</c:v>
                </c:pt>
                <c:pt idx="819">
                  <c:v>0</c:v>
                </c:pt>
                <c:pt idx="820">
                  <c:v>0</c:v>
                </c:pt>
                <c:pt idx="821">
                  <c:v>0</c:v>
                </c:pt>
                <c:pt idx="822">
                  <c:v>1046</c:v>
                </c:pt>
                <c:pt idx="823">
                  <c:v>0</c:v>
                </c:pt>
                <c:pt idx="824">
                  <c:v>0</c:v>
                </c:pt>
                <c:pt idx="825">
                  <c:v>0</c:v>
                </c:pt>
                <c:pt idx="826">
                  <c:v>0</c:v>
                </c:pt>
                <c:pt idx="827">
                  <c:v>924</c:v>
                </c:pt>
                <c:pt idx="828">
                  <c:v>0</c:v>
                </c:pt>
                <c:pt idx="829">
                  <c:v>0</c:v>
                </c:pt>
                <c:pt idx="830">
                  <c:v>1078</c:v>
                </c:pt>
                <c:pt idx="831">
                  <c:v>0</c:v>
                </c:pt>
                <c:pt idx="832">
                  <c:v>0</c:v>
                </c:pt>
                <c:pt idx="833">
                  <c:v>0</c:v>
                </c:pt>
                <c:pt idx="834">
                  <c:v>0</c:v>
                </c:pt>
                <c:pt idx="835">
                  <c:v>752</c:v>
                </c:pt>
                <c:pt idx="836">
                  <c:v>0</c:v>
                </c:pt>
                <c:pt idx="837">
                  <c:v>0</c:v>
                </c:pt>
                <c:pt idx="838">
                  <c:v>0</c:v>
                </c:pt>
                <c:pt idx="839">
                  <c:v>711</c:v>
                </c:pt>
                <c:pt idx="840">
                  <c:v>0</c:v>
                </c:pt>
                <c:pt idx="841">
                  <c:v>954</c:v>
                </c:pt>
                <c:pt idx="842">
                  <c:v>1095</c:v>
                </c:pt>
                <c:pt idx="843">
                  <c:v>0</c:v>
                </c:pt>
                <c:pt idx="844">
                  <c:v>0</c:v>
                </c:pt>
                <c:pt idx="845">
                  <c:v>0</c:v>
                </c:pt>
                <c:pt idx="846">
                  <c:v>1111</c:v>
                </c:pt>
                <c:pt idx="847">
                  <c:v>0</c:v>
                </c:pt>
                <c:pt idx="848">
                  <c:v>0</c:v>
                </c:pt>
                <c:pt idx="849">
                  <c:v>0</c:v>
                </c:pt>
                <c:pt idx="850">
                  <c:v>0</c:v>
                </c:pt>
                <c:pt idx="851">
                  <c:v>0</c:v>
                </c:pt>
                <c:pt idx="852">
                  <c:v>0</c:v>
                </c:pt>
                <c:pt idx="853">
                  <c:v>713</c:v>
                </c:pt>
                <c:pt idx="854">
                  <c:v>1047</c:v>
                </c:pt>
                <c:pt idx="855">
                  <c:v>0</c:v>
                </c:pt>
                <c:pt idx="856">
                  <c:v>0</c:v>
                </c:pt>
                <c:pt idx="857">
                  <c:v>0</c:v>
                </c:pt>
                <c:pt idx="858">
                  <c:v>0</c:v>
                </c:pt>
                <c:pt idx="859">
                  <c:v>0</c:v>
                </c:pt>
                <c:pt idx="860">
                  <c:v>0</c:v>
                </c:pt>
                <c:pt idx="861">
                  <c:v>0</c:v>
                </c:pt>
                <c:pt idx="862">
                  <c:v>0</c:v>
                </c:pt>
                <c:pt idx="863">
                  <c:v>1100</c:v>
                </c:pt>
                <c:pt idx="864">
                  <c:v>0</c:v>
                </c:pt>
                <c:pt idx="865">
                  <c:v>0</c:v>
                </c:pt>
                <c:pt idx="866">
                  <c:v>0</c:v>
                </c:pt>
                <c:pt idx="867">
                  <c:v>0</c:v>
                </c:pt>
                <c:pt idx="868">
                  <c:v>973</c:v>
                </c:pt>
                <c:pt idx="869">
                  <c:v>0</c:v>
                </c:pt>
                <c:pt idx="870">
                  <c:v>0</c:v>
                </c:pt>
                <c:pt idx="871">
                  <c:v>0</c:v>
                </c:pt>
                <c:pt idx="872">
                  <c:v>0</c:v>
                </c:pt>
                <c:pt idx="873">
                  <c:v>0</c:v>
                </c:pt>
                <c:pt idx="874">
                  <c:v>0</c:v>
                </c:pt>
                <c:pt idx="875">
                  <c:v>0</c:v>
                </c:pt>
                <c:pt idx="876">
                  <c:v>0</c:v>
                </c:pt>
                <c:pt idx="877">
                  <c:v>1021</c:v>
                </c:pt>
                <c:pt idx="878">
                  <c:v>0</c:v>
                </c:pt>
                <c:pt idx="879">
                  <c:v>0</c:v>
                </c:pt>
                <c:pt idx="880">
                  <c:v>920</c:v>
                </c:pt>
                <c:pt idx="881">
                  <c:v>0</c:v>
                </c:pt>
                <c:pt idx="882">
                  <c:v>964</c:v>
                </c:pt>
                <c:pt idx="883">
                  <c:v>0</c:v>
                </c:pt>
                <c:pt idx="884">
                  <c:v>898</c:v>
                </c:pt>
                <c:pt idx="885">
                  <c:v>0</c:v>
                </c:pt>
                <c:pt idx="886">
                  <c:v>881</c:v>
                </c:pt>
                <c:pt idx="887">
                  <c:v>0</c:v>
                </c:pt>
                <c:pt idx="888">
                  <c:v>753</c:v>
                </c:pt>
                <c:pt idx="889">
                  <c:v>0</c:v>
                </c:pt>
                <c:pt idx="890">
                  <c:v>0</c:v>
                </c:pt>
                <c:pt idx="891">
                  <c:v>949</c:v>
                </c:pt>
                <c:pt idx="892">
                  <c:v>0</c:v>
                </c:pt>
                <c:pt idx="893">
                  <c:v>0</c:v>
                </c:pt>
                <c:pt idx="894">
                  <c:v>593</c:v>
                </c:pt>
                <c:pt idx="895">
                  <c:v>1467</c:v>
                </c:pt>
                <c:pt idx="896">
                  <c:v>0</c:v>
                </c:pt>
                <c:pt idx="897">
                  <c:v>0</c:v>
                </c:pt>
                <c:pt idx="898">
                  <c:v>0</c:v>
                </c:pt>
                <c:pt idx="899">
                  <c:v>796</c:v>
                </c:pt>
                <c:pt idx="900">
                  <c:v>0</c:v>
                </c:pt>
                <c:pt idx="901">
                  <c:v>0</c:v>
                </c:pt>
                <c:pt idx="902">
                  <c:v>0</c:v>
                </c:pt>
                <c:pt idx="903">
                  <c:v>1111</c:v>
                </c:pt>
                <c:pt idx="904">
                  <c:v>0</c:v>
                </c:pt>
                <c:pt idx="905">
                  <c:v>0</c:v>
                </c:pt>
                <c:pt idx="906">
                  <c:v>0</c:v>
                </c:pt>
                <c:pt idx="907">
                  <c:v>883</c:v>
                </c:pt>
                <c:pt idx="908">
                  <c:v>1009</c:v>
                </c:pt>
                <c:pt idx="909">
                  <c:v>0</c:v>
                </c:pt>
                <c:pt idx="910">
                  <c:v>0</c:v>
                </c:pt>
                <c:pt idx="911">
                  <c:v>0</c:v>
                </c:pt>
                <c:pt idx="912">
                  <c:v>0</c:v>
                </c:pt>
                <c:pt idx="913">
                  <c:v>0</c:v>
                </c:pt>
                <c:pt idx="914">
                  <c:v>603</c:v>
                </c:pt>
                <c:pt idx="915">
                  <c:v>0</c:v>
                </c:pt>
                <c:pt idx="916">
                  <c:v>0</c:v>
                </c:pt>
                <c:pt idx="917">
                  <c:v>0</c:v>
                </c:pt>
                <c:pt idx="918">
                  <c:v>1055</c:v>
                </c:pt>
                <c:pt idx="919">
                  <c:v>0</c:v>
                </c:pt>
                <c:pt idx="920">
                  <c:v>0</c:v>
                </c:pt>
                <c:pt idx="921">
                  <c:v>1188</c:v>
                </c:pt>
                <c:pt idx="922">
                  <c:v>0</c:v>
                </c:pt>
                <c:pt idx="923">
                  <c:v>0</c:v>
                </c:pt>
                <c:pt idx="924">
                  <c:v>0</c:v>
                </c:pt>
                <c:pt idx="925">
                  <c:v>0</c:v>
                </c:pt>
                <c:pt idx="926">
                  <c:v>0</c:v>
                </c:pt>
                <c:pt idx="927">
                  <c:v>0</c:v>
                </c:pt>
                <c:pt idx="928">
                  <c:v>741</c:v>
                </c:pt>
                <c:pt idx="929">
                  <c:v>0</c:v>
                </c:pt>
                <c:pt idx="930">
                  <c:v>0</c:v>
                </c:pt>
                <c:pt idx="931">
                  <c:v>924</c:v>
                </c:pt>
                <c:pt idx="932">
                  <c:v>0</c:v>
                </c:pt>
                <c:pt idx="933">
                  <c:v>0</c:v>
                </c:pt>
                <c:pt idx="934">
                  <c:v>0</c:v>
                </c:pt>
                <c:pt idx="935">
                  <c:v>0</c:v>
                </c:pt>
                <c:pt idx="936">
                  <c:v>0</c:v>
                </c:pt>
                <c:pt idx="937">
                  <c:v>0</c:v>
                </c:pt>
                <c:pt idx="938">
                  <c:v>0</c:v>
                </c:pt>
                <c:pt idx="939">
                  <c:v>1220</c:v>
                </c:pt>
                <c:pt idx="940">
                  <c:v>0</c:v>
                </c:pt>
                <c:pt idx="941">
                  <c:v>0</c:v>
                </c:pt>
                <c:pt idx="942">
                  <c:v>0</c:v>
                </c:pt>
                <c:pt idx="943">
                  <c:v>0</c:v>
                </c:pt>
                <c:pt idx="944">
                  <c:v>0</c:v>
                </c:pt>
                <c:pt idx="945">
                  <c:v>0</c:v>
                </c:pt>
                <c:pt idx="946">
                  <c:v>0</c:v>
                </c:pt>
                <c:pt idx="947">
                  <c:v>713</c:v>
                </c:pt>
                <c:pt idx="948">
                  <c:v>0</c:v>
                </c:pt>
                <c:pt idx="949">
                  <c:v>0</c:v>
                </c:pt>
                <c:pt idx="950">
                  <c:v>0</c:v>
                </c:pt>
                <c:pt idx="951">
                  <c:v>1044</c:v>
                </c:pt>
                <c:pt idx="952">
                  <c:v>0</c:v>
                </c:pt>
                <c:pt idx="953">
                  <c:v>0</c:v>
                </c:pt>
                <c:pt idx="954">
                  <c:v>0</c:v>
                </c:pt>
                <c:pt idx="955">
                  <c:v>1127</c:v>
                </c:pt>
                <c:pt idx="956">
                  <c:v>0</c:v>
                </c:pt>
                <c:pt idx="957">
                  <c:v>0</c:v>
                </c:pt>
                <c:pt idx="958">
                  <c:v>0</c:v>
                </c:pt>
                <c:pt idx="959">
                  <c:v>0</c:v>
                </c:pt>
                <c:pt idx="960">
                  <c:v>0</c:v>
                </c:pt>
                <c:pt idx="961">
                  <c:v>0</c:v>
                </c:pt>
                <c:pt idx="962">
                  <c:v>668</c:v>
                </c:pt>
                <c:pt idx="963">
                  <c:v>0</c:v>
                </c:pt>
                <c:pt idx="964">
                  <c:v>0</c:v>
                </c:pt>
                <c:pt idx="965">
                  <c:v>0</c:v>
                </c:pt>
                <c:pt idx="966">
                  <c:v>937</c:v>
                </c:pt>
                <c:pt idx="967">
                  <c:v>0</c:v>
                </c:pt>
                <c:pt idx="968">
                  <c:v>0</c:v>
                </c:pt>
                <c:pt idx="969">
                  <c:v>0</c:v>
                </c:pt>
                <c:pt idx="970">
                  <c:v>0</c:v>
                </c:pt>
                <c:pt idx="971">
                  <c:v>0</c:v>
                </c:pt>
                <c:pt idx="972">
                  <c:v>0</c:v>
                </c:pt>
              </c:numCache>
            </c:numRef>
          </c:yVal>
          <c:smooth val="0"/>
          <c:extLst>
            <c:ext xmlns:c16="http://schemas.microsoft.com/office/drawing/2014/chart" uri="{C3380CC4-5D6E-409C-BE32-E72D297353CC}">
              <c16:uniqueId val="{00000000-5943-484C-B9FE-3C4EF33C7EF1}"/>
            </c:ext>
          </c:extLst>
        </c:ser>
        <c:ser>
          <c:idx val="1"/>
          <c:order val="1"/>
          <c:tx>
            <c:strRef>
              <c:f>'Sub-Dataset'!$DJ$1</c:f>
              <c:strCache>
                <c:ptCount val="1"/>
                <c:pt idx="0">
                  <c:v>Strength</c:v>
                </c:pt>
              </c:strCache>
            </c:strRef>
          </c:tx>
          <c:spPr>
            <a:ln w="19050" cap="rnd">
              <a:noFill/>
              <a:round/>
            </a:ln>
            <a:effectLst/>
          </c:spPr>
          <c:marker>
            <c:symbol val="circle"/>
            <c:size val="3"/>
            <c:spPr>
              <a:solidFill>
                <a:schemeClr val="accent5">
                  <a:lumMod val="75000"/>
                </a:schemeClr>
              </a:solidFill>
              <a:ln w="9525">
                <a:noFill/>
              </a:ln>
              <a:effectLst/>
            </c:spPr>
          </c:marker>
          <c:xVal>
            <c:numRef>
              <c:f>'Sub-Dataset'!$DH$2:$DH$974</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'Sub-Dataset'!$DJ$2:$DJ$974</c:f>
              <c:numCache>
                <c:formatCode>General</c:formatCode>
                <c:ptCount val="973"/>
                <c:pt idx="0">
                  <c:v>0</c:v>
                </c:pt>
                <c:pt idx="1">
                  <c:v>0</c:v>
                </c:pt>
                <c:pt idx="2">
                  <c:v>0</c:v>
                </c:pt>
                <c:pt idx="3">
                  <c:v>0</c:v>
                </c:pt>
                <c:pt idx="4">
                  <c:v>0</c:v>
                </c:pt>
                <c:pt idx="5">
                  <c:v>0</c:v>
                </c:pt>
                <c:pt idx="6">
                  <c:v>580</c:v>
                </c:pt>
                <c:pt idx="7">
                  <c:v>0</c:v>
                </c:pt>
                <c:pt idx="8">
                  <c:v>0</c:v>
                </c:pt>
                <c:pt idx="9">
                  <c:v>0</c:v>
                </c:pt>
                <c:pt idx="10">
                  <c:v>0</c:v>
                </c:pt>
                <c:pt idx="11">
                  <c:v>0</c:v>
                </c:pt>
                <c:pt idx="12">
                  <c:v>1003</c:v>
                </c:pt>
                <c:pt idx="13">
                  <c:v>0</c:v>
                </c:pt>
                <c:pt idx="14">
                  <c:v>0</c:v>
                </c:pt>
                <c:pt idx="15">
                  <c:v>0</c:v>
                </c:pt>
                <c:pt idx="16">
                  <c:v>0</c:v>
                </c:pt>
                <c:pt idx="17">
                  <c:v>0</c:v>
                </c:pt>
                <c:pt idx="18">
                  <c:v>877</c:v>
                </c:pt>
                <c:pt idx="19">
                  <c:v>0</c:v>
                </c:pt>
                <c:pt idx="20">
                  <c:v>0</c:v>
                </c:pt>
                <c:pt idx="21">
                  <c:v>844</c:v>
                </c:pt>
                <c:pt idx="22">
                  <c:v>0</c:v>
                </c:pt>
                <c:pt idx="23">
                  <c:v>778</c:v>
                </c:pt>
                <c:pt idx="24">
                  <c:v>0</c:v>
                </c:pt>
                <c:pt idx="25">
                  <c:v>1337</c:v>
                </c:pt>
                <c:pt idx="26">
                  <c:v>0</c:v>
                </c:pt>
                <c:pt idx="27">
                  <c:v>0</c:v>
                </c:pt>
                <c:pt idx="28">
                  <c:v>0</c:v>
                </c:pt>
                <c:pt idx="29">
                  <c:v>0</c:v>
                </c:pt>
                <c:pt idx="30">
                  <c:v>0</c:v>
                </c:pt>
                <c:pt idx="31">
                  <c:v>887</c:v>
                </c:pt>
                <c:pt idx="32">
                  <c:v>0</c:v>
                </c:pt>
                <c:pt idx="33">
                  <c:v>0</c:v>
                </c:pt>
                <c:pt idx="34">
                  <c:v>993</c:v>
                </c:pt>
                <c:pt idx="35">
                  <c:v>982</c:v>
                </c:pt>
                <c:pt idx="36">
                  <c:v>0</c:v>
                </c:pt>
                <c:pt idx="37">
                  <c:v>0</c:v>
                </c:pt>
                <c:pt idx="38">
                  <c:v>1212</c:v>
                </c:pt>
                <c:pt idx="39">
                  <c:v>0</c:v>
                </c:pt>
                <c:pt idx="40">
                  <c:v>0</c:v>
                </c:pt>
                <c:pt idx="41">
                  <c:v>0</c:v>
                </c:pt>
                <c:pt idx="42">
                  <c:v>0</c:v>
                </c:pt>
                <c:pt idx="43">
                  <c:v>0</c:v>
                </c:pt>
                <c:pt idx="44">
                  <c:v>0</c:v>
                </c:pt>
                <c:pt idx="45">
                  <c:v>653</c:v>
                </c:pt>
                <c:pt idx="46">
                  <c:v>0</c:v>
                </c:pt>
                <c:pt idx="47">
                  <c:v>0</c:v>
                </c:pt>
                <c:pt idx="48">
                  <c:v>442</c:v>
                </c:pt>
                <c:pt idx="49">
                  <c:v>1175</c:v>
                </c:pt>
                <c:pt idx="50">
                  <c:v>638</c:v>
                </c:pt>
                <c:pt idx="51">
                  <c:v>0</c:v>
                </c:pt>
                <c:pt idx="52">
                  <c:v>845</c:v>
                </c:pt>
                <c:pt idx="53">
                  <c:v>0</c:v>
                </c:pt>
                <c:pt idx="54">
                  <c:v>996</c:v>
                </c:pt>
                <c:pt idx="55">
                  <c:v>0</c:v>
                </c:pt>
                <c:pt idx="56">
                  <c:v>1198</c:v>
                </c:pt>
                <c:pt idx="57">
                  <c:v>883</c:v>
                </c:pt>
                <c:pt idx="58">
                  <c:v>1159</c:v>
                </c:pt>
                <c:pt idx="59">
                  <c:v>0</c:v>
                </c:pt>
                <c:pt idx="60">
                  <c:v>569</c:v>
                </c:pt>
                <c:pt idx="61">
                  <c:v>0</c:v>
                </c:pt>
                <c:pt idx="62">
                  <c:v>0</c:v>
                </c:pt>
                <c:pt idx="63">
                  <c:v>948</c:v>
                </c:pt>
                <c:pt idx="64">
                  <c:v>0</c:v>
                </c:pt>
                <c:pt idx="65">
                  <c:v>0</c:v>
                </c:pt>
                <c:pt idx="66">
                  <c:v>0</c:v>
                </c:pt>
                <c:pt idx="67">
                  <c:v>1025</c:v>
                </c:pt>
                <c:pt idx="68">
                  <c:v>0</c:v>
                </c:pt>
                <c:pt idx="69">
                  <c:v>0</c:v>
                </c:pt>
                <c:pt idx="70">
                  <c:v>0</c:v>
                </c:pt>
                <c:pt idx="71">
                  <c:v>0</c:v>
                </c:pt>
                <c:pt idx="72">
                  <c:v>0</c:v>
                </c:pt>
                <c:pt idx="73">
                  <c:v>1304</c:v>
                </c:pt>
                <c:pt idx="74">
                  <c:v>684</c:v>
                </c:pt>
                <c:pt idx="75">
                  <c:v>0</c:v>
                </c:pt>
                <c:pt idx="76">
                  <c:v>0</c:v>
                </c:pt>
                <c:pt idx="77">
                  <c:v>0</c:v>
                </c:pt>
                <c:pt idx="78">
                  <c:v>710</c:v>
                </c:pt>
                <c:pt idx="79">
                  <c:v>910</c:v>
                </c:pt>
                <c:pt idx="80">
                  <c:v>1004</c:v>
                </c:pt>
                <c:pt idx="81">
                  <c:v>1345</c:v>
                </c:pt>
                <c:pt idx="82">
                  <c:v>844</c:v>
                </c:pt>
                <c:pt idx="83">
                  <c:v>593</c:v>
                </c:pt>
                <c:pt idx="84">
                  <c:v>0</c:v>
                </c:pt>
                <c:pt idx="85">
                  <c:v>0</c:v>
                </c:pt>
                <c:pt idx="86">
                  <c:v>0</c:v>
                </c:pt>
                <c:pt idx="87">
                  <c:v>0</c:v>
                </c:pt>
                <c:pt idx="88">
                  <c:v>0</c:v>
                </c:pt>
                <c:pt idx="89">
                  <c:v>0</c:v>
                </c:pt>
                <c:pt idx="90">
                  <c:v>0</c:v>
                </c:pt>
                <c:pt idx="91">
                  <c:v>0</c:v>
                </c:pt>
                <c:pt idx="92">
                  <c:v>822</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887</c:v>
                </c:pt>
                <c:pt idx="108">
                  <c:v>0</c:v>
                </c:pt>
                <c:pt idx="109">
                  <c:v>634</c:v>
                </c:pt>
                <c:pt idx="110">
                  <c:v>915</c:v>
                </c:pt>
                <c:pt idx="111">
                  <c:v>0</c:v>
                </c:pt>
                <c:pt idx="112">
                  <c:v>0</c:v>
                </c:pt>
                <c:pt idx="113">
                  <c:v>0</c:v>
                </c:pt>
                <c:pt idx="114">
                  <c:v>0</c:v>
                </c:pt>
                <c:pt idx="115">
                  <c:v>0</c:v>
                </c:pt>
                <c:pt idx="116">
                  <c:v>0</c:v>
                </c:pt>
                <c:pt idx="117">
                  <c:v>0</c:v>
                </c:pt>
                <c:pt idx="118">
                  <c:v>942</c:v>
                </c:pt>
                <c:pt idx="119">
                  <c:v>0</c:v>
                </c:pt>
                <c:pt idx="120">
                  <c:v>0</c:v>
                </c:pt>
                <c:pt idx="121">
                  <c:v>0</c:v>
                </c:pt>
                <c:pt idx="122">
                  <c:v>0</c:v>
                </c:pt>
                <c:pt idx="123">
                  <c:v>0</c:v>
                </c:pt>
                <c:pt idx="124">
                  <c:v>0</c:v>
                </c:pt>
                <c:pt idx="125">
                  <c:v>0</c:v>
                </c:pt>
                <c:pt idx="126">
                  <c:v>468</c:v>
                </c:pt>
                <c:pt idx="127">
                  <c:v>0</c:v>
                </c:pt>
                <c:pt idx="128">
                  <c:v>0</c:v>
                </c:pt>
                <c:pt idx="129">
                  <c:v>585</c:v>
                </c:pt>
                <c:pt idx="130">
                  <c:v>0</c:v>
                </c:pt>
                <c:pt idx="131">
                  <c:v>0</c:v>
                </c:pt>
                <c:pt idx="132">
                  <c:v>0</c:v>
                </c:pt>
                <c:pt idx="133">
                  <c:v>484</c:v>
                </c:pt>
                <c:pt idx="134">
                  <c:v>0</c:v>
                </c:pt>
                <c:pt idx="135">
                  <c:v>0</c:v>
                </c:pt>
                <c:pt idx="136">
                  <c:v>0</c:v>
                </c:pt>
                <c:pt idx="137">
                  <c:v>0</c:v>
                </c:pt>
                <c:pt idx="138">
                  <c:v>0</c:v>
                </c:pt>
                <c:pt idx="139">
                  <c:v>0</c:v>
                </c:pt>
                <c:pt idx="140">
                  <c:v>0</c:v>
                </c:pt>
                <c:pt idx="141">
                  <c:v>0</c:v>
                </c:pt>
                <c:pt idx="142">
                  <c:v>1043</c:v>
                </c:pt>
                <c:pt idx="143">
                  <c:v>0</c:v>
                </c:pt>
                <c:pt idx="144">
                  <c:v>0</c:v>
                </c:pt>
                <c:pt idx="145">
                  <c:v>0</c:v>
                </c:pt>
                <c:pt idx="146">
                  <c:v>0</c:v>
                </c:pt>
                <c:pt idx="147">
                  <c:v>0</c:v>
                </c:pt>
                <c:pt idx="148">
                  <c:v>0</c:v>
                </c:pt>
                <c:pt idx="149">
                  <c:v>621</c:v>
                </c:pt>
                <c:pt idx="150">
                  <c:v>1242</c:v>
                </c:pt>
                <c:pt idx="151">
                  <c:v>0</c:v>
                </c:pt>
                <c:pt idx="152">
                  <c:v>1025</c:v>
                </c:pt>
                <c:pt idx="153">
                  <c:v>500</c:v>
                </c:pt>
                <c:pt idx="154">
                  <c:v>0</c:v>
                </c:pt>
                <c:pt idx="155">
                  <c:v>0</c:v>
                </c:pt>
                <c:pt idx="156">
                  <c:v>942</c:v>
                </c:pt>
                <c:pt idx="157">
                  <c:v>0</c:v>
                </c:pt>
                <c:pt idx="158">
                  <c:v>876</c:v>
                </c:pt>
                <c:pt idx="159">
                  <c:v>0</c:v>
                </c:pt>
                <c:pt idx="160">
                  <c:v>0</c:v>
                </c:pt>
                <c:pt idx="161">
                  <c:v>0</c:v>
                </c:pt>
                <c:pt idx="162">
                  <c:v>479</c:v>
                </c:pt>
                <c:pt idx="163">
                  <c:v>0</c:v>
                </c:pt>
                <c:pt idx="164">
                  <c:v>402</c:v>
                </c:pt>
                <c:pt idx="165">
                  <c:v>0</c:v>
                </c:pt>
                <c:pt idx="166">
                  <c:v>0</c:v>
                </c:pt>
                <c:pt idx="167">
                  <c:v>0</c:v>
                </c:pt>
                <c:pt idx="168">
                  <c:v>0</c:v>
                </c:pt>
                <c:pt idx="169">
                  <c:v>0</c:v>
                </c:pt>
                <c:pt idx="170">
                  <c:v>0</c:v>
                </c:pt>
                <c:pt idx="171">
                  <c:v>0</c:v>
                </c:pt>
                <c:pt idx="172">
                  <c:v>0</c:v>
                </c:pt>
                <c:pt idx="173">
                  <c:v>0</c:v>
                </c:pt>
                <c:pt idx="174">
                  <c:v>735</c:v>
                </c:pt>
                <c:pt idx="175">
                  <c:v>685</c:v>
                </c:pt>
                <c:pt idx="176">
                  <c:v>0</c:v>
                </c:pt>
                <c:pt idx="177">
                  <c:v>0</c:v>
                </c:pt>
                <c:pt idx="178">
                  <c:v>0</c:v>
                </c:pt>
                <c:pt idx="179">
                  <c:v>0</c:v>
                </c:pt>
                <c:pt idx="180">
                  <c:v>0</c:v>
                </c:pt>
                <c:pt idx="181">
                  <c:v>0</c:v>
                </c:pt>
                <c:pt idx="182">
                  <c:v>0</c:v>
                </c:pt>
                <c:pt idx="183">
                  <c:v>0</c:v>
                </c:pt>
                <c:pt idx="184">
                  <c:v>863</c:v>
                </c:pt>
                <c:pt idx="185">
                  <c:v>0</c:v>
                </c:pt>
                <c:pt idx="186">
                  <c:v>0</c:v>
                </c:pt>
                <c:pt idx="187">
                  <c:v>903</c:v>
                </c:pt>
                <c:pt idx="188">
                  <c:v>888</c:v>
                </c:pt>
                <c:pt idx="189">
                  <c:v>0</c:v>
                </c:pt>
                <c:pt idx="190">
                  <c:v>0</c:v>
                </c:pt>
                <c:pt idx="191">
                  <c:v>0</c:v>
                </c:pt>
                <c:pt idx="192">
                  <c:v>0</c:v>
                </c:pt>
                <c:pt idx="193">
                  <c:v>492</c:v>
                </c:pt>
                <c:pt idx="194">
                  <c:v>0</c:v>
                </c:pt>
                <c:pt idx="195">
                  <c:v>0</c:v>
                </c:pt>
                <c:pt idx="196">
                  <c:v>0</c:v>
                </c:pt>
                <c:pt idx="197">
                  <c:v>0</c:v>
                </c:pt>
                <c:pt idx="198">
                  <c:v>780</c:v>
                </c:pt>
                <c:pt idx="199">
                  <c:v>0</c:v>
                </c:pt>
                <c:pt idx="200">
                  <c:v>878</c:v>
                </c:pt>
                <c:pt idx="201">
                  <c:v>0</c:v>
                </c:pt>
                <c:pt idx="202">
                  <c:v>0</c:v>
                </c:pt>
                <c:pt idx="203">
                  <c:v>847</c:v>
                </c:pt>
                <c:pt idx="204">
                  <c:v>0</c:v>
                </c:pt>
                <c:pt idx="205">
                  <c:v>0</c:v>
                </c:pt>
                <c:pt idx="206">
                  <c:v>714</c:v>
                </c:pt>
                <c:pt idx="207">
                  <c:v>938</c:v>
                </c:pt>
                <c:pt idx="208">
                  <c:v>0</c:v>
                </c:pt>
                <c:pt idx="209">
                  <c:v>673</c:v>
                </c:pt>
                <c:pt idx="210">
                  <c:v>0</c:v>
                </c:pt>
                <c:pt idx="211">
                  <c:v>0</c:v>
                </c:pt>
                <c:pt idx="212">
                  <c:v>0</c:v>
                </c:pt>
                <c:pt idx="213">
                  <c:v>0</c:v>
                </c:pt>
                <c:pt idx="214">
                  <c:v>0</c:v>
                </c:pt>
                <c:pt idx="215">
                  <c:v>0</c:v>
                </c:pt>
                <c:pt idx="216">
                  <c:v>0</c:v>
                </c:pt>
                <c:pt idx="217">
                  <c:v>0</c:v>
                </c:pt>
                <c:pt idx="218">
                  <c:v>0</c:v>
                </c:pt>
                <c:pt idx="219">
                  <c:v>0</c:v>
                </c:pt>
                <c:pt idx="220">
                  <c:v>0</c:v>
                </c:pt>
                <c:pt idx="221">
                  <c:v>0</c:v>
                </c:pt>
                <c:pt idx="222">
                  <c:v>1137</c:v>
                </c:pt>
                <c:pt idx="223">
                  <c:v>0</c:v>
                </c:pt>
                <c:pt idx="224">
                  <c:v>0</c:v>
                </c:pt>
                <c:pt idx="225">
                  <c:v>0</c:v>
                </c:pt>
                <c:pt idx="226">
                  <c:v>0</c:v>
                </c:pt>
                <c:pt idx="227">
                  <c:v>0</c:v>
                </c:pt>
                <c:pt idx="228">
                  <c:v>0</c:v>
                </c:pt>
                <c:pt idx="229">
                  <c:v>959</c:v>
                </c:pt>
                <c:pt idx="230">
                  <c:v>0</c:v>
                </c:pt>
                <c:pt idx="231">
                  <c:v>1204</c:v>
                </c:pt>
                <c:pt idx="232">
                  <c:v>0</c:v>
                </c:pt>
                <c:pt idx="233">
                  <c:v>0</c:v>
                </c:pt>
                <c:pt idx="234">
                  <c:v>0</c:v>
                </c:pt>
                <c:pt idx="235">
                  <c:v>0</c:v>
                </c:pt>
                <c:pt idx="236">
                  <c:v>842</c:v>
                </c:pt>
                <c:pt idx="237">
                  <c:v>921</c:v>
                </c:pt>
                <c:pt idx="238">
                  <c:v>0</c:v>
                </c:pt>
                <c:pt idx="239">
                  <c:v>0</c:v>
                </c:pt>
                <c:pt idx="240">
                  <c:v>1173</c:v>
                </c:pt>
                <c:pt idx="241">
                  <c:v>0</c:v>
                </c:pt>
                <c:pt idx="242">
                  <c:v>0</c:v>
                </c:pt>
                <c:pt idx="243">
                  <c:v>0</c:v>
                </c:pt>
                <c:pt idx="244">
                  <c:v>1017</c:v>
                </c:pt>
                <c:pt idx="245">
                  <c:v>0</c:v>
                </c:pt>
                <c:pt idx="246">
                  <c:v>0</c:v>
                </c:pt>
                <c:pt idx="247">
                  <c:v>1069</c:v>
                </c:pt>
                <c:pt idx="248">
                  <c:v>0</c:v>
                </c:pt>
                <c:pt idx="249">
                  <c:v>819</c:v>
                </c:pt>
                <c:pt idx="250">
                  <c:v>530</c:v>
                </c:pt>
                <c:pt idx="251">
                  <c:v>0</c:v>
                </c:pt>
                <c:pt idx="252">
                  <c:v>0</c:v>
                </c:pt>
                <c:pt idx="253">
                  <c:v>0</c:v>
                </c:pt>
                <c:pt idx="254">
                  <c:v>938</c:v>
                </c:pt>
                <c:pt idx="255">
                  <c:v>0</c:v>
                </c:pt>
                <c:pt idx="256">
                  <c:v>465</c:v>
                </c:pt>
                <c:pt idx="257">
                  <c:v>0</c:v>
                </c:pt>
                <c:pt idx="258">
                  <c:v>885</c:v>
                </c:pt>
                <c:pt idx="259">
                  <c:v>555</c:v>
                </c:pt>
                <c:pt idx="260">
                  <c:v>817</c:v>
                </c:pt>
                <c:pt idx="261">
                  <c:v>0</c:v>
                </c:pt>
                <c:pt idx="262">
                  <c:v>0</c:v>
                </c:pt>
                <c:pt idx="263">
                  <c:v>0</c:v>
                </c:pt>
                <c:pt idx="264">
                  <c:v>0</c:v>
                </c:pt>
                <c:pt idx="265">
                  <c:v>0</c:v>
                </c:pt>
                <c:pt idx="266">
                  <c:v>0</c:v>
                </c:pt>
                <c:pt idx="267">
                  <c:v>0</c:v>
                </c:pt>
                <c:pt idx="268">
                  <c:v>0</c:v>
                </c:pt>
                <c:pt idx="269">
                  <c:v>0</c:v>
                </c:pt>
                <c:pt idx="270">
                  <c:v>0</c:v>
                </c:pt>
                <c:pt idx="271">
                  <c:v>0</c:v>
                </c:pt>
                <c:pt idx="272">
                  <c:v>0</c:v>
                </c:pt>
                <c:pt idx="273">
                  <c:v>479</c:v>
                </c:pt>
                <c:pt idx="274">
                  <c:v>0</c:v>
                </c:pt>
                <c:pt idx="275">
                  <c:v>0</c:v>
                </c:pt>
                <c:pt idx="276">
                  <c:v>798</c:v>
                </c:pt>
                <c:pt idx="277">
                  <c:v>0</c:v>
                </c:pt>
                <c:pt idx="278">
                  <c:v>0</c:v>
                </c:pt>
                <c:pt idx="279">
                  <c:v>0</c:v>
                </c:pt>
                <c:pt idx="280">
                  <c:v>0</c:v>
                </c:pt>
                <c:pt idx="281">
                  <c:v>0</c:v>
                </c:pt>
                <c:pt idx="282">
                  <c:v>0</c:v>
                </c:pt>
                <c:pt idx="283">
                  <c:v>532</c:v>
                </c:pt>
                <c:pt idx="284">
                  <c:v>0</c:v>
                </c:pt>
                <c:pt idx="285">
                  <c:v>0</c:v>
                </c:pt>
                <c:pt idx="286">
                  <c:v>740</c:v>
                </c:pt>
                <c:pt idx="287">
                  <c:v>0</c:v>
                </c:pt>
                <c:pt idx="288">
                  <c:v>0</c:v>
                </c:pt>
                <c:pt idx="289">
                  <c:v>0</c:v>
                </c:pt>
                <c:pt idx="290">
                  <c:v>0</c:v>
                </c:pt>
                <c:pt idx="291">
                  <c:v>0</c:v>
                </c:pt>
                <c:pt idx="292">
                  <c:v>718</c:v>
                </c:pt>
                <c:pt idx="293">
                  <c:v>764</c:v>
                </c:pt>
                <c:pt idx="294">
                  <c:v>1052</c:v>
                </c:pt>
                <c:pt idx="295">
                  <c:v>1201</c:v>
                </c:pt>
                <c:pt idx="296">
                  <c:v>0</c:v>
                </c:pt>
                <c:pt idx="297">
                  <c:v>0</c:v>
                </c:pt>
                <c:pt idx="298">
                  <c:v>1034</c:v>
                </c:pt>
                <c:pt idx="299">
                  <c:v>663</c:v>
                </c:pt>
                <c:pt idx="300">
                  <c:v>0</c:v>
                </c:pt>
                <c:pt idx="301">
                  <c:v>0</c:v>
                </c:pt>
                <c:pt idx="302">
                  <c:v>667</c:v>
                </c:pt>
                <c:pt idx="303">
                  <c:v>0</c:v>
                </c:pt>
                <c:pt idx="304">
                  <c:v>1074</c:v>
                </c:pt>
                <c:pt idx="305">
                  <c:v>1056</c:v>
                </c:pt>
                <c:pt idx="306">
                  <c:v>0</c:v>
                </c:pt>
                <c:pt idx="307">
                  <c:v>0</c:v>
                </c:pt>
                <c:pt idx="308">
                  <c:v>0</c:v>
                </c:pt>
                <c:pt idx="309">
                  <c:v>0</c:v>
                </c:pt>
                <c:pt idx="310">
                  <c:v>680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598</c:v>
                </c:pt>
                <c:pt idx="325">
                  <c:v>0</c:v>
                </c:pt>
                <c:pt idx="326">
                  <c:v>0</c:v>
                </c:pt>
                <c:pt idx="327">
                  <c:v>0</c:v>
                </c:pt>
                <c:pt idx="328">
                  <c:v>920</c:v>
                </c:pt>
                <c:pt idx="329">
                  <c:v>0</c:v>
                </c:pt>
                <c:pt idx="330">
                  <c:v>0</c:v>
                </c:pt>
                <c:pt idx="331">
                  <c:v>842</c:v>
                </c:pt>
                <c:pt idx="332">
                  <c:v>482</c:v>
                </c:pt>
                <c:pt idx="333">
                  <c:v>0</c:v>
                </c:pt>
                <c:pt idx="334">
                  <c:v>0</c:v>
                </c:pt>
                <c:pt idx="335">
                  <c:v>0</c:v>
                </c:pt>
                <c:pt idx="336">
                  <c:v>0</c:v>
                </c:pt>
                <c:pt idx="337">
                  <c:v>0</c:v>
                </c:pt>
                <c:pt idx="338">
                  <c:v>767</c:v>
                </c:pt>
                <c:pt idx="339">
                  <c:v>0</c:v>
                </c:pt>
                <c:pt idx="340">
                  <c:v>608</c:v>
                </c:pt>
                <c:pt idx="341">
                  <c:v>0</c:v>
                </c:pt>
                <c:pt idx="342">
                  <c:v>0</c:v>
                </c:pt>
                <c:pt idx="343">
                  <c:v>0</c:v>
                </c:pt>
                <c:pt idx="344">
                  <c:v>0</c:v>
                </c:pt>
                <c:pt idx="345">
                  <c:v>0</c:v>
                </c:pt>
                <c:pt idx="346">
                  <c:v>0</c:v>
                </c:pt>
                <c:pt idx="347">
                  <c:v>0</c:v>
                </c:pt>
                <c:pt idx="348">
                  <c:v>0</c:v>
                </c:pt>
                <c:pt idx="349">
                  <c:v>677</c:v>
                </c:pt>
                <c:pt idx="350">
                  <c:v>0</c:v>
                </c:pt>
                <c:pt idx="351">
                  <c:v>0</c:v>
                </c:pt>
                <c:pt idx="352">
                  <c:v>0</c:v>
                </c:pt>
                <c:pt idx="353">
                  <c:v>710</c:v>
                </c:pt>
                <c:pt idx="354">
                  <c:v>1010</c:v>
                </c:pt>
                <c:pt idx="355">
                  <c:v>0</c:v>
                </c:pt>
                <c:pt idx="356">
                  <c:v>0</c:v>
                </c:pt>
                <c:pt idx="357">
                  <c:v>0</c:v>
                </c:pt>
                <c:pt idx="358">
                  <c:v>949</c:v>
                </c:pt>
                <c:pt idx="359">
                  <c:v>0</c:v>
                </c:pt>
                <c:pt idx="360">
                  <c:v>0</c:v>
                </c:pt>
                <c:pt idx="361">
                  <c:v>883</c:v>
                </c:pt>
                <c:pt idx="362">
                  <c:v>0</c:v>
                </c:pt>
                <c:pt idx="363">
                  <c:v>1171</c:v>
                </c:pt>
                <c:pt idx="364">
                  <c:v>926</c:v>
                </c:pt>
                <c:pt idx="365">
                  <c:v>0</c:v>
                </c:pt>
                <c:pt idx="366">
                  <c:v>0</c:v>
                </c:pt>
                <c:pt idx="367">
                  <c:v>933</c:v>
                </c:pt>
                <c:pt idx="368">
                  <c:v>0</c:v>
                </c:pt>
                <c:pt idx="369">
                  <c:v>927</c:v>
                </c:pt>
                <c:pt idx="370">
                  <c:v>0</c:v>
                </c:pt>
                <c:pt idx="371">
                  <c:v>0</c:v>
                </c:pt>
                <c:pt idx="372">
                  <c:v>0</c:v>
                </c:pt>
                <c:pt idx="373">
                  <c:v>0</c:v>
                </c:pt>
                <c:pt idx="374">
                  <c:v>0</c:v>
                </c:pt>
                <c:pt idx="375">
                  <c:v>0</c:v>
                </c:pt>
                <c:pt idx="376">
                  <c:v>695</c:v>
                </c:pt>
                <c:pt idx="377">
                  <c:v>0</c:v>
                </c:pt>
                <c:pt idx="378">
                  <c:v>759</c:v>
                </c:pt>
                <c:pt idx="379">
                  <c:v>0</c:v>
                </c:pt>
                <c:pt idx="380">
                  <c:v>0</c:v>
                </c:pt>
                <c:pt idx="381">
                  <c:v>810</c:v>
                </c:pt>
                <c:pt idx="382">
                  <c:v>552</c:v>
                </c:pt>
                <c:pt idx="383">
                  <c:v>0</c:v>
                </c:pt>
                <c:pt idx="384">
                  <c:v>0</c:v>
                </c:pt>
                <c:pt idx="385">
                  <c:v>978</c:v>
                </c:pt>
                <c:pt idx="386">
                  <c:v>0</c:v>
                </c:pt>
                <c:pt idx="387">
                  <c:v>0</c:v>
                </c:pt>
                <c:pt idx="388">
                  <c:v>987</c:v>
                </c:pt>
                <c:pt idx="389">
                  <c:v>0</c:v>
                </c:pt>
                <c:pt idx="390">
                  <c:v>0</c:v>
                </c:pt>
                <c:pt idx="391">
                  <c:v>475</c:v>
                </c:pt>
                <c:pt idx="392">
                  <c:v>0</c:v>
                </c:pt>
                <c:pt idx="393">
                  <c:v>0</c:v>
                </c:pt>
                <c:pt idx="394">
                  <c:v>0</c:v>
                </c:pt>
                <c:pt idx="395">
                  <c:v>0</c:v>
                </c:pt>
                <c:pt idx="396">
                  <c:v>0</c:v>
                </c:pt>
                <c:pt idx="397">
                  <c:v>0</c:v>
                </c:pt>
                <c:pt idx="398">
                  <c:v>0</c:v>
                </c:pt>
                <c:pt idx="399">
                  <c:v>0</c:v>
                </c:pt>
                <c:pt idx="400">
                  <c:v>0</c:v>
                </c:pt>
                <c:pt idx="401">
                  <c:v>0</c:v>
                </c:pt>
                <c:pt idx="402">
                  <c:v>0</c:v>
                </c:pt>
                <c:pt idx="403">
                  <c:v>1143</c:v>
                </c:pt>
                <c:pt idx="404">
                  <c:v>0</c:v>
                </c:pt>
                <c:pt idx="405">
                  <c:v>0</c:v>
                </c:pt>
                <c:pt idx="406">
                  <c:v>0</c:v>
                </c:pt>
                <c:pt idx="407">
                  <c:v>1169</c:v>
                </c:pt>
                <c:pt idx="408">
                  <c:v>1096</c:v>
                </c:pt>
                <c:pt idx="409">
                  <c:v>0</c:v>
                </c:pt>
                <c:pt idx="410">
                  <c:v>1293</c:v>
                </c:pt>
                <c:pt idx="411">
                  <c:v>0</c:v>
                </c:pt>
                <c:pt idx="412">
                  <c:v>0</c:v>
                </c:pt>
                <c:pt idx="413">
                  <c:v>0</c:v>
                </c:pt>
                <c:pt idx="414">
                  <c:v>1213</c:v>
                </c:pt>
                <c:pt idx="415">
                  <c:v>811</c:v>
                </c:pt>
                <c:pt idx="416">
                  <c:v>0</c:v>
                </c:pt>
                <c:pt idx="417">
                  <c:v>0</c:v>
                </c:pt>
                <c:pt idx="418">
                  <c:v>1004</c:v>
                </c:pt>
                <c:pt idx="419">
                  <c:v>0</c:v>
                </c:pt>
                <c:pt idx="420">
                  <c:v>980</c:v>
                </c:pt>
                <c:pt idx="421">
                  <c:v>0</c:v>
                </c:pt>
                <c:pt idx="422">
                  <c:v>0</c:v>
                </c:pt>
                <c:pt idx="423">
                  <c:v>0</c:v>
                </c:pt>
                <c:pt idx="424">
                  <c:v>0</c:v>
                </c:pt>
                <c:pt idx="425">
                  <c:v>906</c:v>
                </c:pt>
                <c:pt idx="426">
                  <c:v>0</c:v>
                </c:pt>
                <c:pt idx="427">
                  <c:v>812</c:v>
                </c:pt>
                <c:pt idx="428">
                  <c:v>0</c:v>
                </c:pt>
                <c:pt idx="429">
                  <c:v>0</c:v>
                </c:pt>
                <c:pt idx="430">
                  <c:v>556</c:v>
                </c:pt>
                <c:pt idx="431">
                  <c:v>0</c:v>
                </c:pt>
                <c:pt idx="432">
                  <c:v>0</c:v>
                </c:pt>
                <c:pt idx="433">
                  <c:v>989</c:v>
                </c:pt>
                <c:pt idx="434">
                  <c:v>0</c:v>
                </c:pt>
                <c:pt idx="435">
                  <c:v>0</c:v>
                </c:pt>
                <c:pt idx="436">
                  <c:v>0</c:v>
                </c:pt>
                <c:pt idx="437">
                  <c:v>0</c:v>
                </c:pt>
                <c:pt idx="438">
                  <c:v>773</c:v>
                </c:pt>
                <c:pt idx="439">
                  <c:v>0</c:v>
                </c:pt>
                <c:pt idx="440">
                  <c:v>0</c:v>
                </c:pt>
                <c:pt idx="441">
                  <c:v>0</c:v>
                </c:pt>
                <c:pt idx="442">
                  <c:v>751</c:v>
                </c:pt>
                <c:pt idx="443">
                  <c:v>0</c:v>
                </c:pt>
                <c:pt idx="444">
                  <c:v>0</c:v>
                </c:pt>
                <c:pt idx="445">
                  <c:v>756</c:v>
                </c:pt>
                <c:pt idx="446">
                  <c:v>1424</c:v>
                </c:pt>
                <c:pt idx="447">
                  <c:v>0</c:v>
                </c:pt>
                <c:pt idx="448">
                  <c:v>458</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958</c:v>
                </c:pt>
                <c:pt idx="466">
                  <c:v>0</c:v>
                </c:pt>
                <c:pt idx="467">
                  <c:v>0</c:v>
                </c:pt>
                <c:pt idx="468">
                  <c:v>1022</c:v>
                </c:pt>
                <c:pt idx="469">
                  <c:v>0</c:v>
                </c:pt>
                <c:pt idx="470">
                  <c:v>0</c:v>
                </c:pt>
                <c:pt idx="471">
                  <c:v>1322</c:v>
                </c:pt>
                <c:pt idx="472">
                  <c:v>714</c:v>
                </c:pt>
                <c:pt idx="473">
                  <c:v>0</c:v>
                </c:pt>
                <c:pt idx="474">
                  <c:v>0</c:v>
                </c:pt>
                <c:pt idx="475">
                  <c:v>0</c:v>
                </c:pt>
                <c:pt idx="476">
                  <c:v>0</c:v>
                </c:pt>
                <c:pt idx="477">
                  <c:v>964</c:v>
                </c:pt>
                <c:pt idx="478">
                  <c:v>0</c:v>
                </c:pt>
                <c:pt idx="479">
                  <c:v>0</c:v>
                </c:pt>
                <c:pt idx="480">
                  <c:v>0</c:v>
                </c:pt>
                <c:pt idx="481">
                  <c:v>0</c:v>
                </c:pt>
                <c:pt idx="482">
                  <c:v>0</c:v>
                </c:pt>
                <c:pt idx="483">
                  <c:v>0</c:v>
                </c:pt>
                <c:pt idx="484">
                  <c:v>0</c:v>
                </c:pt>
                <c:pt idx="485">
                  <c:v>0</c:v>
                </c:pt>
                <c:pt idx="486">
                  <c:v>0</c:v>
                </c:pt>
                <c:pt idx="487">
                  <c:v>470</c:v>
                </c:pt>
                <c:pt idx="488">
                  <c:v>0</c:v>
                </c:pt>
                <c:pt idx="489">
                  <c:v>0</c:v>
                </c:pt>
                <c:pt idx="490">
                  <c:v>0</c:v>
                </c:pt>
                <c:pt idx="491">
                  <c:v>0</c:v>
                </c:pt>
                <c:pt idx="492">
                  <c:v>1364</c:v>
                </c:pt>
                <c:pt idx="493">
                  <c:v>0</c:v>
                </c:pt>
                <c:pt idx="494">
                  <c:v>1299</c:v>
                </c:pt>
                <c:pt idx="495">
                  <c:v>0</c:v>
                </c:pt>
                <c:pt idx="496">
                  <c:v>725</c:v>
                </c:pt>
                <c:pt idx="497">
                  <c:v>1701</c:v>
                </c:pt>
                <c:pt idx="498">
                  <c:v>0</c:v>
                </c:pt>
                <c:pt idx="499">
                  <c:v>1020</c:v>
                </c:pt>
                <c:pt idx="500">
                  <c:v>0</c:v>
                </c:pt>
                <c:pt idx="501">
                  <c:v>0</c:v>
                </c:pt>
                <c:pt idx="502">
                  <c:v>0</c:v>
                </c:pt>
                <c:pt idx="503">
                  <c:v>0</c:v>
                </c:pt>
                <c:pt idx="504">
                  <c:v>739</c:v>
                </c:pt>
                <c:pt idx="505">
                  <c:v>0</c:v>
                </c:pt>
                <c:pt idx="506">
                  <c:v>0</c:v>
                </c:pt>
                <c:pt idx="507">
                  <c:v>1675</c:v>
                </c:pt>
                <c:pt idx="508">
                  <c:v>606</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776</c:v>
                </c:pt>
                <c:pt idx="525">
                  <c:v>0</c:v>
                </c:pt>
                <c:pt idx="526">
                  <c:v>1105</c:v>
                </c:pt>
                <c:pt idx="527">
                  <c:v>0</c:v>
                </c:pt>
                <c:pt idx="528">
                  <c:v>0</c:v>
                </c:pt>
                <c:pt idx="529">
                  <c:v>847</c:v>
                </c:pt>
                <c:pt idx="530">
                  <c:v>0</c:v>
                </c:pt>
                <c:pt idx="531">
                  <c:v>0</c:v>
                </c:pt>
                <c:pt idx="532">
                  <c:v>0</c:v>
                </c:pt>
                <c:pt idx="533">
                  <c:v>0</c:v>
                </c:pt>
                <c:pt idx="534">
                  <c:v>0</c:v>
                </c:pt>
                <c:pt idx="535">
                  <c:v>0</c:v>
                </c:pt>
                <c:pt idx="536">
                  <c:v>1144</c:v>
                </c:pt>
                <c:pt idx="537">
                  <c:v>0</c:v>
                </c:pt>
                <c:pt idx="538">
                  <c:v>0</c:v>
                </c:pt>
                <c:pt idx="539">
                  <c:v>0</c:v>
                </c:pt>
                <c:pt idx="540">
                  <c:v>1139</c:v>
                </c:pt>
                <c:pt idx="541">
                  <c:v>821</c:v>
                </c:pt>
                <c:pt idx="542">
                  <c:v>0</c:v>
                </c:pt>
                <c:pt idx="543">
                  <c:v>0</c:v>
                </c:pt>
                <c:pt idx="544">
                  <c:v>0</c:v>
                </c:pt>
                <c:pt idx="545">
                  <c:v>0</c:v>
                </c:pt>
                <c:pt idx="546">
                  <c:v>0</c:v>
                </c:pt>
                <c:pt idx="547">
                  <c:v>0</c:v>
                </c:pt>
                <c:pt idx="548">
                  <c:v>0</c:v>
                </c:pt>
                <c:pt idx="549">
                  <c:v>0</c:v>
                </c:pt>
                <c:pt idx="550">
                  <c:v>0</c:v>
                </c:pt>
                <c:pt idx="551">
                  <c:v>0</c:v>
                </c:pt>
                <c:pt idx="552">
                  <c:v>0</c:v>
                </c:pt>
                <c:pt idx="553">
                  <c:v>1445</c:v>
                </c:pt>
                <c:pt idx="554">
                  <c:v>0</c:v>
                </c:pt>
                <c:pt idx="555">
                  <c:v>0</c:v>
                </c:pt>
                <c:pt idx="556">
                  <c:v>0</c:v>
                </c:pt>
                <c:pt idx="557">
                  <c:v>0</c:v>
                </c:pt>
                <c:pt idx="558">
                  <c:v>1598</c:v>
                </c:pt>
                <c:pt idx="559">
                  <c:v>0</c:v>
                </c:pt>
                <c:pt idx="560">
                  <c:v>1363</c:v>
                </c:pt>
                <c:pt idx="561">
                  <c:v>0</c:v>
                </c:pt>
                <c:pt idx="562">
                  <c:v>0</c:v>
                </c:pt>
                <c:pt idx="563">
                  <c:v>1020</c:v>
                </c:pt>
                <c:pt idx="564">
                  <c:v>705</c:v>
                </c:pt>
                <c:pt idx="565">
                  <c:v>0</c:v>
                </c:pt>
                <c:pt idx="566">
                  <c:v>0</c:v>
                </c:pt>
                <c:pt idx="567">
                  <c:v>0</c:v>
                </c:pt>
                <c:pt idx="568">
                  <c:v>0</c:v>
                </c:pt>
                <c:pt idx="569">
                  <c:v>0</c:v>
                </c:pt>
                <c:pt idx="570">
                  <c:v>0</c:v>
                </c:pt>
                <c:pt idx="571">
                  <c:v>1497</c:v>
                </c:pt>
                <c:pt idx="572">
                  <c:v>0</c:v>
                </c:pt>
                <c:pt idx="573">
                  <c:v>0</c:v>
                </c:pt>
                <c:pt idx="574">
                  <c:v>742</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732</c:v>
                </c:pt>
                <c:pt idx="591">
                  <c:v>900</c:v>
                </c:pt>
                <c:pt idx="592">
                  <c:v>0</c:v>
                </c:pt>
                <c:pt idx="593">
                  <c:v>0</c:v>
                </c:pt>
                <c:pt idx="594">
                  <c:v>0</c:v>
                </c:pt>
                <c:pt idx="595">
                  <c:v>922</c:v>
                </c:pt>
                <c:pt idx="596">
                  <c:v>0</c:v>
                </c:pt>
                <c:pt idx="597">
                  <c:v>0</c:v>
                </c:pt>
                <c:pt idx="598">
                  <c:v>0</c:v>
                </c:pt>
                <c:pt idx="599">
                  <c:v>0</c:v>
                </c:pt>
                <c:pt idx="600">
                  <c:v>0</c:v>
                </c:pt>
                <c:pt idx="601">
                  <c:v>1016</c:v>
                </c:pt>
                <c:pt idx="602">
                  <c:v>0</c:v>
                </c:pt>
                <c:pt idx="603">
                  <c:v>927</c:v>
                </c:pt>
                <c:pt idx="604">
                  <c:v>0</c:v>
                </c:pt>
                <c:pt idx="605">
                  <c:v>0</c:v>
                </c:pt>
                <c:pt idx="606">
                  <c:v>0</c:v>
                </c:pt>
                <c:pt idx="607">
                  <c:v>0</c:v>
                </c:pt>
                <c:pt idx="608">
                  <c:v>0</c:v>
                </c:pt>
                <c:pt idx="609">
                  <c:v>0</c:v>
                </c:pt>
                <c:pt idx="610">
                  <c:v>0</c:v>
                </c:pt>
                <c:pt idx="611">
                  <c:v>0</c:v>
                </c:pt>
                <c:pt idx="612">
                  <c:v>0</c:v>
                </c:pt>
                <c:pt idx="613">
                  <c:v>753</c:v>
                </c:pt>
                <c:pt idx="614">
                  <c:v>932</c:v>
                </c:pt>
                <c:pt idx="615">
                  <c:v>0</c:v>
                </c:pt>
                <c:pt idx="616">
                  <c:v>1011</c:v>
                </c:pt>
                <c:pt idx="617">
                  <c:v>0</c:v>
                </c:pt>
                <c:pt idx="618">
                  <c:v>0</c:v>
                </c:pt>
                <c:pt idx="619">
                  <c:v>834</c:v>
                </c:pt>
                <c:pt idx="620">
                  <c:v>0</c:v>
                </c:pt>
                <c:pt idx="621">
                  <c:v>0</c:v>
                </c:pt>
                <c:pt idx="622">
                  <c:v>0</c:v>
                </c:pt>
                <c:pt idx="623">
                  <c:v>0</c:v>
                </c:pt>
                <c:pt idx="624">
                  <c:v>0</c:v>
                </c:pt>
                <c:pt idx="625">
                  <c:v>0</c:v>
                </c:pt>
                <c:pt idx="626">
                  <c:v>0</c:v>
                </c:pt>
                <c:pt idx="627">
                  <c:v>0</c:v>
                </c:pt>
                <c:pt idx="628">
                  <c:v>502</c:v>
                </c:pt>
                <c:pt idx="629">
                  <c:v>0</c:v>
                </c:pt>
                <c:pt idx="630">
                  <c:v>719</c:v>
                </c:pt>
                <c:pt idx="631">
                  <c:v>762</c:v>
                </c:pt>
                <c:pt idx="632">
                  <c:v>0</c:v>
                </c:pt>
                <c:pt idx="633">
                  <c:v>0</c:v>
                </c:pt>
                <c:pt idx="634">
                  <c:v>0</c:v>
                </c:pt>
                <c:pt idx="635">
                  <c:v>0</c:v>
                </c:pt>
                <c:pt idx="636">
                  <c:v>1188</c:v>
                </c:pt>
                <c:pt idx="637">
                  <c:v>0</c:v>
                </c:pt>
                <c:pt idx="638">
                  <c:v>0</c:v>
                </c:pt>
                <c:pt idx="639">
                  <c:v>0</c:v>
                </c:pt>
                <c:pt idx="640">
                  <c:v>841</c:v>
                </c:pt>
                <c:pt idx="641">
                  <c:v>0</c:v>
                </c:pt>
                <c:pt idx="642">
                  <c:v>717</c:v>
                </c:pt>
                <c:pt idx="643">
                  <c:v>0</c:v>
                </c:pt>
                <c:pt idx="644">
                  <c:v>0</c:v>
                </c:pt>
                <c:pt idx="645">
                  <c:v>0</c:v>
                </c:pt>
                <c:pt idx="646">
                  <c:v>711</c:v>
                </c:pt>
                <c:pt idx="647">
                  <c:v>0</c:v>
                </c:pt>
                <c:pt idx="648">
                  <c:v>0</c:v>
                </c:pt>
                <c:pt idx="649">
                  <c:v>992</c:v>
                </c:pt>
                <c:pt idx="650">
                  <c:v>0</c:v>
                </c:pt>
                <c:pt idx="651">
                  <c:v>0</c:v>
                </c:pt>
                <c:pt idx="652">
                  <c:v>0</c:v>
                </c:pt>
                <c:pt idx="653">
                  <c:v>0</c:v>
                </c:pt>
                <c:pt idx="654">
                  <c:v>0</c:v>
                </c:pt>
                <c:pt idx="655">
                  <c:v>0</c:v>
                </c:pt>
                <c:pt idx="656">
                  <c:v>0</c:v>
                </c:pt>
                <c:pt idx="657">
                  <c:v>0</c:v>
                </c:pt>
                <c:pt idx="658">
                  <c:v>979</c:v>
                </c:pt>
                <c:pt idx="659">
                  <c:v>0</c:v>
                </c:pt>
                <c:pt idx="660">
                  <c:v>0</c:v>
                </c:pt>
                <c:pt idx="661">
                  <c:v>1072</c:v>
                </c:pt>
                <c:pt idx="662">
                  <c:v>0</c:v>
                </c:pt>
                <c:pt idx="663">
                  <c:v>0</c:v>
                </c:pt>
                <c:pt idx="664">
                  <c:v>779</c:v>
                </c:pt>
                <c:pt idx="665">
                  <c:v>1418</c:v>
                </c:pt>
                <c:pt idx="666">
                  <c:v>0</c:v>
                </c:pt>
                <c:pt idx="667">
                  <c:v>0</c:v>
                </c:pt>
                <c:pt idx="668">
                  <c:v>1725</c:v>
                </c:pt>
                <c:pt idx="669">
                  <c:v>0</c:v>
                </c:pt>
                <c:pt idx="670">
                  <c:v>0</c:v>
                </c:pt>
                <c:pt idx="671">
                  <c:v>0</c:v>
                </c:pt>
                <c:pt idx="672">
                  <c:v>0</c:v>
                </c:pt>
                <c:pt idx="673">
                  <c:v>0</c:v>
                </c:pt>
                <c:pt idx="674">
                  <c:v>0</c:v>
                </c:pt>
                <c:pt idx="675">
                  <c:v>0</c:v>
                </c:pt>
                <c:pt idx="676">
                  <c:v>0</c:v>
                </c:pt>
                <c:pt idx="677">
                  <c:v>1043</c:v>
                </c:pt>
                <c:pt idx="678">
                  <c:v>0</c:v>
                </c:pt>
                <c:pt idx="679">
                  <c:v>0</c:v>
                </c:pt>
                <c:pt idx="680">
                  <c:v>0</c:v>
                </c:pt>
                <c:pt idx="681">
                  <c:v>1398</c:v>
                </c:pt>
                <c:pt idx="682">
                  <c:v>0</c:v>
                </c:pt>
                <c:pt idx="683">
                  <c:v>0</c:v>
                </c:pt>
                <c:pt idx="684">
                  <c:v>0</c:v>
                </c:pt>
                <c:pt idx="685">
                  <c:v>0</c:v>
                </c:pt>
                <c:pt idx="686">
                  <c:v>0</c:v>
                </c:pt>
                <c:pt idx="687">
                  <c:v>0</c:v>
                </c:pt>
                <c:pt idx="688">
                  <c:v>0</c:v>
                </c:pt>
                <c:pt idx="689">
                  <c:v>0</c:v>
                </c:pt>
                <c:pt idx="690">
                  <c:v>0</c:v>
                </c:pt>
                <c:pt idx="691">
                  <c:v>394</c:v>
                </c:pt>
                <c:pt idx="692">
                  <c:v>1634</c:v>
                </c:pt>
                <c:pt idx="693">
                  <c:v>1103</c:v>
                </c:pt>
                <c:pt idx="694">
                  <c:v>1056</c:v>
                </c:pt>
                <c:pt idx="695">
                  <c:v>0</c:v>
                </c:pt>
                <c:pt idx="696">
                  <c:v>0</c:v>
                </c:pt>
                <c:pt idx="697">
                  <c:v>1005</c:v>
                </c:pt>
                <c:pt idx="698">
                  <c:v>1316</c:v>
                </c:pt>
                <c:pt idx="699">
                  <c:v>393</c:v>
                </c:pt>
                <c:pt idx="700">
                  <c:v>0</c:v>
                </c:pt>
                <c:pt idx="701">
                  <c:v>1001</c:v>
                </c:pt>
                <c:pt idx="702">
                  <c:v>0</c:v>
                </c:pt>
                <c:pt idx="703">
                  <c:v>586</c:v>
                </c:pt>
                <c:pt idx="704">
                  <c:v>0</c:v>
                </c:pt>
                <c:pt idx="705">
                  <c:v>0</c:v>
                </c:pt>
                <c:pt idx="706">
                  <c:v>0</c:v>
                </c:pt>
                <c:pt idx="707">
                  <c:v>0</c:v>
                </c:pt>
                <c:pt idx="708">
                  <c:v>0</c:v>
                </c:pt>
                <c:pt idx="709">
                  <c:v>0</c:v>
                </c:pt>
                <c:pt idx="710">
                  <c:v>0</c:v>
                </c:pt>
                <c:pt idx="711">
                  <c:v>0</c:v>
                </c:pt>
                <c:pt idx="712">
                  <c:v>0</c:v>
                </c:pt>
                <c:pt idx="713">
                  <c:v>0</c:v>
                </c:pt>
                <c:pt idx="714">
                  <c:v>1071</c:v>
                </c:pt>
                <c:pt idx="715">
                  <c:v>0</c:v>
                </c:pt>
                <c:pt idx="716">
                  <c:v>0</c:v>
                </c:pt>
                <c:pt idx="717">
                  <c:v>624</c:v>
                </c:pt>
                <c:pt idx="718">
                  <c:v>0</c:v>
                </c:pt>
                <c:pt idx="719">
                  <c:v>0</c:v>
                </c:pt>
                <c:pt idx="720">
                  <c:v>852</c:v>
                </c:pt>
                <c:pt idx="721">
                  <c:v>0</c:v>
                </c:pt>
                <c:pt idx="722">
                  <c:v>0</c:v>
                </c:pt>
                <c:pt idx="723">
                  <c:v>0</c:v>
                </c:pt>
                <c:pt idx="724">
                  <c:v>0</c:v>
                </c:pt>
                <c:pt idx="725">
                  <c:v>0</c:v>
                </c:pt>
                <c:pt idx="726">
                  <c:v>0</c:v>
                </c:pt>
                <c:pt idx="727">
                  <c:v>0</c:v>
                </c:pt>
                <c:pt idx="728">
                  <c:v>949</c:v>
                </c:pt>
                <c:pt idx="729">
                  <c:v>0</c:v>
                </c:pt>
                <c:pt idx="730">
                  <c:v>0</c:v>
                </c:pt>
                <c:pt idx="731">
                  <c:v>0</c:v>
                </c:pt>
                <c:pt idx="732">
                  <c:v>0</c:v>
                </c:pt>
                <c:pt idx="733">
                  <c:v>0</c:v>
                </c:pt>
                <c:pt idx="734">
                  <c:v>0</c:v>
                </c:pt>
                <c:pt idx="735">
                  <c:v>0</c:v>
                </c:pt>
                <c:pt idx="736">
                  <c:v>0</c:v>
                </c:pt>
                <c:pt idx="737">
                  <c:v>0</c:v>
                </c:pt>
                <c:pt idx="738">
                  <c:v>1057</c:v>
                </c:pt>
                <c:pt idx="739">
                  <c:v>836</c:v>
                </c:pt>
                <c:pt idx="740">
                  <c:v>0</c:v>
                </c:pt>
                <c:pt idx="741">
                  <c:v>0</c:v>
                </c:pt>
                <c:pt idx="742">
                  <c:v>0</c:v>
                </c:pt>
                <c:pt idx="743">
                  <c:v>1103</c:v>
                </c:pt>
                <c:pt idx="744">
                  <c:v>0</c:v>
                </c:pt>
                <c:pt idx="745">
                  <c:v>0</c:v>
                </c:pt>
                <c:pt idx="746">
                  <c:v>0</c:v>
                </c:pt>
                <c:pt idx="747">
                  <c:v>0</c:v>
                </c:pt>
                <c:pt idx="748">
                  <c:v>0</c:v>
                </c:pt>
                <c:pt idx="749">
                  <c:v>870</c:v>
                </c:pt>
                <c:pt idx="750">
                  <c:v>0</c:v>
                </c:pt>
                <c:pt idx="751">
                  <c:v>0</c:v>
                </c:pt>
                <c:pt idx="752">
                  <c:v>0</c:v>
                </c:pt>
                <c:pt idx="753">
                  <c:v>0</c:v>
                </c:pt>
                <c:pt idx="754">
                  <c:v>0</c:v>
                </c:pt>
                <c:pt idx="755">
                  <c:v>0</c:v>
                </c:pt>
                <c:pt idx="756">
                  <c:v>0</c:v>
                </c:pt>
                <c:pt idx="757">
                  <c:v>1481</c:v>
                </c:pt>
                <c:pt idx="758">
                  <c:v>0</c:v>
                </c:pt>
                <c:pt idx="759">
                  <c:v>940</c:v>
                </c:pt>
                <c:pt idx="760">
                  <c:v>0</c:v>
                </c:pt>
                <c:pt idx="761">
                  <c:v>0</c:v>
                </c:pt>
                <c:pt idx="762">
                  <c:v>818</c:v>
                </c:pt>
                <c:pt idx="763">
                  <c:v>0</c:v>
                </c:pt>
                <c:pt idx="764">
                  <c:v>722</c:v>
                </c:pt>
                <c:pt idx="765">
                  <c:v>1066</c:v>
                </c:pt>
                <c:pt idx="766">
                  <c:v>1260</c:v>
                </c:pt>
                <c:pt idx="767">
                  <c:v>0</c:v>
                </c:pt>
                <c:pt idx="768">
                  <c:v>792</c:v>
                </c:pt>
                <c:pt idx="769">
                  <c:v>0</c:v>
                </c:pt>
                <c:pt idx="770">
                  <c:v>0</c:v>
                </c:pt>
                <c:pt idx="771">
                  <c:v>1289</c:v>
                </c:pt>
                <c:pt idx="772">
                  <c:v>719</c:v>
                </c:pt>
                <c:pt idx="773">
                  <c:v>0</c:v>
                </c:pt>
                <c:pt idx="774">
                  <c:v>894</c:v>
                </c:pt>
                <c:pt idx="775">
                  <c:v>0</c:v>
                </c:pt>
                <c:pt idx="776">
                  <c:v>0</c:v>
                </c:pt>
                <c:pt idx="777">
                  <c:v>0</c:v>
                </c:pt>
                <c:pt idx="778">
                  <c:v>0</c:v>
                </c:pt>
                <c:pt idx="779">
                  <c:v>0</c:v>
                </c:pt>
                <c:pt idx="780">
                  <c:v>0</c:v>
                </c:pt>
                <c:pt idx="781">
                  <c:v>0</c:v>
                </c:pt>
                <c:pt idx="782">
                  <c:v>0</c:v>
                </c:pt>
                <c:pt idx="783">
                  <c:v>0</c:v>
                </c:pt>
                <c:pt idx="784">
                  <c:v>0</c:v>
                </c:pt>
                <c:pt idx="785">
                  <c:v>983</c:v>
                </c:pt>
                <c:pt idx="786">
                  <c:v>0</c:v>
                </c:pt>
                <c:pt idx="787">
                  <c:v>1257</c:v>
                </c:pt>
                <c:pt idx="788">
                  <c:v>0</c:v>
                </c:pt>
                <c:pt idx="789">
                  <c:v>0</c:v>
                </c:pt>
                <c:pt idx="790">
                  <c:v>0</c:v>
                </c:pt>
                <c:pt idx="791">
                  <c:v>954</c:v>
                </c:pt>
                <c:pt idx="792">
                  <c:v>0</c:v>
                </c:pt>
                <c:pt idx="793">
                  <c:v>0</c:v>
                </c:pt>
                <c:pt idx="794">
                  <c:v>0</c:v>
                </c:pt>
                <c:pt idx="795">
                  <c:v>639</c:v>
                </c:pt>
                <c:pt idx="796">
                  <c:v>0</c:v>
                </c:pt>
                <c:pt idx="797">
                  <c:v>0</c:v>
                </c:pt>
                <c:pt idx="798">
                  <c:v>0</c:v>
                </c:pt>
                <c:pt idx="799">
                  <c:v>742</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965</c:v>
                </c:pt>
                <c:pt idx="815">
                  <c:v>1170</c:v>
                </c:pt>
                <c:pt idx="816">
                  <c:v>0</c:v>
                </c:pt>
                <c:pt idx="817">
                  <c:v>0</c:v>
                </c:pt>
                <c:pt idx="818">
                  <c:v>0</c:v>
                </c:pt>
                <c:pt idx="819">
                  <c:v>0</c:v>
                </c:pt>
                <c:pt idx="820">
                  <c:v>0</c:v>
                </c:pt>
                <c:pt idx="821">
                  <c:v>0</c:v>
                </c:pt>
                <c:pt idx="822">
                  <c:v>0</c:v>
                </c:pt>
                <c:pt idx="823">
                  <c:v>0</c:v>
                </c:pt>
                <c:pt idx="824">
                  <c:v>956</c:v>
                </c:pt>
                <c:pt idx="825">
                  <c:v>0</c:v>
                </c:pt>
                <c:pt idx="826">
                  <c:v>0</c:v>
                </c:pt>
                <c:pt idx="827">
                  <c:v>0</c:v>
                </c:pt>
                <c:pt idx="828">
                  <c:v>0</c:v>
                </c:pt>
                <c:pt idx="829">
                  <c:v>1404</c:v>
                </c:pt>
                <c:pt idx="830">
                  <c:v>0</c:v>
                </c:pt>
                <c:pt idx="831">
                  <c:v>1076</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698</c:v>
                </c:pt>
                <c:pt idx="846">
                  <c:v>0</c:v>
                </c:pt>
                <c:pt idx="847">
                  <c:v>0</c:v>
                </c:pt>
                <c:pt idx="848">
                  <c:v>0</c:v>
                </c:pt>
                <c:pt idx="849">
                  <c:v>0</c:v>
                </c:pt>
                <c:pt idx="850">
                  <c:v>0</c:v>
                </c:pt>
                <c:pt idx="851">
                  <c:v>1060</c:v>
                </c:pt>
                <c:pt idx="852">
                  <c:v>0</c:v>
                </c:pt>
                <c:pt idx="853">
                  <c:v>0</c:v>
                </c:pt>
                <c:pt idx="854">
                  <c:v>0</c:v>
                </c:pt>
                <c:pt idx="855">
                  <c:v>0</c:v>
                </c:pt>
                <c:pt idx="856">
                  <c:v>684</c:v>
                </c:pt>
                <c:pt idx="857">
                  <c:v>0</c:v>
                </c:pt>
                <c:pt idx="858">
                  <c:v>0</c:v>
                </c:pt>
                <c:pt idx="859">
                  <c:v>0</c:v>
                </c:pt>
                <c:pt idx="860">
                  <c:v>542</c:v>
                </c:pt>
                <c:pt idx="861">
                  <c:v>0</c:v>
                </c:pt>
                <c:pt idx="862">
                  <c:v>0</c:v>
                </c:pt>
                <c:pt idx="863">
                  <c:v>0</c:v>
                </c:pt>
                <c:pt idx="864">
                  <c:v>0</c:v>
                </c:pt>
                <c:pt idx="865">
                  <c:v>0</c:v>
                </c:pt>
                <c:pt idx="866">
                  <c:v>0</c:v>
                </c:pt>
                <c:pt idx="867">
                  <c:v>0</c:v>
                </c:pt>
                <c:pt idx="868">
                  <c:v>0</c:v>
                </c:pt>
                <c:pt idx="869">
                  <c:v>0</c:v>
                </c:pt>
                <c:pt idx="870">
                  <c:v>0</c:v>
                </c:pt>
                <c:pt idx="871">
                  <c:v>1205</c:v>
                </c:pt>
                <c:pt idx="872">
                  <c:v>0</c:v>
                </c:pt>
                <c:pt idx="873">
                  <c:v>1500</c:v>
                </c:pt>
                <c:pt idx="874">
                  <c:v>0</c:v>
                </c:pt>
                <c:pt idx="875">
                  <c:v>0</c:v>
                </c:pt>
                <c:pt idx="876">
                  <c:v>663</c:v>
                </c:pt>
                <c:pt idx="877">
                  <c:v>0</c:v>
                </c:pt>
                <c:pt idx="878">
                  <c:v>903</c:v>
                </c:pt>
                <c:pt idx="879">
                  <c:v>0</c:v>
                </c:pt>
                <c:pt idx="880">
                  <c:v>0</c:v>
                </c:pt>
                <c:pt idx="881">
                  <c:v>688</c:v>
                </c:pt>
                <c:pt idx="882">
                  <c:v>0</c:v>
                </c:pt>
                <c:pt idx="883">
                  <c:v>0</c:v>
                </c:pt>
                <c:pt idx="884">
                  <c:v>0</c:v>
                </c:pt>
                <c:pt idx="885">
                  <c:v>597</c:v>
                </c:pt>
                <c:pt idx="886">
                  <c:v>0</c:v>
                </c:pt>
                <c:pt idx="887">
                  <c:v>1025</c:v>
                </c:pt>
                <c:pt idx="888">
                  <c:v>0</c:v>
                </c:pt>
                <c:pt idx="889">
                  <c:v>353</c:v>
                </c:pt>
                <c:pt idx="890">
                  <c:v>680</c:v>
                </c:pt>
                <c:pt idx="891">
                  <c:v>0</c:v>
                </c:pt>
                <c:pt idx="892">
                  <c:v>0</c:v>
                </c:pt>
                <c:pt idx="893">
                  <c:v>962</c:v>
                </c:pt>
                <c:pt idx="894">
                  <c:v>0</c:v>
                </c:pt>
                <c:pt idx="895">
                  <c:v>0</c:v>
                </c:pt>
                <c:pt idx="896">
                  <c:v>969</c:v>
                </c:pt>
                <c:pt idx="897">
                  <c:v>0</c:v>
                </c:pt>
                <c:pt idx="898">
                  <c:v>882</c:v>
                </c:pt>
                <c:pt idx="899">
                  <c:v>0</c:v>
                </c:pt>
                <c:pt idx="900">
                  <c:v>350</c:v>
                </c:pt>
                <c:pt idx="901">
                  <c:v>848</c:v>
                </c:pt>
                <c:pt idx="902">
                  <c:v>818</c:v>
                </c:pt>
                <c:pt idx="903">
                  <c:v>0</c:v>
                </c:pt>
                <c:pt idx="904">
                  <c:v>0</c:v>
                </c:pt>
                <c:pt idx="905">
                  <c:v>946</c:v>
                </c:pt>
                <c:pt idx="906">
                  <c:v>1013</c:v>
                </c:pt>
                <c:pt idx="907">
                  <c:v>0</c:v>
                </c:pt>
                <c:pt idx="908">
                  <c:v>0</c:v>
                </c:pt>
                <c:pt idx="909">
                  <c:v>0</c:v>
                </c:pt>
                <c:pt idx="910">
                  <c:v>0</c:v>
                </c:pt>
                <c:pt idx="911">
                  <c:v>1048</c:v>
                </c:pt>
                <c:pt idx="912">
                  <c:v>1162</c:v>
                </c:pt>
                <c:pt idx="913">
                  <c:v>1046</c:v>
                </c:pt>
                <c:pt idx="914">
                  <c:v>0</c:v>
                </c:pt>
                <c:pt idx="915">
                  <c:v>1151</c:v>
                </c:pt>
                <c:pt idx="916">
                  <c:v>0</c:v>
                </c:pt>
                <c:pt idx="917">
                  <c:v>0</c:v>
                </c:pt>
                <c:pt idx="918">
                  <c:v>0</c:v>
                </c:pt>
                <c:pt idx="919">
                  <c:v>0</c:v>
                </c:pt>
                <c:pt idx="920">
                  <c:v>0</c:v>
                </c:pt>
                <c:pt idx="921">
                  <c:v>0</c:v>
                </c:pt>
                <c:pt idx="922">
                  <c:v>0</c:v>
                </c:pt>
                <c:pt idx="923">
                  <c:v>829</c:v>
                </c:pt>
                <c:pt idx="924">
                  <c:v>0</c:v>
                </c:pt>
                <c:pt idx="925">
                  <c:v>0</c:v>
                </c:pt>
                <c:pt idx="926">
                  <c:v>806</c:v>
                </c:pt>
                <c:pt idx="927">
                  <c:v>634</c:v>
                </c:pt>
                <c:pt idx="928">
                  <c:v>0</c:v>
                </c:pt>
                <c:pt idx="929">
                  <c:v>1116</c:v>
                </c:pt>
                <c:pt idx="930">
                  <c:v>0</c:v>
                </c:pt>
                <c:pt idx="931">
                  <c:v>0</c:v>
                </c:pt>
                <c:pt idx="932">
                  <c:v>0</c:v>
                </c:pt>
                <c:pt idx="933">
                  <c:v>0</c:v>
                </c:pt>
                <c:pt idx="934">
                  <c:v>0</c:v>
                </c:pt>
                <c:pt idx="935">
                  <c:v>0</c:v>
                </c:pt>
                <c:pt idx="936">
                  <c:v>0</c:v>
                </c:pt>
                <c:pt idx="937">
                  <c:v>1128</c:v>
                </c:pt>
                <c:pt idx="938">
                  <c:v>0</c:v>
                </c:pt>
                <c:pt idx="939">
                  <c:v>0</c:v>
                </c:pt>
                <c:pt idx="940">
                  <c:v>911</c:v>
                </c:pt>
                <c:pt idx="941">
                  <c:v>420</c:v>
                </c:pt>
                <c:pt idx="942">
                  <c:v>0</c:v>
                </c:pt>
                <c:pt idx="943">
                  <c:v>882</c:v>
                </c:pt>
                <c:pt idx="944">
                  <c:v>0</c:v>
                </c:pt>
                <c:pt idx="945">
                  <c:v>0</c:v>
                </c:pt>
                <c:pt idx="946">
                  <c:v>927</c:v>
                </c:pt>
                <c:pt idx="947">
                  <c:v>0</c:v>
                </c:pt>
                <c:pt idx="948">
                  <c:v>1783</c:v>
                </c:pt>
                <c:pt idx="949">
                  <c:v>0</c:v>
                </c:pt>
                <c:pt idx="950">
                  <c:v>0</c:v>
                </c:pt>
                <c:pt idx="951">
                  <c:v>0</c:v>
                </c:pt>
                <c:pt idx="952">
                  <c:v>1463</c:v>
                </c:pt>
                <c:pt idx="953">
                  <c:v>0</c:v>
                </c:pt>
                <c:pt idx="954">
                  <c:v>0</c:v>
                </c:pt>
                <c:pt idx="955">
                  <c:v>0</c:v>
                </c:pt>
                <c:pt idx="956">
                  <c:v>1024</c:v>
                </c:pt>
                <c:pt idx="957">
                  <c:v>0</c:v>
                </c:pt>
                <c:pt idx="958">
                  <c:v>0</c:v>
                </c:pt>
                <c:pt idx="959">
                  <c:v>0</c:v>
                </c:pt>
                <c:pt idx="960">
                  <c:v>0</c:v>
                </c:pt>
                <c:pt idx="961">
                  <c:v>0</c:v>
                </c:pt>
                <c:pt idx="962">
                  <c:v>0</c:v>
                </c:pt>
                <c:pt idx="963">
                  <c:v>885</c:v>
                </c:pt>
                <c:pt idx="964">
                  <c:v>0</c:v>
                </c:pt>
                <c:pt idx="965">
                  <c:v>915</c:v>
                </c:pt>
                <c:pt idx="966">
                  <c:v>0</c:v>
                </c:pt>
                <c:pt idx="967">
                  <c:v>795</c:v>
                </c:pt>
                <c:pt idx="968">
                  <c:v>0</c:v>
                </c:pt>
                <c:pt idx="969">
                  <c:v>0</c:v>
                </c:pt>
                <c:pt idx="970">
                  <c:v>1123</c:v>
                </c:pt>
                <c:pt idx="971">
                  <c:v>992</c:v>
                </c:pt>
                <c:pt idx="972">
                  <c:v>640</c:v>
                </c:pt>
              </c:numCache>
            </c:numRef>
          </c:yVal>
          <c:smooth val="0"/>
          <c:extLst>
            <c:ext xmlns:c16="http://schemas.microsoft.com/office/drawing/2014/chart" uri="{C3380CC4-5D6E-409C-BE32-E72D297353CC}">
              <c16:uniqueId val="{00000001-5943-484C-B9FE-3C4EF33C7EF1}"/>
            </c:ext>
          </c:extLst>
        </c:ser>
        <c:ser>
          <c:idx val="2"/>
          <c:order val="2"/>
          <c:tx>
            <c:strRef>
              <c:f>'Sub-Dataset'!$DK$1</c:f>
              <c:strCache>
                <c:ptCount val="1"/>
                <c:pt idx="0">
                  <c:v>Yoga</c:v>
                </c:pt>
              </c:strCache>
            </c:strRef>
          </c:tx>
          <c:spPr>
            <a:ln w="19050" cap="rnd">
              <a:noFill/>
              <a:round/>
            </a:ln>
            <a:effectLst/>
          </c:spPr>
          <c:marker>
            <c:symbol val="circle"/>
            <c:size val="3"/>
            <c:spPr>
              <a:solidFill>
                <a:schemeClr val="accent1">
                  <a:lumMod val="75000"/>
                </a:schemeClr>
              </a:solidFill>
              <a:ln w="9525">
                <a:noFill/>
              </a:ln>
              <a:effectLst/>
            </c:spPr>
          </c:marker>
          <c:xVal>
            <c:numRef>
              <c:f>'Sub-Dataset'!$DH$2:$DH$974</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'Sub-Dataset'!$DK$2:$DK$974</c:f>
              <c:numCache>
                <c:formatCode>General</c:formatCode>
                <c:ptCount val="973"/>
                <c:pt idx="0">
                  <c:v>0</c:v>
                </c:pt>
                <c:pt idx="1">
                  <c:v>0</c:v>
                </c:pt>
                <c:pt idx="2">
                  <c:v>0</c:v>
                </c:pt>
                <c:pt idx="3">
                  <c:v>0</c:v>
                </c:pt>
                <c:pt idx="4">
                  <c:v>0</c:v>
                </c:pt>
                <c:pt idx="5">
                  <c:v>0</c:v>
                </c:pt>
                <c:pt idx="6">
                  <c:v>0</c:v>
                </c:pt>
                <c:pt idx="7">
                  <c:v>1358</c:v>
                </c:pt>
                <c:pt idx="8">
                  <c:v>0</c:v>
                </c:pt>
                <c:pt idx="9">
                  <c:v>0</c:v>
                </c:pt>
                <c:pt idx="10">
                  <c:v>546</c:v>
                </c:pt>
                <c:pt idx="11">
                  <c:v>744</c:v>
                </c:pt>
                <c:pt idx="12">
                  <c:v>0</c:v>
                </c:pt>
                <c:pt idx="13">
                  <c:v>805</c:v>
                </c:pt>
                <c:pt idx="14">
                  <c:v>0</c:v>
                </c:pt>
                <c:pt idx="15">
                  <c:v>0</c:v>
                </c:pt>
                <c:pt idx="16">
                  <c:v>0</c:v>
                </c:pt>
                <c:pt idx="17">
                  <c:v>0</c:v>
                </c:pt>
                <c:pt idx="18">
                  <c:v>0</c:v>
                </c:pt>
                <c:pt idx="19">
                  <c:v>0</c:v>
                </c:pt>
                <c:pt idx="20">
                  <c:v>0</c:v>
                </c:pt>
                <c:pt idx="21">
                  <c:v>0</c:v>
                </c:pt>
                <c:pt idx="22">
                  <c:v>0</c:v>
                </c:pt>
                <c:pt idx="23">
                  <c:v>0</c:v>
                </c:pt>
                <c:pt idx="24">
                  <c:v>0</c:v>
                </c:pt>
                <c:pt idx="25">
                  <c:v>0</c:v>
                </c:pt>
                <c:pt idx="26">
                  <c:v>1177</c:v>
                </c:pt>
                <c:pt idx="27">
                  <c:v>0</c:v>
                </c:pt>
                <c:pt idx="28">
                  <c:v>1443</c:v>
                </c:pt>
                <c:pt idx="29">
                  <c:v>0</c:v>
                </c:pt>
                <c:pt idx="30">
                  <c:v>1241</c:v>
                </c:pt>
                <c:pt idx="31">
                  <c:v>0</c:v>
                </c:pt>
                <c:pt idx="32">
                  <c:v>0</c:v>
                </c:pt>
                <c:pt idx="33">
                  <c:v>0</c:v>
                </c:pt>
                <c:pt idx="34">
                  <c:v>0</c:v>
                </c:pt>
                <c:pt idx="35">
                  <c:v>0</c:v>
                </c:pt>
                <c:pt idx="36">
                  <c:v>0</c:v>
                </c:pt>
                <c:pt idx="37">
                  <c:v>662</c:v>
                </c:pt>
                <c:pt idx="38">
                  <c:v>0</c:v>
                </c:pt>
                <c:pt idx="39">
                  <c:v>0</c:v>
                </c:pt>
                <c:pt idx="40">
                  <c:v>0</c:v>
                </c:pt>
                <c:pt idx="41">
                  <c:v>970</c:v>
                </c:pt>
                <c:pt idx="42">
                  <c:v>1177</c:v>
                </c:pt>
                <c:pt idx="43">
                  <c:v>832</c:v>
                </c:pt>
                <c:pt idx="44">
                  <c:v>0</c:v>
                </c:pt>
                <c:pt idx="45">
                  <c:v>0</c:v>
                </c:pt>
                <c:pt idx="46">
                  <c:v>0</c:v>
                </c:pt>
                <c:pt idx="47">
                  <c:v>0</c:v>
                </c:pt>
                <c:pt idx="48">
                  <c:v>0</c:v>
                </c:pt>
                <c:pt idx="49">
                  <c:v>0</c:v>
                </c:pt>
                <c:pt idx="50">
                  <c:v>0</c:v>
                </c:pt>
                <c:pt idx="51">
                  <c:v>0</c:v>
                </c:pt>
                <c:pt idx="52">
                  <c:v>0</c:v>
                </c:pt>
                <c:pt idx="53">
                  <c:v>0</c:v>
                </c:pt>
                <c:pt idx="54">
                  <c:v>0</c:v>
                </c:pt>
                <c:pt idx="55">
                  <c:v>422</c:v>
                </c:pt>
                <c:pt idx="56">
                  <c:v>0</c:v>
                </c:pt>
                <c:pt idx="57">
                  <c:v>0</c:v>
                </c:pt>
                <c:pt idx="58">
                  <c:v>0</c:v>
                </c:pt>
                <c:pt idx="59">
                  <c:v>0</c:v>
                </c:pt>
                <c:pt idx="60">
                  <c:v>0</c:v>
                </c:pt>
                <c:pt idx="61">
                  <c:v>0</c:v>
                </c:pt>
                <c:pt idx="62">
                  <c:v>1356</c:v>
                </c:pt>
                <c:pt idx="63">
                  <c:v>0</c:v>
                </c:pt>
                <c:pt idx="64">
                  <c:v>0</c:v>
                </c:pt>
                <c:pt idx="65">
                  <c:v>0</c:v>
                </c:pt>
                <c:pt idx="66">
                  <c:v>0</c:v>
                </c:pt>
                <c:pt idx="67">
                  <c:v>0</c:v>
                </c:pt>
                <c:pt idx="68">
                  <c:v>0</c:v>
                </c:pt>
                <c:pt idx="69">
                  <c:v>0</c:v>
                </c:pt>
                <c:pt idx="70">
                  <c:v>0</c:v>
                </c:pt>
                <c:pt idx="71">
                  <c:v>0</c:v>
                </c:pt>
                <c:pt idx="72">
                  <c:v>0</c:v>
                </c:pt>
                <c:pt idx="73">
                  <c:v>0</c:v>
                </c:pt>
                <c:pt idx="74">
                  <c:v>0</c:v>
                </c:pt>
                <c:pt idx="75">
                  <c:v>0</c:v>
                </c:pt>
                <c:pt idx="76">
                  <c:v>415</c:v>
                </c:pt>
                <c:pt idx="77">
                  <c:v>851</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753</c:v>
                </c:pt>
                <c:pt idx="102">
                  <c:v>948</c:v>
                </c:pt>
                <c:pt idx="103">
                  <c:v>0</c:v>
                </c:pt>
                <c:pt idx="104">
                  <c:v>0</c:v>
                </c:pt>
                <c:pt idx="105">
                  <c:v>837</c:v>
                </c:pt>
                <c:pt idx="106">
                  <c:v>0</c:v>
                </c:pt>
                <c:pt idx="107">
                  <c:v>0</c:v>
                </c:pt>
                <c:pt idx="108">
                  <c:v>640</c:v>
                </c:pt>
                <c:pt idx="109">
                  <c:v>0</c:v>
                </c:pt>
                <c:pt idx="110">
                  <c:v>0</c:v>
                </c:pt>
                <c:pt idx="111">
                  <c:v>859</c:v>
                </c:pt>
                <c:pt idx="112">
                  <c:v>802</c:v>
                </c:pt>
                <c:pt idx="113">
                  <c:v>0</c:v>
                </c:pt>
                <c:pt idx="114">
                  <c:v>0</c:v>
                </c:pt>
                <c:pt idx="115">
                  <c:v>1225</c:v>
                </c:pt>
                <c:pt idx="116">
                  <c:v>0</c:v>
                </c:pt>
                <c:pt idx="117">
                  <c:v>0</c:v>
                </c:pt>
                <c:pt idx="118">
                  <c:v>0</c:v>
                </c:pt>
                <c:pt idx="119">
                  <c:v>0</c:v>
                </c:pt>
                <c:pt idx="120">
                  <c:v>1276</c:v>
                </c:pt>
                <c:pt idx="121">
                  <c:v>0</c:v>
                </c:pt>
                <c:pt idx="122">
                  <c:v>952</c:v>
                </c:pt>
                <c:pt idx="123">
                  <c:v>0</c:v>
                </c:pt>
                <c:pt idx="124">
                  <c:v>986</c:v>
                </c:pt>
                <c:pt idx="125">
                  <c:v>0</c:v>
                </c:pt>
                <c:pt idx="126">
                  <c:v>0</c:v>
                </c:pt>
                <c:pt idx="127">
                  <c:v>709</c:v>
                </c:pt>
                <c:pt idx="128">
                  <c:v>0</c:v>
                </c:pt>
                <c:pt idx="129">
                  <c:v>0</c:v>
                </c:pt>
                <c:pt idx="130">
                  <c:v>0</c:v>
                </c:pt>
                <c:pt idx="131">
                  <c:v>0</c:v>
                </c:pt>
                <c:pt idx="132">
                  <c:v>672</c:v>
                </c:pt>
                <c:pt idx="133">
                  <c:v>0</c:v>
                </c:pt>
                <c:pt idx="134">
                  <c:v>1138</c:v>
                </c:pt>
                <c:pt idx="135">
                  <c:v>747</c:v>
                </c:pt>
                <c:pt idx="136">
                  <c:v>0</c:v>
                </c:pt>
                <c:pt idx="137">
                  <c:v>885</c:v>
                </c:pt>
                <c:pt idx="138">
                  <c:v>0</c:v>
                </c:pt>
                <c:pt idx="139">
                  <c:v>0</c:v>
                </c:pt>
                <c:pt idx="140">
                  <c:v>958</c:v>
                </c:pt>
                <c:pt idx="141">
                  <c:v>1451</c:v>
                </c:pt>
                <c:pt idx="142">
                  <c:v>0</c:v>
                </c:pt>
                <c:pt idx="143">
                  <c:v>0</c:v>
                </c:pt>
                <c:pt idx="144">
                  <c:v>0</c:v>
                </c:pt>
                <c:pt idx="145">
                  <c:v>0</c:v>
                </c:pt>
                <c:pt idx="146">
                  <c:v>898</c:v>
                </c:pt>
                <c:pt idx="147">
                  <c:v>433</c:v>
                </c:pt>
                <c:pt idx="148">
                  <c:v>0</c:v>
                </c:pt>
                <c:pt idx="149">
                  <c:v>0</c:v>
                </c:pt>
                <c:pt idx="150">
                  <c:v>0</c:v>
                </c:pt>
                <c:pt idx="151">
                  <c:v>0</c:v>
                </c:pt>
                <c:pt idx="152">
                  <c:v>0</c:v>
                </c:pt>
                <c:pt idx="153">
                  <c:v>0</c:v>
                </c:pt>
                <c:pt idx="154">
                  <c:v>0</c:v>
                </c:pt>
                <c:pt idx="155">
                  <c:v>0</c:v>
                </c:pt>
                <c:pt idx="156">
                  <c:v>0</c:v>
                </c:pt>
                <c:pt idx="157">
                  <c:v>0</c:v>
                </c:pt>
                <c:pt idx="158">
                  <c:v>0</c:v>
                </c:pt>
                <c:pt idx="159">
                  <c:v>1307</c:v>
                </c:pt>
                <c:pt idx="160">
                  <c:v>976</c:v>
                </c:pt>
                <c:pt idx="161">
                  <c:v>0</c:v>
                </c:pt>
                <c:pt idx="162">
                  <c:v>0</c:v>
                </c:pt>
                <c:pt idx="163">
                  <c:v>0</c:v>
                </c:pt>
                <c:pt idx="164">
                  <c:v>0</c:v>
                </c:pt>
                <c:pt idx="165">
                  <c:v>0</c:v>
                </c:pt>
                <c:pt idx="166">
                  <c:v>0</c:v>
                </c:pt>
                <c:pt idx="167">
                  <c:v>699</c:v>
                </c:pt>
                <c:pt idx="168">
                  <c:v>1035</c:v>
                </c:pt>
                <c:pt idx="169">
                  <c:v>0</c:v>
                </c:pt>
                <c:pt idx="170">
                  <c:v>0</c:v>
                </c:pt>
                <c:pt idx="171">
                  <c:v>0</c:v>
                </c:pt>
                <c:pt idx="172">
                  <c:v>0</c:v>
                </c:pt>
                <c:pt idx="173">
                  <c:v>917</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574</c:v>
                </c:pt>
                <c:pt idx="192">
                  <c:v>838</c:v>
                </c:pt>
                <c:pt idx="193">
                  <c:v>0</c:v>
                </c:pt>
                <c:pt idx="194">
                  <c:v>0</c:v>
                </c:pt>
                <c:pt idx="195">
                  <c:v>0</c:v>
                </c:pt>
                <c:pt idx="196">
                  <c:v>0</c:v>
                </c:pt>
                <c:pt idx="197">
                  <c:v>0</c:v>
                </c:pt>
                <c:pt idx="198">
                  <c:v>0</c:v>
                </c:pt>
                <c:pt idx="199">
                  <c:v>0</c:v>
                </c:pt>
                <c:pt idx="200">
                  <c:v>0</c:v>
                </c:pt>
                <c:pt idx="201">
                  <c:v>0</c:v>
                </c:pt>
                <c:pt idx="202">
                  <c:v>644</c:v>
                </c:pt>
                <c:pt idx="203">
                  <c:v>0</c:v>
                </c:pt>
                <c:pt idx="204">
                  <c:v>0</c:v>
                </c:pt>
                <c:pt idx="205">
                  <c:v>0</c:v>
                </c:pt>
                <c:pt idx="206">
                  <c:v>0</c:v>
                </c:pt>
                <c:pt idx="207">
                  <c:v>0</c:v>
                </c:pt>
                <c:pt idx="208">
                  <c:v>0</c:v>
                </c:pt>
                <c:pt idx="209">
                  <c:v>0</c:v>
                </c:pt>
                <c:pt idx="210">
                  <c:v>944</c:v>
                </c:pt>
                <c:pt idx="211">
                  <c:v>0</c:v>
                </c:pt>
                <c:pt idx="212">
                  <c:v>0</c:v>
                </c:pt>
                <c:pt idx="213">
                  <c:v>0</c:v>
                </c:pt>
                <c:pt idx="214">
                  <c:v>0</c:v>
                </c:pt>
                <c:pt idx="215">
                  <c:v>0</c:v>
                </c:pt>
                <c:pt idx="216">
                  <c:v>0</c:v>
                </c:pt>
                <c:pt idx="217">
                  <c:v>1303</c:v>
                </c:pt>
                <c:pt idx="218">
                  <c:v>0</c:v>
                </c:pt>
                <c:pt idx="219">
                  <c:v>632</c:v>
                </c:pt>
                <c:pt idx="220">
                  <c:v>0</c:v>
                </c:pt>
                <c:pt idx="221">
                  <c:v>0</c:v>
                </c:pt>
                <c:pt idx="222">
                  <c:v>0</c:v>
                </c:pt>
                <c:pt idx="223">
                  <c:v>0</c:v>
                </c:pt>
                <c:pt idx="224">
                  <c:v>0</c:v>
                </c:pt>
                <c:pt idx="225">
                  <c:v>0</c:v>
                </c:pt>
                <c:pt idx="226">
                  <c:v>0</c:v>
                </c:pt>
                <c:pt idx="227">
                  <c:v>0</c:v>
                </c:pt>
                <c:pt idx="228">
                  <c:v>658</c:v>
                </c:pt>
                <c:pt idx="229">
                  <c:v>0</c:v>
                </c:pt>
                <c:pt idx="230">
                  <c:v>0</c:v>
                </c:pt>
                <c:pt idx="231">
                  <c:v>0</c:v>
                </c:pt>
                <c:pt idx="232">
                  <c:v>0</c:v>
                </c:pt>
                <c:pt idx="233">
                  <c:v>0</c:v>
                </c:pt>
                <c:pt idx="234">
                  <c:v>0</c:v>
                </c:pt>
                <c:pt idx="235">
                  <c:v>0</c:v>
                </c:pt>
                <c:pt idx="236">
                  <c:v>0</c:v>
                </c:pt>
                <c:pt idx="237">
                  <c:v>0</c:v>
                </c:pt>
                <c:pt idx="238">
                  <c:v>330</c:v>
                </c:pt>
                <c:pt idx="239">
                  <c:v>661</c:v>
                </c:pt>
                <c:pt idx="240">
                  <c:v>0</c:v>
                </c:pt>
                <c:pt idx="241">
                  <c:v>1031</c:v>
                </c:pt>
                <c:pt idx="242">
                  <c:v>494</c:v>
                </c:pt>
                <c:pt idx="243">
                  <c:v>0</c:v>
                </c:pt>
                <c:pt idx="244">
                  <c:v>0</c:v>
                </c:pt>
                <c:pt idx="245">
                  <c:v>0</c:v>
                </c:pt>
                <c:pt idx="246">
                  <c:v>0</c:v>
                </c:pt>
                <c:pt idx="247">
                  <c:v>0</c:v>
                </c:pt>
                <c:pt idx="248">
                  <c:v>864</c:v>
                </c:pt>
                <c:pt idx="249">
                  <c:v>0</c:v>
                </c:pt>
                <c:pt idx="250">
                  <c:v>0</c:v>
                </c:pt>
                <c:pt idx="251">
                  <c:v>0</c:v>
                </c:pt>
                <c:pt idx="252">
                  <c:v>0</c:v>
                </c:pt>
                <c:pt idx="253">
                  <c:v>1075</c:v>
                </c:pt>
                <c:pt idx="254">
                  <c:v>0</c:v>
                </c:pt>
                <c:pt idx="255">
                  <c:v>0</c:v>
                </c:pt>
                <c:pt idx="256">
                  <c:v>0</c:v>
                </c:pt>
                <c:pt idx="257">
                  <c:v>0</c:v>
                </c:pt>
                <c:pt idx="258">
                  <c:v>0</c:v>
                </c:pt>
                <c:pt idx="259">
                  <c:v>0</c:v>
                </c:pt>
                <c:pt idx="260">
                  <c:v>0</c:v>
                </c:pt>
                <c:pt idx="261">
                  <c:v>0</c:v>
                </c:pt>
                <c:pt idx="262">
                  <c:v>639</c:v>
                </c:pt>
                <c:pt idx="263">
                  <c:v>0</c:v>
                </c:pt>
                <c:pt idx="264">
                  <c:v>0</c:v>
                </c:pt>
                <c:pt idx="265">
                  <c:v>0</c:v>
                </c:pt>
                <c:pt idx="266">
                  <c:v>718</c:v>
                </c:pt>
                <c:pt idx="267">
                  <c:v>0</c:v>
                </c:pt>
                <c:pt idx="268">
                  <c:v>0</c:v>
                </c:pt>
                <c:pt idx="269">
                  <c:v>0</c:v>
                </c:pt>
                <c:pt idx="270">
                  <c:v>0</c:v>
                </c:pt>
                <c:pt idx="271">
                  <c:v>0</c:v>
                </c:pt>
                <c:pt idx="272">
                  <c:v>0</c:v>
                </c:pt>
                <c:pt idx="273">
                  <c:v>0</c:v>
                </c:pt>
                <c:pt idx="274">
                  <c:v>856</c:v>
                </c:pt>
                <c:pt idx="275">
                  <c:v>0</c:v>
                </c:pt>
                <c:pt idx="276">
                  <c:v>0</c:v>
                </c:pt>
                <c:pt idx="277">
                  <c:v>950</c:v>
                </c:pt>
                <c:pt idx="278">
                  <c:v>0</c:v>
                </c:pt>
                <c:pt idx="279">
                  <c:v>0</c:v>
                </c:pt>
                <c:pt idx="280">
                  <c:v>0</c:v>
                </c:pt>
                <c:pt idx="281">
                  <c:v>0</c:v>
                </c:pt>
                <c:pt idx="282">
                  <c:v>0</c:v>
                </c:pt>
                <c:pt idx="283">
                  <c:v>0</c:v>
                </c:pt>
                <c:pt idx="284">
                  <c:v>0</c:v>
                </c:pt>
                <c:pt idx="285">
                  <c:v>481</c:v>
                </c:pt>
                <c:pt idx="286">
                  <c:v>0</c:v>
                </c:pt>
                <c:pt idx="287">
                  <c:v>921</c:v>
                </c:pt>
                <c:pt idx="288">
                  <c:v>656</c:v>
                </c:pt>
                <c:pt idx="289">
                  <c:v>0</c:v>
                </c:pt>
                <c:pt idx="290">
                  <c:v>0</c:v>
                </c:pt>
                <c:pt idx="291">
                  <c:v>0</c:v>
                </c:pt>
                <c:pt idx="292">
                  <c:v>0</c:v>
                </c:pt>
                <c:pt idx="293">
                  <c:v>0</c:v>
                </c:pt>
                <c:pt idx="294">
                  <c:v>0</c:v>
                </c:pt>
                <c:pt idx="295">
                  <c:v>0</c:v>
                </c:pt>
                <c:pt idx="296">
                  <c:v>0</c:v>
                </c:pt>
                <c:pt idx="297">
                  <c:v>786</c:v>
                </c:pt>
                <c:pt idx="298">
                  <c:v>0</c:v>
                </c:pt>
                <c:pt idx="299">
                  <c:v>0</c:v>
                </c:pt>
                <c:pt idx="300">
                  <c:v>0</c:v>
                </c:pt>
                <c:pt idx="301">
                  <c:v>1073</c:v>
                </c:pt>
                <c:pt idx="302">
                  <c:v>0</c:v>
                </c:pt>
                <c:pt idx="303">
                  <c:v>0</c:v>
                </c:pt>
                <c:pt idx="304">
                  <c:v>0</c:v>
                </c:pt>
                <c:pt idx="305">
                  <c:v>0</c:v>
                </c:pt>
                <c:pt idx="306">
                  <c:v>1229</c:v>
                </c:pt>
                <c:pt idx="307">
                  <c:v>0</c:v>
                </c:pt>
                <c:pt idx="308">
                  <c:v>886</c:v>
                </c:pt>
                <c:pt idx="309">
                  <c:v>0</c:v>
                </c:pt>
                <c:pt idx="310">
                  <c:v>0</c:v>
                </c:pt>
                <c:pt idx="311">
                  <c:v>0</c:v>
                </c:pt>
                <c:pt idx="312">
                  <c:v>418</c:v>
                </c:pt>
                <c:pt idx="313">
                  <c:v>772</c:v>
                </c:pt>
                <c:pt idx="314">
                  <c:v>0</c:v>
                </c:pt>
                <c:pt idx="315">
                  <c:v>0</c:v>
                </c:pt>
                <c:pt idx="316">
                  <c:v>0</c:v>
                </c:pt>
                <c:pt idx="317">
                  <c:v>959</c:v>
                </c:pt>
                <c:pt idx="318">
                  <c:v>832</c:v>
                </c:pt>
                <c:pt idx="319">
                  <c:v>0</c:v>
                </c:pt>
                <c:pt idx="320">
                  <c:v>0</c:v>
                </c:pt>
                <c:pt idx="321">
                  <c:v>1104</c:v>
                </c:pt>
                <c:pt idx="322">
                  <c:v>1021</c:v>
                </c:pt>
                <c:pt idx="323">
                  <c:v>1009</c:v>
                </c:pt>
                <c:pt idx="324">
                  <c:v>0</c:v>
                </c:pt>
                <c:pt idx="325">
                  <c:v>0</c:v>
                </c:pt>
                <c:pt idx="326">
                  <c:v>0</c:v>
                </c:pt>
                <c:pt idx="327">
                  <c:v>0</c:v>
                </c:pt>
                <c:pt idx="328">
                  <c:v>0</c:v>
                </c:pt>
                <c:pt idx="329">
                  <c:v>0</c:v>
                </c:pt>
                <c:pt idx="330">
                  <c:v>1133</c:v>
                </c:pt>
                <c:pt idx="331">
                  <c:v>0</c:v>
                </c:pt>
                <c:pt idx="332">
                  <c:v>0</c:v>
                </c:pt>
                <c:pt idx="333">
                  <c:v>500</c:v>
                </c:pt>
                <c:pt idx="334">
                  <c:v>881</c:v>
                </c:pt>
                <c:pt idx="335">
                  <c:v>693</c:v>
                </c:pt>
                <c:pt idx="336">
                  <c:v>877</c:v>
                </c:pt>
                <c:pt idx="337">
                  <c:v>0</c:v>
                </c:pt>
                <c:pt idx="338">
                  <c:v>0</c:v>
                </c:pt>
                <c:pt idx="339">
                  <c:v>1216</c:v>
                </c:pt>
                <c:pt idx="340">
                  <c:v>0</c:v>
                </c:pt>
                <c:pt idx="341">
                  <c:v>440</c:v>
                </c:pt>
                <c:pt idx="342">
                  <c:v>0</c:v>
                </c:pt>
                <c:pt idx="343">
                  <c:v>0</c:v>
                </c:pt>
                <c:pt idx="344">
                  <c:v>1249</c:v>
                </c:pt>
                <c:pt idx="345">
                  <c:v>0</c:v>
                </c:pt>
                <c:pt idx="346">
                  <c:v>0</c:v>
                </c:pt>
                <c:pt idx="347">
                  <c:v>0</c:v>
                </c:pt>
                <c:pt idx="348">
                  <c:v>848</c:v>
                </c:pt>
                <c:pt idx="349">
                  <c:v>0</c:v>
                </c:pt>
                <c:pt idx="350">
                  <c:v>0</c:v>
                </c:pt>
                <c:pt idx="351">
                  <c:v>500</c:v>
                </c:pt>
                <c:pt idx="352">
                  <c:v>813</c:v>
                </c:pt>
                <c:pt idx="353">
                  <c:v>0</c:v>
                </c:pt>
                <c:pt idx="354">
                  <c:v>0</c:v>
                </c:pt>
                <c:pt idx="355">
                  <c:v>0</c:v>
                </c:pt>
                <c:pt idx="356">
                  <c:v>868</c:v>
                </c:pt>
                <c:pt idx="357">
                  <c:v>0</c:v>
                </c:pt>
                <c:pt idx="358">
                  <c:v>0</c:v>
                </c:pt>
                <c:pt idx="359">
                  <c:v>810</c:v>
                </c:pt>
                <c:pt idx="360">
                  <c:v>0</c:v>
                </c:pt>
                <c:pt idx="361">
                  <c:v>0</c:v>
                </c:pt>
                <c:pt idx="362">
                  <c:v>0</c:v>
                </c:pt>
                <c:pt idx="363">
                  <c:v>0</c:v>
                </c:pt>
                <c:pt idx="364">
                  <c:v>0</c:v>
                </c:pt>
                <c:pt idx="365">
                  <c:v>1012</c:v>
                </c:pt>
                <c:pt idx="366">
                  <c:v>0</c:v>
                </c:pt>
                <c:pt idx="367">
                  <c:v>0</c:v>
                </c:pt>
                <c:pt idx="368">
                  <c:v>768</c:v>
                </c:pt>
                <c:pt idx="369">
                  <c:v>0</c:v>
                </c:pt>
                <c:pt idx="370">
                  <c:v>1186</c:v>
                </c:pt>
                <c:pt idx="371">
                  <c:v>529</c:v>
                </c:pt>
                <c:pt idx="372">
                  <c:v>881</c:v>
                </c:pt>
                <c:pt idx="373">
                  <c:v>0</c:v>
                </c:pt>
                <c:pt idx="374">
                  <c:v>983</c:v>
                </c:pt>
                <c:pt idx="375">
                  <c:v>0</c:v>
                </c:pt>
                <c:pt idx="376">
                  <c:v>0</c:v>
                </c:pt>
                <c:pt idx="377">
                  <c:v>0</c:v>
                </c:pt>
                <c:pt idx="378">
                  <c:v>0</c:v>
                </c:pt>
                <c:pt idx="379">
                  <c:v>0</c:v>
                </c:pt>
                <c:pt idx="380">
                  <c:v>0</c:v>
                </c:pt>
                <c:pt idx="381">
                  <c:v>0</c:v>
                </c:pt>
                <c:pt idx="382">
                  <c:v>0</c:v>
                </c:pt>
                <c:pt idx="383">
                  <c:v>876</c:v>
                </c:pt>
                <c:pt idx="384">
                  <c:v>0</c:v>
                </c:pt>
                <c:pt idx="385">
                  <c:v>0</c:v>
                </c:pt>
                <c:pt idx="386">
                  <c:v>0</c:v>
                </c:pt>
                <c:pt idx="387">
                  <c:v>0</c:v>
                </c:pt>
                <c:pt idx="388">
                  <c:v>0</c:v>
                </c:pt>
                <c:pt idx="389">
                  <c:v>0</c:v>
                </c:pt>
                <c:pt idx="390">
                  <c:v>0</c:v>
                </c:pt>
                <c:pt idx="391">
                  <c:v>0</c:v>
                </c:pt>
                <c:pt idx="392">
                  <c:v>929</c:v>
                </c:pt>
                <c:pt idx="393">
                  <c:v>0</c:v>
                </c:pt>
                <c:pt idx="394">
                  <c:v>0</c:v>
                </c:pt>
                <c:pt idx="395">
                  <c:v>0</c:v>
                </c:pt>
                <c:pt idx="396">
                  <c:v>0</c:v>
                </c:pt>
                <c:pt idx="397">
                  <c:v>1148</c:v>
                </c:pt>
                <c:pt idx="398">
                  <c:v>0</c:v>
                </c:pt>
                <c:pt idx="399">
                  <c:v>0</c:v>
                </c:pt>
                <c:pt idx="400">
                  <c:v>967</c:v>
                </c:pt>
                <c:pt idx="401">
                  <c:v>0</c:v>
                </c:pt>
                <c:pt idx="402">
                  <c:v>0</c:v>
                </c:pt>
                <c:pt idx="403">
                  <c:v>0</c:v>
                </c:pt>
                <c:pt idx="404">
                  <c:v>0</c:v>
                </c:pt>
                <c:pt idx="405">
                  <c:v>0</c:v>
                </c:pt>
                <c:pt idx="406">
                  <c:v>0</c:v>
                </c:pt>
                <c:pt idx="407">
                  <c:v>0</c:v>
                </c:pt>
                <c:pt idx="408">
                  <c:v>0</c:v>
                </c:pt>
                <c:pt idx="409">
                  <c:v>1582</c:v>
                </c:pt>
                <c:pt idx="410">
                  <c:v>0</c:v>
                </c:pt>
                <c:pt idx="411">
                  <c:v>0</c:v>
                </c:pt>
                <c:pt idx="412">
                  <c:v>711</c:v>
                </c:pt>
                <c:pt idx="413">
                  <c:v>0</c:v>
                </c:pt>
                <c:pt idx="414">
                  <c:v>0</c:v>
                </c:pt>
                <c:pt idx="415">
                  <c:v>0</c:v>
                </c:pt>
                <c:pt idx="416">
                  <c:v>0</c:v>
                </c:pt>
                <c:pt idx="417">
                  <c:v>0</c:v>
                </c:pt>
                <c:pt idx="418">
                  <c:v>0</c:v>
                </c:pt>
                <c:pt idx="419">
                  <c:v>0</c:v>
                </c:pt>
                <c:pt idx="420">
                  <c:v>0</c:v>
                </c:pt>
                <c:pt idx="421">
                  <c:v>1150</c:v>
                </c:pt>
                <c:pt idx="422">
                  <c:v>1182</c:v>
                </c:pt>
                <c:pt idx="423">
                  <c:v>0</c:v>
                </c:pt>
                <c:pt idx="424">
                  <c:v>940</c:v>
                </c:pt>
                <c:pt idx="425">
                  <c:v>0</c:v>
                </c:pt>
                <c:pt idx="426">
                  <c:v>999</c:v>
                </c:pt>
                <c:pt idx="427">
                  <c:v>0</c:v>
                </c:pt>
                <c:pt idx="428">
                  <c:v>354</c:v>
                </c:pt>
                <c:pt idx="429">
                  <c:v>0</c:v>
                </c:pt>
                <c:pt idx="430">
                  <c:v>0</c:v>
                </c:pt>
                <c:pt idx="431">
                  <c:v>1396</c:v>
                </c:pt>
                <c:pt idx="432">
                  <c:v>1519</c:v>
                </c:pt>
                <c:pt idx="433">
                  <c:v>0</c:v>
                </c:pt>
                <c:pt idx="434">
                  <c:v>0</c:v>
                </c:pt>
                <c:pt idx="435">
                  <c:v>0</c:v>
                </c:pt>
                <c:pt idx="436">
                  <c:v>0</c:v>
                </c:pt>
                <c:pt idx="437">
                  <c:v>666</c:v>
                </c:pt>
                <c:pt idx="438">
                  <c:v>0</c:v>
                </c:pt>
                <c:pt idx="439">
                  <c:v>654</c:v>
                </c:pt>
                <c:pt idx="440">
                  <c:v>0</c:v>
                </c:pt>
                <c:pt idx="441">
                  <c:v>0</c:v>
                </c:pt>
                <c:pt idx="442">
                  <c:v>0</c:v>
                </c:pt>
                <c:pt idx="443">
                  <c:v>0</c:v>
                </c:pt>
                <c:pt idx="444">
                  <c:v>1369</c:v>
                </c:pt>
                <c:pt idx="445">
                  <c:v>0</c:v>
                </c:pt>
                <c:pt idx="446">
                  <c:v>0</c:v>
                </c:pt>
                <c:pt idx="447">
                  <c:v>0</c:v>
                </c:pt>
                <c:pt idx="448">
                  <c:v>0</c:v>
                </c:pt>
                <c:pt idx="449">
                  <c:v>837</c:v>
                </c:pt>
                <c:pt idx="450">
                  <c:v>0</c:v>
                </c:pt>
                <c:pt idx="451">
                  <c:v>0</c:v>
                </c:pt>
                <c:pt idx="452">
                  <c:v>713</c:v>
                </c:pt>
                <c:pt idx="453">
                  <c:v>574</c:v>
                </c:pt>
                <c:pt idx="454">
                  <c:v>0</c:v>
                </c:pt>
                <c:pt idx="455">
                  <c:v>0</c:v>
                </c:pt>
                <c:pt idx="456">
                  <c:v>0</c:v>
                </c:pt>
                <c:pt idx="457">
                  <c:v>707</c:v>
                </c:pt>
                <c:pt idx="458">
                  <c:v>686</c:v>
                </c:pt>
                <c:pt idx="459">
                  <c:v>0</c:v>
                </c:pt>
                <c:pt idx="460">
                  <c:v>598</c:v>
                </c:pt>
                <c:pt idx="461">
                  <c:v>842</c:v>
                </c:pt>
                <c:pt idx="462">
                  <c:v>0</c:v>
                </c:pt>
                <c:pt idx="463">
                  <c:v>1321</c:v>
                </c:pt>
                <c:pt idx="464">
                  <c:v>825</c:v>
                </c:pt>
                <c:pt idx="465">
                  <c:v>0</c:v>
                </c:pt>
                <c:pt idx="466">
                  <c:v>1143</c:v>
                </c:pt>
                <c:pt idx="467">
                  <c:v>0</c:v>
                </c:pt>
                <c:pt idx="468">
                  <c:v>0</c:v>
                </c:pt>
                <c:pt idx="469">
                  <c:v>0</c:v>
                </c:pt>
                <c:pt idx="470">
                  <c:v>0</c:v>
                </c:pt>
                <c:pt idx="471">
                  <c:v>0</c:v>
                </c:pt>
                <c:pt idx="472">
                  <c:v>0</c:v>
                </c:pt>
                <c:pt idx="473">
                  <c:v>1028</c:v>
                </c:pt>
                <c:pt idx="474">
                  <c:v>0</c:v>
                </c:pt>
                <c:pt idx="475">
                  <c:v>0</c:v>
                </c:pt>
                <c:pt idx="476">
                  <c:v>0</c:v>
                </c:pt>
                <c:pt idx="477">
                  <c:v>0</c:v>
                </c:pt>
                <c:pt idx="478">
                  <c:v>0</c:v>
                </c:pt>
                <c:pt idx="479">
                  <c:v>1378</c:v>
                </c:pt>
                <c:pt idx="480">
                  <c:v>0</c:v>
                </c:pt>
                <c:pt idx="481">
                  <c:v>567</c:v>
                </c:pt>
                <c:pt idx="482">
                  <c:v>566</c:v>
                </c:pt>
                <c:pt idx="483">
                  <c:v>0</c:v>
                </c:pt>
                <c:pt idx="484">
                  <c:v>732</c:v>
                </c:pt>
                <c:pt idx="485">
                  <c:v>875</c:v>
                </c:pt>
                <c:pt idx="486">
                  <c:v>0</c:v>
                </c:pt>
                <c:pt idx="487">
                  <c:v>0</c:v>
                </c:pt>
                <c:pt idx="488">
                  <c:v>0</c:v>
                </c:pt>
                <c:pt idx="489">
                  <c:v>0</c:v>
                </c:pt>
                <c:pt idx="490">
                  <c:v>0</c:v>
                </c:pt>
                <c:pt idx="491">
                  <c:v>883</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491</c:v>
                </c:pt>
                <c:pt idx="507">
                  <c:v>0</c:v>
                </c:pt>
                <c:pt idx="508">
                  <c:v>0</c:v>
                </c:pt>
                <c:pt idx="509">
                  <c:v>0</c:v>
                </c:pt>
                <c:pt idx="510">
                  <c:v>0</c:v>
                </c:pt>
                <c:pt idx="511">
                  <c:v>0</c:v>
                </c:pt>
                <c:pt idx="512">
                  <c:v>857</c:v>
                </c:pt>
                <c:pt idx="513">
                  <c:v>0</c:v>
                </c:pt>
                <c:pt idx="514">
                  <c:v>0</c:v>
                </c:pt>
                <c:pt idx="515">
                  <c:v>382</c:v>
                </c:pt>
                <c:pt idx="516">
                  <c:v>0</c:v>
                </c:pt>
                <c:pt idx="517">
                  <c:v>1230</c:v>
                </c:pt>
                <c:pt idx="518">
                  <c:v>0</c:v>
                </c:pt>
                <c:pt idx="519">
                  <c:v>0</c:v>
                </c:pt>
                <c:pt idx="520">
                  <c:v>0</c:v>
                </c:pt>
                <c:pt idx="521">
                  <c:v>0</c:v>
                </c:pt>
                <c:pt idx="522">
                  <c:v>0</c:v>
                </c:pt>
                <c:pt idx="523">
                  <c:v>886</c:v>
                </c:pt>
                <c:pt idx="524">
                  <c:v>0</c:v>
                </c:pt>
                <c:pt idx="525">
                  <c:v>876</c:v>
                </c:pt>
                <c:pt idx="526">
                  <c:v>0</c:v>
                </c:pt>
                <c:pt idx="527">
                  <c:v>743</c:v>
                </c:pt>
                <c:pt idx="528">
                  <c:v>0</c:v>
                </c:pt>
                <c:pt idx="529">
                  <c:v>0</c:v>
                </c:pt>
                <c:pt idx="530">
                  <c:v>1321</c:v>
                </c:pt>
                <c:pt idx="531">
                  <c:v>0</c:v>
                </c:pt>
                <c:pt idx="532">
                  <c:v>0</c:v>
                </c:pt>
                <c:pt idx="533">
                  <c:v>0</c:v>
                </c:pt>
                <c:pt idx="534">
                  <c:v>0</c:v>
                </c:pt>
                <c:pt idx="535">
                  <c:v>1151</c:v>
                </c:pt>
                <c:pt idx="536">
                  <c:v>0</c:v>
                </c:pt>
                <c:pt idx="537">
                  <c:v>0</c:v>
                </c:pt>
                <c:pt idx="538">
                  <c:v>749</c:v>
                </c:pt>
                <c:pt idx="539">
                  <c:v>0</c:v>
                </c:pt>
                <c:pt idx="540">
                  <c:v>0</c:v>
                </c:pt>
                <c:pt idx="541">
                  <c:v>0</c:v>
                </c:pt>
                <c:pt idx="542">
                  <c:v>1536</c:v>
                </c:pt>
                <c:pt idx="543">
                  <c:v>0</c:v>
                </c:pt>
                <c:pt idx="544">
                  <c:v>1159</c:v>
                </c:pt>
                <c:pt idx="545">
                  <c:v>0</c:v>
                </c:pt>
                <c:pt idx="546">
                  <c:v>1102</c:v>
                </c:pt>
                <c:pt idx="547">
                  <c:v>1181</c:v>
                </c:pt>
                <c:pt idx="548">
                  <c:v>645</c:v>
                </c:pt>
                <c:pt idx="549">
                  <c:v>504</c:v>
                </c:pt>
                <c:pt idx="550">
                  <c:v>0</c:v>
                </c:pt>
                <c:pt idx="551">
                  <c:v>1189</c:v>
                </c:pt>
                <c:pt idx="552">
                  <c:v>0</c:v>
                </c:pt>
                <c:pt idx="553">
                  <c:v>0</c:v>
                </c:pt>
                <c:pt idx="554">
                  <c:v>0</c:v>
                </c:pt>
                <c:pt idx="555">
                  <c:v>0</c:v>
                </c:pt>
                <c:pt idx="556">
                  <c:v>0</c:v>
                </c:pt>
                <c:pt idx="557">
                  <c:v>1123</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1313</c:v>
                </c:pt>
                <c:pt idx="573">
                  <c:v>1357</c:v>
                </c:pt>
                <c:pt idx="574">
                  <c:v>0</c:v>
                </c:pt>
                <c:pt idx="575">
                  <c:v>0</c:v>
                </c:pt>
                <c:pt idx="576">
                  <c:v>0</c:v>
                </c:pt>
                <c:pt idx="577">
                  <c:v>0</c:v>
                </c:pt>
                <c:pt idx="578">
                  <c:v>0</c:v>
                </c:pt>
                <c:pt idx="579">
                  <c:v>0</c:v>
                </c:pt>
                <c:pt idx="580">
                  <c:v>0</c:v>
                </c:pt>
                <c:pt idx="581">
                  <c:v>1129</c:v>
                </c:pt>
                <c:pt idx="582">
                  <c:v>0</c:v>
                </c:pt>
                <c:pt idx="583">
                  <c:v>858</c:v>
                </c:pt>
                <c:pt idx="584">
                  <c:v>811</c:v>
                </c:pt>
                <c:pt idx="585">
                  <c:v>451</c:v>
                </c:pt>
                <c:pt idx="586">
                  <c:v>0</c:v>
                </c:pt>
                <c:pt idx="587">
                  <c:v>0</c:v>
                </c:pt>
                <c:pt idx="588">
                  <c:v>0</c:v>
                </c:pt>
                <c:pt idx="589">
                  <c:v>0</c:v>
                </c:pt>
                <c:pt idx="590">
                  <c:v>0</c:v>
                </c:pt>
                <c:pt idx="591">
                  <c:v>0</c:v>
                </c:pt>
                <c:pt idx="592">
                  <c:v>0</c:v>
                </c:pt>
                <c:pt idx="593">
                  <c:v>0</c:v>
                </c:pt>
                <c:pt idx="594">
                  <c:v>0</c:v>
                </c:pt>
                <c:pt idx="595">
                  <c:v>0</c:v>
                </c:pt>
                <c:pt idx="596">
                  <c:v>0</c:v>
                </c:pt>
                <c:pt idx="597">
                  <c:v>0</c:v>
                </c:pt>
                <c:pt idx="598">
                  <c:v>874</c:v>
                </c:pt>
                <c:pt idx="599">
                  <c:v>0</c:v>
                </c:pt>
                <c:pt idx="600">
                  <c:v>0</c:v>
                </c:pt>
                <c:pt idx="601">
                  <c:v>0</c:v>
                </c:pt>
                <c:pt idx="602">
                  <c:v>764</c:v>
                </c:pt>
                <c:pt idx="603">
                  <c:v>0</c:v>
                </c:pt>
                <c:pt idx="604">
                  <c:v>440</c:v>
                </c:pt>
                <c:pt idx="605">
                  <c:v>0</c:v>
                </c:pt>
                <c:pt idx="606">
                  <c:v>724</c:v>
                </c:pt>
                <c:pt idx="607">
                  <c:v>0</c:v>
                </c:pt>
                <c:pt idx="608">
                  <c:v>927</c:v>
                </c:pt>
                <c:pt idx="609">
                  <c:v>1042</c:v>
                </c:pt>
                <c:pt idx="610">
                  <c:v>0</c:v>
                </c:pt>
                <c:pt idx="611">
                  <c:v>545</c:v>
                </c:pt>
                <c:pt idx="612">
                  <c:v>0</c:v>
                </c:pt>
                <c:pt idx="613">
                  <c:v>0</c:v>
                </c:pt>
                <c:pt idx="614">
                  <c:v>0</c:v>
                </c:pt>
                <c:pt idx="615">
                  <c:v>0</c:v>
                </c:pt>
                <c:pt idx="616">
                  <c:v>0</c:v>
                </c:pt>
                <c:pt idx="617">
                  <c:v>1492</c:v>
                </c:pt>
                <c:pt idx="618">
                  <c:v>0</c:v>
                </c:pt>
                <c:pt idx="619">
                  <c:v>0</c:v>
                </c:pt>
                <c:pt idx="620">
                  <c:v>0</c:v>
                </c:pt>
                <c:pt idx="621">
                  <c:v>0</c:v>
                </c:pt>
                <c:pt idx="622">
                  <c:v>0</c:v>
                </c:pt>
                <c:pt idx="623">
                  <c:v>759</c:v>
                </c:pt>
                <c:pt idx="624">
                  <c:v>0</c:v>
                </c:pt>
                <c:pt idx="625">
                  <c:v>789</c:v>
                </c:pt>
                <c:pt idx="626">
                  <c:v>0</c:v>
                </c:pt>
                <c:pt idx="627">
                  <c:v>1173</c:v>
                </c:pt>
                <c:pt idx="628">
                  <c:v>0</c:v>
                </c:pt>
                <c:pt idx="629">
                  <c:v>1184</c:v>
                </c:pt>
                <c:pt idx="630">
                  <c:v>0</c:v>
                </c:pt>
                <c:pt idx="631">
                  <c:v>0</c:v>
                </c:pt>
                <c:pt idx="632">
                  <c:v>766</c:v>
                </c:pt>
                <c:pt idx="633">
                  <c:v>796</c:v>
                </c:pt>
                <c:pt idx="634">
                  <c:v>0</c:v>
                </c:pt>
                <c:pt idx="635">
                  <c:v>0</c:v>
                </c:pt>
                <c:pt idx="636">
                  <c:v>0</c:v>
                </c:pt>
                <c:pt idx="637">
                  <c:v>0</c:v>
                </c:pt>
                <c:pt idx="638">
                  <c:v>0</c:v>
                </c:pt>
                <c:pt idx="639">
                  <c:v>982</c:v>
                </c:pt>
                <c:pt idx="640">
                  <c:v>0</c:v>
                </c:pt>
                <c:pt idx="641">
                  <c:v>0</c:v>
                </c:pt>
                <c:pt idx="642">
                  <c:v>0</c:v>
                </c:pt>
                <c:pt idx="643">
                  <c:v>859</c:v>
                </c:pt>
                <c:pt idx="644">
                  <c:v>0</c:v>
                </c:pt>
                <c:pt idx="645">
                  <c:v>406</c:v>
                </c:pt>
                <c:pt idx="646">
                  <c:v>0</c:v>
                </c:pt>
                <c:pt idx="647">
                  <c:v>996</c:v>
                </c:pt>
                <c:pt idx="648">
                  <c:v>1117</c:v>
                </c:pt>
                <c:pt idx="649">
                  <c:v>0</c:v>
                </c:pt>
                <c:pt idx="650">
                  <c:v>0</c:v>
                </c:pt>
                <c:pt idx="651">
                  <c:v>681</c:v>
                </c:pt>
                <c:pt idx="652">
                  <c:v>0</c:v>
                </c:pt>
                <c:pt idx="653">
                  <c:v>0</c:v>
                </c:pt>
                <c:pt idx="654">
                  <c:v>0</c:v>
                </c:pt>
                <c:pt idx="655">
                  <c:v>0</c:v>
                </c:pt>
                <c:pt idx="656">
                  <c:v>0</c:v>
                </c:pt>
                <c:pt idx="657">
                  <c:v>0</c:v>
                </c:pt>
                <c:pt idx="658">
                  <c:v>0</c:v>
                </c:pt>
                <c:pt idx="659">
                  <c:v>0</c:v>
                </c:pt>
                <c:pt idx="660">
                  <c:v>0</c:v>
                </c:pt>
                <c:pt idx="661">
                  <c:v>0</c:v>
                </c:pt>
                <c:pt idx="662">
                  <c:v>772</c:v>
                </c:pt>
                <c:pt idx="663">
                  <c:v>1122</c:v>
                </c:pt>
                <c:pt idx="664">
                  <c:v>0</c:v>
                </c:pt>
                <c:pt idx="665">
                  <c:v>0</c:v>
                </c:pt>
                <c:pt idx="666">
                  <c:v>0</c:v>
                </c:pt>
                <c:pt idx="667">
                  <c:v>931</c:v>
                </c:pt>
                <c:pt idx="668">
                  <c:v>0</c:v>
                </c:pt>
                <c:pt idx="669">
                  <c:v>0</c:v>
                </c:pt>
                <c:pt idx="670">
                  <c:v>0</c:v>
                </c:pt>
                <c:pt idx="671">
                  <c:v>1373</c:v>
                </c:pt>
                <c:pt idx="672">
                  <c:v>1082</c:v>
                </c:pt>
                <c:pt idx="673">
                  <c:v>1332</c:v>
                </c:pt>
                <c:pt idx="674">
                  <c:v>0</c:v>
                </c:pt>
                <c:pt idx="675">
                  <c:v>926</c:v>
                </c:pt>
                <c:pt idx="676">
                  <c:v>0</c:v>
                </c:pt>
                <c:pt idx="677">
                  <c:v>0</c:v>
                </c:pt>
                <c:pt idx="678">
                  <c:v>0</c:v>
                </c:pt>
                <c:pt idx="679">
                  <c:v>737</c:v>
                </c:pt>
                <c:pt idx="680">
                  <c:v>0</c:v>
                </c:pt>
                <c:pt idx="681">
                  <c:v>0</c:v>
                </c:pt>
                <c:pt idx="682">
                  <c:v>0</c:v>
                </c:pt>
                <c:pt idx="683">
                  <c:v>1287</c:v>
                </c:pt>
                <c:pt idx="684">
                  <c:v>772</c:v>
                </c:pt>
                <c:pt idx="685">
                  <c:v>1053</c:v>
                </c:pt>
                <c:pt idx="686">
                  <c:v>0</c:v>
                </c:pt>
                <c:pt idx="687">
                  <c:v>0</c:v>
                </c:pt>
                <c:pt idx="688">
                  <c:v>0</c:v>
                </c:pt>
                <c:pt idx="689">
                  <c:v>0</c:v>
                </c:pt>
                <c:pt idx="690">
                  <c:v>0</c:v>
                </c:pt>
                <c:pt idx="691">
                  <c:v>0</c:v>
                </c:pt>
                <c:pt idx="692">
                  <c:v>0</c:v>
                </c:pt>
                <c:pt idx="693">
                  <c:v>0</c:v>
                </c:pt>
                <c:pt idx="694">
                  <c:v>0</c:v>
                </c:pt>
                <c:pt idx="695">
                  <c:v>1425</c:v>
                </c:pt>
                <c:pt idx="696">
                  <c:v>1301</c:v>
                </c:pt>
                <c:pt idx="697">
                  <c:v>0</c:v>
                </c:pt>
                <c:pt idx="698">
                  <c:v>0</c:v>
                </c:pt>
                <c:pt idx="699">
                  <c:v>0</c:v>
                </c:pt>
                <c:pt idx="700">
                  <c:v>0</c:v>
                </c:pt>
                <c:pt idx="701">
                  <c:v>0</c:v>
                </c:pt>
                <c:pt idx="702">
                  <c:v>0</c:v>
                </c:pt>
                <c:pt idx="703">
                  <c:v>0</c:v>
                </c:pt>
                <c:pt idx="704">
                  <c:v>0</c:v>
                </c:pt>
                <c:pt idx="705">
                  <c:v>0</c:v>
                </c:pt>
                <c:pt idx="706">
                  <c:v>0</c:v>
                </c:pt>
                <c:pt idx="707">
                  <c:v>0</c:v>
                </c:pt>
                <c:pt idx="708">
                  <c:v>1086</c:v>
                </c:pt>
                <c:pt idx="709">
                  <c:v>0</c:v>
                </c:pt>
                <c:pt idx="710">
                  <c:v>1172</c:v>
                </c:pt>
                <c:pt idx="711">
                  <c:v>0</c:v>
                </c:pt>
                <c:pt idx="712">
                  <c:v>804</c:v>
                </c:pt>
                <c:pt idx="713">
                  <c:v>0</c:v>
                </c:pt>
                <c:pt idx="714">
                  <c:v>0</c:v>
                </c:pt>
                <c:pt idx="715">
                  <c:v>1116</c:v>
                </c:pt>
                <c:pt idx="716">
                  <c:v>0</c:v>
                </c:pt>
                <c:pt idx="717">
                  <c:v>0</c:v>
                </c:pt>
                <c:pt idx="718">
                  <c:v>0</c:v>
                </c:pt>
                <c:pt idx="719">
                  <c:v>0</c:v>
                </c:pt>
                <c:pt idx="720">
                  <c:v>0</c:v>
                </c:pt>
                <c:pt idx="721">
                  <c:v>0</c:v>
                </c:pt>
                <c:pt idx="722">
                  <c:v>799</c:v>
                </c:pt>
                <c:pt idx="723">
                  <c:v>0</c:v>
                </c:pt>
                <c:pt idx="724">
                  <c:v>616</c:v>
                </c:pt>
                <c:pt idx="725">
                  <c:v>0</c:v>
                </c:pt>
                <c:pt idx="726">
                  <c:v>594</c:v>
                </c:pt>
                <c:pt idx="727">
                  <c:v>878</c:v>
                </c:pt>
                <c:pt idx="728">
                  <c:v>0</c:v>
                </c:pt>
                <c:pt idx="729">
                  <c:v>0</c:v>
                </c:pt>
                <c:pt idx="730">
                  <c:v>496</c:v>
                </c:pt>
                <c:pt idx="731">
                  <c:v>0</c:v>
                </c:pt>
                <c:pt idx="732">
                  <c:v>952</c:v>
                </c:pt>
                <c:pt idx="733">
                  <c:v>573</c:v>
                </c:pt>
                <c:pt idx="734">
                  <c:v>699</c:v>
                </c:pt>
                <c:pt idx="735">
                  <c:v>0</c:v>
                </c:pt>
                <c:pt idx="736">
                  <c:v>0</c:v>
                </c:pt>
                <c:pt idx="737">
                  <c:v>1080</c:v>
                </c:pt>
                <c:pt idx="738">
                  <c:v>0</c:v>
                </c:pt>
                <c:pt idx="739">
                  <c:v>0</c:v>
                </c:pt>
                <c:pt idx="740">
                  <c:v>639</c:v>
                </c:pt>
                <c:pt idx="741">
                  <c:v>656</c:v>
                </c:pt>
                <c:pt idx="742">
                  <c:v>0</c:v>
                </c:pt>
                <c:pt idx="743">
                  <c:v>0</c:v>
                </c:pt>
                <c:pt idx="744">
                  <c:v>0</c:v>
                </c:pt>
                <c:pt idx="745">
                  <c:v>424</c:v>
                </c:pt>
                <c:pt idx="746">
                  <c:v>0</c:v>
                </c:pt>
                <c:pt idx="747">
                  <c:v>0</c:v>
                </c:pt>
                <c:pt idx="748">
                  <c:v>1479</c:v>
                </c:pt>
                <c:pt idx="749">
                  <c:v>0</c:v>
                </c:pt>
                <c:pt idx="750">
                  <c:v>0</c:v>
                </c:pt>
                <c:pt idx="751">
                  <c:v>666</c:v>
                </c:pt>
                <c:pt idx="752">
                  <c:v>0</c:v>
                </c:pt>
                <c:pt idx="753">
                  <c:v>0</c:v>
                </c:pt>
                <c:pt idx="754">
                  <c:v>0</c:v>
                </c:pt>
                <c:pt idx="755">
                  <c:v>0</c:v>
                </c:pt>
                <c:pt idx="756">
                  <c:v>1071</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1195</c:v>
                </c:pt>
                <c:pt idx="774">
                  <c:v>0</c:v>
                </c:pt>
                <c:pt idx="775">
                  <c:v>0</c:v>
                </c:pt>
                <c:pt idx="776">
                  <c:v>1155</c:v>
                </c:pt>
                <c:pt idx="777">
                  <c:v>721</c:v>
                </c:pt>
                <c:pt idx="778">
                  <c:v>0</c:v>
                </c:pt>
                <c:pt idx="779">
                  <c:v>0</c:v>
                </c:pt>
                <c:pt idx="780">
                  <c:v>0</c:v>
                </c:pt>
                <c:pt idx="781">
                  <c:v>0</c:v>
                </c:pt>
                <c:pt idx="782">
                  <c:v>962</c:v>
                </c:pt>
                <c:pt idx="783">
                  <c:v>831</c:v>
                </c:pt>
                <c:pt idx="784">
                  <c:v>0</c:v>
                </c:pt>
                <c:pt idx="785">
                  <c:v>0</c:v>
                </c:pt>
                <c:pt idx="786">
                  <c:v>830</c:v>
                </c:pt>
                <c:pt idx="787">
                  <c:v>0</c:v>
                </c:pt>
                <c:pt idx="788">
                  <c:v>684</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965</c:v>
                </c:pt>
                <c:pt idx="803">
                  <c:v>0</c:v>
                </c:pt>
                <c:pt idx="804">
                  <c:v>0</c:v>
                </c:pt>
                <c:pt idx="805">
                  <c:v>0</c:v>
                </c:pt>
                <c:pt idx="806">
                  <c:v>0</c:v>
                </c:pt>
                <c:pt idx="807">
                  <c:v>0</c:v>
                </c:pt>
                <c:pt idx="808">
                  <c:v>756</c:v>
                </c:pt>
                <c:pt idx="809">
                  <c:v>0</c:v>
                </c:pt>
                <c:pt idx="810">
                  <c:v>815</c:v>
                </c:pt>
                <c:pt idx="811">
                  <c:v>0</c:v>
                </c:pt>
                <c:pt idx="812">
                  <c:v>0</c:v>
                </c:pt>
                <c:pt idx="813">
                  <c:v>0</c:v>
                </c:pt>
                <c:pt idx="814">
                  <c:v>0</c:v>
                </c:pt>
                <c:pt idx="815">
                  <c:v>0</c:v>
                </c:pt>
                <c:pt idx="816">
                  <c:v>0</c:v>
                </c:pt>
                <c:pt idx="817">
                  <c:v>0</c:v>
                </c:pt>
                <c:pt idx="818">
                  <c:v>0</c:v>
                </c:pt>
                <c:pt idx="819">
                  <c:v>0</c:v>
                </c:pt>
                <c:pt idx="820">
                  <c:v>0</c:v>
                </c:pt>
                <c:pt idx="821">
                  <c:v>937</c:v>
                </c:pt>
                <c:pt idx="822">
                  <c:v>0</c:v>
                </c:pt>
                <c:pt idx="823">
                  <c:v>0</c:v>
                </c:pt>
                <c:pt idx="824">
                  <c:v>0</c:v>
                </c:pt>
                <c:pt idx="825">
                  <c:v>0</c:v>
                </c:pt>
                <c:pt idx="826">
                  <c:v>0</c:v>
                </c:pt>
                <c:pt idx="827">
                  <c:v>0</c:v>
                </c:pt>
                <c:pt idx="828">
                  <c:v>0</c:v>
                </c:pt>
                <c:pt idx="829">
                  <c:v>0</c:v>
                </c:pt>
                <c:pt idx="830">
                  <c:v>0</c:v>
                </c:pt>
                <c:pt idx="831">
                  <c:v>0</c:v>
                </c:pt>
                <c:pt idx="832">
                  <c:v>446</c:v>
                </c:pt>
                <c:pt idx="833">
                  <c:v>0</c:v>
                </c:pt>
                <c:pt idx="834">
                  <c:v>1503</c:v>
                </c:pt>
                <c:pt idx="835">
                  <c:v>0</c:v>
                </c:pt>
                <c:pt idx="836">
                  <c:v>0</c:v>
                </c:pt>
                <c:pt idx="837">
                  <c:v>1214</c:v>
                </c:pt>
                <c:pt idx="838">
                  <c:v>0</c:v>
                </c:pt>
                <c:pt idx="839">
                  <c:v>0</c:v>
                </c:pt>
                <c:pt idx="840">
                  <c:v>775</c:v>
                </c:pt>
                <c:pt idx="841">
                  <c:v>0</c:v>
                </c:pt>
                <c:pt idx="842">
                  <c:v>0</c:v>
                </c:pt>
                <c:pt idx="843">
                  <c:v>0</c:v>
                </c:pt>
                <c:pt idx="844">
                  <c:v>0</c:v>
                </c:pt>
                <c:pt idx="845">
                  <c:v>0</c:v>
                </c:pt>
                <c:pt idx="846">
                  <c:v>0</c:v>
                </c:pt>
                <c:pt idx="847">
                  <c:v>1224</c:v>
                </c:pt>
                <c:pt idx="848">
                  <c:v>0</c:v>
                </c:pt>
                <c:pt idx="849">
                  <c:v>0</c:v>
                </c:pt>
                <c:pt idx="850">
                  <c:v>0</c:v>
                </c:pt>
                <c:pt idx="851">
                  <c:v>0</c:v>
                </c:pt>
                <c:pt idx="852">
                  <c:v>1136</c:v>
                </c:pt>
                <c:pt idx="853">
                  <c:v>0</c:v>
                </c:pt>
                <c:pt idx="854">
                  <c:v>0</c:v>
                </c:pt>
                <c:pt idx="855">
                  <c:v>585</c:v>
                </c:pt>
                <c:pt idx="856">
                  <c:v>0</c:v>
                </c:pt>
                <c:pt idx="857">
                  <c:v>914</c:v>
                </c:pt>
                <c:pt idx="858">
                  <c:v>714</c:v>
                </c:pt>
                <c:pt idx="859">
                  <c:v>0</c:v>
                </c:pt>
                <c:pt idx="860">
                  <c:v>0</c:v>
                </c:pt>
                <c:pt idx="861">
                  <c:v>0</c:v>
                </c:pt>
                <c:pt idx="862">
                  <c:v>1451</c:v>
                </c:pt>
                <c:pt idx="863">
                  <c:v>0</c:v>
                </c:pt>
                <c:pt idx="864">
                  <c:v>805</c:v>
                </c:pt>
                <c:pt idx="865">
                  <c:v>0</c:v>
                </c:pt>
                <c:pt idx="866">
                  <c:v>0</c:v>
                </c:pt>
                <c:pt idx="867">
                  <c:v>0</c:v>
                </c:pt>
                <c:pt idx="868">
                  <c:v>0</c:v>
                </c:pt>
                <c:pt idx="869">
                  <c:v>0</c:v>
                </c:pt>
                <c:pt idx="870">
                  <c:v>880</c:v>
                </c:pt>
                <c:pt idx="871">
                  <c:v>0</c:v>
                </c:pt>
                <c:pt idx="872">
                  <c:v>0</c:v>
                </c:pt>
                <c:pt idx="873">
                  <c:v>0</c:v>
                </c:pt>
                <c:pt idx="874">
                  <c:v>925</c:v>
                </c:pt>
                <c:pt idx="875">
                  <c:v>0</c:v>
                </c:pt>
                <c:pt idx="876">
                  <c:v>0</c:v>
                </c:pt>
                <c:pt idx="877">
                  <c:v>0</c:v>
                </c:pt>
                <c:pt idx="878">
                  <c:v>0</c:v>
                </c:pt>
                <c:pt idx="879">
                  <c:v>680</c:v>
                </c:pt>
                <c:pt idx="880">
                  <c:v>0</c:v>
                </c:pt>
                <c:pt idx="881">
                  <c:v>0</c:v>
                </c:pt>
                <c:pt idx="882">
                  <c:v>0</c:v>
                </c:pt>
                <c:pt idx="883">
                  <c:v>0</c:v>
                </c:pt>
                <c:pt idx="884">
                  <c:v>0</c:v>
                </c:pt>
                <c:pt idx="885">
                  <c:v>0</c:v>
                </c:pt>
                <c:pt idx="886">
                  <c:v>0</c:v>
                </c:pt>
                <c:pt idx="887">
                  <c:v>0</c:v>
                </c:pt>
                <c:pt idx="888">
                  <c:v>0</c:v>
                </c:pt>
                <c:pt idx="889">
                  <c:v>0</c:v>
                </c:pt>
                <c:pt idx="890">
                  <c:v>0</c:v>
                </c:pt>
                <c:pt idx="891">
                  <c:v>0</c:v>
                </c:pt>
                <c:pt idx="892">
                  <c:v>1314</c:v>
                </c:pt>
                <c:pt idx="893">
                  <c:v>0</c:v>
                </c:pt>
                <c:pt idx="894">
                  <c:v>0</c:v>
                </c:pt>
                <c:pt idx="895">
                  <c:v>0</c:v>
                </c:pt>
                <c:pt idx="896">
                  <c:v>0</c:v>
                </c:pt>
                <c:pt idx="897">
                  <c:v>0</c:v>
                </c:pt>
                <c:pt idx="898">
                  <c:v>0</c:v>
                </c:pt>
                <c:pt idx="899">
                  <c:v>0</c:v>
                </c:pt>
                <c:pt idx="900">
                  <c:v>0</c:v>
                </c:pt>
                <c:pt idx="901">
                  <c:v>0</c:v>
                </c:pt>
                <c:pt idx="902">
                  <c:v>0</c:v>
                </c:pt>
                <c:pt idx="903">
                  <c:v>0</c:v>
                </c:pt>
                <c:pt idx="904">
                  <c:v>688</c:v>
                </c:pt>
                <c:pt idx="905">
                  <c:v>0</c:v>
                </c:pt>
                <c:pt idx="906">
                  <c:v>0</c:v>
                </c:pt>
                <c:pt idx="907">
                  <c:v>0</c:v>
                </c:pt>
                <c:pt idx="908">
                  <c:v>0</c:v>
                </c:pt>
                <c:pt idx="909">
                  <c:v>0</c:v>
                </c:pt>
                <c:pt idx="910">
                  <c:v>0</c:v>
                </c:pt>
                <c:pt idx="911">
                  <c:v>0</c:v>
                </c:pt>
                <c:pt idx="912">
                  <c:v>0</c:v>
                </c:pt>
                <c:pt idx="913">
                  <c:v>0</c:v>
                </c:pt>
                <c:pt idx="914">
                  <c:v>0</c:v>
                </c:pt>
                <c:pt idx="915">
                  <c:v>0</c:v>
                </c:pt>
                <c:pt idx="916">
                  <c:v>0</c:v>
                </c:pt>
                <c:pt idx="917">
                  <c:v>715</c:v>
                </c:pt>
                <c:pt idx="918">
                  <c:v>0</c:v>
                </c:pt>
                <c:pt idx="919">
                  <c:v>0</c:v>
                </c:pt>
                <c:pt idx="920">
                  <c:v>988</c:v>
                </c:pt>
                <c:pt idx="921">
                  <c:v>0</c:v>
                </c:pt>
                <c:pt idx="922">
                  <c:v>695</c:v>
                </c:pt>
                <c:pt idx="923">
                  <c:v>0</c:v>
                </c:pt>
                <c:pt idx="924">
                  <c:v>0</c:v>
                </c:pt>
                <c:pt idx="925">
                  <c:v>0</c:v>
                </c:pt>
                <c:pt idx="926">
                  <c:v>0</c:v>
                </c:pt>
                <c:pt idx="927">
                  <c:v>0</c:v>
                </c:pt>
                <c:pt idx="928">
                  <c:v>0</c:v>
                </c:pt>
                <c:pt idx="929">
                  <c:v>0</c:v>
                </c:pt>
                <c:pt idx="930">
                  <c:v>0</c:v>
                </c:pt>
                <c:pt idx="931">
                  <c:v>0</c:v>
                </c:pt>
                <c:pt idx="932">
                  <c:v>1372</c:v>
                </c:pt>
                <c:pt idx="933">
                  <c:v>0</c:v>
                </c:pt>
                <c:pt idx="934">
                  <c:v>634</c:v>
                </c:pt>
                <c:pt idx="935">
                  <c:v>0</c:v>
                </c:pt>
                <c:pt idx="936">
                  <c:v>0</c:v>
                </c:pt>
                <c:pt idx="937">
                  <c:v>0</c:v>
                </c:pt>
                <c:pt idx="938">
                  <c:v>0</c:v>
                </c:pt>
                <c:pt idx="939">
                  <c:v>0</c:v>
                </c:pt>
                <c:pt idx="940">
                  <c:v>0</c:v>
                </c:pt>
                <c:pt idx="941">
                  <c:v>0</c:v>
                </c:pt>
                <c:pt idx="942">
                  <c:v>1151</c:v>
                </c:pt>
                <c:pt idx="943">
                  <c:v>0</c:v>
                </c:pt>
                <c:pt idx="944">
                  <c:v>995</c:v>
                </c:pt>
                <c:pt idx="945">
                  <c:v>0</c:v>
                </c:pt>
                <c:pt idx="946">
                  <c:v>0</c:v>
                </c:pt>
                <c:pt idx="947">
                  <c:v>0</c:v>
                </c:pt>
                <c:pt idx="948">
                  <c:v>0</c:v>
                </c:pt>
                <c:pt idx="949">
                  <c:v>0</c:v>
                </c:pt>
                <c:pt idx="950">
                  <c:v>1084</c:v>
                </c:pt>
                <c:pt idx="951">
                  <c:v>0</c:v>
                </c:pt>
                <c:pt idx="952">
                  <c:v>0</c:v>
                </c:pt>
                <c:pt idx="953">
                  <c:v>731</c:v>
                </c:pt>
                <c:pt idx="954">
                  <c:v>1158</c:v>
                </c:pt>
                <c:pt idx="955">
                  <c:v>0</c:v>
                </c:pt>
                <c:pt idx="956">
                  <c:v>0</c:v>
                </c:pt>
                <c:pt idx="957">
                  <c:v>777</c:v>
                </c:pt>
                <c:pt idx="958">
                  <c:v>760</c:v>
                </c:pt>
                <c:pt idx="959">
                  <c:v>0</c:v>
                </c:pt>
                <c:pt idx="960">
                  <c:v>423</c:v>
                </c:pt>
                <c:pt idx="961">
                  <c:v>0</c:v>
                </c:pt>
                <c:pt idx="962">
                  <c:v>0</c:v>
                </c:pt>
                <c:pt idx="963">
                  <c:v>0</c:v>
                </c:pt>
                <c:pt idx="964">
                  <c:v>0</c:v>
                </c:pt>
                <c:pt idx="965">
                  <c:v>0</c:v>
                </c:pt>
                <c:pt idx="966">
                  <c:v>0</c:v>
                </c:pt>
                <c:pt idx="967">
                  <c:v>0</c:v>
                </c:pt>
                <c:pt idx="968">
                  <c:v>0</c:v>
                </c:pt>
                <c:pt idx="969">
                  <c:v>637</c:v>
                </c:pt>
                <c:pt idx="970">
                  <c:v>0</c:v>
                </c:pt>
                <c:pt idx="971">
                  <c:v>0</c:v>
                </c:pt>
                <c:pt idx="972">
                  <c:v>0</c:v>
                </c:pt>
              </c:numCache>
            </c:numRef>
          </c:yVal>
          <c:smooth val="0"/>
          <c:extLst>
            <c:ext xmlns:c16="http://schemas.microsoft.com/office/drawing/2014/chart" uri="{C3380CC4-5D6E-409C-BE32-E72D297353CC}">
              <c16:uniqueId val="{00000002-5943-484C-B9FE-3C4EF33C7EF1}"/>
            </c:ext>
          </c:extLst>
        </c:ser>
        <c:ser>
          <c:idx val="3"/>
          <c:order val="3"/>
          <c:tx>
            <c:strRef>
              <c:f>'Sub-Dataset'!$DL$1</c:f>
              <c:strCache>
                <c:ptCount val="1"/>
                <c:pt idx="0">
                  <c:v>Cardio</c:v>
                </c:pt>
              </c:strCache>
            </c:strRef>
          </c:tx>
          <c:spPr>
            <a:ln w="19050" cap="rnd">
              <a:noFill/>
              <a:round/>
            </a:ln>
            <a:effectLst/>
          </c:spPr>
          <c:marker>
            <c:symbol val="circle"/>
            <c:size val="3"/>
            <c:spPr>
              <a:solidFill>
                <a:schemeClr val="accent2">
                  <a:lumMod val="75000"/>
                </a:schemeClr>
              </a:solidFill>
              <a:ln w="9525">
                <a:noFill/>
              </a:ln>
              <a:effectLst/>
            </c:spPr>
          </c:marker>
          <c:xVal>
            <c:numRef>
              <c:f>'Sub-Dataset'!$DH$2:$DH$974</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'Sub-Dataset'!$DL$2:$DL$974</c:f>
              <c:numCache>
                <c:formatCode>General</c:formatCode>
                <c:ptCount val="973"/>
                <c:pt idx="0">
                  <c:v>677</c:v>
                </c:pt>
                <c:pt idx="1">
                  <c:v>0</c:v>
                </c:pt>
                <c:pt idx="2">
                  <c:v>730</c:v>
                </c:pt>
                <c:pt idx="3">
                  <c:v>1016</c:v>
                </c:pt>
                <c:pt idx="4">
                  <c:v>0</c:v>
                </c:pt>
                <c:pt idx="5">
                  <c:v>832</c:v>
                </c:pt>
                <c:pt idx="6">
                  <c:v>0</c:v>
                </c:pt>
                <c:pt idx="7">
                  <c:v>0</c:v>
                </c:pt>
                <c:pt idx="8">
                  <c:v>743</c:v>
                </c:pt>
                <c:pt idx="9">
                  <c:v>0</c:v>
                </c:pt>
                <c:pt idx="10">
                  <c:v>0</c:v>
                </c:pt>
                <c:pt idx="11">
                  <c:v>0</c:v>
                </c:pt>
                <c:pt idx="12">
                  <c:v>0</c:v>
                </c:pt>
                <c:pt idx="13">
                  <c:v>0</c:v>
                </c:pt>
                <c:pt idx="14">
                  <c:v>0</c:v>
                </c:pt>
                <c:pt idx="15">
                  <c:v>408</c:v>
                </c:pt>
                <c:pt idx="16">
                  <c:v>1042</c:v>
                </c:pt>
                <c:pt idx="17">
                  <c:v>958</c:v>
                </c:pt>
                <c:pt idx="18">
                  <c:v>0</c:v>
                </c:pt>
                <c:pt idx="19">
                  <c:v>362</c:v>
                </c:pt>
                <c:pt idx="20">
                  <c:v>1074</c:v>
                </c:pt>
                <c:pt idx="21">
                  <c:v>0</c:v>
                </c:pt>
                <c:pt idx="22">
                  <c:v>1195</c:v>
                </c:pt>
                <c:pt idx="23">
                  <c:v>0</c:v>
                </c:pt>
                <c:pt idx="24">
                  <c:v>0</c:v>
                </c:pt>
                <c:pt idx="25">
                  <c:v>0</c:v>
                </c:pt>
                <c:pt idx="26">
                  <c:v>0</c:v>
                </c:pt>
                <c:pt idx="27">
                  <c:v>1280</c:v>
                </c:pt>
                <c:pt idx="28">
                  <c:v>0</c:v>
                </c:pt>
                <c:pt idx="29">
                  <c:v>0</c:v>
                </c:pt>
                <c:pt idx="30">
                  <c:v>0</c:v>
                </c:pt>
                <c:pt idx="31">
                  <c:v>0</c:v>
                </c:pt>
                <c:pt idx="32">
                  <c:v>0</c:v>
                </c:pt>
                <c:pt idx="33">
                  <c:v>699</c:v>
                </c:pt>
                <c:pt idx="34">
                  <c:v>0</c:v>
                </c:pt>
                <c:pt idx="35">
                  <c:v>0</c:v>
                </c:pt>
                <c:pt idx="36">
                  <c:v>0</c:v>
                </c:pt>
                <c:pt idx="37">
                  <c:v>0</c:v>
                </c:pt>
                <c:pt idx="38">
                  <c:v>0</c:v>
                </c:pt>
                <c:pt idx="39">
                  <c:v>962</c:v>
                </c:pt>
                <c:pt idx="40">
                  <c:v>0</c:v>
                </c:pt>
                <c:pt idx="41">
                  <c:v>0</c:v>
                </c:pt>
                <c:pt idx="42">
                  <c:v>0</c:v>
                </c:pt>
                <c:pt idx="43">
                  <c:v>0</c:v>
                </c:pt>
                <c:pt idx="44">
                  <c:v>0</c:v>
                </c:pt>
                <c:pt idx="45">
                  <c:v>0</c:v>
                </c:pt>
                <c:pt idx="46">
                  <c:v>822</c:v>
                </c:pt>
                <c:pt idx="47">
                  <c:v>0</c:v>
                </c:pt>
                <c:pt idx="48">
                  <c:v>0</c:v>
                </c:pt>
                <c:pt idx="49">
                  <c:v>0</c:v>
                </c:pt>
                <c:pt idx="50">
                  <c:v>0</c:v>
                </c:pt>
                <c:pt idx="51">
                  <c:v>0</c:v>
                </c:pt>
                <c:pt idx="52">
                  <c:v>0</c:v>
                </c:pt>
                <c:pt idx="53">
                  <c:v>707</c:v>
                </c:pt>
                <c:pt idx="54">
                  <c:v>0</c:v>
                </c:pt>
                <c:pt idx="55">
                  <c:v>0</c:v>
                </c:pt>
                <c:pt idx="56">
                  <c:v>0</c:v>
                </c:pt>
                <c:pt idx="57">
                  <c:v>0</c:v>
                </c:pt>
                <c:pt idx="58">
                  <c:v>0</c:v>
                </c:pt>
                <c:pt idx="59">
                  <c:v>0</c:v>
                </c:pt>
                <c:pt idx="60">
                  <c:v>0</c:v>
                </c:pt>
                <c:pt idx="61">
                  <c:v>0</c:v>
                </c:pt>
                <c:pt idx="62">
                  <c:v>0</c:v>
                </c:pt>
                <c:pt idx="63">
                  <c:v>0</c:v>
                </c:pt>
                <c:pt idx="64">
                  <c:v>0</c:v>
                </c:pt>
                <c:pt idx="65">
                  <c:v>0</c:v>
                </c:pt>
                <c:pt idx="66">
                  <c:v>1479</c:v>
                </c:pt>
                <c:pt idx="67">
                  <c:v>0</c:v>
                </c:pt>
                <c:pt idx="68">
                  <c:v>463</c:v>
                </c:pt>
                <c:pt idx="69">
                  <c:v>642</c:v>
                </c:pt>
                <c:pt idx="70">
                  <c:v>0</c:v>
                </c:pt>
                <c:pt idx="71">
                  <c:v>907</c:v>
                </c:pt>
                <c:pt idx="72">
                  <c:v>597</c:v>
                </c:pt>
                <c:pt idx="73">
                  <c:v>0</c:v>
                </c:pt>
                <c:pt idx="74">
                  <c:v>0</c:v>
                </c:pt>
                <c:pt idx="75">
                  <c:v>558</c:v>
                </c:pt>
                <c:pt idx="76">
                  <c:v>0</c:v>
                </c:pt>
                <c:pt idx="77">
                  <c:v>0</c:v>
                </c:pt>
                <c:pt idx="78">
                  <c:v>0</c:v>
                </c:pt>
                <c:pt idx="79">
                  <c:v>0</c:v>
                </c:pt>
                <c:pt idx="80">
                  <c:v>0</c:v>
                </c:pt>
                <c:pt idx="81">
                  <c:v>0</c:v>
                </c:pt>
                <c:pt idx="82">
                  <c:v>0</c:v>
                </c:pt>
                <c:pt idx="83">
                  <c:v>0</c:v>
                </c:pt>
                <c:pt idx="84">
                  <c:v>472</c:v>
                </c:pt>
                <c:pt idx="85">
                  <c:v>331</c:v>
                </c:pt>
                <c:pt idx="86">
                  <c:v>0</c:v>
                </c:pt>
                <c:pt idx="87">
                  <c:v>0</c:v>
                </c:pt>
                <c:pt idx="88">
                  <c:v>0</c:v>
                </c:pt>
                <c:pt idx="89">
                  <c:v>1053</c:v>
                </c:pt>
                <c:pt idx="90">
                  <c:v>1150</c:v>
                </c:pt>
                <c:pt idx="91">
                  <c:v>0</c:v>
                </c:pt>
                <c:pt idx="92">
                  <c:v>0</c:v>
                </c:pt>
                <c:pt idx="93">
                  <c:v>0</c:v>
                </c:pt>
                <c:pt idx="94">
                  <c:v>463</c:v>
                </c:pt>
                <c:pt idx="95">
                  <c:v>0</c:v>
                </c:pt>
                <c:pt idx="96">
                  <c:v>0</c:v>
                </c:pt>
                <c:pt idx="97">
                  <c:v>1171</c:v>
                </c:pt>
                <c:pt idx="98">
                  <c:v>1319</c:v>
                </c:pt>
                <c:pt idx="99">
                  <c:v>0</c:v>
                </c:pt>
                <c:pt idx="100">
                  <c:v>746</c:v>
                </c:pt>
                <c:pt idx="101">
                  <c:v>0</c:v>
                </c:pt>
                <c:pt idx="102">
                  <c:v>0</c:v>
                </c:pt>
                <c:pt idx="103">
                  <c:v>1081</c:v>
                </c:pt>
                <c:pt idx="104">
                  <c:v>0</c:v>
                </c:pt>
                <c:pt idx="105">
                  <c:v>0</c:v>
                </c:pt>
                <c:pt idx="106">
                  <c:v>1320</c:v>
                </c:pt>
                <c:pt idx="107">
                  <c:v>0</c:v>
                </c:pt>
                <c:pt idx="108">
                  <c:v>0</c:v>
                </c:pt>
                <c:pt idx="109">
                  <c:v>0</c:v>
                </c:pt>
                <c:pt idx="110">
                  <c:v>0</c:v>
                </c:pt>
                <c:pt idx="111">
                  <c:v>0</c:v>
                </c:pt>
                <c:pt idx="112">
                  <c:v>0</c:v>
                </c:pt>
                <c:pt idx="113">
                  <c:v>0</c:v>
                </c:pt>
                <c:pt idx="114">
                  <c:v>0</c:v>
                </c:pt>
                <c:pt idx="115">
                  <c:v>0</c:v>
                </c:pt>
                <c:pt idx="116">
                  <c:v>0</c:v>
                </c:pt>
                <c:pt idx="117">
                  <c:v>0</c:v>
                </c:pt>
                <c:pt idx="118">
                  <c:v>0</c:v>
                </c:pt>
                <c:pt idx="119">
                  <c:v>408</c:v>
                </c:pt>
                <c:pt idx="120">
                  <c:v>0</c:v>
                </c:pt>
                <c:pt idx="121">
                  <c:v>319</c:v>
                </c:pt>
                <c:pt idx="122">
                  <c:v>0</c:v>
                </c:pt>
                <c:pt idx="123">
                  <c:v>916</c:v>
                </c:pt>
                <c:pt idx="124">
                  <c:v>0</c:v>
                </c:pt>
                <c:pt idx="125">
                  <c:v>0</c:v>
                </c:pt>
                <c:pt idx="126">
                  <c:v>0</c:v>
                </c:pt>
                <c:pt idx="127">
                  <c:v>0</c:v>
                </c:pt>
                <c:pt idx="128">
                  <c:v>0</c:v>
                </c:pt>
                <c:pt idx="129">
                  <c:v>0</c:v>
                </c:pt>
                <c:pt idx="130">
                  <c:v>1032</c:v>
                </c:pt>
                <c:pt idx="131">
                  <c:v>0</c:v>
                </c:pt>
                <c:pt idx="132">
                  <c:v>0</c:v>
                </c:pt>
                <c:pt idx="133">
                  <c:v>0</c:v>
                </c:pt>
                <c:pt idx="134">
                  <c:v>0</c:v>
                </c:pt>
                <c:pt idx="135">
                  <c:v>0</c:v>
                </c:pt>
                <c:pt idx="136">
                  <c:v>446</c:v>
                </c:pt>
                <c:pt idx="137">
                  <c:v>0</c:v>
                </c:pt>
                <c:pt idx="138">
                  <c:v>1047</c:v>
                </c:pt>
                <c:pt idx="139">
                  <c:v>847</c:v>
                </c:pt>
                <c:pt idx="140">
                  <c:v>0</c:v>
                </c:pt>
                <c:pt idx="141">
                  <c:v>0</c:v>
                </c:pt>
                <c:pt idx="142">
                  <c:v>0</c:v>
                </c:pt>
                <c:pt idx="143">
                  <c:v>662</c:v>
                </c:pt>
                <c:pt idx="144">
                  <c:v>1069</c:v>
                </c:pt>
                <c:pt idx="145">
                  <c:v>0</c:v>
                </c:pt>
                <c:pt idx="146">
                  <c:v>0</c:v>
                </c:pt>
                <c:pt idx="147">
                  <c:v>0</c:v>
                </c:pt>
                <c:pt idx="148">
                  <c:v>911</c:v>
                </c:pt>
                <c:pt idx="149">
                  <c:v>0</c:v>
                </c:pt>
                <c:pt idx="150">
                  <c:v>0</c:v>
                </c:pt>
                <c:pt idx="151">
                  <c:v>1234</c:v>
                </c:pt>
                <c:pt idx="152">
                  <c:v>0</c:v>
                </c:pt>
                <c:pt idx="153">
                  <c:v>0</c:v>
                </c:pt>
                <c:pt idx="154">
                  <c:v>1336</c:v>
                </c:pt>
                <c:pt idx="155">
                  <c:v>1287</c:v>
                </c:pt>
                <c:pt idx="156">
                  <c:v>0</c:v>
                </c:pt>
                <c:pt idx="157">
                  <c:v>1336</c:v>
                </c:pt>
                <c:pt idx="158">
                  <c:v>0</c:v>
                </c:pt>
                <c:pt idx="159">
                  <c:v>0</c:v>
                </c:pt>
                <c:pt idx="160">
                  <c:v>0</c:v>
                </c:pt>
                <c:pt idx="161">
                  <c:v>784</c:v>
                </c:pt>
                <c:pt idx="162">
                  <c:v>0</c:v>
                </c:pt>
                <c:pt idx="163">
                  <c:v>514</c:v>
                </c:pt>
                <c:pt idx="164">
                  <c:v>0</c:v>
                </c:pt>
                <c:pt idx="165">
                  <c:v>852</c:v>
                </c:pt>
                <c:pt idx="166">
                  <c:v>1005</c:v>
                </c:pt>
                <c:pt idx="167">
                  <c:v>0</c:v>
                </c:pt>
                <c:pt idx="168">
                  <c:v>0</c:v>
                </c:pt>
                <c:pt idx="169">
                  <c:v>0</c:v>
                </c:pt>
                <c:pt idx="170">
                  <c:v>816</c:v>
                </c:pt>
                <c:pt idx="171">
                  <c:v>0</c:v>
                </c:pt>
                <c:pt idx="172">
                  <c:v>1150</c:v>
                </c:pt>
                <c:pt idx="173">
                  <c:v>0</c:v>
                </c:pt>
                <c:pt idx="174">
                  <c:v>0</c:v>
                </c:pt>
                <c:pt idx="175">
                  <c:v>0</c:v>
                </c:pt>
                <c:pt idx="176">
                  <c:v>1133</c:v>
                </c:pt>
                <c:pt idx="177">
                  <c:v>800</c:v>
                </c:pt>
                <c:pt idx="178">
                  <c:v>929</c:v>
                </c:pt>
                <c:pt idx="179">
                  <c:v>0</c:v>
                </c:pt>
                <c:pt idx="180">
                  <c:v>0</c:v>
                </c:pt>
                <c:pt idx="181">
                  <c:v>815</c:v>
                </c:pt>
                <c:pt idx="182">
                  <c:v>0</c:v>
                </c:pt>
                <c:pt idx="183">
                  <c:v>1054</c:v>
                </c:pt>
                <c:pt idx="184">
                  <c:v>0</c:v>
                </c:pt>
                <c:pt idx="185">
                  <c:v>407</c:v>
                </c:pt>
                <c:pt idx="186">
                  <c:v>0</c:v>
                </c:pt>
                <c:pt idx="187">
                  <c:v>0</c:v>
                </c:pt>
                <c:pt idx="188">
                  <c:v>0</c:v>
                </c:pt>
                <c:pt idx="189">
                  <c:v>1024</c:v>
                </c:pt>
                <c:pt idx="190">
                  <c:v>0</c:v>
                </c:pt>
                <c:pt idx="191">
                  <c:v>0</c:v>
                </c:pt>
                <c:pt idx="192">
                  <c:v>0</c:v>
                </c:pt>
                <c:pt idx="193">
                  <c:v>0</c:v>
                </c:pt>
                <c:pt idx="194">
                  <c:v>0</c:v>
                </c:pt>
                <c:pt idx="195">
                  <c:v>873</c:v>
                </c:pt>
                <c:pt idx="196">
                  <c:v>0</c:v>
                </c:pt>
                <c:pt idx="197">
                  <c:v>730</c:v>
                </c:pt>
                <c:pt idx="198">
                  <c:v>0</c:v>
                </c:pt>
                <c:pt idx="199">
                  <c:v>386</c:v>
                </c:pt>
                <c:pt idx="200">
                  <c:v>0</c:v>
                </c:pt>
                <c:pt idx="201">
                  <c:v>0</c:v>
                </c:pt>
                <c:pt idx="202">
                  <c:v>0</c:v>
                </c:pt>
                <c:pt idx="203">
                  <c:v>0</c:v>
                </c:pt>
                <c:pt idx="204">
                  <c:v>679</c:v>
                </c:pt>
                <c:pt idx="205">
                  <c:v>0</c:v>
                </c:pt>
                <c:pt idx="206">
                  <c:v>0</c:v>
                </c:pt>
                <c:pt idx="207">
                  <c:v>0</c:v>
                </c:pt>
                <c:pt idx="208">
                  <c:v>1294</c:v>
                </c:pt>
                <c:pt idx="209">
                  <c:v>0</c:v>
                </c:pt>
                <c:pt idx="210">
                  <c:v>0</c:v>
                </c:pt>
                <c:pt idx="211">
                  <c:v>0</c:v>
                </c:pt>
                <c:pt idx="212">
                  <c:v>725</c:v>
                </c:pt>
                <c:pt idx="213">
                  <c:v>831</c:v>
                </c:pt>
                <c:pt idx="214">
                  <c:v>907</c:v>
                </c:pt>
                <c:pt idx="215">
                  <c:v>1318</c:v>
                </c:pt>
                <c:pt idx="216">
                  <c:v>777</c:v>
                </c:pt>
                <c:pt idx="217">
                  <c:v>0</c:v>
                </c:pt>
                <c:pt idx="218">
                  <c:v>0</c:v>
                </c:pt>
                <c:pt idx="219">
                  <c:v>0</c:v>
                </c:pt>
                <c:pt idx="220">
                  <c:v>497</c:v>
                </c:pt>
                <c:pt idx="221">
                  <c:v>1161</c:v>
                </c:pt>
                <c:pt idx="222">
                  <c:v>0</c:v>
                </c:pt>
                <c:pt idx="223">
                  <c:v>987</c:v>
                </c:pt>
                <c:pt idx="224">
                  <c:v>1086</c:v>
                </c:pt>
                <c:pt idx="225">
                  <c:v>997</c:v>
                </c:pt>
                <c:pt idx="226">
                  <c:v>0</c:v>
                </c:pt>
                <c:pt idx="227">
                  <c:v>740</c:v>
                </c:pt>
                <c:pt idx="228">
                  <c:v>0</c:v>
                </c:pt>
                <c:pt idx="229">
                  <c:v>0</c:v>
                </c:pt>
                <c:pt idx="230">
                  <c:v>1199</c:v>
                </c:pt>
                <c:pt idx="231">
                  <c:v>0</c:v>
                </c:pt>
                <c:pt idx="232">
                  <c:v>907</c:v>
                </c:pt>
                <c:pt idx="233">
                  <c:v>0</c:v>
                </c:pt>
                <c:pt idx="234">
                  <c:v>686</c:v>
                </c:pt>
                <c:pt idx="235">
                  <c:v>949</c:v>
                </c:pt>
                <c:pt idx="236">
                  <c:v>0</c:v>
                </c:pt>
                <c:pt idx="237">
                  <c:v>0</c:v>
                </c:pt>
                <c:pt idx="238">
                  <c:v>0</c:v>
                </c:pt>
                <c:pt idx="239">
                  <c:v>0</c:v>
                </c:pt>
                <c:pt idx="240">
                  <c:v>0</c:v>
                </c:pt>
                <c:pt idx="241">
                  <c:v>0</c:v>
                </c:pt>
                <c:pt idx="242">
                  <c:v>0</c:v>
                </c:pt>
                <c:pt idx="243">
                  <c:v>816</c:v>
                </c:pt>
                <c:pt idx="244">
                  <c:v>0</c:v>
                </c:pt>
                <c:pt idx="245">
                  <c:v>895</c:v>
                </c:pt>
                <c:pt idx="246">
                  <c:v>0</c:v>
                </c:pt>
                <c:pt idx="247">
                  <c:v>0</c:v>
                </c:pt>
                <c:pt idx="248">
                  <c:v>0</c:v>
                </c:pt>
                <c:pt idx="249">
                  <c:v>0</c:v>
                </c:pt>
                <c:pt idx="250">
                  <c:v>0</c:v>
                </c:pt>
                <c:pt idx="251">
                  <c:v>0</c:v>
                </c:pt>
                <c:pt idx="252">
                  <c:v>790</c:v>
                </c:pt>
                <c:pt idx="253">
                  <c:v>0</c:v>
                </c:pt>
                <c:pt idx="254">
                  <c:v>0</c:v>
                </c:pt>
                <c:pt idx="255">
                  <c:v>0</c:v>
                </c:pt>
                <c:pt idx="256">
                  <c:v>0</c:v>
                </c:pt>
                <c:pt idx="257">
                  <c:v>0</c:v>
                </c:pt>
                <c:pt idx="258">
                  <c:v>0</c:v>
                </c:pt>
                <c:pt idx="259">
                  <c:v>0</c:v>
                </c:pt>
                <c:pt idx="260">
                  <c:v>0</c:v>
                </c:pt>
                <c:pt idx="261">
                  <c:v>598</c:v>
                </c:pt>
                <c:pt idx="262">
                  <c:v>0</c:v>
                </c:pt>
                <c:pt idx="263">
                  <c:v>444</c:v>
                </c:pt>
                <c:pt idx="264">
                  <c:v>395</c:v>
                </c:pt>
                <c:pt idx="265">
                  <c:v>448</c:v>
                </c:pt>
                <c:pt idx="266">
                  <c:v>0</c:v>
                </c:pt>
                <c:pt idx="267">
                  <c:v>0</c:v>
                </c:pt>
                <c:pt idx="268">
                  <c:v>0</c:v>
                </c:pt>
                <c:pt idx="269">
                  <c:v>904</c:v>
                </c:pt>
                <c:pt idx="270">
                  <c:v>637</c:v>
                </c:pt>
                <c:pt idx="271">
                  <c:v>0</c:v>
                </c:pt>
                <c:pt idx="272">
                  <c:v>0</c:v>
                </c:pt>
                <c:pt idx="273">
                  <c:v>0</c:v>
                </c:pt>
                <c:pt idx="274">
                  <c:v>0</c:v>
                </c:pt>
                <c:pt idx="275">
                  <c:v>422</c:v>
                </c:pt>
                <c:pt idx="276">
                  <c:v>0</c:v>
                </c:pt>
                <c:pt idx="277">
                  <c:v>0</c:v>
                </c:pt>
                <c:pt idx="278">
                  <c:v>0</c:v>
                </c:pt>
                <c:pt idx="279">
                  <c:v>1082</c:v>
                </c:pt>
                <c:pt idx="280">
                  <c:v>0</c:v>
                </c:pt>
                <c:pt idx="281">
                  <c:v>0</c:v>
                </c:pt>
                <c:pt idx="282">
                  <c:v>719</c:v>
                </c:pt>
                <c:pt idx="283">
                  <c:v>0</c:v>
                </c:pt>
                <c:pt idx="284">
                  <c:v>0</c:v>
                </c:pt>
                <c:pt idx="285">
                  <c:v>0</c:v>
                </c:pt>
                <c:pt idx="286">
                  <c:v>0</c:v>
                </c:pt>
                <c:pt idx="287">
                  <c:v>0</c:v>
                </c:pt>
                <c:pt idx="288">
                  <c:v>0</c:v>
                </c:pt>
                <c:pt idx="289">
                  <c:v>734</c:v>
                </c:pt>
                <c:pt idx="290">
                  <c:v>0</c:v>
                </c:pt>
                <c:pt idx="291">
                  <c:v>0</c:v>
                </c:pt>
                <c:pt idx="292">
                  <c:v>0</c:v>
                </c:pt>
                <c:pt idx="293">
                  <c:v>0</c:v>
                </c:pt>
                <c:pt idx="294">
                  <c:v>0</c:v>
                </c:pt>
                <c:pt idx="295">
                  <c:v>0</c:v>
                </c:pt>
                <c:pt idx="296">
                  <c:v>980</c:v>
                </c:pt>
                <c:pt idx="297">
                  <c:v>0</c:v>
                </c:pt>
                <c:pt idx="298">
                  <c:v>0</c:v>
                </c:pt>
                <c:pt idx="299">
                  <c:v>0</c:v>
                </c:pt>
                <c:pt idx="300">
                  <c:v>990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756</c:v>
                </c:pt>
                <c:pt idx="316">
                  <c:v>0</c:v>
                </c:pt>
                <c:pt idx="317">
                  <c:v>0</c:v>
                </c:pt>
                <c:pt idx="318">
                  <c:v>0</c:v>
                </c:pt>
                <c:pt idx="319">
                  <c:v>0</c:v>
                </c:pt>
                <c:pt idx="320">
                  <c:v>0</c:v>
                </c:pt>
                <c:pt idx="321">
                  <c:v>0</c:v>
                </c:pt>
                <c:pt idx="322">
                  <c:v>0</c:v>
                </c:pt>
                <c:pt idx="323">
                  <c:v>0</c:v>
                </c:pt>
                <c:pt idx="324">
                  <c:v>0</c:v>
                </c:pt>
                <c:pt idx="325">
                  <c:v>421</c:v>
                </c:pt>
                <c:pt idx="326">
                  <c:v>0</c:v>
                </c:pt>
                <c:pt idx="327">
                  <c:v>875</c:v>
                </c:pt>
                <c:pt idx="328">
                  <c:v>0</c:v>
                </c:pt>
                <c:pt idx="329">
                  <c:v>1100</c:v>
                </c:pt>
                <c:pt idx="330">
                  <c:v>0</c:v>
                </c:pt>
                <c:pt idx="331">
                  <c:v>0</c:v>
                </c:pt>
                <c:pt idx="332">
                  <c:v>0</c:v>
                </c:pt>
                <c:pt idx="333">
                  <c:v>0</c:v>
                </c:pt>
                <c:pt idx="334">
                  <c:v>0</c:v>
                </c:pt>
                <c:pt idx="335">
                  <c:v>0</c:v>
                </c:pt>
                <c:pt idx="336">
                  <c:v>0</c:v>
                </c:pt>
                <c:pt idx="337">
                  <c:v>0</c:v>
                </c:pt>
                <c:pt idx="338">
                  <c:v>0</c:v>
                </c:pt>
                <c:pt idx="339">
                  <c:v>0</c:v>
                </c:pt>
                <c:pt idx="340">
                  <c:v>0</c:v>
                </c:pt>
                <c:pt idx="341">
                  <c:v>0</c:v>
                </c:pt>
                <c:pt idx="342">
                  <c:v>868</c:v>
                </c:pt>
                <c:pt idx="343">
                  <c:v>1091</c:v>
                </c:pt>
                <c:pt idx="344">
                  <c:v>0</c:v>
                </c:pt>
                <c:pt idx="345">
                  <c:v>0</c:v>
                </c:pt>
                <c:pt idx="346">
                  <c:v>0</c:v>
                </c:pt>
                <c:pt idx="347">
                  <c:v>1013</c:v>
                </c:pt>
                <c:pt idx="348">
                  <c:v>0</c:v>
                </c:pt>
                <c:pt idx="349">
                  <c:v>0</c:v>
                </c:pt>
                <c:pt idx="350">
                  <c:v>886</c:v>
                </c:pt>
                <c:pt idx="351">
                  <c:v>0</c:v>
                </c:pt>
                <c:pt idx="352">
                  <c:v>0</c:v>
                </c:pt>
                <c:pt idx="353">
                  <c:v>0</c:v>
                </c:pt>
                <c:pt idx="354">
                  <c:v>0</c:v>
                </c:pt>
                <c:pt idx="355">
                  <c:v>0</c:v>
                </c:pt>
                <c:pt idx="356">
                  <c:v>0</c:v>
                </c:pt>
                <c:pt idx="357">
                  <c:v>923</c:v>
                </c:pt>
                <c:pt idx="358">
                  <c:v>0</c:v>
                </c:pt>
                <c:pt idx="359">
                  <c:v>0</c:v>
                </c:pt>
                <c:pt idx="360">
                  <c:v>0</c:v>
                </c:pt>
                <c:pt idx="361">
                  <c:v>0</c:v>
                </c:pt>
                <c:pt idx="362">
                  <c:v>1192</c:v>
                </c:pt>
                <c:pt idx="363">
                  <c:v>0</c:v>
                </c:pt>
                <c:pt idx="364">
                  <c:v>0</c:v>
                </c:pt>
                <c:pt idx="365">
                  <c:v>0</c:v>
                </c:pt>
                <c:pt idx="366">
                  <c:v>463</c:v>
                </c:pt>
                <c:pt idx="367">
                  <c:v>0</c:v>
                </c:pt>
                <c:pt idx="368">
                  <c:v>0</c:v>
                </c:pt>
                <c:pt idx="369">
                  <c:v>0</c:v>
                </c:pt>
                <c:pt idx="370">
                  <c:v>0</c:v>
                </c:pt>
                <c:pt idx="371">
                  <c:v>0</c:v>
                </c:pt>
                <c:pt idx="372">
                  <c:v>0</c:v>
                </c:pt>
                <c:pt idx="373">
                  <c:v>938</c:v>
                </c:pt>
                <c:pt idx="374">
                  <c:v>0</c:v>
                </c:pt>
                <c:pt idx="375">
                  <c:v>733</c:v>
                </c:pt>
                <c:pt idx="376">
                  <c:v>0</c:v>
                </c:pt>
                <c:pt idx="377">
                  <c:v>632</c:v>
                </c:pt>
                <c:pt idx="378">
                  <c:v>0</c:v>
                </c:pt>
                <c:pt idx="379">
                  <c:v>0</c:v>
                </c:pt>
                <c:pt idx="380">
                  <c:v>933</c:v>
                </c:pt>
                <c:pt idx="381">
                  <c:v>0</c:v>
                </c:pt>
                <c:pt idx="382">
                  <c:v>0</c:v>
                </c:pt>
                <c:pt idx="383">
                  <c:v>0</c:v>
                </c:pt>
                <c:pt idx="384">
                  <c:v>0</c:v>
                </c:pt>
                <c:pt idx="385">
                  <c:v>0</c:v>
                </c:pt>
                <c:pt idx="386">
                  <c:v>0</c:v>
                </c:pt>
                <c:pt idx="387">
                  <c:v>836</c:v>
                </c:pt>
                <c:pt idx="388">
                  <c:v>0</c:v>
                </c:pt>
                <c:pt idx="389">
                  <c:v>723</c:v>
                </c:pt>
                <c:pt idx="390">
                  <c:v>862</c:v>
                </c:pt>
                <c:pt idx="391">
                  <c:v>0</c:v>
                </c:pt>
                <c:pt idx="392">
                  <c:v>0</c:v>
                </c:pt>
                <c:pt idx="393">
                  <c:v>1106</c:v>
                </c:pt>
                <c:pt idx="394">
                  <c:v>0</c:v>
                </c:pt>
                <c:pt idx="395">
                  <c:v>1060</c:v>
                </c:pt>
                <c:pt idx="396">
                  <c:v>951</c:v>
                </c:pt>
                <c:pt idx="397">
                  <c:v>0</c:v>
                </c:pt>
                <c:pt idx="398">
                  <c:v>0</c:v>
                </c:pt>
                <c:pt idx="399">
                  <c:v>0</c:v>
                </c:pt>
                <c:pt idx="400">
                  <c:v>0</c:v>
                </c:pt>
                <c:pt idx="401">
                  <c:v>0</c:v>
                </c:pt>
                <c:pt idx="402">
                  <c:v>0</c:v>
                </c:pt>
                <c:pt idx="403">
                  <c:v>0</c:v>
                </c:pt>
                <c:pt idx="404">
                  <c:v>1164</c:v>
                </c:pt>
                <c:pt idx="405">
                  <c:v>0</c:v>
                </c:pt>
                <c:pt idx="406">
                  <c:v>1010</c:v>
                </c:pt>
                <c:pt idx="407">
                  <c:v>0</c:v>
                </c:pt>
                <c:pt idx="408">
                  <c:v>0</c:v>
                </c:pt>
                <c:pt idx="409">
                  <c:v>0</c:v>
                </c:pt>
                <c:pt idx="410">
                  <c:v>0</c:v>
                </c:pt>
                <c:pt idx="411">
                  <c:v>0</c:v>
                </c:pt>
                <c:pt idx="412">
                  <c:v>0</c:v>
                </c:pt>
                <c:pt idx="413">
                  <c:v>0</c:v>
                </c:pt>
                <c:pt idx="414">
                  <c:v>0</c:v>
                </c:pt>
                <c:pt idx="415">
                  <c:v>0</c:v>
                </c:pt>
                <c:pt idx="416">
                  <c:v>1304</c:v>
                </c:pt>
                <c:pt idx="417">
                  <c:v>1228</c:v>
                </c:pt>
                <c:pt idx="418">
                  <c:v>0</c:v>
                </c:pt>
                <c:pt idx="419">
                  <c:v>0</c:v>
                </c:pt>
                <c:pt idx="420">
                  <c:v>0</c:v>
                </c:pt>
                <c:pt idx="421">
                  <c:v>0</c:v>
                </c:pt>
                <c:pt idx="422">
                  <c:v>0</c:v>
                </c:pt>
                <c:pt idx="423">
                  <c:v>1380</c:v>
                </c:pt>
                <c:pt idx="424">
                  <c:v>0</c:v>
                </c:pt>
                <c:pt idx="425">
                  <c:v>0</c:v>
                </c:pt>
                <c:pt idx="426">
                  <c:v>0</c:v>
                </c:pt>
                <c:pt idx="427">
                  <c:v>0</c:v>
                </c:pt>
                <c:pt idx="428">
                  <c:v>0</c:v>
                </c:pt>
                <c:pt idx="429">
                  <c:v>0</c:v>
                </c:pt>
                <c:pt idx="430">
                  <c:v>0</c:v>
                </c:pt>
                <c:pt idx="431">
                  <c:v>0</c:v>
                </c:pt>
                <c:pt idx="432">
                  <c:v>0</c:v>
                </c:pt>
                <c:pt idx="433">
                  <c:v>0</c:v>
                </c:pt>
                <c:pt idx="434">
                  <c:v>0</c:v>
                </c:pt>
                <c:pt idx="435">
                  <c:v>985</c:v>
                </c:pt>
                <c:pt idx="436">
                  <c:v>0</c:v>
                </c:pt>
                <c:pt idx="437">
                  <c:v>0</c:v>
                </c:pt>
                <c:pt idx="438">
                  <c:v>0</c:v>
                </c:pt>
                <c:pt idx="439">
                  <c:v>0</c:v>
                </c:pt>
                <c:pt idx="440">
                  <c:v>875</c:v>
                </c:pt>
                <c:pt idx="441">
                  <c:v>1133</c:v>
                </c:pt>
                <c:pt idx="442">
                  <c:v>0</c:v>
                </c:pt>
                <c:pt idx="443">
                  <c:v>790</c:v>
                </c:pt>
                <c:pt idx="444">
                  <c:v>0</c:v>
                </c:pt>
                <c:pt idx="445">
                  <c:v>0</c:v>
                </c:pt>
                <c:pt idx="446">
                  <c:v>0</c:v>
                </c:pt>
                <c:pt idx="447">
                  <c:v>734</c:v>
                </c:pt>
                <c:pt idx="448">
                  <c:v>0</c:v>
                </c:pt>
                <c:pt idx="449">
                  <c:v>0</c:v>
                </c:pt>
                <c:pt idx="450">
                  <c:v>0</c:v>
                </c:pt>
                <c:pt idx="451">
                  <c:v>0</c:v>
                </c:pt>
                <c:pt idx="452">
                  <c:v>0</c:v>
                </c:pt>
                <c:pt idx="453">
                  <c:v>0</c:v>
                </c:pt>
                <c:pt idx="454">
                  <c:v>0</c:v>
                </c:pt>
                <c:pt idx="455">
                  <c:v>1249</c:v>
                </c:pt>
                <c:pt idx="456">
                  <c:v>1379</c:v>
                </c:pt>
                <c:pt idx="457">
                  <c:v>0</c:v>
                </c:pt>
                <c:pt idx="458">
                  <c:v>0</c:v>
                </c:pt>
                <c:pt idx="459">
                  <c:v>0</c:v>
                </c:pt>
                <c:pt idx="460">
                  <c:v>0</c:v>
                </c:pt>
                <c:pt idx="461">
                  <c:v>0</c:v>
                </c:pt>
                <c:pt idx="462">
                  <c:v>0</c:v>
                </c:pt>
                <c:pt idx="463">
                  <c:v>0</c:v>
                </c:pt>
                <c:pt idx="464">
                  <c:v>0</c:v>
                </c:pt>
                <c:pt idx="465">
                  <c:v>0</c:v>
                </c:pt>
                <c:pt idx="466">
                  <c:v>0</c:v>
                </c:pt>
                <c:pt idx="467">
                  <c:v>820</c:v>
                </c:pt>
                <c:pt idx="468">
                  <c:v>0</c:v>
                </c:pt>
                <c:pt idx="469">
                  <c:v>354</c:v>
                </c:pt>
                <c:pt idx="470">
                  <c:v>594</c:v>
                </c:pt>
                <c:pt idx="471">
                  <c:v>0</c:v>
                </c:pt>
                <c:pt idx="472">
                  <c:v>0</c:v>
                </c:pt>
                <c:pt idx="473">
                  <c:v>0</c:v>
                </c:pt>
                <c:pt idx="474">
                  <c:v>1410</c:v>
                </c:pt>
                <c:pt idx="475">
                  <c:v>720</c:v>
                </c:pt>
                <c:pt idx="476">
                  <c:v>0</c:v>
                </c:pt>
                <c:pt idx="477">
                  <c:v>0</c:v>
                </c:pt>
                <c:pt idx="478">
                  <c:v>1006</c:v>
                </c:pt>
                <c:pt idx="479">
                  <c:v>0</c:v>
                </c:pt>
                <c:pt idx="480">
                  <c:v>0</c:v>
                </c:pt>
                <c:pt idx="481">
                  <c:v>0</c:v>
                </c:pt>
                <c:pt idx="482">
                  <c:v>0</c:v>
                </c:pt>
                <c:pt idx="483">
                  <c:v>0</c:v>
                </c:pt>
                <c:pt idx="484">
                  <c:v>0</c:v>
                </c:pt>
                <c:pt idx="485">
                  <c:v>0</c:v>
                </c:pt>
                <c:pt idx="486">
                  <c:v>0</c:v>
                </c:pt>
                <c:pt idx="487">
                  <c:v>0</c:v>
                </c:pt>
                <c:pt idx="488">
                  <c:v>863</c:v>
                </c:pt>
                <c:pt idx="489">
                  <c:v>0</c:v>
                </c:pt>
                <c:pt idx="490">
                  <c:v>0</c:v>
                </c:pt>
                <c:pt idx="491">
                  <c:v>0</c:v>
                </c:pt>
                <c:pt idx="492">
                  <c:v>0</c:v>
                </c:pt>
                <c:pt idx="493">
                  <c:v>742</c:v>
                </c:pt>
                <c:pt idx="494">
                  <c:v>0</c:v>
                </c:pt>
                <c:pt idx="495">
                  <c:v>0</c:v>
                </c:pt>
                <c:pt idx="496">
                  <c:v>0</c:v>
                </c:pt>
                <c:pt idx="497">
                  <c:v>0</c:v>
                </c:pt>
                <c:pt idx="498">
                  <c:v>0</c:v>
                </c:pt>
                <c:pt idx="499">
                  <c:v>0</c:v>
                </c:pt>
                <c:pt idx="500">
                  <c:v>1203</c:v>
                </c:pt>
                <c:pt idx="501">
                  <c:v>1085</c:v>
                </c:pt>
                <c:pt idx="502">
                  <c:v>0</c:v>
                </c:pt>
                <c:pt idx="503">
                  <c:v>0</c:v>
                </c:pt>
                <c:pt idx="504">
                  <c:v>0</c:v>
                </c:pt>
                <c:pt idx="505">
                  <c:v>0</c:v>
                </c:pt>
                <c:pt idx="506">
                  <c:v>0</c:v>
                </c:pt>
                <c:pt idx="507">
                  <c:v>0</c:v>
                </c:pt>
                <c:pt idx="508">
                  <c:v>0</c:v>
                </c:pt>
                <c:pt idx="509">
                  <c:v>0</c:v>
                </c:pt>
                <c:pt idx="510">
                  <c:v>0</c:v>
                </c:pt>
                <c:pt idx="511">
                  <c:v>0</c:v>
                </c:pt>
                <c:pt idx="512">
                  <c:v>0</c:v>
                </c:pt>
                <c:pt idx="513">
                  <c:v>1197</c:v>
                </c:pt>
                <c:pt idx="514">
                  <c:v>946</c:v>
                </c:pt>
                <c:pt idx="515">
                  <c:v>0</c:v>
                </c:pt>
                <c:pt idx="516">
                  <c:v>1027</c:v>
                </c:pt>
                <c:pt idx="517">
                  <c:v>0</c:v>
                </c:pt>
                <c:pt idx="518">
                  <c:v>0</c:v>
                </c:pt>
                <c:pt idx="519">
                  <c:v>0</c:v>
                </c:pt>
                <c:pt idx="520">
                  <c:v>0</c:v>
                </c:pt>
                <c:pt idx="521">
                  <c:v>1163</c:v>
                </c:pt>
                <c:pt idx="522">
                  <c:v>1232</c:v>
                </c:pt>
                <c:pt idx="523">
                  <c:v>0</c:v>
                </c:pt>
                <c:pt idx="524">
                  <c:v>0</c:v>
                </c:pt>
                <c:pt idx="525">
                  <c:v>0</c:v>
                </c:pt>
                <c:pt idx="526">
                  <c:v>0</c:v>
                </c:pt>
                <c:pt idx="527">
                  <c:v>0</c:v>
                </c:pt>
                <c:pt idx="528">
                  <c:v>0</c:v>
                </c:pt>
                <c:pt idx="529">
                  <c:v>0</c:v>
                </c:pt>
                <c:pt idx="530">
                  <c:v>0</c:v>
                </c:pt>
                <c:pt idx="531">
                  <c:v>0</c:v>
                </c:pt>
                <c:pt idx="532">
                  <c:v>303</c:v>
                </c:pt>
                <c:pt idx="533">
                  <c:v>0</c:v>
                </c:pt>
                <c:pt idx="534">
                  <c:v>914</c:v>
                </c:pt>
                <c:pt idx="535">
                  <c:v>0</c:v>
                </c:pt>
                <c:pt idx="536">
                  <c:v>0</c:v>
                </c:pt>
                <c:pt idx="537">
                  <c:v>0</c:v>
                </c:pt>
                <c:pt idx="538">
                  <c:v>0</c:v>
                </c:pt>
                <c:pt idx="539">
                  <c:v>794</c:v>
                </c:pt>
                <c:pt idx="540">
                  <c:v>0</c:v>
                </c:pt>
                <c:pt idx="541">
                  <c:v>0</c:v>
                </c:pt>
                <c:pt idx="542">
                  <c:v>0</c:v>
                </c:pt>
                <c:pt idx="543">
                  <c:v>1148</c:v>
                </c:pt>
                <c:pt idx="544">
                  <c:v>0</c:v>
                </c:pt>
                <c:pt idx="545">
                  <c:v>454</c:v>
                </c:pt>
                <c:pt idx="546">
                  <c:v>0</c:v>
                </c:pt>
                <c:pt idx="547">
                  <c:v>0</c:v>
                </c:pt>
                <c:pt idx="548">
                  <c:v>0</c:v>
                </c:pt>
                <c:pt idx="549">
                  <c:v>0</c:v>
                </c:pt>
                <c:pt idx="550">
                  <c:v>433</c:v>
                </c:pt>
                <c:pt idx="551">
                  <c:v>0</c:v>
                </c:pt>
                <c:pt idx="552">
                  <c:v>0</c:v>
                </c:pt>
                <c:pt idx="553">
                  <c:v>0</c:v>
                </c:pt>
                <c:pt idx="554">
                  <c:v>0</c:v>
                </c:pt>
                <c:pt idx="555">
                  <c:v>0</c:v>
                </c:pt>
                <c:pt idx="556">
                  <c:v>525</c:v>
                </c:pt>
                <c:pt idx="557">
                  <c:v>0</c:v>
                </c:pt>
                <c:pt idx="558">
                  <c:v>0</c:v>
                </c:pt>
                <c:pt idx="559">
                  <c:v>0</c:v>
                </c:pt>
                <c:pt idx="560">
                  <c:v>0</c:v>
                </c:pt>
                <c:pt idx="561">
                  <c:v>0</c:v>
                </c:pt>
                <c:pt idx="562">
                  <c:v>883</c:v>
                </c:pt>
                <c:pt idx="563">
                  <c:v>0</c:v>
                </c:pt>
                <c:pt idx="564">
                  <c:v>0</c:v>
                </c:pt>
                <c:pt idx="565">
                  <c:v>1046</c:v>
                </c:pt>
                <c:pt idx="566">
                  <c:v>1119</c:v>
                </c:pt>
                <c:pt idx="567">
                  <c:v>0</c:v>
                </c:pt>
                <c:pt idx="568">
                  <c:v>0</c:v>
                </c:pt>
                <c:pt idx="569">
                  <c:v>0</c:v>
                </c:pt>
                <c:pt idx="570">
                  <c:v>762</c:v>
                </c:pt>
                <c:pt idx="571">
                  <c:v>0</c:v>
                </c:pt>
                <c:pt idx="572">
                  <c:v>0</c:v>
                </c:pt>
                <c:pt idx="573">
                  <c:v>0</c:v>
                </c:pt>
                <c:pt idx="574">
                  <c:v>0</c:v>
                </c:pt>
                <c:pt idx="575">
                  <c:v>875</c:v>
                </c:pt>
                <c:pt idx="576">
                  <c:v>0</c:v>
                </c:pt>
                <c:pt idx="577">
                  <c:v>0</c:v>
                </c:pt>
                <c:pt idx="578">
                  <c:v>0</c:v>
                </c:pt>
                <c:pt idx="579">
                  <c:v>969</c:v>
                </c:pt>
                <c:pt idx="580">
                  <c:v>363</c:v>
                </c:pt>
                <c:pt idx="581">
                  <c:v>0</c:v>
                </c:pt>
                <c:pt idx="582">
                  <c:v>0</c:v>
                </c:pt>
                <c:pt idx="583">
                  <c:v>0</c:v>
                </c:pt>
                <c:pt idx="584">
                  <c:v>0</c:v>
                </c:pt>
                <c:pt idx="585">
                  <c:v>0</c:v>
                </c:pt>
                <c:pt idx="586">
                  <c:v>0</c:v>
                </c:pt>
                <c:pt idx="587">
                  <c:v>678</c:v>
                </c:pt>
                <c:pt idx="588">
                  <c:v>1153</c:v>
                </c:pt>
                <c:pt idx="589">
                  <c:v>732</c:v>
                </c:pt>
                <c:pt idx="590">
                  <c:v>0</c:v>
                </c:pt>
                <c:pt idx="591">
                  <c:v>0</c:v>
                </c:pt>
                <c:pt idx="592">
                  <c:v>0</c:v>
                </c:pt>
                <c:pt idx="593">
                  <c:v>803</c:v>
                </c:pt>
                <c:pt idx="594">
                  <c:v>0</c:v>
                </c:pt>
                <c:pt idx="595">
                  <c:v>0</c:v>
                </c:pt>
                <c:pt idx="596">
                  <c:v>0</c:v>
                </c:pt>
                <c:pt idx="597">
                  <c:v>792</c:v>
                </c:pt>
                <c:pt idx="598">
                  <c:v>0</c:v>
                </c:pt>
                <c:pt idx="599">
                  <c:v>0</c:v>
                </c:pt>
                <c:pt idx="600">
                  <c:v>0</c:v>
                </c:pt>
                <c:pt idx="601">
                  <c:v>0</c:v>
                </c:pt>
                <c:pt idx="602">
                  <c:v>0</c:v>
                </c:pt>
                <c:pt idx="603">
                  <c:v>0</c:v>
                </c:pt>
                <c:pt idx="604">
                  <c:v>0</c:v>
                </c:pt>
                <c:pt idx="605">
                  <c:v>0</c:v>
                </c:pt>
                <c:pt idx="606">
                  <c:v>0</c:v>
                </c:pt>
                <c:pt idx="607">
                  <c:v>566</c:v>
                </c:pt>
                <c:pt idx="608">
                  <c:v>0</c:v>
                </c:pt>
                <c:pt idx="609">
                  <c:v>0</c:v>
                </c:pt>
                <c:pt idx="610">
                  <c:v>0</c:v>
                </c:pt>
                <c:pt idx="611">
                  <c:v>0</c:v>
                </c:pt>
                <c:pt idx="612">
                  <c:v>0</c:v>
                </c:pt>
                <c:pt idx="613">
                  <c:v>0</c:v>
                </c:pt>
                <c:pt idx="614">
                  <c:v>0</c:v>
                </c:pt>
                <c:pt idx="615">
                  <c:v>0</c:v>
                </c:pt>
                <c:pt idx="616">
                  <c:v>0</c:v>
                </c:pt>
                <c:pt idx="617">
                  <c:v>0</c:v>
                </c:pt>
                <c:pt idx="618">
                  <c:v>0</c:v>
                </c:pt>
                <c:pt idx="619">
                  <c:v>0</c:v>
                </c:pt>
                <c:pt idx="620">
                  <c:v>453</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909</c:v>
                </c:pt>
                <c:pt idx="635">
                  <c:v>0</c:v>
                </c:pt>
                <c:pt idx="636">
                  <c:v>0</c:v>
                </c:pt>
                <c:pt idx="637">
                  <c:v>868</c:v>
                </c:pt>
                <c:pt idx="638">
                  <c:v>643</c:v>
                </c:pt>
                <c:pt idx="639">
                  <c:v>0</c:v>
                </c:pt>
                <c:pt idx="640">
                  <c:v>0</c:v>
                </c:pt>
                <c:pt idx="641">
                  <c:v>445</c:v>
                </c:pt>
                <c:pt idx="642">
                  <c:v>0</c:v>
                </c:pt>
                <c:pt idx="643">
                  <c:v>0</c:v>
                </c:pt>
                <c:pt idx="644">
                  <c:v>888</c:v>
                </c:pt>
                <c:pt idx="645">
                  <c:v>0</c:v>
                </c:pt>
                <c:pt idx="646">
                  <c:v>0</c:v>
                </c:pt>
                <c:pt idx="647">
                  <c:v>0</c:v>
                </c:pt>
                <c:pt idx="648">
                  <c:v>0</c:v>
                </c:pt>
                <c:pt idx="649">
                  <c:v>0</c:v>
                </c:pt>
                <c:pt idx="650">
                  <c:v>726</c:v>
                </c:pt>
                <c:pt idx="651">
                  <c:v>0</c:v>
                </c:pt>
                <c:pt idx="652">
                  <c:v>1066</c:v>
                </c:pt>
                <c:pt idx="653">
                  <c:v>0</c:v>
                </c:pt>
                <c:pt idx="654">
                  <c:v>636</c:v>
                </c:pt>
                <c:pt idx="655">
                  <c:v>1227</c:v>
                </c:pt>
                <c:pt idx="656">
                  <c:v>929</c:v>
                </c:pt>
                <c:pt idx="657">
                  <c:v>0</c:v>
                </c:pt>
                <c:pt idx="658">
                  <c:v>0</c:v>
                </c:pt>
                <c:pt idx="659">
                  <c:v>763</c:v>
                </c:pt>
                <c:pt idx="660">
                  <c:v>0</c:v>
                </c:pt>
                <c:pt idx="661">
                  <c:v>0</c:v>
                </c:pt>
                <c:pt idx="662">
                  <c:v>0</c:v>
                </c:pt>
                <c:pt idx="663">
                  <c:v>0</c:v>
                </c:pt>
                <c:pt idx="664">
                  <c:v>0</c:v>
                </c:pt>
                <c:pt idx="665">
                  <c:v>0</c:v>
                </c:pt>
                <c:pt idx="666">
                  <c:v>627</c:v>
                </c:pt>
                <c:pt idx="667">
                  <c:v>0</c:v>
                </c:pt>
                <c:pt idx="668">
                  <c:v>0</c:v>
                </c:pt>
                <c:pt idx="669">
                  <c:v>1625</c:v>
                </c:pt>
                <c:pt idx="670">
                  <c:v>0</c:v>
                </c:pt>
                <c:pt idx="671">
                  <c:v>0</c:v>
                </c:pt>
                <c:pt idx="672">
                  <c:v>0</c:v>
                </c:pt>
                <c:pt idx="673">
                  <c:v>0</c:v>
                </c:pt>
                <c:pt idx="674">
                  <c:v>0</c:v>
                </c:pt>
                <c:pt idx="675">
                  <c:v>0</c:v>
                </c:pt>
                <c:pt idx="676">
                  <c:v>0</c:v>
                </c:pt>
                <c:pt idx="677">
                  <c:v>0</c:v>
                </c:pt>
                <c:pt idx="678">
                  <c:v>672</c:v>
                </c:pt>
                <c:pt idx="679">
                  <c:v>0</c:v>
                </c:pt>
                <c:pt idx="680">
                  <c:v>0</c:v>
                </c:pt>
                <c:pt idx="681">
                  <c:v>0</c:v>
                </c:pt>
                <c:pt idx="682">
                  <c:v>0</c:v>
                </c:pt>
                <c:pt idx="683">
                  <c:v>0</c:v>
                </c:pt>
                <c:pt idx="684">
                  <c:v>0</c:v>
                </c:pt>
                <c:pt idx="685">
                  <c:v>0</c:v>
                </c:pt>
                <c:pt idx="686">
                  <c:v>1050</c:v>
                </c:pt>
                <c:pt idx="687">
                  <c:v>0</c:v>
                </c:pt>
                <c:pt idx="688">
                  <c:v>840</c:v>
                </c:pt>
                <c:pt idx="689">
                  <c:v>1029</c:v>
                </c:pt>
                <c:pt idx="690">
                  <c:v>1248</c:v>
                </c:pt>
                <c:pt idx="691">
                  <c:v>0</c:v>
                </c:pt>
                <c:pt idx="692">
                  <c:v>0</c:v>
                </c:pt>
                <c:pt idx="693">
                  <c:v>0</c:v>
                </c:pt>
                <c:pt idx="694">
                  <c:v>0</c:v>
                </c:pt>
                <c:pt idx="695">
                  <c:v>0</c:v>
                </c:pt>
                <c:pt idx="696">
                  <c:v>0</c:v>
                </c:pt>
                <c:pt idx="697">
                  <c:v>0</c:v>
                </c:pt>
                <c:pt idx="698">
                  <c:v>0</c:v>
                </c:pt>
                <c:pt idx="699">
                  <c:v>0</c:v>
                </c:pt>
                <c:pt idx="700">
                  <c:v>994</c:v>
                </c:pt>
                <c:pt idx="701">
                  <c:v>0</c:v>
                </c:pt>
                <c:pt idx="702">
                  <c:v>0</c:v>
                </c:pt>
                <c:pt idx="703">
                  <c:v>0</c:v>
                </c:pt>
                <c:pt idx="704">
                  <c:v>1418</c:v>
                </c:pt>
                <c:pt idx="705">
                  <c:v>0</c:v>
                </c:pt>
                <c:pt idx="706">
                  <c:v>895</c:v>
                </c:pt>
                <c:pt idx="707">
                  <c:v>1515</c:v>
                </c:pt>
                <c:pt idx="708">
                  <c:v>0</c:v>
                </c:pt>
                <c:pt idx="709">
                  <c:v>0</c:v>
                </c:pt>
                <c:pt idx="710">
                  <c:v>0</c:v>
                </c:pt>
                <c:pt idx="711">
                  <c:v>0</c:v>
                </c:pt>
                <c:pt idx="712">
                  <c:v>0</c:v>
                </c:pt>
                <c:pt idx="713">
                  <c:v>0</c:v>
                </c:pt>
                <c:pt idx="714">
                  <c:v>0</c:v>
                </c:pt>
                <c:pt idx="715">
                  <c:v>0</c:v>
                </c:pt>
                <c:pt idx="716">
                  <c:v>0</c:v>
                </c:pt>
                <c:pt idx="717">
                  <c:v>0</c:v>
                </c:pt>
                <c:pt idx="718">
                  <c:v>1070</c:v>
                </c:pt>
                <c:pt idx="719">
                  <c:v>977</c:v>
                </c:pt>
                <c:pt idx="720">
                  <c:v>0</c:v>
                </c:pt>
                <c:pt idx="721">
                  <c:v>436</c:v>
                </c:pt>
                <c:pt idx="722">
                  <c:v>0</c:v>
                </c:pt>
                <c:pt idx="723">
                  <c:v>660</c:v>
                </c:pt>
                <c:pt idx="724">
                  <c:v>0</c:v>
                </c:pt>
                <c:pt idx="725">
                  <c:v>729</c:v>
                </c:pt>
                <c:pt idx="726">
                  <c:v>0</c:v>
                </c:pt>
                <c:pt idx="727">
                  <c:v>0</c:v>
                </c:pt>
                <c:pt idx="728">
                  <c:v>0</c:v>
                </c:pt>
                <c:pt idx="729">
                  <c:v>494</c:v>
                </c:pt>
                <c:pt idx="730">
                  <c:v>0</c:v>
                </c:pt>
                <c:pt idx="731">
                  <c:v>1278</c:v>
                </c:pt>
                <c:pt idx="732">
                  <c:v>0</c:v>
                </c:pt>
                <c:pt idx="733">
                  <c:v>0</c:v>
                </c:pt>
                <c:pt idx="734">
                  <c:v>0</c:v>
                </c:pt>
                <c:pt idx="735">
                  <c:v>0</c:v>
                </c:pt>
                <c:pt idx="736">
                  <c:v>1385</c:v>
                </c:pt>
                <c:pt idx="737">
                  <c:v>0</c:v>
                </c:pt>
                <c:pt idx="738">
                  <c:v>0</c:v>
                </c:pt>
                <c:pt idx="739">
                  <c:v>0</c:v>
                </c:pt>
                <c:pt idx="740">
                  <c:v>0</c:v>
                </c:pt>
                <c:pt idx="741">
                  <c:v>0</c:v>
                </c:pt>
                <c:pt idx="742">
                  <c:v>0</c:v>
                </c:pt>
                <c:pt idx="743">
                  <c:v>0</c:v>
                </c:pt>
                <c:pt idx="744">
                  <c:v>1231</c:v>
                </c:pt>
                <c:pt idx="745">
                  <c:v>0</c:v>
                </c:pt>
                <c:pt idx="746">
                  <c:v>1025</c:v>
                </c:pt>
                <c:pt idx="747">
                  <c:v>888</c:v>
                </c:pt>
                <c:pt idx="748">
                  <c:v>0</c:v>
                </c:pt>
                <c:pt idx="749">
                  <c:v>0</c:v>
                </c:pt>
                <c:pt idx="750">
                  <c:v>1041</c:v>
                </c:pt>
                <c:pt idx="751">
                  <c:v>0</c:v>
                </c:pt>
                <c:pt idx="752">
                  <c:v>0</c:v>
                </c:pt>
                <c:pt idx="753">
                  <c:v>0</c:v>
                </c:pt>
                <c:pt idx="754">
                  <c:v>852</c:v>
                </c:pt>
                <c:pt idx="755">
                  <c:v>0</c:v>
                </c:pt>
                <c:pt idx="756">
                  <c:v>0</c:v>
                </c:pt>
                <c:pt idx="757">
                  <c:v>0</c:v>
                </c:pt>
                <c:pt idx="758">
                  <c:v>1292</c:v>
                </c:pt>
                <c:pt idx="759">
                  <c:v>0</c:v>
                </c:pt>
                <c:pt idx="760">
                  <c:v>579</c:v>
                </c:pt>
                <c:pt idx="761">
                  <c:v>1012</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1066</c:v>
                </c:pt>
                <c:pt idx="781">
                  <c:v>913</c:v>
                </c:pt>
                <c:pt idx="782">
                  <c:v>0</c:v>
                </c:pt>
                <c:pt idx="783">
                  <c:v>0</c:v>
                </c:pt>
                <c:pt idx="784">
                  <c:v>0</c:v>
                </c:pt>
                <c:pt idx="785">
                  <c:v>0</c:v>
                </c:pt>
                <c:pt idx="786">
                  <c:v>0</c:v>
                </c:pt>
                <c:pt idx="787">
                  <c:v>0</c:v>
                </c:pt>
                <c:pt idx="788">
                  <c:v>0</c:v>
                </c:pt>
                <c:pt idx="789">
                  <c:v>1240</c:v>
                </c:pt>
                <c:pt idx="790">
                  <c:v>904</c:v>
                </c:pt>
                <c:pt idx="791">
                  <c:v>0</c:v>
                </c:pt>
                <c:pt idx="792">
                  <c:v>0</c:v>
                </c:pt>
                <c:pt idx="793">
                  <c:v>750</c:v>
                </c:pt>
                <c:pt idx="794">
                  <c:v>0</c:v>
                </c:pt>
                <c:pt idx="795">
                  <c:v>0</c:v>
                </c:pt>
                <c:pt idx="796">
                  <c:v>0</c:v>
                </c:pt>
                <c:pt idx="797">
                  <c:v>0</c:v>
                </c:pt>
                <c:pt idx="798">
                  <c:v>0</c:v>
                </c:pt>
                <c:pt idx="799">
                  <c:v>0</c:v>
                </c:pt>
                <c:pt idx="800">
                  <c:v>0</c:v>
                </c:pt>
                <c:pt idx="801">
                  <c:v>1015</c:v>
                </c:pt>
                <c:pt idx="802">
                  <c:v>0</c:v>
                </c:pt>
                <c:pt idx="803">
                  <c:v>590</c:v>
                </c:pt>
                <c:pt idx="804">
                  <c:v>1241</c:v>
                </c:pt>
                <c:pt idx="805">
                  <c:v>988</c:v>
                </c:pt>
                <c:pt idx="806">
                  <c:v>0</c:v>
                </c:pt>
                <c:pt idx="807">
                  <c:v>796</c:v>
                </c:pt>
                <c:pt idx="808">
                  <c:v>0</c:v>
                </c:pt>
                <c:pt idx="809">
                  <c:v>0</c:v>
                </c:pt>
                <c:pt idx="810">
                  <c:v>0</c:v>
                </c:pt>
                <c:pt idx="811">
                  <c:v>448</c:v>
                </c:pt>
                <c:pt idx="812">
                  <c:v>1203</c:v>
                </c:pt>
                <c:pt idx="813">
                  <c:v>0</c:v>
                </c:pt>
                <c:pt idx="814">
                  <c:v>0</c:v>
                </c:pt>
                <c:pt idx="815">
                  <c:v>0</c:v>
                </c:pt>
                <c:pt idx="816">
                  <c:v>757</c:v>
                </c:pt>
                <c:pt idx="817">
                  <c:v>0</c:v>
                </c:pt>
                <c:pt idx="818">
                  <c:v>0</c:v>
                </c:pt>
                <c:pt idx="819">
                  <c:v>1107</c:v>
                </c:pt>
                <c:pt idx="820">
                  <c:v>884</c:v>
                </c:pt>
                <c:pt idx="821">
                  <c:v>0</c:v>
                </c:pt>
                <c:pt idx="822">
                  <c:v>0</c:v>
                </c:pt>
                <c:pt idx="823">
                  <c:v>879</c:v>
                </c:pt>
                <c:pt idx="824">
                  <c:v>0</c:v>
                </c:pt>
                <c:pt idx="825">
                  <c:v>1150</c:v>
                </c:pt>
                <c:pt idx="826">
                  <c:v>850</c:v>
                </c:pt>
                <c:pt idx="827">
                  <c:v>0</c:v>
                </c:pt>
                <c:pt idx="828">
                  <c:v>1091</c:v>
                </c:pt>
                <c:pt idx="829">
                  <c:v>0</c:v>
                </c:pt>
                <c:pt idx="830">
                  <c:v>0</c:v>
                </c:pt>
                <c:pt idx="831">
                  <c:v>0</c:v>
                </c:pt>
                <c:pt idx="832">
                  <c:v>0</c:v>
                </c:pt>
                <c:pt idx="833">
                  <c:v>926</c:v>
                </c:pt>
                <c:pt idx="834">
                  <c:v>0</c:v>
                </c:pt>
                <c:pt idx="835">
                  <c:v>0</c:v>
                </c:pt>
                <c:pt idx="836">
                  <c:v>1038</c:v>
                </c:pt>
                <c:pt idx="837">
                  <c:v>0</c:v>
                </c:pt>
                <c:pt idx="838">
                  <c:v>913</c:v>
                </c:pt>
                <c:pt idx="839">
                  <c:v>0</c:v>
                </c:pt>
                <c:pt idx="840">
                  <c:v>0</c:v>
                </c:pt>
                <c:pt idx="841">
                  <c:v>0</c:v>
                </c:pt>
                <c:pt idx="842">
                  <c:v>0</c:v>
                </c:pt>
                <c:pt idx="843">
                  <c:v>767</c:v>
                </c:pt>
                <c:pt idx="844">
                  <c:v>1126</c:v>
                </c:pt>
                <c:pt idx="845">
                  <c:v>0</c:v>
                </c:pt>
                <c:pt idx="846">
                  <c:v>0</c:v>
                </c:pt>
                <c:pt idx="847">
                  <c:v>0</c:v>
                </c:pt>
                <c:pt idx="848">
                  <c:v>803</c:v>
                </c:pt>
                <c:pt idx="849">
                  <c:v>880</c:v>
                </c:pt>
                <c:pt idx="850">
                  <c:v>1104</c:v>
                </c:pt>
                <c:pt idx="851">
                  <c:v>0</c:v>
                </c:pt>
                <c:pt idx="852">
                  <c:v>0</c:v>
                </c:pt>
                <c:pt idx="853">
                  <c:v>0</c:v>
                </c:pt>
                <c:pt idx="854">
                  <c:v>0</c:v>
                </c:pt>
                <c:pt idx="855">
                  <c:v>0</c:v>
                </c:pt>
                <c:pt idx="856">
                  <c:v>0</c:v>
                </c:pt>
                <c:pt idx="857">
                  <c:v>0</c:v>
                </c:pt>
                <c:pt idx="858">
                  <c:v>0</c:v>
                </c:pt>
                <c:pt idx="859">
                  <c:v>693</c:v>
                </c:pt>
                <c:pt idx="860">
                  <c:v>0</c:v>
                </c:pt>
                <c:pt idx="861">
                  <c:v>1187</c:v>
                </c:pt>
                <c:pt idx="862">
                  <c:v>0</c:v>
                </c:pt>
                <c:pt idx="863">
                  <c:v>0</c:v>
                </c:pt>
                <c:pt idx="864">
                  <c:v>0</c:v>
                </c:pt>
                <c:pt idx="865">
                  <c:v>830</c:v>
                </c:pt>
                <c:pt idx="866">
                  <c:v>824</c:v>
                </c:pt>
                <c:pt idx="867">
                  <c:v>1200</c:v>
                </c:pt>
                <c:pt idx="868">
                  <c:v>0</c:v>
                </c:pt>
                <c:pt idx="869">
                  <c:v>1505</c:v>
                </c:pt>
                <c:pt idx="870">
                  <c:v>0</c:v>
                </c:pt>
                <c:pt idx="871">
                  <c:v>0</c:v>
                </c:pt>
                <c:pt idx="872">
                  <c:v>832</c:v>
                </c:pt>
                <c:pt idx="873">
                  <c:v>0</c:v>
                </c:pt>
                <c:pt idx="874">
                  <c:v>0</c:v>
                </c:pt>
                <c:pt idx="875">
                  <c:v>499</c:v>
                </c:pt>
                <c:pt idx="876">
                  <c:v>0</c:v>
                </c:pt>
                <c:pt idx="877">
                  <c:v>0</c:v>
                </c:pt>
                <c:pt idx="878">
                  <c:v>0</c:v>
                </c:pt>
                <c:pt idx="879">
                  <c:v>0</c:v>
                </c:pt>
                <c:pt idx="880">
                  <c:v>0</c:v>
                </c:pt>
                <c:pt idx="881">
                  <c:v>0</c:v>
                </c:pt>
                <c:pt idx="882">
                  <c:v>0</c:v>
                </c:pt>
                <c:pt idx="883">
                  <c:v>725</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700</c:v>
                </c:pt>
                <c:pt idx="898">
                  <c:v>0</c:v>
                </c:pt>
                <c:pt idx="899">
                  <c:v>0</c:v>
                </c:pt>
                <c:pt idx="900">
                  <c:v>0</c:v>
                </c:pt>
                <c:pt idx="901">
                  <c:v>0</c:v>
                </c:pt>
                <c:pt idx="902">
                  <c:v>0</c:v>
                </c:pt>
                <c:pt idx="903">
                  <c:v>0</c:v>
                </c:pt>
                <c:pt idx="904">
                  <c:v>0</c:v>
                </c:pt>
                <c:pt idx="905">
                  <c:v>0</c:v>
                </c:pt>
                <c:pt idx="906">
                  <c:v>0</c:v>
                </c:pt>
                <c:pt idx="907">
                  <c:v>0</c:v>
                </c:pt>
                <c:pt idx="908">
                  <c:v>0</c:v>
                </c:pt>
                <c:pt idx="909">
                  <c:v>808</c:v>
                </c:pt>
                <c:pt idx="910">
                  <c:v>807</c:v>
                </c:pt>
                <c:pt idx="911">
                  <c:v>0</c:v>
                </c:pt>
                <c:pt idx="912">
                  <c:v>0</c:v>
                </c:pt>
                <c:pt idx="913">
                  <c:v>0</c:v>
                </c:pt>
                <c:pt idx="914">
                  <c:v>0</c:v>
                </c:pt>
                <c:pt idx="915">
                  <c:v>0</c:v>
                </c:pt>
                <c:pt idx="916">
                  <c:v>502</c:v>
                </c:pt>
                <c:pt idx="917">
                  <c:v>0</c:v>
                </c:pt>
                <c:pt idx="918">
                  <c:v>0</c:v>
                </c:pt>
                <c:pt idx="919">
                  <c:v>875</c:v>
                </c:pt>
                <c:pt idx="920">
                  <c:v>0</c:v>
                </c:pt>
                <c:pt idx="921">
                  <c:v>0</c:v>
                </c:pt>
                <c:pt idx="922">
                  <c:v>0</c:v>
                </c:pt>
                <c:pt idx="923">
                  <c:v>0</c:v>
                </c:pt>
                <c:pt idx="924">
                  <c:v>950</c:v>
                </c:pt>
                <c:pt idx="925">
                  <c:v>499</c:v>
                </c:pt>
                <c:pt idx="926">
                  <c:v>0</c:v>
                </c:pt>
                <c:pt idx="927">
                  <c:v>0</c:v>
                </c:pt>
                <c:pt idx="928">
                  <c:v>0</c:v>
                </c:pt>
                <c:pt idx="929">
                  <c:v>0</c:v>
                </c:pt>
                <c:pt idx="930">
                  <c:v>986</c:v>
                </c:pt>
                <c:pt idx="931">
                  <c:v>0</c:v>
                </c:pt>
                <c:pt idx="932">
                  <c:v>0</c:v>
                </c:pt>
                <c:pt idx="933">
                  <c:v>1198</c:v>
                </c:pt>
                <c:pt idx="934">
                  <c:v>0</c:v>
                </c:pt>
                <c:pt idx="935">
                  <c:v>807</c:v>
                </c:pt>
                <c:pt idx="936">
                  <c:v>858</c:v>
                </c:pt>
                <c:pt idx="937">
                  <c:v>0</c:v>
                </c:pt>
                <c:pt idx="938">
                  <c:v>936</c:v>
                </c:pt>
                <c:pt idx="939">
                  <c:v>0</c:v>
                </c:pt>
                <c:pt idx="940">
                  <c:v>0</c:v>
                </c:pt>
                <c:pt idx="941">
                  <c:v>0</c:v>
                </c:pt>
                <c:pt idx="942">
                  <c:v>0</c:v>
                </c:pt>
                <c:pt idx="943">
                  <c:v>0</c:v>
                </c:pt>
                <c:pt idx="944">
                  <c:v>0</c:v>
                </c:pt>
                <c:pt idx="945">
                  <c:v>921</c:v>
                </c:pt>
                <c:pt idx="946">
                  <c:v>0</c:v>
                </c:pt>
                <c:pt idx="947">
                  <c:v>0</c:v>
                </c:pt>
                <c:pt idx="948">
                  <c:v>0</c:v>
                </c:pt>
                <c:pt idx="949">
                  <c:v>895</c:v>
                </c:pt>
                <c:pt idx="950">
                  <c:v>0</c:v>
                </c:pt>
                <c:pt idx="951">
                  <c:v>0</c:v>
                </c:pt>
                <c:pt idx="952">
                  <c:v>0</c:v>
                </c:pt>
                <c:pt idx="953">
                  <c:v>0</c:v>
                </c:pt>
                <c:pt idx="954">
                  <c:v>0</c:v>
                </c:pt>
                <c:pt idx="955">
                  <c:v>0</c:v>
                </c:pt>
                <c:pt idx="956">
                  <c:v>0</c:v>
                </c:pt>
                <c:pt idx="957">
                  <c:v>0</c:v>
                </c:pt>
                <c:pt idx="958">
                  <c:v>0</c:v>
                </c:pt>
                <c:pt idx="959">
                  <c:v>1001</c:v>
                </c:pt>
                <c:pt idx="960">
                  <c:v>0</c:v>
                </c:pt>
                <c:pt idx="961">
                  <c:v>441</c:v>
                </c:pt>
                <c:pt idx="962">
                  <c:v>0</c:v>
                </c:pt>
                <c:pt idx="963">
                  <c:v>0</c:v>
                </c:pt>
                <c:pt idx="964">
                  <c:v>388</c:v>
                </c:pt>
                <c:pt idx="965">
                  <c:v>0</c:v>
                </c:pt>
                <c:pt idx="966">
                  <c:v>0</c:v>
                </c:pt>
                <c:pt idx="967">
                  <c:v>0</c:v>
                </c:pt>
                <c:pt idx="968">
                  <c:v>598</c:v>
                </c:pt>
                <c:pt idx="969">
                  <c:v>0</c:v>
                </c:pt>
                <c:pt idx="970">
                  <c:v>0</c:v>
                </c:pt>
                <c:pt idx="971">
                  <c:v>0</c:v>
                </c:pt>
                <c:pt idx="972">
                  <c:v>0</c:v>
                </c:pt>
              </c:numCache>
            </c:numRef>
          </c:yVal>
          <c:smooth val="0"/>
          <c:extLst>
            <c:ext xmlns:c16="http://schemas.microsoft.com/office/drawing/2014/chart" uri="{C3380CC4-5D6E-409C-BE32-E72D297353CC}">
              <c16:uniqueId val="{00000003-5943-484C-B9FE-3C4EF33C7EF1}"/>
            </c:ext>
          </c:extLst>
        </c:ser>
        <c:dLbls>
          <c:showLegendKey val="0"/>
          <c:showVal val="0"/>
          <c:showCatName val="0"/>
          <c:showSerName val="0"/>
          <c:showPercent val="0"/>
          <c:showBubbleSize val="0"/>
        </c:dLbls>
        <c:axId val="1674715967"/>
        <c:axId val="1674716447"/>
      </c:scatterChart>
      <c:valAx>
        <c:axId val="167471596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Session Duration (Hour)</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4716447"/>
        <c:crosses val="autoZero"/>
        <c:crossBetween val="midCat"/>
      </c:valAx>
      <c:valAx>
        <c:axId val="1674716447"/>
        <c:scaling>
          <c:orientation val="minMax"/>
          <c:min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MY"/>
                  <a:t>Calories Burned</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471596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[Gym Member Exercise Tracking.xlsx]Pivot!PivotTable7</c:name>
    <c:fmtId val="42"/>
  </c:pivotSource>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MY" sz="900" dirty="0"/>
              <a:t>By Workout Type: </a:t>
            </a:r>
            <a:r>
              <a:rPr lang="en-MY" sz="900" dirty="0" err="1"/>
              <a:t>Avg</a:t>
            </a:r>
            <a:r>
              <a:rPr lang="en-MY" sz="900" dirty="0"/>
              <a:t> Calories Burned Distribution</a:t>
            </a:r>
          </a:p>
        </c:rich>
      </c:tx>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9"/>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0"/>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1"/>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2"/>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3"/>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4"/>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5"/>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6"/>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7"/>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8"/>
        <c:spPr>
          <a:solidFill>
            <a:schemeClr val="accent1"/>
          </a:solidFill>
          <a:ln>
            <a:noFill/>
          </a:ln>
          <a:effectLst/>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9"/>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50"/>
        <c:spPr>
          <a:solidFill>
            <a:schemeClr val="accent1"/>
          </a:solidFill>
          <a:ln>
            <a:noFill/>
          </a:ln>
          <a:effectLst/>
        </c:spPr>
        <c:marker>
          <c:symbol val="none"/>
        </c:marker>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extLst>
        </c:dLbl>
      </c:pivotFmt>
      <c:pivotFmt>
        <c:idx val="15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52"/>
        <c:spPr>
          <a:solidFill>
            <a:schemeClr val="accent1"/>
          </a:solidFill>
          <a:ln>
            <a:noFill/>
          </a:ln>
          <a:effectLst/>
        </c:spPr>
        <c:marker>
          <c:symbol val="none"/>
        </c:marker>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extLst>
        </c:dLbl>
      </c:pivotFmt>
      <c:pivotFmt>
        <c:idx val="153"/>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Pivot!$B$82</c:f>
              <c:strCache>
                <c:ptCount val="1"/>
                <c:pt idx="0">
                  <c:v>Average of Calories Burned</c:v>
                </c:pt>
              </c:strCache>
            </c:strRef>
          </c:tx>
          <c:spPr>
            <a:solidFill>
              <a:schemeClr val="accent1"/>
            </a:solidFill>
            <a:ln>
              <a:noFill/>
            </a:ln>
            <a:effectLst/>
          </c:spPr>
          <c:invertIfNegative val="0"/>
          <c:dPt>
            <c:idx val="0"/>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5-A42B-4C97-90AF-076A653F9BBF}"/>
              </c:ext>
            </c:extLst>
          </c:dPt>
          <c:dPt>
            <c:idx val="1"/>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04-A42B-4C97-90AF-076A653F9BBF}"/>
              </c:ext>
            </c:extLst>
          </c:dPt>
          <c:dPt>
            <c:idx val="2"/>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3-A42B-4C97-90AF-076A653F9BBF}"/>
              </c:ext>
            </c:extLst>
          </c:dPt>
          <c:dPt>
            <c:idx val="3"/>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2-A42B-4C97-90AF-076A653F9BBF}"/>
              </c:ext>
            </c:extLst>
          </c:dPt>
          <c:dLbls>
            <c:numFmt formatCode="#,##0" sourceLinked="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Pivot!$A$83:$A$86</c:f>
              <c:strCache>
                <c:ptCount val="4"/>
                <c:pt idx="0">
                  <c:v>Cardio</c:v>
                </c:pt>
                <c:pt idx="1">
                  <c:v>Yoga</c:v>
                </c:pt>
                <c:pt idx="2">
                  <c:v>Strength</c:v>
                </c:pt>
                <c:pt idx="3">
                  <c:v>HIIT</c:v>
                </c:pt>
              </c:strCache>
            </c:strRef>
          </c:cat>
          <c:val>
            <c:numRef>
              <c:f>Pivot!$B$83:$B$86</c:f>
              <c:numCache>
                <c:formatCode>0</c:formatCode>
                <c:ptCount val="4"/>
                <c:pt idx="0">
                  <c:v>884.51372549019607</c:v>
                </c:pt>
                <c:pt idx="1">
                  <c:v>903.18828451882848</c:v>
                </c:pt>
                <c:pt idx="2">
                  <c:v>910.69767441860461</c:v>
                </c:pt>
                <c:pt idx="3">
                  <c:v>925.80542986425337</c:v>
                </c:pt>
              </c:numCache>
            </c:numRef>
          </c:val>
          <c:extLst>
            <c:ext xmlns:c16="http://schemas.microsoft.com/office/drawing/2014/chart" uri="{C3380CC4-5D6E-409C-BE32-E72D297353CC}">
              <c16:uniqueId val="{00000000-A42B-4C97-90AF-076A653F9BBF}"/>
            </c:ext>
          </c:extLst>
        </c:ser>
        <c:dLbls>
          <c:dLblPos val="outEnd"/>
          <c:showLegendKey val="0"/>
          <c:showVal val="1"/>
          <c:showCatName val="0"/>
          <c:showSerName val="0"/>
          <c:showPercent val="0"/>
          <c:showBubbleSize val="0"/>
        </c:dLbls>
        <c:gapWidth val="182"/>
        <c:axId val="1524268367"/>
        <c:axId val="1524276047"/>
      </c:barChart>
      <c:lineChart>
        <c:grouping val="standard"/>
        <c:varyColors val="0"/>
        <c:ser>
          <c:idx val="1"/>
          <c:order val="1"/>
          <c:tx>
            <c:strRef>
              <c:f>Pivot!$C$82</c:f>
              <c:strCache>
                <c:ptCount val="1"/>
                <c:pt idx="0">
                  <c:v>Count of Calories Burned</c:v>
                </c:pt>
              </c:strCache>
            </c:strRef>
          </c:tx>
          <c:spPr>
            <a:ln w="28575" cap="rnd">
              <a:solidFill>
                <a:schemeClr val="tx1">
                  <a:lumMod val="65000"/>
                  <a:lumOff val="35000"/>
                </a:schemeClr>
              </a:solidFill>
              <a:round/>
            </a:ln>
            <a:effectLst/>
          </c:spPr>
          <c:marker>
            <c:symbol val="circle"/>
            <c:size val="5"/>
            <c:spPr>
              <a:solidFill>
                <a:schemeClr val="tx1">
                  <a:lumMod val="95000"/>
                  <a:lumOff val="5000"/>
                </a:schemeClr>
              </a:solidFill>
              <a:ln w="9525">
                <a:noFill/>
              </a:ln>
              <a:effectLst/>
            </c:spPr>
          </c:marker>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Pivot!$A$83:$A$86</c:f>
              <c:strCache>
                <c:ptCount val="4"/>
                <c:pt idx="0">
                  <c:v>Cardio</c:v>
                </c:pt>
                <c:pt idx="1">
                  <c:v>Yoga</c:v>
                </c:pt>
                <c:pt idx="2">
                  <c:v>Strength</c:v>
                </c:pt>
                <c:pt idx="3">
                  <c:v>HIIT</c:v>
                </c:pt>
              </c:strCache>
            </c:strRef>
          </c:cat>
          <c:val>
            <c:numRef>
              <c:f>Pivot!$C$83:$C$86</c:f>
              <c:numCache>
                <c:formatCode>General</c:formatCode>
                <c:ptCount val="4"/>
                <c:pt idx="0">
                  <c:v>255</c:v>
                </c:pt>
                <c:pt idx="1">
                  <c:v>239</c:v>
                </c:pt>
                <c:pt idx="2">
                  <c:v>258</c:v>
                </c:pt>
                <c:pt idx="3">
                  <c:v>221</c:v>
                </c:pt>
              </c:numCache>
            </c:numRef>
          </c:val>
          <c:smooth val="0"/>
          <c:extLst>
            <c:ext xmlns:c16="http://schemas.microsoft.com/office/drawing/2014/chart" uri="{C3380CC4-5D6E-409C-BE32-E72D297353CC}">
              <c16:uniqueId val="{00000001-A42B-4C97-90AF-076A653F9BBF}"/>
            </c:ext>
          </c:extLst>
        </c:ser>
        <c:dLbls>
          <c:showLegendKey val="0"/>
          <c:showVal val="0"/>
          <c:showCatName val="0"/>
          <c:showSerName val="0"/>
          <c:showPercent val="0"/>
          <c:showBubbleSize val="0"/>
        </c:dLbls>
        <c:marker val="1"/>
        <c:smooth val="0"/>
        <c:axId val="707342703"/>
        <c:axId val="707344623"/>
      </c:lineChart>
      <c:catAx>
        <c:axId val="152426836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4276047"/>
        <c:crosses val="autoZero"/>
        <c:auto val="1"/>
        <c:lblAlgn val="ctr"/>
        <c:lblOffset val="100"/>
        <c:noMultiLvlLbl val="0"/>
      </c:catAx>
      <c:valAx>
        <c:axId val="1524276047"/>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4268367"/>
        <c:crosses val="autoZero"/>
        <c:crossBetween val="between"/>
      </c:valAx>
      <c:valAx>
        <c:axId val="707344623"/>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342703"/>
        <c:crosses val="max"/>
        <c:crossBetween val="between"/>
      </c:valAx>
      <c:catAx>
        <c:axId val="707342703"/>
        <c:scaling>
          <c:orientation val="minMax"/>
        </c:scaling>
        <c:delete val="1"/>
        <c:axPos val="b"/>
        <c:numFmt formatCode="General" sourceLinked="1"/>
        <c:majorTickMark val="out"/>
        <c:minorTickMark val="none"/>
        <c:tickLblPos val="nextTo"/>
        <c:crossAx val="707344623"/>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Fat Percentage Line Fit  Plot</a:t>
            </a:r>
          </a:p>
        </c:rich>
      </c:tx>
      <c:overlay val="0"/>
    </c:title>
    <c:autoTitleDeleted val="0"/>
    <c:plotArea>
      <c:layout/>
      <c:scatterChart>
        <c:scatterStyle val="lineMarker"/>
        <c:varyColors val="0"/>
        <c:ser>
          <c:idx val="0"/>
          <c:order val="0"/>
          <c:tx>
            <c:v>Water Intake (Liters)</c:v>
          </c:tx>
          <c:spPr>
            <a:ln w="19050">
              <a:noFill/>
            </a:ln>
          </c:spPr>
          <c:xVal>
            <c:numRef>
              <c:f>'Sub-Dataset'!$DN$2:$DN$974</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5739-47D8-B3E5-FDF0D0FB3630}"/>
            </c:ext>
          </c:extLst>
        </c:ser>
        <c:ser>
          <c:idx val="1"/>
          <c:order val="1"/>
          <c:tx>
            <c:v>Predicted Water Intake (Liters)</c:v>
          </c:tx>
          <c:spPr>
            <a:ln w="19050">
              <a:noFill/>
            </a:ln>
          </c:spPr>
          <c:xVal>
            <c:numRef>
              <c:f>'Sub-Dataset'!$DN$2:$DN$974</c:f>
              <c:numCache>
                <c:formatCode>General</c:formatCode>
                <c:ptCount val="973"/>
                <c:pt idx="0">
                  <c:v>33.4</c:v>
                </c:pt>
                <c:pt idx="1">
                  <c:v>27.6</c:v>
                </c:pt>
                <c:pt idx="2">
                  <c:v>30.1</c:v>
                </c:pt>
                <c:pt idx="3">
                  <c:v>22.7</c:v>
                </c:pt>
                <c:pt idx="4">
                  <c:v>27.7</c:v>
                </c:pt>
                <c:pt idx="5">
                  <c:v>32.200000000000003</c:v>
                </c:pt>
                <c:pt idx="6">
                  <c:v>26.4</c:v>
                </c:pt>
                <c:pt idx="7">
                  <c:v>18.600000000000001</c:v>
                </c:pt>
                <c:pt idx="8">
                  <c:v>28</c:v>
                </c:pt>
                <c:pt idx="9">
                  <c:v>16.600000000000001</c:v>
                </c:pt>
                <c:pt idx="10">
                  <c:v>30.8</c:v>
                </c:pt>
                <c:pt idx="11">
                  <c:v>21.4</c:v>
                </c:pt>
                <c:pt idx="12">
                  <c:v>32</c:v>
                </c:pt>
                <c:pt idx="13">
                  <c:v>23.4</c:v>
                </c:pt>
                <c:pt idx="14">
                  <c:v>14.6</c:v>
                </c:pt>
                <c:pt idx="15">
                  <c:v>31</c:v>
                </c:pt>
                <c:pt idx="16">
                  <c:v>17.3</c:v>
                </c:pt>
                <c:pt idx="17">
                  <c:v>27.3</c:v>
                </c:pt>
                <c:pt idx="18">
                  <c:v>32.5</c:v>
                </c:pt>
                <c:pt idx="19">
                  <c:v>31.8</c:v>
                </c:pt>
                <c:pt idx="20">
                  <c:v>10.7</c:v>
                </c:pt>
                <c:pt idx="21">
                  <c:v>26.9</c:v>
                </c:pt>
                <c:pt idx="22">
                  <c:v>11.6</c:v>
                </c:pt>
                <c:pt idx="23">
                  <c:v>22.5</c:v>
                </c:pt>
                <c:pt idx="24">
                  <c:v>12.4</c:v>
                </c:pt>
                <c:pt idx="25">
                  <c:v>18.3</c:v>
                </c:pt>
                <c:pt idx="26">
                  <c:v>30.3</c:v>
                </c:pt>
                <c:pt idx="27">
                  <c:v>11</c:v>
                </c:pt>
                <c:pt idx="28">
                  <c:v>19.5</c:v>
                </c:pt>
                <c:pt idx="29">
                  <c:v>29.7</c:v>
                </c:pt>
                <c:pt idx="30">
                  <c:v>11.2</c:v>
                </c:pt>
                <c:pt idx="31">
                  <c:v>25.3</c:v>
                </c:pt>
                <c:pt idx="32">
                  <c:v>30.1</c:v>
                </c:pt>
                <c:pt idx="33">
                  <c:v>31.1</c:v>
                </c:pt>
                <c:pt idx="34">
                  <c:v>28.7</c:v>
                </c:pt>
                <c:pt idx="35">
                  <c:v>32.1</c:v>
                </c:pt>
                <c:pt idx="36">
                  <c:v>32.799999999999997</c:v>
                </c:pt>
                <c:pt idx="37">
                  <c:v>29.8</c:v>
                </c:pt>
                <c:pt idx="38">
                  <c:v>19.100000000000001</c:v>
                </c:pt>
                <c:pt idx="39">
                  <c:v>19</c:v>
                </c:pt>
                <c:pt idx="40">
                  <c:v>17.2</c:v>
                </c:pt>
                <c:pt idx="41">
                  <c:v>20.5</c:v>
                </c:pt>
                <c:pt idx="42">
                  <c:v>17.8</c:v>
                </c:pt>
                <c:pt idx="43">
                  <c:v>34</c:v>
                </c:pt>
                <c:pt idx="44">
                  <c:v>27.4</c:v>
                </c:pt>
                <c:pt idx="45">
                  <c:v>26.3</c:v>
                </c:pt>
                <c:pt idx="46">
                  <c:v>29.4</c:v>
                </c:pt>
                <c:pt idx="47">
                  <c:v>27.7</c:v>
                </c:pt>
                <c:pt idx="48">
                  <c:v>23.2</c:v>
                </c:pt>
                <c:pt idx="49">
                  <c:v>18.5</c:v>
                </c:pt>
                <c:pt idx="50">
                  <c:v>29</c:v>
                </c:pt>
                <c:pt idx="51">
                  <c:v>23</c:v>
                </c:pt>
                <c:pt idx="52">
                  <c:v>27.7</c:v>
                </c:pt>
                <c:pt idx="53">
                  <c:v>27.5</c:v>
                </c:pt>
                <c:pt idx="54">
                  <c:v>33.200000000000003</c:v>
                </c:pt>
                <c:pt idx="55">
                  <c:v>29.6</c:v>
                </c:pt>
                <c:pt idx="56">
                  <c:v>10.5</c:v>
                </c:pt>
                <c:pt idx="57">
                  <c:v>29.4</c:v>
                </c:pt>
                <c:pt idx="58">
                  <c:v>18.3</c:v>
                </c:pt>
                <c:pt idx="59">
                  <c:v>16.8</c:v>
                </c:pt>
                <c:pt idx="60">
                  <c:v>34.4</c:v>
                </c:pt>
                <c:pt idx="61">
                  <c:v>11.2</c:v>
                </c:pt>
                <c:pt idx="62">
                  <c:v>11.7</c:v>
                </c:pt>
                <c:pt idx="63">
                  <c:v>16.399999999999999</c:v>
                </c:pt>
                <c:pt idx="64">
                  <c:v>25.6</c:v>
                </c:pt>
                <c:pt idx="65">
                  <c:v>28.9</c:v>
                </c:pt>
                <c:pt idx="66">
                  <c:v>11.1</c:v>
                </c:pt>
                <c:pt idx="67">
                  <c:v>21.3</c:v>
                </c:pt>
                <c:pt idx="68">
                  <c:v>34.1</c:v>
                </c:pt>
                <c:pt idx="69">
                  <c:v>34.9</c:v>
                </c:pt>
                <c:pt idx="70">
                  <c:v>10.199999999999999</c:v>
                </c:pt>
                <c:pt idx="71">
                  <c:v>29.8</c:v>
                </c:pt>
                <c:pt idx="72">
                  <c:v>29.2</c:v>
                </c:pt>
                <c:pt idx="73">
                  <c:v>17.8</c:v>
                </c:pt>
                <c:pt idx="74">
                  <c:v>28.1</c:v>
                </c:pt>
                <c:pt idx="75">
                  <c:v>33.700000000000003</c:v>
                </c:pt>
                <c:pt idx="76">
                  <c:v>34.4</c:v>
                </c:pt>
                <c:pt idx="77">
                  <c:v>22.4</c:v>
                </c:pt>
                <c:pt idx="78">
                  <c:v>34.1</c:v>
                </c:pt>
                <c:pt idx="79">
                  <c:v>27</c:v>
                </c:pt>
                <c:pt idx="80">
                  <c:v>21.3</c:v>
                </c:pt>
                <c:pt idx="81">
                  <c:v>11.7</c:v>
                </c:pt>
                <c:pt idx="82">
                  <c:v>20.2</c:v>
                </c:pt>
                <c:pt idx="83">
                  <c:v>27.6</c:v>
                </c:pt>
                <c:pt idx="84">
                  <c:v>25.8</c:v>
                </c:pt>
                <c:pt idx="85">
                  <c:v>20</c:v>
                </c:pt>
                <c:pt idx="86">
                  <c:v>34.799999999999997</c:v>
                </c:pt>
                <c:pt idx="87">
                  <c:v>27.3</c:v>
                </c:pt>
                <c:pt idx="88">
                  <c:v>13.6</c:v>
                </c:pt>
                <c:pt idx="89">
                  <c:v>16.2</c:v>
                </c:pt>
                <c:pt idx="90">
                  <c:v>14.9</c:v>
                </c:pt>
                <c:pt idx="91">
                  <c:v>32.6</c:v>
                </c:pt>
                <c:pt idx="92">
                  <c:v>29.2</c:v>
                </c:pt>
                <c:pt idx="93">
                  <c:v>26.1</c:v>
                </c:pt>
                <c:pt idx="94">
                  <c:v>25.5</c:v>
                </c:pt>
                <c:pt idx="95">
                  <c:v>15</c:v>
                </c:pt>
                <c:pt idx="96">
                  <c:v>13.3</c:v>
                </c:pt>
                <c:pt idx="97">
                  <c:v>18.7</c:v>
                </c:pt>
                <c:pt idx="98">
                  <c:v>13.3</c:v>
                </c:pt>
                <c:pt idx="99">
                  <c:v>27.1</c:v>
                </c:pt>
                <c:pt idx="100">
                  <c:v>31</c:v>
                </c:pt>
                <c:pt idx="101">
                  <c:v>28.1</c:v>
                </c:pt>
                <c:pt idx="102">
                  <c:v>33</c:v>
                </c:pt>
                <c:pt idx="103">
                  <c:v>29</c:v>
                </c:pt>
                <c:pt idx="104">
                  <c:v>32.799999999999997</c:v>
                </c:pt>
                <c:pt idx="105">
                  <c:v>32</c:v>
                </c:pt>
                <c:pt idx="106">
                  <c:v>12.4</c:v>
                </c:pt>
                <c:pt idx="107">
                  <c:v>30.1</c:v>
                </c:pt>
                <c:pt idx="108">
                  <c:v>32.6</c:v>
                </c:pt>
                <c:pt idx="109">
                  <c:v>34.5</c:v>
                </c:pt>
                <c:pt idx="110">
                  <c:v>29.3</c:v>
                </c:pt>
                <c:pt idx="111">
                  <c:v>28.8</c:v>
                </c:pt>
                <c:pt idx="112">
                  <c:v>21.7</c:v>
                </c:pt>
                <c:pt idx="113">
                  <c:v>26.1</c:v>
                </c:pt>
                <c:pt idx="114">
                  <c:v>23.4</c:v>
                </c:pt>
                <c:pt idx="115">
                  <c:v>13.6</c:v>
                </c:pt>
                <c:pt idx="116">
                  <c:v>26.8</c:v>
                </c:pt>
                <c:pt idx="117">
                  <c:v>24.3</c:v>
                </c:pt>
                <c:pt idx="118">
                  <c:v>28.3</c:v>
                </c:pt>
                <c:pt idx="119">
                  <c:v>25.3</c:v>
                </c:pt>
                <c:pt idx="120">
                  <c:v>19.8</c:v>
                </c:pt>
                <c:pt idx="121">
                  <c:v>30.4</c:v>
                </c:pt>
                <c:pt idx="122">
                  <c:v>24.7</c:v>
                </c:pt>
                <c:pt idx="123">
                  <c:v>27.9</c:v>
                </c:pt>
                <c:pt idx="124">
                  <c:v>25.7</c:v>
                </c:pt>
                <c:pt idx="125">
                  <c:v>28.3</c:v>
                </c:pt>
                <c:pt idx="126">
                  <c:v>27</c:v>
                </c:pt>
                <c:pt idx="127">
                  <c:v>34.700000000000003</c:v>
                </c:pt>
                <c:pt idx="128">
                  <c:v>16.600000000000001</c:v>
                </c:pt>
                <c:pt idx="129">
                  <c:v>33.5</c:v>
                </c:pt>
                <c:pt idx="130">
                  <c:v>33.5</c:v>
                </c:pt>
                <c:pt idx="131">
                  <c:v>15</c:v>
                </c:pt>
                <c:pt idx="132">
                  <c:v>32.6</c:v>
                </c:pt>
                <c:pt idx="133">
                  <c:v>20</c:v>
                </c:pt>
                <c:pt idx="134">
                  <c:v>19.399999999999999</c:v>
                </c:pt>
                <c:pt idx="135">
                  <c:v>27.1</c:v>
                </c:pt>
                <c:pt idx="136">
                  <c:v>20.5</c:v>
                </c:pt>
                <c:pt idx="137">
                  <c:v>25</c:v>
                </c:pt>
                <c:pt idx="138">
                  <c:v>26.7</c:v>
                </c:pt>
                <c:pt idx="139">
                  <c:v>30.9</c:v>
                </c:pt>
                <c:pt idx="140">
                  <c:v>27.8</c:v>
                </c:pt>
                <c:pt idx="141">
                  <c:v>13.8</c:v>
                </c:pt>
                <c:pt idx="142">
                  <c:v>18.2</c:v>
                </c:pt>
                <c:pt idx="143">
                  <c:v>26</c:v>
                </c:pt>
                <c:pt idx="144">
                  <c:v>31.1</c:v>
                </c:pt>
                <c:pt idx="145">
                  <c:v>17.600000000000001</c:v>
                </c:pt>
                <c:pt idx="146">
                  <c:v>29.2</c:v>
                </c:pt>
                <c:pt idx="147">
                  <c:v>33</c:v>
                </c:pt>
                <c:pt idx="148">
                  <c:v>34</c:v>
                </c:pt>
                <c:pt idx="149">
                  <c:v>33.700000000000003</c:v>
                </c:pt>
                <c:pt idx="150">
                  <c:v>16.7</c:v>
                </c:pt>
                <c:pt idx="151">
                  <c:v>18</c:v>
                </c:pt>
                <c:pt idx="152">
                  <c:v>29.3</c:v>
                </c:pt>
                <c:pt idx="153">
                  <c:v>31.7</c:v>
                </c:pt>
                <c:pt idx="154">
                  <c:v>16.8</c:v>
                </c:pt>
                <c:pt idx="155">
                  <c:v>10.5</c:v>
                </c:pt>
                <c:pt idx="156">
                  <c:v>27</c:v>
                </c:pt>
                <c:pt idx="157">
                  <c:v>17.899999999999999</c:v>
                </c:pt>
                <c:pt idx="158">
                  <c:v>26.5</c:v>
                </c:pt>
                <c:pt idx="159">
                  <c:v>19.8</c:v>
                </c:pt>
                <c:pt idx="160">
                  <c:v>25.7</c:v>
                </c:pt>
                <c:pt idx="161">
                  <c:v>31.6</c:v>
                </c:pt>
                <c:pt idx="162">
                  <c:v>29.2</c:v>
                </c:pt>
                <c:pt idx="163">
                  <c:v>34.5</c:v>
                </c:pt>
                <c:pt idx="164">
                  <c:v>29.4</c:v>
                </c:pt>
                <c:pt idx="165">
                  <c:v>27.9</c:v>
                </c:pt>
                <c:pt idx="166">
                  <c:v>17.7</c:v>
                </c:pt>
                <c:pt idx="167">
                  <c:v>31</c:v>
                </c:pt>
                <c:pt idx="168">
                  <c:v>24</c:v>
                </c:pt>
                <c:pt idx="169">
                  <c:v>32.299999999999997</c:v>
                </c:pt>
                <c:pt idx="170">
                  <c:v>31.7</c:v>
                </c:pt>
                <c:pt idx="171">
                  <c:v>30.6</c:v>
                </c:pt>
                <c:pt idx="172">
                  <c:v>21.4</c:v>
                </c:pt>
                <c:pt idx="173">
                  <c:v>20.5</c:v>
                </c:pt>
                <c:pt idx="174">
                  <c:v>33.1</c:v>
                </c:pt>
                <c:pt idx="175">
                  <c:v>24.4</c:v>
                </c:pt>
                <c:pt idx="176">
                  <c:v>23.6</c:v>
                </c:pt>
                <c:pt idx="177">
                  <c:v>30.6</c:v>
                </c:pt>
                <c:pt idx="178">
                  <c:v>21.3</c:v>
                </c:pt>
                <c:pt idx="179">
                  <c:v>32.299999999999997</c:v>
                </c:pt>
                <c:pt idx="180">
                  <c:v>33.700000000000003</c:v>
                </c:pt>
                <c:pt idx="181">
                  <c:v>21.8</c:v>
                </c:pt>
                <c:pt idx="182">
                  <c:v>20.2</c:v>
                </c:pt>
                <c:pt idx="183">
                  <c:v>23.2</c:v>
                </c:pt>
                <c:pt idx="184">
                  <c:v>32.799999999999997</c:v>
                </c:pt>
                <c:pt idx="185">
                  <c:v>32.6</c:v>
                </c:pt>
                <c:pt idx="186">
                  <c:v>30.9</c:v>
                </c:pt>
                <c:pt idx="187">
                  <c:v>34.799999999999997</c:v>
                </c:pt>
                <c:pt idx="188">
                  <c:v>34.1</c:v>
                </c:pt>
                <c:pt idx="189">
                  <c:v>32.4</c:v>
                </c:pt>
                <c:pt idx="190">
                  <c:v>23.5</c:v>
                </c:pt>
                <c:pt idx="191">
                  <c:v>22.1</c:v>
                </c:pt>
                <c:pt idx="192">
                  <c:v>31.1</c:v>
                </c:pt>
                <c:pt idx="193">
                  <c:v>33.5</c:v>
                </c:pt>
                <c:pt idx="194">
                  <c:v>24.7</c:v>
                </c:pt>
                <c:pt idx="195">
                  <c:v>23.2</c:v>
                </c:pt>
                <c:pt idx="196">
                  <c:v>31.3</c:v>
                </c:pt>
                <c:pt idx="197">
                  <c:v>21.1</c:v>
                </c:pt>
                <c:pt idx="198">
                  <c:v>32.9</c:v>
                </c:pt>
                <c:pt idx="199">
                  <c:v>21.3</c:v>
                </c:pt>
                <c:pt idx="200">
                  <c:v>31.8</c:v>
                </c:pt>
                <c:pt idx="201">
                  <c:v>34.299999999999997</c:v>
                </c:pt>
                <c:pt idx="202">
                  <c:v>34.299999999999997</c:v>
                </c:pt>
                <c:pt idx="203">
                  <c:v>31.7</c:v>
                </c:pt>
                <c:pt idx="204">
                  <c:v>30.7</c:v>
                </c:pt>
                <c:pt idx="205">
                  <c:v>24.9</c:v>
                </c:pt>
                <c:pt idx="206">
                  <c:v>24.8</c:v>
                </c:pt>
                <c:pt idx="207">
                  <c:v>31.9</c:v>
                </c:pt>
                <c:pt idx="208">
                  <c:v>23.8</c:v>
                </c:pt>
                <c:pt idx="209">
                  <c:v>34.6</c:v>
                </c:pt>
                <c:pt idx="210">
                  <c:v>24.3</c:v>
                </c:pt>
                <c:pt idx="211">
                  <c:v>21.2</c:v>
                </c:pt>
                <c:pt idx="212">
                  <c:v>24.1</c:v>
                </c:pt>
                <c:pt idx="213">
                  <c:v>34.700000000000003</c:v>
                </c:pt>
                <c:pt idx="214">
                  <c:v>32.4</c:v>
                </c:pt>
                <c:pt idx="215">
                  <c:v>21.7</c:v>
                </c:pt>
                <c:pt idx="216">
                  <c:v>23.4</c:v>
                </c:pt>
                <c:pt idx="217">
                  <c:v>21.3</c:v>
                </c:pt>
                <c:pt idx="218">
                  <c:v>24.8</c:v>
                </c:pt>
                <c:pt idx="219">
                  <c:v>20.8</c:v>
                </c:pt>
                <c:pt idx="220">
                  <c:v>22.9</c:v>
                </c:pt>
                <c:pt idx="221">
                  <c:v>32.700000000000003</c:v>
                </c:pt>
                <c:pt idx="222">
                  <c:v>24.7</c:v>
                </c:pt>
                <c:pt idx="223">
                  <c:v>20.399999999999999</c:v>
                </c:pt>
                <c:pt idx="224">
                  <c:v>22.3</c:v>
                </c:pt>
                <c:pt idx="225">
                  <c:v>22.4</c:v>
                </c:pt>
                <c:pt idx="226">
                  <c:v>24.1</c:v>
                </c:pt>
                <c:pt idx="227">
                  <c:v>21.1</c:v>
                </c:pt>
                <c:pt idx="228">
                  <c:v>22</c:v>
                </c:pt>
                <c:pt idx="229">
                  <c:v>20.2</c:v>
                </c:pt>
                <c:pt idx="230">
                  <c:v>23.7</c:v>
                </c:pt>
                <c:pt idx="231">
                  <c:v>31.5</c:v>
                </c:pt>
                <c:pt idx="232">
                  <c:v>20.6</c:v>
                </c:pt>
                <c:pt idx="233">
                  <c:v>22.2</c:v>
                </c:pt>
                <c:pt idx="234">
                  <c:v>22.3</c:v>
                </c:pt>
                <c:pt idx="235">
                  <c:v>21.1</c:v>
                </c:pt>
                <c:pt idx="236">
                  <c:v>24.4</c:v>
                </c:pt>
                <c:pt idx="237">
                  <c:v>23.6</c:v>
                </c:pt>
                <c:pt idx="238">
                  <c:v>33</c:v>
                </c:pt>
                <c:pt idx="239">
                  <c:v>21.6</c:v>
                </c:pt>
                <c:pt idx="240">
                  <c:v>21.8</c:v>
                </c:pt>
                <c:pt idx="241">
                  <c:v>23.2</c:v>
                </c:pt>
                <c:pt idx="242">
                  <c:v>23.9</c:v>
                </c:pt>
                <c:pt idx="243">
                  <c:v>34.6</c:v>
                </c:pt>
                <c:pt idx="244">
                  <c:v>22</c:v>
                </c:pt>
                <c:pt idx="245">
                  <c:v>30.6</c:v>
                </c:pt>
                <c:pt idx="246">
                  <c:v>20.5</c:v>
                </c:pt>
                <c:pt idx="247">
                  <c:v>24.2</c:v>
                </c:pt>
                <c:pt idx="248">
                  <c:v>20.9</c:v>
                </c:pt>
                <c:pt idx="249">
                  <c:v>33.1</c:v>
                </c:pt>
                <c:pt idx="250">
                  <c:v>24</c:v>
                </c:pt>
                <c:pt idx="251">
                  <c:v>20.7</c:v>
                </c:pt>
                <c:pt idx="252">
                  <c:v>33.799999999999997</c:v>
                </c:pt>
                <c:pt idx="253">
                  <c:v>20.9</c:v>
                </c:pt>
                <c:pt idx="254">
                  <c:v>21.1</c:v>
                </c:pt>
                <c:pt idx="255">
                  <c:v>20.9</c:v>
                </c:pt>
                <c:pt idx="256">
                  <c:v>23.2</c:v>
                </c:pt>
                <c:pt idx="257">
                  <c:v>31.6</c:v>
                </c:pt>
                <c:pt idx="258">
                  <c:v>23.5</c:v>
                </c:pt>
                <c:pt idx="259">
                  <c:v>31.1</c:v>
                </c:pt>
                <c:pt idx="260">
                  <c:v>20.9</c:v>
                </c:pt>
                <c:pt idx="261">
                  <c:v>24</c:v>
                </c:pt>
                <c:pt idx="262">
                  <c:v>22.7</c:v>
                </c:pt>
                <c:pt idx="263">
                  <c:v>23.3</c:v>
                </c:pt>
                <c:pt idx="264">
                  <c:v>34.299999999999997</c:v>
                </c:pt>
                <c:pt idx="265">
                  <c:v>32.799999999999997</c:v>
                </c:pt>
                <c:pt idx="266">
                  <c:v>32.9</c:v>
                </c:pt>
                <c:pt idx="267">
                  <c:v>22.6</c:v>
                </c:pt>
                <c:pt idx="268">
                  <c:v>20.2</c:v>
                </c:pt>
                <c:pt idx="269">
                  <c:v>33.700000000000003</c:v>
                </c:pt>
                <c:pt idx="270">
                  <c:v>34.9</c:v>
                </c:pt>
                <c:pt idx="271">
                  <c:v>21.2</c:v>
                </c:pt>
                <c:pt idx="272">
                  <c:v>24.4</c:v>
                </c:pt>
                <c:pt idx="273">
                  <c:v>31.5</c:v>
                </c:pt>
                <c:pt idx="274">
                  <c:v>20.9</c:v>
                </c:pt>
                <c:pt idx="275">
                  <c:v>33.299999999999997</c:v>
                </c:pt>
                <c:pt idx="276">
                  <c:v>32</c:v>
                </c:pt>
                <c:pt idx="277">
                  <c:v>24.4</c:v>
                </c:pt>
                <c:pt idx="278">
                  <c:v>33.9</c:v>
                </c:pt>
                <c:pt idx="279">
                  <c:v>21.8</c:v>
                </c:pt>
                <c:pt idx="280">
                  <c:v>23.6</c:v>
                </c:pt>
                <c:pt idx="281">
                  <c:v>24.2</c:v>
                </c:pt>
                <c:pt idx="282">
                  <c:v>23.3</c:v>
                </c:pt>
                <c:pt idx="283">
                  <c:v>28.8</c:v>
                </c:pt>
                <c:pt idx="284">
                  <c:v>21</c:v>
                </c:pt>
                <c:pt idx="285">
                  <c:v>32.200000000000003</c:v>
                </c:pt>
                <c:pt idx="286">
                  <c:v>26.2</c:v>
                </c:pt>
                <c:pt idx="287">
                  <c:v>22.9</c:v>
                </c:pt>
                <c:pt idx="288">
                  <c:v>22.9</c:v>
                </c:pt>
                <c:pt idx="289">
                  <c:v>34.700000000000003</c:v>
                </c:pt>
                <c:pt idx="290">
                  <c:v>22.9</c:v>
                </c:pt>
                <c:pt idx="291">
                  <c:v>23.1</c:v>
                </c:pt>
                <c:pt idx="292">
                  <c:v>23.3</c:v>
                </c:pt>
                <c:pt idx="293">
                  <c:v>21.5</c:v>
                </c:pt>
                <c:pt idx="294">
                  <c:v>20.5</c:v>
                </c:pt>
                <c:pt idx="295">
                  <c:v>23.9</c:v>
                </c:pt>
                <c:pt idx="296">
                  <c:v>21.2</c:v>
                </c:pt>
                <c:pt idx="297">
                  <c:v>31.9</c:v>
                </c:pt>
                <c:pt idx="298">
                  <c:v>20.100000000000001</c:v>
                </c:pt>
                <c:pt idx="299">
                  <c:v>20.100000000000001</c:v>
                </c:pt>
                <c:pt idx="300">
                  <c:v>29.4</c:v>
                </c:pt>
                <c:pt idx="301">
                  <c:v>28.9</c:v>
                </c:pt>
                <c:pt idx="302">
                  <c:v>25.6</c:v>
                </c:pt>
                <c:pt idx="303">
                  <c:v>32.799999999999997</c:v>
                </c:pt>
                <c:pt idx="304">
                  <c:v>23.3</c:v>
                </c:pt>
                <c:pt idx="305">
                  <c:v>30.6</c:v>
                </c:pt>
                <c:pt idx="306">
                  <c:v>20.6</c:v>
                </c:pt>
                <c:pt idx="307">
                  <c:v>21.8</c:v>
                </c:pt>
                <c:pt idx="308">
                  <c:v>28.5</c:v>
                </c:pt>
                <c:pt idx="309">
                  <c:v>33.6</c:v>
                </c:pt>
                <c:pt idx="310">
                  <c:v>26.7</c:v>
                </c:pt>
                <c:pt idx="311">
                  <c:v>28.8</c:v>
                </c:pt>
                <c:pt idx="312">
                  <c:v>33.4</c:v>
                </c:pt>
                <c:pt idx="313">
                  <c:v>29.2</c:v>
                </c:pt>
                <c:pt idx="314">
                  <c:v>23.4</c:v>
                </c:pt>
                <c:pt idx="315">
                  <c:v>34.200000000000003</c:v>
                </c:pt>
                <c:pt idx="316">
                  <c:v>24.1</c:v>
                </c:pt>
                <c:pt idx="317">
                  <c:v>30.7</c:v>
                </c:pt>
                <c:pt idx="318">
                  <c:v>22.2</c:v>
                </c:pt>
                <c:pt idx="319">
                  <c:v>20.2</c:v>
                </c:pt>
                <c:pt idx="320">
                  <c:v>24.9</c:v>
                </c:pt>
                <c:pt idx="321">
                  <c:v>22</c:v>
                </c:pt>
                <c:pt idx="322">
                  <c:v>31.2</c:v>
                </c:pt>
                <c:pt idx="323">
                  <c:v>27.3</c:v>
                </c:pt>
                <c:pt idx="324">
                  <c:v>31.8</c:v>
                </c:pt>
                <c:pt idx="325">
                  <c:v>33.4</c:v>
                </c:pt>
                <c:pt idx="326">
                  <c:v>21</c:v>
                </c:pt>
                <c:pt idx="327">
                  <c:v>24.1</c:v>
                </c:pt>
                <c:pt idx="328">
                  <c:v>31.8</c:v>
                </c:pt>
                <c:pt idx="329">
                  <c:v>23.5</c:v>
                </c:pt>
                <c:pt idx="330">
                  <c:v>24</c:v>
                </c:pt>
                <c:pt idx="331">
                  <c:v>25.8</c:v>
                </c:pt>
                <c:pt idx="332">
                  <c:v>25.4</c:v>
                </c:pt>
                <c:pt idx="333">
                  <c:v>26.2</c:v>
                </c:pt>
                <c:pt idx="334">
                  <c:v>28.1</c:v>
                </c:pt>
                <c:pt idx="335">
                  <c:v>31.1</c:v>
                </c:pt>
                <c:pt idx="336">
                  <c:v>30.6</c:v>
                </c:pt>
                <c:pt idx="337">
                  <c:v>17</c:v>
                </c:pt>
                <c:pt idx="338">
                  <c:v>22.5</c:v>
                </c:pt>
                <c:pt idx="339">
                  <c:v>21.2</c:v>
                </c:pt>
                <c:pt idx="340">
                  <c:v>32.9</c:v>
                </c:pt>
                <c:pt idx="341">
                  <c:v>33.9</c:v>
                </c:pt>
                <c:pt idx="342">
                  <c:v>27.4</c:v>
                </c:pt>
                <c:pt idx="343">
                  <c:v>23.5</c:v>
                </c:pt>
                <c:pt idx="344">
                  <c:v>24.5</c:v>
                </c:pt>
                <c:pt idx="345">
                  <c:v>24.5</c:v>
                </c:pt>
                <c:pt idx="346">
                  <c:v>33.9</c:v>
                </c:pt>
                <c:pt idx="347">
                  <c:v>22.1</c:v>
                </c:pt>
                <c:pt idx="348">
                  <c:v>33.1</c:v>
                </c:pt>
                <c:pt idx="349">
                  <c:v>31.7</c:v>
                </c:pt>
                <c:pt idx="350">
                  <c:v>34.6</c:v>
                </c:pt>
                <c:pt idx="351">
                  <c:v>20.100000000000001</c:v>
                </c:pt>
                <c:pt idx="352">
                  <c:v>24.5</c:v>
                </c:pt>
                <c:pt idx="353">
                  <c:v>21.3</c:v>
                </c:pt>
                <c:pt idx="354">
                  <c:v>34.799999999999997</c:v>
                </c:pt>
                <c:pt idx="355">
                  <c:v>25.9</c:v>
                </c:pt>
                <c:pt idx="356">
                  <c:v>24</c:v>
                </c:pt>
                <c:pt idx="357">
                  <c:v>20.399999999999999</c:v>
                </c:pt>
                <c:pt idx="358">
                  <c:v>33.299999999999997</c:v>
                </c:pt>
                <c:pt idx="359">
                  <c:v>22.6</c:v>
                </c:pt>
                <c:pt idx="360">
                  <c:v>23</c:v>
                </c:pt>
                <c:pt idx="361">
                  <c:v>34.9</c:v>
                </c:pt>
                <c:pt idx="362">
                  <c:v>22.1</c:v>
                </c:pt>
                <c:pt idx="363">
                  <c:v>20.5</c:v>
                </c:pt>
                <c:pt idx="364">
                  <c:v>30.6</c:v>
                </c:pt>
                <c:pt idx="365">
                  <c:v>32.5</c:v>
                </c:pt>
                <c:pt idx="366">
                  <c:v>23.3</c:v>
                </c:pt>
                <c:pt idx="367">
                  <c:v>32.799999999999997</c:v>
                </c:pt>
                <c:pt idx="368">
                  <c:v>32</c:v>
                </c:pt>
                <c:pt idx="369">
                  <c:v>32.700000000000003</c:v>
                </c:pt>
                <c:pt idx="370">
                  <c:v>15.5</c:v>
                </c:pt>
                <c:pt idx="371">
                  <c:v>21.7</c:v>
                </c:pt>
                <c:pt idx="372">
                  <c:v>24.9</c:v>
                </c:pt>
                <c:pt idx="373">
                  <c:v>34</c:v>
                </c:pt>
                <c:pt idx="374">
                  <c:v>34.9</c:v>
                </c:pt>
                <c:pt idx="375">
                  <c:v>31.1</c:v>
                </c:pt>
                <c:pt idx="376">
                  <c:v>32.5</c:v>
                </c:pt>
                <c:pt idx="377">
                  <c:v>26</c:v>
                </c:pt>
                <c:pt idx="378">
                  <c:v>24.8</c:v>
                </c:pt>
                <c:pt idx="379">
                  <c:v>23.2</c:v>
                </c:pt>
                <c:pt idx="380">
                  <c:v>26.3</c:v>
                </c:pt>
                <c:pt idx="381">
                  <c:v>33.9</c:v>
                </c:pt>
                <c:pt idx="382">
                  <c:v>24.9</c:v>
                </c:pt>
                <c:pt idx="383">
                  <c:v>21.4</c:v>
                </c:pt>
                <c:pt idx="384">
                  <c:v>34.9</c:v>
                </c:pt>
                <c:pt idx="385">
                  <c:v>32.200000000000003</c:v>
                </c:pt>
                <c:pt idx="386">
                  <c:v>25.2</c:v>
                </c:pt>
                <c:pt idx="387">
                  <c:v>31.8</c:v>
                </c:pt>
                <c:pt idx="388">
                  <c:v>22.4</c:v>
                </c:pt>
                <c:pt idx="389">
                  <c:v>31.6</c:v>
                </c:pt>
                <c:pt idx="390">
                  <c:v>21.6</c:v>
                </c:pt>
                <c:pt idx="391">
                  <c:v>26.7</c:v>
                </c:pt>
                <c:pt idx="392">
                  <c:v>24.7</c:v>
                </c:pt>
                <c:pt idx="393">
                  <c:v>24.6</c:v>
                </c:pt>
                <c:pt idx="394">
                  <c:v>22.1</c:v>
                </c:pt>
                <c:pt idx="395">
                  <c:v>20.5</c:v>
                </c:pt>
                <c:pt idx="396">
                  <c:v>25</c:v>
                </c:pt>
                <c:pt idx="397">
                  <c:v>22.6</c:v>
                </c:pt>
                <c:pt idx="398">
                  <c:v>31.7</c:v>
                </c:pt>
                <c:pt idx="399">
                  <c:v>27.9</c:v>
                </c:pt>
                <c:pt idx="400">
                  <c:v>18.399999999999999</c:v>
                </c:pt>
                <c:pt idx="401">
                  <c:v>30.8</c:v>
                </c:pt>
                <c:pt idx="402">
                  <c:v>15.2</c:v>
                </c:pt>
                <c:pt idx="403">
                  <c:v>29.1</c:v>
                </c:pt>
                <c:pt idx="404">
                  <c:v>25.3</c:v>
                </c:pt>
                <c:pt idx="405">
                  <c:v>32.4</c:v>
                </c:pt>
                <c:pt idx="406">
                  <c:v>27.4</c:v>
                </c:pt>
                <c:pt idx="407">
                  <c:v>16.399999999999999</c:v>
                </c:pt>
                <c:pt idx="408">
                  <c:v>15.1</c:v>
                </c:pt>
                <c:pt idx="409">
                  <c:v>17</c:v>
                </c:pt>
                <c:pt idx="410">
                  <c:v>15.1</c:v>
                </c:pt>
                <c:pt idx="411">
                  <c:v>34.4</c:v>
                </c:pt>
                <c:pt idx="412">
                  <c:v>31.9</c:v>
                </c:pt>
                <c:pt idx="413">
                  <c:v>34.200000000000003</c:v>
                </c:pt>
                <c:pt idx="414">
                  <c:v>19.399999999999999</c:v>
                </c:pt>
                <c:pt idx="415">
                  <c:v>27.6</c:v>
                </c:pt>
                <c:pt idx="416">
                  <c:v>19.8</c:v>
                </c:pt>
                <c:pt idx="417">
                  <c:v>19.5</c:v>
                </c:pt>
                <c:pt idx="418">
                  <c:v>15.2</c:v>
                </c:pt>
                <c:pt idx="419">
                  <c:v>26.6</c:v>
                </c:pt>
                <c:pt idx="420">
                  <c:v>28.2</c:v>
                </c:pt>
                <c:pt idx="421">
                  <c:v>16.399999999999999</c:v>
                </c:pt>
                <c:pt idx="422">
                  <c:v>16.600000000000001</c:v>
                </c:pt>
                <c:pt idx="423">
                  <c:v>18.100000000000001</c:v>
                </c:pt>
                <c:pt idx="424">
                  <c:v>17.2</c:v>
                </c:pt>
                <c:pt idx="425">
                  <c:v>18.100000000000001</c:v>
                </c:pt>
                <c:pt idx="426">
                  <c:v>15.3</c:v>
                </c:pt>
                <c:pt idx="427">
                  <c:v>21.7</c:v>
                </c:pt>
                <c:pt idx="428">
                  <c:v>25.7</c:v>
                </c:pt>
                <c:pt idx="429">
                  <c:v>19.7</c:v>
                </c:pt>
                <c:pt idx="430">
                  <c:v>29.2</c:v>
                </c:pt>
                <c:pt idx="431">
                  <c:v>18.600000000000001</c:v>
                </c:pt>
                <c:pt idx="432">
                  <c:v>17</c:v>
                </c:pt>
                <c:pt idx="433">
                  <c:v>21.6</c:v>
                </c:pt>
                <c:pt idx="434">
                  <c:v>18.2</c:v>
                </c:pt>
                <c:pt idx="435">
                  <c:v>17.8</c:v>
                </c:pt>
                <c:pt idx="436">
                  <c:v>32.4</c:v>
                </c:pt>
                <c:pt idx="437">
                  <c:v>33.799999999999997</c:v>
                </c:pt>
                <c:pt idx="438">
                  <c:v>21.3</c:v>
                </c:pt>
                <c:pt idx="439">
                  <c:v>28</c:v>
                </c:pt>
                <c:pt idx="440">
                  <c:v>29.8</c:v>
                </c:pt>
                <c:pt idx="441">
                  <c:v>12.8</c:v>
                </c:pt>
                <c:pt idx="442">
                  <c:v>25.6</c:v>
                </c:pt>
                <c:pt idx="443">
                  <c:v>29.5</c:v>
                </c:pt>
                <c:pt idx="444">
                  <c:v>17.600000000000001</c:v>
                </c:pt>
                <c:pt idx="445">
                  <c:v>28.4</c:v>
                </c:pt>
                <c:pt idx="446">
                  <c:v>12.9</c:v>
                </c:pt>
                <c:pt idx="447">
                  <c:v>26.3</c:v>
                </c:pt>
                <c:pt idx="448">
                  <c:v>29.4</c:v>
                </c:pt>
                <c:pt idx="449">
                  <c:v>30.3</c:v>
                </c:pt>
                <c:pt idx="450">
                  <c:v>28.9</c:v>
                </c:pt>
                <c:pt idx="451">
                  <c:v>29.9</c:v>
                </c:pt>
                <c:pt idx="452">
                  <c:v>29</c:v>
                </c:pt>
                <c:pt idx="453">
                  <c:v>28</c:v>
                </c:pt>
                <c:pt idx="454">
                  <c:v>28.5</c:v>
                </c:pt>
                <c:pt idx="455">
                  <c:v>17.3</c:v>
                </c:pt>
                <c:pt idx="456">
                  <c:v>11.6</c:v>
                </c:pt>
                <c:pt idx="457">
                  <c:v>29.5</c:v>
                </c:pt>
                <c:pt idx="458">
                  <c:v>34.299999999999997</c:v>
                </c:pt>
                <c:pt idx="459">
                  <c:v>26.1</c:v>
                </c:pt>
                <c:pt idx="460">
                  <c:v>31.6</c:v>
                </c:pt>
                <c:pt idx="461">
                  <c:v>22.3</c:v>
                </c:pt>
                <c:pt idx="462">
                  <c:v>27</c:v>
                </c:pt>
                <c:pt idx="463">
                  <c:v>12.5</c:v>
                </c:pt>
                <c:pt idx="464">
                  <c:v>25</c:v>
                </c:pt>
                <c:pt idx="465">
                  <c:v>27</c:v>
                </c:pt>
                <c:pt idx="466">
                  <c:v>28.5</c:v>
                </c:pt>
                <c:pt idx="467">
                  <c:v>24.3</c:v>
                </c:pt>
                <c:pt idx="468">
                  <c:v>28.1</c:v>
                </c:pt>
                <c:pt idx="469">
                  <c:v>27.5</c:v>
                </c:pt>
                <c:pt idx="470">
                  <c:v>27.5</c:v>
                </c:pt>
                <c:pt idx="471">
                  <c:v>14.5</c:v>
                </c:pt>
                <c:pt idx="472">
                  <c:v>25.4</c:v>
                </c:pt>
                <c:pt idx="473">
                  <c:v>11</c:v>
                </c:pt>
                <c:pt idx="474">
                  <c:v>10.1</c:v>
                </c:pt>
                <c:pt idx="475">
                  <c:v>26.3</c:v>
                </c:pt>
                <c:pt idx="476">
                  <c:v>25.1</c:v>
                </c:pt>
                <c:pt idx="477">
                  <c:v>16.5</c:v>
                </c:pt>
                <c:pt idx="478">
                  <c:v>27.8</c:v>
                </c:pt>
                <c:pt idx="479">
                  <c:v>14.3</c:v>
                </c:pt>
                <c:pt idx="480">
                  <c:v>11.3</c:v>
                </c:pt>
                <c:pt idx="481">
                  <c:v>34.700000000000003</c:v>
                </c:pt>
                <c:pt idx="482">
                  <c:v>29.2</c:v>
                </c:pt>
                <c:pt idx="483">
                  <c:v>26</c:v>
                </c:pt>
                <c:pt idx="484">
                  <c:v>25.7</c:v>
                </c:pt>
                <c:pt idx="485">
                  <c:v>28.1</c:v>
                </c:pt>
                <c:pt idx="486">
                  <c:v>25.9</c:v>
                </c:pt>
                <c:pt idx="487">
                  <c:v>29.9</c:v>
                </c:pt>
                <c:pt idx="488">
                  <c:v>26.2</c:v>
                </c:pt>
                <c:pt idx="489">
                  <c:v>26.7</c:v>
                </c:pt>
                <c:pt idx="490">
                  <c:v>11.4</c:v>
                </c:pt>
                <c:pt idx="491">
                  <c:v>28.1</c:v>
                </c:pt>
                <c:pt idx="492">
                  <c:v>10</c:v>
                </c:pt>
                <c:pt idx="493">
                  <c:v>26.7</c:v>
                </c:pt>
                <c:pt idx="494">
                  <c:v>12.9</c:v>
                </c:pt>
                <c:pt idx="495">
                  <c:v>14.5</c:v>
                </c:pt>
                <c:pt idx="496">
                  <c:v>33</c:v>
                </c:pt>
                <c:pt idx="497">
                  <c:v>13.3</c:v>
                </c:pt>
                <c:pt idx="498">
                  <c:v>12</c:v>
                </c:pt>
                <c:pt idx="499">
                  <c:v>13.9</c:v>
                </c:pt>
                <c:pt idx="500">
                  <c:v>12.1</c:v>
                </c:pt>
                <c:pt idx="501">
                  <c:v>24</c:v>
                </c:pt>
                <c:pt idx="502">
                  <c:v>12.1</c:v>
                </c:pt>
                <c:pt idx="503">
                  <c:v>11.2</c:v>
                </c:pt>
                <c:pt idx="504">
                  <c:v>21.3</c:v>
                </c:pt>
                <c:pt idx="505">
                  <c:v>11.2</c:v>
                </c:pt>
                <c:pt idx="506">
                  <c:v>28.6</c:v>
                </c:pt>
                <c:pt idx="507">
                  <c:v>10.7</c:v>
                </c:pt>
                <c:pt idx="508">
                  <c:v>27.1</c:v>
                </c:pt>
                <c:pt idx="509">
                  <c:v>10.3</c:v>
                </c:pt>
                <c:pt idx="510">
                  <c:v>28.2</c:v>
                </c:pt>
                <c:pt idx="511">
                  <c:v>34.799999999999997</c:v>
                </c:pt>
                <c:pt idx="512">
                  <c:v>25.6</c:v>
                </c:pt>
                <c:pt idx="513">
                  <c:v>13.2</c:v>
                </c:pt>
                <c:pt idx="514">
                  <c:v>25.2</c:v>
                </c:pt>
                <c:pt idx="515">
                  <c:v>28.1</c:v>
                </c:pt>
                <c:pt idx="516">
                  <c:v>11.8</c:v>
                </c:pt>
                <c:pt idx="517">
                  <c:v>14</c:v>
                </c:pt>
                <c:pt idx="518">
                  <c:v>10.199999999999999</c:v>
                </c:pt>
                <c:pt idx="519">
                  <c:v>29.1</c:v>
                </c:pt>
                <c:pt idx="520">
                  <c:v>29.1</c:v>
                </c:pt>
                <c:pt idx="521">
                  <c:v>14.7</c:v>
                </c:pt>
                <c:pt idx="522">
                  <c:v>12.2</c:v>
                </c:pt>
                <c:pt idx="523">
                  <c:v>33.700000000000003</c:v>
                </c:pt>
                <c:pt idx="524">
                  <c:v>31.9</c:v>
                </c:pt>
                <c:pt idx="525">
                  <c:v>26.1</c:v>
                </c:pt>
                <c:pt idx="526">
                  <c:v>20</c:v>
                </c:pt>
                <c:pt idx="527">
                  <c:v>25.3</c:v>
                </c:pt>
                <c:pt idx="528">
                  <c:v>23.2</c:v>
                </c:pt>
                <c:pt idx="529">
                  <c:v>28.2</c:v>
                </c:pt>
                <c:pt idx="530">
                  <c:v>13.9</c:v>
                </c:pt>
                <c:pt idx="531">
                  <c:v>14.2</c:v>
                </c:pt>
                <c:pt idx="532">
                  <c:v>25.3</c:v>
                </c:pt>
                <c:pt idx="533">
                  <c:v>28.8</c:v>
                </c:pt>
                <c:pt idx="534">
                  <c:v>27.4</c:v>
                </c:pt>
                <c:pt idx="535">
                  <c:v>13.7</c:v>
                </c:pt>
                <c:pt idx="536">
                  <c:v>10.1</c:v>
                </c:pt>
                <c:pt idx="537">
                  <c:v>13.1</c:v>
                </c:pt>
                <c:pt idx="538">
                  <c:v>26.6</c:v>
                </c:pt>
                <c:pt idx="539">
                  <c:v>27</c:v>
                </c:pt>
                <c:pt idx="540">
                  <c:v>11.6</c:v>
                </c:pt>
                <c:pt idx="541">
                  <c:v>28.6</c:v>
                </c:pt>
                <c:pt idx="542">
                  <c:v>14.4</c:v>
                </c:pt>
                <c:pt idx="543">
                  <c:v>21.6</c:v>
                </c:pt>
                <c:pt idx="544">
                  <c:v>12.7</c:v>
                </c:pt>
                <c:pt idx="545">
                  <c:v>25.2</c:v>
                </c:pt>
                <c:pt idx="546">
                  <c:v>11.4</c:v>
                </c:pt>
                <c:pt idx="547">
                  <c:v>14.3</c:v>
                </c:pt>
                <c:pt idx="548">
                  <c:v>24.7</c:v>
                </c:pt>
                <c:pt idx="549">
                  <c:v>24.2</c:v>
                </c:pt>
                <c:pt idx="550">
                  <c:v>27.7</c:v>
                </c:pt>
                <c:pt idx="551">
                  <c:v>12.4</c:v>
                </c:pt>
                <c:pt idx="552">
                  <c:v>26.6</c:v>
                </c:pt>
                <c:pt idx="553">
                  <c:v>10.7</c:v>
                </c:pt>
                <c:pt idx="554">
                  <c:v>29.8</c:v>
                </c:pt>
                <c:pt idx="555">
                  <c:v>10.9</c:v>
                </c:pt>
                <c:pt idx="556">
                  <c:v>29.8</c:v>
                </c:pt>
                <c:pt idx="557">
                  <c:v>25.6</c:v>
                </c:pt>
                <c:pt idx="558">
                  <c:v>14.3</c:v>
                </c:pt>
                <c:pt idx="559">
                  <c:v>32.9</c:v>
                </c:pt>
                <c:pt idx="560">
                  <c:v>12.7</c:v>
                </c:pt>
                <c:pt idx="561">
                  <c:v>25.4</c:v>
                </c:pt>
                <c:pt idx="562">
                  <c:v>25.9</c:v>
                </c:pt>
                <c:pt idx="563">
                  <c:v>26.6</c:v>
                </c:pt>
                <c:pt idx="564">
                  <c:v>23.6</c:v>
                </c:pt>
                <c:pt idx="565">
                  <c:v>28</c:v>
                </c:pt>
                <c:pt idx="566">
                  <c:v>11</c:v>
                </c:pt>
                <c:pt idx="567">
                  <c:v>29.9</c:v>
                </c:pt>
                <c:pt idx="568">
                  <c:v>12</c:v>
                </c:pt>
                <c:pt idx="569">
                  <c:v>13.8</c:v>
                </c:pt>
                <c:pt idx="570">
                  <c:v>21.1</c:v>
                </c:pt>
                <c:pt idx="571">
                  <c:v>13.1</c:v>
                </c:pt>
                <c:pt idx="572">
                  <c:v>12.6</c:v>
                </c:pt>
                <c:pt idx="573">
                  <c:v>14.9</c:v>
                </c:pt>
                <c:pt idx="574">
                  <c:v>32.799999999999997</c:v>
                </c:pt>
                <c:pt idx="575">
                  <c:v>25.7</c:v>
                </c:pt>
                <c:pt idx="576">
                  <c:v>26.9</c:v>
                </c:pt>
                <c:pt idx="577">
                  <c:v>27.2</c:v>
                </c:pt>
                <c:pt idx="578">
                  <c:v>14.2</c:v>
                </c:pt>
                <c:pt idx="579">
                  <c:v>28.2</c:v>
                </c:pt>
                <c:pt idx="580">
                  <c:v>25.2</c:v>
                </c:pt>
                <c:pt idx="581">
                  <c:v>16.399999999999999</c:v>
                </c:pt>
                <c:pt idx="582">
                  <c:v>26.3</c:v>
                </c:pt>
                <c:pt idx="583">
                  <c:v>28.2</c:v>
                </c:pt>
                <c:pt idx="584">
                  <c:v>27.9</c:v>
                </c:pt>
                <c:pt idx="585">
                  <c:v>26.5</c:v>
                </c:pt>
                <c:pt idx="586">
                  <c:v>28.6</c:v>
                </c:pt>
                <c:pt idx="587">
                  <c:v>27.5</c:v>
                </c:pt>
                <c:pt idx="588">
                  <c:v>18.399999999999999</c:v>
                </c:pt>
                <c:pt idx="589">
                  <c:v>34.1</c:v>
                </c:pt>
                <c:pt idx="590">
                  <c:v>27.5</c:v>
                </c:pt>
                <c:pt idx="591">
                  <c:v>16.5</c:v>
                </c:pt>
                <c:pt idx="592">
                  <c:v>24.2</c:v>
                </c:pt>
                <c:pt idx="593">
                  <c:v>29.1</c:v>
                </c:pt>
                <c:pt idx="594">
                  <c:v>25.4</c:v>
                </c:pt>
                <c:pt idx="595">
                  <c:v>24.4</c:v>
                </c:pt>
                <c:pt idx="596">
                  <c:v>26.3</c:v>
                </c:pt>
                <c:pt idx="597">
                  <c:v>31.3</c:v>
                </c:pt>
                <c:pt idx="598">
                  <c:v>21.1</c:v>
                </c:pt>
                <c:pt idx="599">
                  <c:v>14.4</c:v>
                </c:pt>
                <c:pt idx="600">
                  <c:v>20.8</c:v>
                </c:pt>
                <c:pt idx="601">
                  <c:v>18.5</c:v>
                </c:pt>
                <c:pt idx="602">
                  <c:v>34.1</c:v>
                </c:pt>
                <c:pt idx="603">
                  <c:v>20.2</c:v>
                </c:pt>
                <c:pt idx="604">
                  <c:v>29.6</c:v>
                </c:pt>
                <c:pt idx="605">
                  <c:v>29.5</c:v>
                </c:pt>
                <c:pt idx="606">
                  <c:v>33.700000000000003</c:v>
                </c:pt>
                <c:pt idx="607">
                  <c:v>27.7</c:v>
                </c:pt>
                <c:pt idx="608">
                  <c:v>13.2</c:v>
                </c:pt>
                <c:pt idx="609">
                  <c:v>19.3</c:v>
                </c:pt>
                <c:pt idx="610">
                  <c:v>25.1</c:v>
                </c:pt>
                <c:pt idx="611">
                  <c:v>27.4</c:v>
                </c:pt>
                <c:pt idx="612">
                  <c:v>30.3</c:v>
                </c:pt>
                <c:pt idx="613">
                  <c:v>27.3</c:v>
                </c:pt>
                <c:pt idx="614">
                  <c:v>28.4</c:v>
                </c:pt>
                <c:pt idx="615">
                  <c:v>21.3</c:v>
                </c:pt>
                <c:pt idx="616">
                  <c:v>26.2</c:v>
                </c:pt>
                <c:pt idx="617">
                  <c:v>13.5</c:v>
                </c:pt>
                <c:pt idx="618">
                  <c:v>32.1</c:v>
                </c:pt>
                <c:pt idx="619">
                  <c:v>25.9</c:v>
                </c:pt>
                <c:pt idx="620">
                  <c:v>28.1</c:v>
                </c:pt>
                <c:pt idx="621">
                  <c:v>29.8</c:v>
                </c:pt>
                <c:pt idx="622">
                  <c:v>25.7</c:v>
                </c:pt>
                <c:pt idx="623">
                  <c:v>26.6</c:v>
                </c:pt>
                <c:pt idx="624">
                  <c:v>29.5</c:v>
                </c:pt>
                <c:pt idx="625">
                  <c:v>27.2</c:v>
                </c:pt>
                <c:pt idx="626">
                  <c:v>35</c:v>
                </c:pt>
                <c:pt idx="627">
                  <c:v>10.3</c:v>
                </c:pt>
                <c:pt idx="628">
                  <c:v>29.5</c:v>
                </c:pt>
                <c:pt idx="629">
                  <c:v>19.2</c:v>
                </c:pt>
                <c:pt idx="630">
                  <c:v>34.9</c:v>
                </c:pt>
                <c:pt idx="631">
                  <c:v>32.9</c:v>
                </c:pt>
                <c:pt idx="632">
                  <c:v>25.8</c:v>
                </c:pt>
                <c:pt idx="633">
                  <c:v>25.4</c:v>
                </c:pt>
                <c:pt idx="634">
                  <c:v>18.399999999999999</c:v>
                </c:pt>
                <c:pt idx="635">
                  <c:v>33.700000000000003</c:v>
                </c:pt>
                <c:pt idx="636">
                  <c:v>19.8</c:v>
                </c:pt>
                <c:pt idx="637">
                  <c:v>28.3</c:v>
                </c:pt>
                <c:pt idx="638">
                  <c:v>30.9</c:v>
                </c:pt>
                <c:pt idx="639">
                  <c:v>22.8</c:v>
                </c:pt>
                <c:pt idx="640">
                  <c:v>33.1</c:v>
                </c:pt>
                <c:pt idx="641">
                  <c:v>23.7</c:v>
                </c:pt>
                <c:pt idx="642">
                  <c:v>27.4</c:v>
                </c:pt>
                <c:pt idx="643">
                  <c:v>26.4</c:v>
                </c:pt>
                <c:pt idx="644">
                  <c:v>27.3</c:v>
                </c:pt>
                <c:pt idx="645">
                  <c:v>27</c:v>
                </c:pt>
                <c:pt idx="646">
                  <c:v>27</c:v>
                </c:pt>
                <c:pt idx="647">
                  <c:v>16.5</c:v>
                </c:pt>
                <c:pt idx="648">
                  <c:v>19.8</c:v>
                </c:pt>
                <c:pt idx="649">
                  <c:v>24.5</c:v>
                </c:pt>
                <c:pt idx="650">
                  <c:v>25.5</c:v>
                </c:pt>
                <c:pt idx="651">
                  <c:v>28</c:v>
                </c:pt>
                <c:pt idx="652">
                  <c:v>16.100000000000001</c:v>
                </c:pt>
                <c:pt idx="653">
                  <c:v>33</c:v>
                </c:pt>
                <c:pt idx="654">
                  <c:v>28.1</c:v>
                </c:pt>
                <c:pt idx="655">
                  <c:v>19.600000000000001</c:v>
                </c:pt>
                <c:pt idx="656">
                  <c:v>18.8</c:v>
                </c:pt>
                <c:pt idx="657">
                  <c:v>13.2</c:v>
                </c:pt>
                <c:pt idx="658">
                  <c:v>29.4</c:v>
                </c:pt>
                <c:pt idx="659">
                  <c:v>27.8</c:v>
                </c:pt>
                <c:pt idx="660">
                  <c:v>11.3</c:v>
                </c:pt>
                <c:pt idx="661">
                  <c:v>27.6</c:v>
                </c:pt>
                <c:pt idx="662">
                  <c:v>22.9</c:v>
                </c:pt>
                <c:pt idx="663">
                  <c:v>30.8</c:v>
                </c:pt>
                <c:pt idx="664">
                  <c:v>27.5</c:v>
                </c:pt>
                <c:pt idx="665">
                  <c:v>17.3</c:v>
                </c:pt>
                <c:pt idx="666">
                  <c:v>27.6</c:v>
                </c:pt>
                <c:pt idx="667">
                  <c:v>28.9</c:v>
                </c:pt>
                <c:pt idx="668">
                  <c:v>10.199999999999999</c:v>
                </c:pt>
                <c:pt idx="669">
                  <c:v>15.9</c:v>
                </c:pt>
                <c:pt idx="670">
                  <c:v>11.9</c:v>
                </c:pt>
                <c:pt idx="671">
                  <c:v>10.4</c:v>
                </c:pt>
                <c:pt idx="672">
                  <c:v>27.9</c:v>
                </c:pt>
                <c:pt idx="673">
                  <c:v>10.5</c:v>
                </c:pt>
                <c:pt idx="674">
                  <c:v>28.4</c:v>
                </c:pt>
                <c:pt idx="675">
                  <c:v>25.4</c:v>
                </c:pt>
                <c:pt idx="676">
                  <c:v>26.8</c:v>
                </c:pt>
                <c:pt idx="677">
                  <c:v>33.4</c:v>
                </c:pt>
                <c:pt idx="678">
                  <c:v>26.4</c:v>
                </c:pt>
                <c:pt idx="679">
                  <c:v>26</c:v>
                </c:pt>
                <c:pt idx="680">
                  <c:v>31</c:v>
                </c:pt>
                <c:pt idx="681">
                  <c:v>11.6</c:v>
                </c:pt>
                <c:pt idx="682">
                  <c:v>26.3</c:v>
                </c:pt>
                <c:pt idx="683">
                  <c:v>12.4</c:v>
                </c:pt>
                <c:pt idx="684">
                  <c:v>25.7</c:v>
                </c:pt>
                <c:pt idx="685">
                  <c:v>29.3</c:v>
                </c:pt>
                <c:pt idx="686">
                  <c:v>25.3</c:v>
                </c:pt>
                <c:pt idx="687">
                  <c:v>19.899999999999999</c:v>
                </c:pt>
                <c:pt idx="688">
                  <c:v>31</c:v>
                </c:pt>
                <c:pt idx="689">
                  <c:v>32.5</c:v>
                </c:pt>
                <c:pt idx="690">
                  <c:v>12.9</c:v>
                </c:pt>
                <c:pt idx="691">
                  <c:v>26</c:v>
                </c:pt>
                <c:pt idx="692">
                  <c:v>15</c:v>
                </c:pt>
                <c:pt idx="693">
                  <c:v>31.7</c:v>
                </c:pt>
                <c:pt idx="694">
                  <c:v>25.6</c:v>
                </c:pt>
                <c:pt idx="695">
                  <c:v>15.3</c:v>
                </c:pt>
                <c:pt idx="696">
                  <c:v>18.899999999999999</c:v>
                </c:pt>
                <c:pt idx="697">
                  <c:v>29.4</c:v>
                </c:pt>
                <c:pt idx="698">
                  <c:v>14.6</c:v>
                </c:pt>
                <c:pt idx="699">
                  <c:v>21.5</c:v>
                </c:pt>
                <c:pt idx="700">
                  <c:v>27.1</c:v>
                </c:pt>
                <c:pt idx="701">
                  <c:v>26.1</c:v>
                </c:pt>
                <c:pt idx="702">
                  <c:v>20.7</c:v>
                </c:pt>
                <c:pt idx="703">
                  <c:v>23.7</c:v>
                </c:pt>
                <c:pt idx="704">
                  <c:v>15</c:v>
                </c:pt>
                <c:pt idx="705">
                  <c:v>31.9</c:v>
                </c:pt>
                <c:pt idx="706">
                  <c:v>34.5</c:v>
                </c:pt>
                <c:pt idx="707">
                  <c:v>11.1</c:v>
                </c:pt>
                <c:pt idx="708">
                  <c:v>21.2</c:v>
                </c:pt>
                <c:pt idx="709">
                  <c:v>25.2</c:v>
                </c:pt>
                <c:pt idx="710">
                  <c:v>26.4</c:v>
                </c:pt>
                <c:pt idx="711">
                  <c:v>13.3</c:v>
                </c:pt>
                <c:pt idx="712">
                  <c:v>29.6</c:v>
                </c:pt>
                <c:pt idx="713">
                  <c:v>29</c:v>
                </c:pt>
                <c:pt idx="714">
                  <c:v>28.9</c:v>
                </c:pt>
                <c:pt idx="715">
                  <c:v>15.1</c:v>
                </c:pt>
                <c:pt idx="716">
                  <c:v>10.1</c:v>
                </c:pt>
                <c:pt idx="717">
                  <c:v>29.3</c:v>
                </c:pt>
                <c:pt idx="718">
                  <c:v>29.3</c:v>
                </c:pt>
                <c:pt idx="719">
                  <c:v>28.6</c:v>
                </c:pt>
                <c:pt idx="720">
                  <c:v>27.2</c:v>
                </c:pt>
                <c:pt idx="721">
                  <c:v>27.5</c:v>
                </c:pt>
                <c:pt idx="722">
                  <c:v>28.4</c:v>
                </c:pt>
                <c:pt idx="723">
                  <c:v>27.3</c:v>
                </c:pt>
                <c:pt idx="724">
                  <c:v>26.7</c:v>
                </c:pt>
                <c:pt idx="725">
                  <c:v>27.3</c:v>
                </c:pt>
                <c:pt idx="726">
                  <c:v>25.2</c:v>
                </c:pt>
                <c:pt idx="727">
                  <c:v>26.5</c:v>
                </c:pt>
                <c:pt idx="728">
                  <c:v>28.4</c:v>
                </c:pt>
                <c:pt idx="729">
                  <c:v>25.3</c:v>
                </c:pt>
                <c:pt idx="730">
                  <c:v>26.6</c:v>
                </c:pt>
                <c:pt idx="731">
                  <c:v>28.1</c:v>
                </c:pt>
                <c:pt idx="732">
                  <c:v>25.3</c:v>
                </c:pt>
                <c:pt idx="733">
                  <c:v>26.8</c:v>
                </c:pt>
                <c:pt idx="734">
                  <c:v>27.9</c:v>
                </c:pt>
                <c:pt idx="735">
                  <c:v>11.8</c:v>
                </c:pt>
                <c:pt idx="736">
                  <c:v>21.3</c:v>
                </c:pt>
                <c:pt idx="737">
                  <c:v>26.1</c:v>
                </c:pt>
                <c:pt idx="738">
                  <c:v>21.7</c:v>
                </c:pt>
                <c:pt idx="739">
                  <c:v>34.299999999999997</c:v>
                </c:pt>
                <c:pt idx="740">
                  <c:v>26.7</c:v>
                </c:pt>
                <c:pt idx="741">
                  <c:v>25.8</c:v>
                </c:pt>
                <c:pt idx="742">
                  <c:v>26</c:v>
                </c:pt>
                <c:pt idx="743">
                  <c:v>31.4</c:v>
                </c:pt>
                <c:pt idx="744">
                  <c:v>15.5</c:v>
                </c:pt>
                <c:pt idx="745">
                  <c:v>27.3</c:v>
                </c:pt>
                <c:pt idx="746">
                  <c:v>28.8</c:v>
                </c:pt>
                <c:pt idx="747">
                  <c:v>25.1</c:v>
                </c:pt>
                <c:pt idx="748">
                  <c:v>17.8</c:v>
                </c:pt>
                <c:pt idx="749">
                  <c:v>30.8</c:v>
                </c:pt>
                <c:pt idx="750">
                  <c:v>33.4</c:v>
                </c:pt>
                <c:pt idx="751">
                  <c:v>27</c:v>
                </c:pt>
                <c:pt idx="752">
                  <c:v>29.1</c:v>
                </c:pt>
                <c:pt idx="753">
                  <c:v>28.2</c:v>
                </c:pt>
                <c:pt idx="754">
                  <c:v>27.7</c:v>
                </c:pt>
                <c:pt idx="755">
                  <c:v>31.3</c:v>
                </c:pt>
                <c:pt idx="756">
                  <c:v>24.1</c:v>
                </c:pt>
                <c:pt idx="757">
                  <c:v>14.2</c:v>
                </c:pt>
                <c:pt idx="758">
                  <c:v>12</c:v>
                </c:pt>
                <c:pt idx="759">
                  <c:v>29</c:v>
                </c:pt>
                <c:pt idx="760">
                  <c:v>24.4</c:v>
                </c:pt>
                <c:pt idx="761">
                  <c:v>23.8</c:v>
                </c:pt>
                <c:pt idx="762">
                  <c:v>27.8</c:v>
                </c:pt>
                <c:pt idx="763">
                  <c:v>30</c:v>
                </c:pt>
                <c:pt idx="764">
                  <c:v>29</c:v>
                </c:pt>
                <c:pt idx="765">
                  <c:v>25.3</c:v>
                </c:pt>
                <c:pt idx="766">
                  <c:v>25</c:v>
                </c:pt>
                <c:pt idx="767">
                  <c:v>16.5</c:v>
                </c:pt>
                <c:pt idx="768">
                  <c:v>21.4</c:v>
                </c:pt>
                <c:pt idx="769">
                  <c:v>27.6</c:v>
                </c:pt>
                <c:pt idx="770">
                  <c:v>22.9</c:v>
                </c:pt>
                <c:pt idx="771">
                  <c:v>29.9</c:v>
                </c:pt>
                <c:pt idx="772">
                  <c:v>28.9</c:v>
                </c:pt>
                <c:pt idx="773">
                  <c:v>26.4</c:v>
                </c:pt>
                <c:pt idx="774">
                  <c:v>32.1</c:v>
                </c:pt>
                <c:pt idx="775">
                  <c:v>15.6</c:v>
                </c:pt>
                <c:pt idx="776">
                  <c:v>29.1</c:v>
                </c:pt>
                <c:pt idx="777">
                  <c:v>28.1</c:v>
                </c:pt>
                <c:pt idx="778">
                  <c:v>28.4</c:v>
                </c:pt>
                <c:pt idx="779">
                  <c:v>28.4</c:v>
                </c:pt>
                <c:pt idx="780">
                  <c:v>29</c:v>
                </c:pt>
                <c:pt idx="781">
                  <c:v>26.1</c:v>
                </c:pt>
                <c:pt idx="782">
                  <c:v>29.9</c:v>
                </c:pt>
                <c:pt idx="783">
                  <c:v>24.7</c:v>
                </c:pt>
                <c:pt idx="784">
                  <c:v>29.8</c:v>
                </c:pt>
                <c:pt idx="785">
                  <c:v>28.4</c:v>
                </c:pt>
                <c:pt idx="786">
                  <c:v>25.3</c:v>
                </c:pt>
                <c:pt idx="787">
                  <c:v>26.8</c:v>
                </c:pt>
                <c:pt idx="788">
                  <c:v>26.8</c:v>
                </c:pt>
                <c:pt idx="789">
                  <c:v>16.600000000000001</c:v>
                </c:pt>
                <c:pt idx="790">
                  <c:v>24.4</c:v>
                </c:pt>
                <c:pt idx="791">
                  <c:v>22.1</c:v>
                </c:pt>
                <c:pt idx="792">
                  <c:v>29.3</c:v>
                </c:pt>
                <c:pt idx="793">
                  <c:v>27.4</c:v>
                </c:pt>
                <c:pt idx="794">
                  <c:v>32.6</c:v>
                </c:pt>
                <c:pt idx="795">
                  <c:v>25.2</c:v>
                </c:pt>
                <c:pt idx="796">
                  <c:v>29.8</c:v>
                </c:pt>
                <c:pt idx="797">
                  <c:v>28.4</c:v>
                </c:pt>
                <c:pt idx="798">
                  <c:v>29.2</c:v>
                </c:pt>
                <c:pt idx="799">
                  <c:v>30.2</c:v>
                </c:pt>
                <c:pt idx="800">
                  <c:v>32.700000000000003</c:v>
                </c:pt>
                <c:pt idx="801">
                  <c:v>29.6</c:v>
                </c:pt>
                <c:pt idx="802">
                  <c:v>26.7</c:v>
                </c:pt>
                <c:pt idx="803">
                  <c:v>32.799999999999997</c:v>
                </c:pt>
                <c:pt idx="804">
                  <c:v>21.9</c:v>
                </c:pt>
                <c:pt idx="805">
                  <c:v>28.5</c:v>
                </c:pt>
                <c:pt idx="806">
                  <c:v>25.1</c:v>
                </c:pt>
                <c:pt idx="807">
                  <c:v>30</c:v>
                </c:pt>
                <c:pt idx="808">
                  <c:v>26.6</c:v>
                </c:pt>
                <c:pt idx="809">
                  <c:v>15.7</c:v>
                </c:pt>
                <c:pt idx="810">
                  <c:v>27.9</c:v>
                </c:pt>
                <c:pt idx="811">
                  <c:v>26.9</c:v>
                </c:pt>
                <c:pt idx="812">
                  <c:v>27.1</c:v>
                </c:pt>
                <c:pt idx="813">
                  <c:v>15.8</c:v>
                </c:pt>
                <c:pt idx="814">
                  <c:v>20.8</c:v>
                </c:pt>
                <c:pt idx="815">
                  <c:v>27.3</c:v>
                </c:pt>
                <c:pt idx="816">
                  <c:v>25</c:v>
                </c:pt>
                <c:pt idx="817">
                  <c:v>15.5</c:v>
                </c:pt>
                <c:pt idx="818">
                  <c:v>23.6</c:v>
                </c:pt>
                <c:pt idx="819">
                  <c:v>25.7</c:v>
                </c:pt>
                <c:pt idx="820">
                  <c:v>31.9</c:v>
                </c:pt>
                <c:pt idx="821">
                  <c:v>25.2</c:v>
                </c:pt>
                <c:pt idx="822">
                  <c:v>28.2</c:v>
                </c:pt>
                <c:pt idx="823">
                  <c:v>33.4</c:v>
                </c:pt>
                <c:pt idx="824">
                  <c:v>25.2</c:v>
                </c:pt>
                <c:pt idx="825">
                  <c:v>17.8</c:v>
                </c:pt>
                <c:pt idx="826">
                  <c:v>29.3</c:v>
                </c:pt>
                <c:pt idx="827">
                  <c:v>34.299999999999997</c:v>
                </c:pt>
                <c:pt idx="828">
                  <c:v>28</c:v>
                </c:pt>
                <c:pt idx="829">
                  <c:v>12.9</c:v>
                </c:pt>
                <c:pt idx="830">
                  <c:v>27.9</c:v>
                </c:pt>
                <c:pt idx="831">
                  <c:v>28.2</c:v>
                </c:pt>
                <c:pt idx="832">
                  <c:v>20.5</c:v>
                </c:pt>
                <c:pt idx="833">
                  <c:v>28.6</c:v>
                </c:pt>
                <c:pt idx="834">
                  <c:v>14.3</c:v>
                </c:pt>
                <c:pt idx="835">
                  <c:v>25.6</c:v>
                </c:pt>
                <c:pt idx="836">
                  <c:v>31.3</c:v>
                </c:pt>
                <c:pt idx="837">
                  <c:v>22.9</c:v>
                </c:pt>
                <c:pt idx="838">
                  <c:v>30</c:v>
                </c:pt>
                <c:pt idx="839">
                  <c:v>27.6</c:v>
                </c:pt>
                <c:pt idx="840">
                  <c:v>27</c:v>
                </c:pt>
                <c:pt idx="841">
                  <c:v>26.5</c:v>
                </c:pt>
                <c:pt idx="842">
                  <c:v>17.5</c:v>
                </c:pt>
                <c:pt idx="843">
                  <c:v>27.4</c:v>
                </c:pt>
                <c:pt idx="844">
                  <c:v>26.2</c:v>
                </c:pt>
                <c:pt idx="845">
                  <c:v>26.8</c:v>
                </c:pt>
                <c:pt idx="846">
                  <c:v>10.7</c:v>
                </c:pt>
                <c:pt idx="847">
                  <c:v>16.899999999999999</c:v>
                </c:pt>
                <c:pt idx="848">
                  <c:v>27.8</c:v>
                </c:pt>
                <c:pt idx="849">
                  <c:v>29.8</c:v>
                </c:pt>
                <c:pt idx="850">
                  <c:v>26.6</c:v>
                </c:pt>
                <c:pt idx="851">
                  <c:v>17.100000000000001</c:v>
                </c:pt>
                <c:pt idx="852">
                  <c:v>20.9</c:v>
                </c:pt>
                <c:pt idx="853">
                  <c:v>27.3</c:v>
                </c:pt>
                <c:pt idx="854">
                  <c:v>28.1</c:v>
                </c:pt>
                <c:pt idx="855">
                  <c:v>21.5</c:v>
                </c:pt>
                <c:pt idx="856">
                  <c:v>34.700000000000003</c:v>
                </c:pt>
                <c:pt idx="857">
                  <c:v>28.5</c:v>
                </c:pt>
                <c:pt idx="858">
                  <c:v>33.799999999999997</c:v>
                </c:pt>
                <c:pt idx="859">
                  <c:v>25.6</c:v>
                </c:pt>
                <c:pt idx="860">
                  <c:v>28.8</c:v>
                </c:pt>
                <c:pt idx="861">
                  <c:v>29.1</c:v>
                </c:pt>
                <c:pt idx="862">
                  <c:v>19</c:v>
                </c:pt>
                <c:pt idx="863">
                  <c:v>29.5</c:v>
                </c:pt>
                <c:pt idx="864">
                  <c:v>27.1</c:v>
                </c:pt>
                <c:pt idx="865">
                  <c:v>26</c:v>
                </c:pt>
                <c:pt idx="866">
                  <c:v>25.7</c:v>
                </c:pt>
                <c:pt idx="867">
                  <c:v>32.200000000000003</c:v>
                </c:pt>
                <c:pt idx="868">
                  <c:v>23.4</c:v>
                </c:pt>
                <c:pt idx="869">
                  <c:v>12.9</c:v>
                </c:pt>
                <c:pt idx="870">
                  <c:v>29.6</c:v>
                </c:pt>
                <c:pt idx="871">
                  <c:v>25.3</c:v>
                </c:pt>
                <c:pt idx="872">
                  <c:v>29.5</c:v>
                </c:pt>
                <c:pt idx="873">
                  <c:v>10.6</c:v>
                </c:pt>
                <c:pt idx="874">
                  <c:v>29.9</c:v>
                </c:pt>
                <c:pt idx="875">
                  <c:v>26.8</c:v>
                </c:pt>
                <c:pt idx="876">
                  <c:v>28.1</c:v>
                </c:pt>
                <c:pt idx="877">
                  <c:v>26.5</c:v>
                </c:pt>
                <c:pt idx="878">
                  <c:v>25.7</c:v>
                </c:pt>
                <c:pt idx="879">
                  <c:v>26.6</c:v>
                </c:pt>
                <c:pt idx="880">
                  <c:v>33.1</c:v>
                </c:pt>
                <c:pt idx="881">
                  <c:v>29.8</c:v>
                </c:pt>
                <c:pt idx="882">
                  <c:v>26.8</c:v>
                </c:pt>
                <c:pt idx="883">
                  <c:v>24.8</c:v>
                </c:pt>
                <c:pt idx="884">
                  <c:v>28.3</c:v>
                </c:pt>
                <c:pt idx="885">
                  <c:v>27.5</c:v>
                </c:pt>
                <c:pt idx="886">
                  <c:v>30.7</c:v>
                </c:pt>
                <c:pt idx="887">
                  <c:v>30.6</c:v>
                </c:pt>
                <c:pt idx="888">
                  <c:v>31.9</c:v>
                </c:pt>
                <c:pt idx="889">
                  <c:v>28.3</c:v>
                </c:pt>
                <c:pt idx="890">
                  <c:v>29</c:v>
                </c:pt>
                <c:pt idx="891">
                  <c:v>27.6</c:v>
                </c:pt>
                <c:pt idx="892">
                  <c:v>12.4</c:v>
                </c:pt>
                <c:pt idx="893">
                  <c:v>32.200000000000003</c:v>
                </c:pt>
                <c:pt idx="894">
                  <c:v>26.4</c:v>
                </c:pt>
                <c:pt idx="895">
                  <c:v>13.3</c:v>
                </c:pt>
                <c:pt idx="896">
                  <c:v>22.9</c:v>
                </c:pt>
                <c:pt idx="897">
                  <c:v>28.2</c:v>
                </c:pt>
                <c:pt idx="898">
                  <c:v>28.5</c:v>
                </c:pt>
                <c:pt idx="899">
                  <c:v>26.8</c:v>
                </c:pt>
                <c:pt idx="900">
                  <c:v>26.1</c:v>
                </c:pt>
                <c:pt idx="901">
                  <c:v>33.1</c:v>
                </c:pt>
                <c:pt idx="902">
                  <c:v>29</c:v>
                </c:pt>
                <c:pt idx="903">
                  <c:v>28.7</c:v>
                </c:pt>
                <c:pt idx="904">
                  <c:v>26.2</c:v>
                </c:pt>
                <c:pt idx="905">
                  <c:v>20</c:v>
                </c:pt>
                <c:pt idx="906">
                  <c:v>25.8</c:v>
                </c:pt>
                <c:pt idx="907">
                  <c:v>28.2</c:v>
                </c:pt>
                <c:pt idx="908">
                  <c:v>23.9</c:v>
                </c:pt>
                <c:pt idx="909">
                  <c:v>29.7</c:v>
                </c:pt>
                <c:pt idx="910">
                  <c:v>30</c:v>
                </c:pt>
                <c:pt idx="911">
                  <c:v>28.9</c:v>
                </c:pt>
                <c:pt idx="912">
                  <c:v>27.3</c:v>
                </c:pt>
                <c:pt idx="913">
                  <c:v>25</c:v>
                </c:pt>
                <c:pt idx="914">
                  <c:v>26.2</c:v>
                </c:pt>
                <c:pt idx="915">
                  <c:v>21.3</c:v>
                </c:pt>
                <c:pt idx="916">
                  <c:v>26.1</c:v>
                </c:pt>
                <c:pt idx="917">
                  <c:v>28.2</c:v>
                </c:pt>
                <c:pt idx="918">
                  <c:v>27.6</c:v>
                </c:pt>
                <c:pt idx="919">
                  <c:v>27.6</c:v>
                </c:pt>
                <c:pt idx="920">
                  <c:v>21.1</c:v>
                </c:pt>
                <c:pt idx="921">
                  <c:v>22.8</c:v>
                </c:pt>
                <c:pt idx="922">
                  <c:v>29.6</c:v>
                </c:pt>
                <c:pt idx="923">
                  <c:v>35</c:v>
                </c:pt>
                <c:pt idx="924">
                  <c:v>29.7</c:v>
                </c:pt>
                <c:pt idx="925">
                  <c:v>26.4</c:v>
                </c:pt>
                <c:pt idx="926">
                  <c:v>26.7</c:v>
                </c:pt>
                <c:pt idx="927">
                  <c:v>28.1</c:v>
                </c:pt>
                <c:pt idx="928">
                  <c:v>24.7</c:v>
                </c:pt>
                <c:pt idx="929">
                  <c:v>29.8</c:v>
                </c:pt>
                <c:pt idx="930">
                  <c:v>28.4</c:v>
                </c:pt>
                <c:pt idx="931">
                  <c:v>20.7</c:v>
                </c:pt>
                <c:pt idx="932">
                  <c:v>11.7</c:v>
                </c:pt>
                <c:pt idx="933">
                  <c:v>29.1</c:v>
                </c:pt>
                <c:pt idx="934">
                  <c:v>28.6</c:v>
                </c:pt>
                <c:pt idx="935">
                  <c:v>32.5</c:v>
                </c:pt>
                <c:pt idx="936">
                  <c:v>22.6</c:v>
                </c:pt>
                <c:pt idx="937">
                  <c:v>26.9</c:v>
                </c:pt>
                <c:pt idx="938">
                  <c:v>25.7</c:v>
                </c:pt>
                <c:pt idx="939">
                  <c:v>15.3</c:v>
                </c:pt>
                <c:pt idx="940">
                  <c:v>25.5</c:v>
                </c:pt>
                <c:pt idx="941">
                  <c:v>28.7</c:v>
                </c:pt>
                <c:pt idx="942">
                  <c:v>26</c:v>
                </c:pt>
                <c:pt idx="943">
                  <c:v>25.2</c:v>
                </c:pt>
                <c:pt idx="944">
                  <c:v>27.7</c:v>
                </c:pt>
                <c:pt idx="945">
                  <c:v>29.5</c:v>
                </c:pt>
                <c:pt idx="946">
                  <c:v>30.5</c:v>
                </c:pt>
                <c:pt idx="947">
                  <c:v>29.1</c:v>
                </c:pt>
                <c:pt idx="948">
                  <c:v>10.6</c:v>
                </c:pt>
                <c:pt idx="949">
                  <c:v>23.4</c:v>
                </c:pt>
                <c:pt idx="950">
                  <c:v>28.3</c:v>
                </c:pt>
                <c:pt idx="951">
                  <c:v>22.6</c:v>
                </c:pt>
                <c:pt idx="952">
                  <c:v>19.8</c:v>
                </c:pt>
                <c:pt idx="953">
                  <c:v>28.8</c:v>
                </c:pt>
                <c:pt idx="954">
                  <c:v>29</c:v>
                </c:pt>
                <c:pt idx="955">
                  <c:v>22.7</c:v>
                </c:pt>
                <c:pt idx="956">
                  <c:v>29</c:v>
                </c:pt>
                <c:pt idx="957">
                  <c:v>27.3</c:v>
                </c:pt>
                <c:pt idx="958">
                  <c:v>33</c:v>
                </c:pt>
                <c:pt idx="959">
                  <c:v>25.1</c:v>
                </c:pt>
                <c:pt idx="960">
                  <c:v>28.4</c:v>
                </c:pt>
                <c:pt idx="961">
                  <c:v>29.2</c:v>
                </c:pt>
                <c:pt idx="962">
                  <c:v>28.3</c:v>
                </c:pt>
                <c:pt idx="963">
                  <c:v>24.4</c:v>
                </c:pt>
                <c:pt idx="964">
                  <c:v>27.3</c:v>
                </c:pt>
                <c:pt idx="965">
                  <c:v>29.5</c:v>
                </c:pt>
                <c:pt idx="966">
                  <c:v>29.6</c:v>
                </c:pt>
                <c:pt idx="967">
                  <c:v>27.6</c:v>
                </c:pt>
                <c:pt idx="968">
                  <c:v>28.7</c:v>
                </c:pt>
                <c:pt idx="969">
                  <c:v>23.6</c:v>
                </c:pt>
                <c:pt idx="970">
                  <c:v>26.9</c:v>
                </c:pt>
                <c:pt idx="971">
                  <c:v>20.2</c:v>
                </c:pt>
                <c:pt idx="972">
                  <c:v>25.9</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5739-47D8-B3E5-FDF0D0FB3630}"/>
            </c:ext>
          </c:extLst>
        </c:ser>
        <c:dLbls>
          <c:showLegendKey val="0"/>
          <c:showVal val="0"/>
          <c:showCatName val="0"/>
          <c:showSerName val="0"/>
          <c:showPercent val="0"/>
          <c:showBubbleSize val="0"/>
        </c:dLbls>
        <c:axId val="1666448063"/>
        <c:axId val="1666452383"/>
      </c:scatterChart>
      <c:valAx>
        <c:axId val="1666448063"/>
        <c:scaling>
          <c:orientation val="minMax"/>
        </c:scaling>
        <c:delete val="0"/>
        <c:axPos val="b"/>
        <c:title>
          <c:tx>
            <c:rich>
              <a:bodyPr/>
              <a:lstStyle/>
              <a:p>
                <a:pPr>
                  <a:defRPr/>
                </a:pPr>
                <a:r>
                  <a:rPr lang="en-MY"/>
                  <a:t>Fat Percentage</a:t>
                </a:r>
              </a:p>
            </c:rich>
          </c:tx>
          <c:overlay val="0"/>
        </c:title>
        <c:numFmt formatCode="General" sourceLinked="1"/>
        <c:majorTickMark val="out"/>
        <c:minorTickMark val="none"/>
        <c:tickLblPos val="nextTo"/>
        <c:crossAx val="1666452383"/>
        <c:crosses val="autoZero"/>
        <c:crossBetween val="midCat"/>
      </c:valAx>
      <c:valAx>
        <c:axId val="1666452383"/>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44806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Experience Level Line Fit  Plot</a:t>
            </a:r>
          </a:p>
        </c:rich>
      </c:tx>
      <c:overlay val="0"/>
    </c:title>
    <c:autoTitleDeleted val="0"/>
    <c:plotArea>
      <c:layout/>
      <c:scatterChart>
        <c:scatterStyle val="lineMarker"/>
        <c:varyColors val="0"/>
        <c:ser>
          <c:idx val="0"/>
          <c:order val="0"/>
          <c:tx>
            <c:v>Water Intake (Liters)</c:v>
          </c:tx>
          <c:spPr>
            <a:ln w="19050">
              <a:noFill/>
            </a:ln>
          </c:spPr>
          <c:xVal>
            <c:numRef>
              <c:f>'Sub-Dataset'!$DO$2:$DO$974</c:f>
              <c:numCache>
                <c:formatCode>General</c:formatCode>
                <c:ptCount val="973"/>
                <c:pt idx="0">
                  <c:v>2</c:v>
                </c:pt>
                <c:pt idx="1">
                  <c:v>1</c:v>
                </c:pt>
                <c:pt idx="2">
                  <c:v>1</c:v>
                </c:pt>
                <c:pt idx="3">
                  <c:v>1</c:v>
                </c:pt>
                <c:pt idx="4">
                  <c:v>1</c:v>
                </c:pt>
                <c:pt idx="5">
                  <c:v>1</c:v>
                </c:pt>
                <c:pt idx="6">
                  <c:v>2</c:v>
                </c:pt>
                <c:pt idx="7">
                  <c:v>3</c:v>
                </c:pt>
                <c:pt idx="8">
                  <c:v>2</c:v>
                </c:pt>
                <c:pt idx="9">
                  <c:v>3</c:v>
                </c:pt>
                <c:pt idx="10">
                  <c:v>1</c:v>
                </c:pt>
                <c:pt idx="11">
                  <c:v>2</c:v>
                </c:pt>
                <c:pt idx="12">
                  <c:v>2</c:v>
                </c:pt>
                <c:pt idx="13">
                  <c:v>2</c:v>
                </c:pt>
                <c:pt idx="14">
                  <c:v>3</c:v>
                </c:pt>
                <c:pt idx="15">
                  <c:v>1</c:v>
                </c:pt>
                <c:pt idx="16">
                  <c:v>3</c:v>
                </c:pt>
                <c:pt idx="17">
                  <c:v>2</c:v>
                </c:pt>
                <c:pt idx="18">
                  <c:v>2</c:v>
                </c:pt>
                <c:pt idx="19">
                  <c:v>1</c:v>
                </c:pt>
                <c:pt idx="20">
                  <c:v>3</c:v>
                </c:pt>
                <c:pt idx="21">
                  <c:v>1</c:v>
                </c:pt>
                <c:pt idx="22">
                  <c:v>3</c:v>
                </c:pt>
                <c:pt idx="23">
                  <c:v>2</c:v>
                </c:pt>
                <c:pt idx="24">
                  <c:v>3</c:v>
                </c:pt>
                <c:pt idx="25">
                  <c:v>3</c:v>
                </c:pt>
                <c:pt idx="26">
                  <c:v>1</c:v>
                </c:pt>
                <c:pt idx="27">
                  <c:v>3</c:v>
                </c:pt>
                <c:pt idx="28">
                  <c:v>3</c:v>
                </c:pt>
                <c:pt idx="29">
                  <c:v>2</c:v>
                </c:pt>
                <c:pt idx="30">
                  <c:v>3</c:v>
                </c:pt>
                <c:pt idx="31">
                  <c:v>2</c:v>
                </c:pt>
                <c:pt idx="32">
                  <c:v>1</c:v>
                </c:pt>
                <c:pt idx="33">
                  <c:v>1</c:v>
                </c:pt>
                <c:pt idx="34">
                  <c:v>1</c:v>
                </c:pt>
                <c:pt idx="35">
                  <c:v>1</c:v>
                </c:pt>
                <c:pt idx="36">
                  <c:v>1</c:v>
                </c:pt>
                <c:pt idx="37">
                  <c:v>1</c:v>
                </c:pt>
                <c:pt idx="38">
                  <c:v>3</c:v>
                </c:pt>
                <c:pt idx="39">
                  <c:v>3</c:v>
                </c:pt>
                <c:pt idx="40">
                  <c:v>3</c:v>
                </c:pt>
                <c:pt idx="41">
                  <c:v>2</c:v>
                </c:pt>
                <c:pt idx="42">
                  <c:v>3</c:v>
                </c:pt>
                <c:pt idx="43">
                  <c:v>2</c:v>
                </c:pt>
                <c:pt idx="44">
                  <c:v>2</c:v>
                </c:pt>
                <c:pt idx="45">
                  <c:v>1</c:v>
                </c:pt>
                <c:pt idx="46">
                  <c:v>1</c:v>
                </c:pt>
                <c:pt idx="47">
                  <c:v>2</c:v>
                </c:pt>
                <c:pt idx="48">
                  <c:v>1</c:v>
                </c:pt>
                <c:pt idx="49">
                  <c:v>3</c:v>
                </c:pt>
                <c:pt idx="50">
                  <c:v>1</c:v>
                </c:pt>
                <c:pt idx="51">
                  <c:v>2</c:v>
                </c:pt>
                <c:pt idx="52">
                  <c:v>2</c:v>
                </c:pt>
                <c:pt idx="53">
                  <c:v>1</c:v>
                </c:pt>
                <c:pt idx="54">
                  <c:v>2</c:v>
                </c:pt>
                <c:pt idx="55">
                  <c:v>1</c:v>
                </c:pt>
                <c:pt idx="56">
                  <c:v>3</c:v>
                </c:pt>
                <c:pt idx="57">
                  <c:v>2</c:v>
                </c:pt>
                <c:pt idx="58">
                  <c:v>3</c:v>
                </c:pt>
                <c:pt idx="59">
                  <c:v>3</c:v>
                </c:pt>
                <c:pt idx="60">
                  <c:v>1</c:v>
                </c:pt>
                <c:pt idx="61">
                  <c:v>3</c:v>
                </c:pt>
                <c:pt idx="62">
                  <c:v>3</c:v>
                </c:pt>
                <c:pt idx="63">
                  <c:v>3</c:v>
                </c:pt>
                <c:pt idx="64">
                  <c:v>2</c:v>
                </c:pt>
                <c:pt idx="65">
                  <c:v>1</c:v>
                </c:pt>
                <c:pt idx="66">
                  <c:v>3</c:v>
                </c:pt>
                <c:pt idx="67">
                  <c:v>1</c:v>
                </c:pt>
                <c:pt idx="68">
                  <c:v>1</c:v>
                </c:pt>
                <c:pt idx="69">
                  <c:v>2</c:v>
                </c:pt>
                <c:pt idx="70">
                  <c:v>3</c:v>
                </c:pt>
                <c:pt idx="71">
                  <c:v>2</c:v>
                </c:pt>
                <c:pt idx="72">
                  <c:v>1</c:v>
                </c:pt>
                <c:pt idx="73">
                  <c:v>3</c:v>
                </c:pt>
                <c:pt idx="74">
                  <c:v>1</c:v>
                </c:pt>
                <c:pt idx="75">
                  <c:v>1</c:v>
                </c:pt>
                <c:pt idx="76">
                  <c:v>1</c:v>
                </c:pt>
                <c:pt idx="77">
                  <c:v>2</c:v>
                </c:pt>
                <c:pt idx="78">
                  <c:v>2</c:v>
                </c:pt>
                <c:pt idx="79">
                  <c:v>1</c:v>
                </c:pt>
                <c:pt idx="80">
                  <c:v>2</c:v>
                </c:pt>
                <c:pt idx="81">
                  <c:v>3</c:v>
                </c:pt>
                <c:pt idx="82">
                  <c:v>2</c:v>
                </c:pt>
                <c:pt idx="83">
                  <c:v>1</c:v>
                </c:pt>
                <c:pt idx="84">
                  <c:v>1</c:v>
                </c:pt>
                <c:pt idx="85">
                  <c:v>1</c:v>
                </c:pt>
                <c:pt idx="86">
                  <c:v>2</c:v>
                </c:pt>
                <c:pt idx="87">
                  <c:v>2</c:v>
                </c:pt>
                <c:pt idx="88">
                  <c:v>3</c:v>
                </c:pt>
                <c:pt idx="89">
                  <c:v>3</c:v>
                </c:pt>
                <c:pt idx="90">
                  <c:v>3</c:v>
                </c:pt>
                <c:pt idx="91">
                  <c:v>1</c:v>
                </c:pt>
                <c:pt idx="92">
                  <c:v>1</c:v>
                </c:pt>
                <c:pt idx="93">
                  <c:v>1</c:v>
                </c:pt>
                <c:pt idx="94">
                  <c:v>1</c:v>
                </c:pt>
                <c:pt idx="95">
                  <c:v>3</c:v>
                </c:pt>
                <c:pt idx="96">
                  <c:v>3</c:v>
                </c:pt>
                <c:pt idx="97">
                  <c:v>3</c:v>
                </c:pt>
                <c:pt idx="98">
                  <c:v>3</c:v>
                </c:pt>
                <c:pt idx="99">
                  <c:v>1</c:v>
                </c:pt>
                <c:pt idx="100">
                  <c:v>1</c:v>
                </c:pt>
                <c:pt idx="101">
                  <c:v>2</c:v>
                </c:pt>
                <c:pt idx="102">
                  <c:v>2</c:v>
                </c:pt>
                <c:pt idx="103">
                  <c:v>2</c:v>
                </c:pt>
                <c:pt idx="104">
                  <c:v>1</c:v>
                </c:pt>
                <c:pt idx="105">
                  <c:v>1</c:v>
                </c:pt>
                <c:pt idx="106">
                  <c:v>3</c:v>
                </c:pt>
                <c:pt idx="107">
                  <c:v>1</c:v>
                </c:pt>
                <c:pt idx="108">
                  <c:v>2</c:v>
                </c:pt>
                <c:pt idx="109">
                  <c:v>1</c:v>
                </c:pt>
                <c:pt idx="110">
                  <c:v>2</c:v>
                </c:pt>
                <c:pt idx="111">
                  <c:v>2</c:v>
                </c:pt>
                <c:pt idx="112">
                  <c:v>1</c:v>
                </c:pt>
                <c:pt idx="113">
                  <c:v>2</c:v>
                </c:pt>
                <c:pt idx="114">
                  <c:v>2</c:v>
                </c:pt>
                <c:pt idx="115">
                  <c:v>3</c:v>
                </c:pt>
                <c:pt idx="116">
                  <c:v>2</c:v>
                </c:pt>
                <c:pt idx="117">
                  <c:v>2</c:v>
                </c:pt>
                <c:pt idx="118">
                  <c:v>1</c:v>
                </c:pt>
                <c:pt idx="119">
                  <c:v>1</c:v>
                </c:pt>
                <c:pt idx="120">
                  <c:v>3</c:v>
                </c:pt>
                <c:pt idx="121">
                  <c:v>1</c:v>
                </c:pt>
                <c:pt idx="122">
                  <c:v>2</c:v>
                </c:pt>
                <c:pt idx="123">
                  <c:v>2</c:v>
                </c:pt>
                <c:pt idx="124">
                  <c:v>2</c:v>
                </c:pt>
                <c:pt idx="125">
                  <c:v>2</c:v>
                </c:pt>
                <c:pt idx="126">
                  <c:v>1</c:v>
                </c:pt>
                <c:pt idx="127">
                  <c:v>1</c:v>
                </c:pt>
                <c:pt idx="128">
                  <c:v>3</c:v>
                </c:pt>
                <c:pt idx="129">
                  <c:v>1</c:v>
                </c:pt>
                <c:pt idx="130">
                  <c:v>2</c:v>
                </c:pt>
                <c:pt idx="131">
                  <c:v>3</c:v>
                </c:pt>
                <c:pt idx="132">
                  <c:v>1</c:v>
                </c:pt>
                <c:pt idx="133">
                  <c:v>1</c:v>
                </c:pt>
                <c:pt idx="134">
                  <c:v>3</c:v>
                </c:pt>
                <c:pt idx="135">
                  <c:v>2</c:v>
                </c:pt>
                <c:pt idx="136">
                  <c:v>1</c:v>
                </c:pt>
                <c:pt idx="137">
                  <c:v>2</c:v>
                </c:pt>
                <c:pt idx="138">
                  <c:v>2</c:v>
                </c:pt>
                <c:pt idx="139">
                  <c:v>2</c:v>
                </c:pt>
                <c:pt idx="140">
                  <c:v>2</c:v>
                </c:pt>
                <c:pt idx="141">
                  <c:v>3</c:v>
                </c:pt>
                <c:pt idx="142">
                  <c:v>3</c:v>
                </c:pt>
                <c:pt idx="143">
                  <c:v>2</c:v>
                </c:pt>
                <c:pt idx="144">
                  <c:v>2</c:v>
                </c:pt>
                <c:pt idx="145">
                  <c:v>3</c:v>
                </c:pt>
                <c:pt idx="146">
                  <c:v>1</c:v>
                </c:pt>
                <c:pt idx="147">
                  <c:v>1</c:v>
                </c:pt>
                <c:pt idx="148">
                  <c:v>2</c:v>
                </c:pt>
                <c:pt idx="149">
                  <c:v>1</c:v>
                </c:pt>
                <c:pt idx="150">
                  <c:v>3</c:v>
                </c:pt>
                <c:pt idx="151">
                  <c:v>3</c:v>
                </c:pt>
                <c:pt idx="152">
                  <c:v>2</c:v>
                </c:pt>
                <c:pt idx="153">
                  <c:v>1</c:v>
                </c:pt>
                <c:pt idx="154">
                  <c:v>3</c:v>
                </c:pt>
                <c:pt idx="155">
                  <c:v>3</c:v>
                </c:pt>
                <c:pt idx="156">
                  <c:v>2</c:v>
                </c:pt>
                <c:pt idx="157">
                  <c:v>3</c:v>
                </c:pt>
                <c:pt idx="158">
                  <c:v>2</c:v>
                </c:pt>
                <c:pt idx="159">
                  <c:v>3</c:v>
                </c:pt>
                <c:pt idx="160">
                  <c:v>2</c:v>
                </c:pt>
                <c:pt idx="161">
                  <c:v>1</c:v>
                </c:pt>
                <c:pt idx="162">
                  <c:v>1</c:v>
                </c:pt>
                <c:pt idx="163">
                  <c:v>1</c:v>
                </c:pt>
                <c:pt idx="164">
                  <c:v>1</c:v>
                </c:pt>
                <c:pt idx="165">
                  <c:v>1</c:v>
                </c:pt>
                <c:pt idx="166">
                  <c:v>3</c:v>
                </c:pt>
                <c:pt idx="167">
                  <c:v>2</c:v>
                </c:pt>
                <c:pt idx="168">
                  <c:v>2</c:v>
                </c:pt>
                <c:pt idx="169">
                  <c:v>2</c:v>
                </c:pt>
                <c:pt idx="170">
                  <c:v>1</c:v>
                </c:pt>
                <c:pt idx="171">
                  <c:v>2</c:v>
                </c:pt>
                <c:pt idx="172">
                  <c:v>2</c:v>
                </c:pt>
                <c:pt idx="173">
                  <c:v>2</c:v>
                </c:pt>
                <c:pt idx="174">
                  <c:v>2</c:v>
                </c:pt>
                <c:pt idx="175">
                  <c:v>2</c:v>
                </c:pt>
                <c:pt idx="176">
                  <c:v>1</c:v>
                </c:pt>
                <c:pt idx="177">
                  <c:v>1</c:v>
                </c:pt>
                <c:pt idx="178">
                  <c:v>2</c:v>
                </c:pt>
                <c:pt idx="179">
                  <c:v>2</c:v>
                </c:pt>
                <c:pt idx="180">
                  <c:v>1</c:v>
                </c:pt>
                <c:pt idx="181">
                  <c:v>2</c:v>
                </c:pt>
                <c:pt idx="182">
                  <c:v>2</c:v>
                </c:pt>
                <c:pt idx="183">
                  <c:v>1</c:v>
                </c:pt>
                <c:pt idx="184">
                  <c:v>2</c:v>
                </c:pt>
                <c:pt idx="185">
                  <c:v>1</c:v>
                </c:pt>
                <c:pt idx="186">
                  <c:v>2</c:v>
                </c:pt>
                <c:pt idx="187">
                  <c:v>1</c:v>
                </c:pt>
                <c:pt idx="188">
                  <c:v>1</c:v>
                </c:pt>
                <c:pt idx="189">
                  <c:v>2</c:v>
                </c:pt>
                <c:pt idx="190">
                  <c:v>1</c:v>
                </c:pt>
                <c:pt idx="191">
                  <c:v>1</c:v>
                </c:pt>
                <c:pt idx="192">
                  <c:v>2</c:v>
                </c:pt>
                <c:pt idx="193">
                  <c:v>1</c:v>
                </c:pt>
                <c:pt idx="194">
                  <c:v>2</c:v>
                </c:pt>
                <c:pt idx="195">
                  <c:v>2</c:v>
                </c:pt>
                <c:pt idx="196">
                  <c:v>1</c:v>
                </c:pt>
                <c:pt idx="197">
                  <c:v>1</c:v>
                </c:pt>
                <c:pt idx="198">
                  <c:v>2</c:v>
                </c:pt>
                <c:pt idx="199">
                  <c:v>1</c:v>
                </c:pt>
                <c:pt idx="200">
                  <c:v>2</c:v>
                </c:pt>
                <c:pt idx="201">
                  <c:v>1</c:v>
                </c:pt>
                <c:pt idx="202">
                  <c:v>2</c:v>
                </c:pt>
                <c:pt idx="203">
                  <c:v>2</c:v>
                </c:pt>
                <c:pt idx="204">
                  <c:v>2</c:v>
                </c:pt>
                <c:pt idx="205">
                  <c:v>2</c:v>
                </c:pt>
                <c:pt idx="206">
                  <c:v>2</c:v>
                </c:pt>
                <c:pt idx="207">
                  <c:v>2</c:v>
                </c:pt>
                <c:pt idx="208">
                  <c:v>2</c:v>
                </c:pt>
                <c:pt idx="209">
                  <c:v>1</c:v>
                </c:pt>
                <c:pt idx="210">
                  <c:v>1</c:v>
                </c:pt>
                <c:pt idx="211">
                  <c:v>1</c:v>
                </c:pt>
                <c:pt idx="212">
                  <c:v>1</c:v>
                </c:pt>
                <c:pt idx="213">
                  <c:v>2</c:v>
                </c:pt>
                <c:pt idx="214">
                  <c:v>1</c:v>
                </c:pt>
                <c:pt idx="215">
                  <c:v>2</c:v>
                </c:pt>
                <c:pt idx="216">
                  <c:v>2</c:v>
                </c:pt>
                <c:pt idx="217">
                  <c:v>1</c:v>
                </c:pt>
                <c:pt idx="218">
                  <c:v>2</c:v>
                </c:pt>
                <c:pt idx="219">
                  <c:v>1</c:v>
                </c:pt>
                <c:pt idx="220">
                  <c:v>1</c:v>
                </c:pt>
                <c:pt idx="221">
                  <c:v>1</c:v>
                </c:pt>
                <c:pt idx="222">
                  <c:v>2</c:v>
                </c:pt>
                <c:pt idx="223">
                  <c:v>2</c:v>
                </c:pt>
                <c:pt idx="224">
                  <c:v>1</c:v>
                </c:pt>
                <c:pt idx="225">
                  <c:v>2</c:v>
                </c:pt>
                <c:pt idx="226">
                  <c:v>2</c:v>
                </c:pt>
                <c:pt idx="227">
                  <c:v>1</c:v>
                </c:pt>
                <c:pt idx="228">
                  <c:v>1</c:v>
                </c:pt>
                <c:pt idx="229">
                  <c:v>2</c:v>
                </c:pt>
                <c:pt idx="230">
                  <c:v>2</c:v>
                </c:pt>
                <c:pt idx="231">
                  <c:v>2</c:v>
                </c:pt>
                <c:pt idx="232">
                  <c:v>1</c:v>
                </c:pt>
                <c:pt idx="233">
                  <c:v>1</c:v>
                </c:pt>
                <c:pt idx="234">
                  <c:v>2</c:v>
                </c:pt>
                <c:pt idx="235">
                  <c:v>1</c:v>
                </c:pt>
                <c:pt idx="236">
                  <c:v>2</c:v>
                </c:pt>
                <c:pt idx="237">
                  <c:v>2</c:v>
                </c:pt>
                <c:pt idx="238">
                  <c:v>1</c:v>
                </c:pt>
                <c:pt idx="239">
                  <c:v>1</c:v>
                </c:pt>
                <c:pt idx="240">
                  <c:v>2</c:v>
                </c:pt>
                <c:pt idx="241">
                  <c:v>2</c:v>
                </c:pt>
                <c:pt idx="242">
                  <c:v>1</c:v>
                </c:pt>
                <c:pt idx="243">
                  <c:v>1</c:v>
                </c:pt>
                <c:pt idx="244">
                  <c:v>1</c:v>
                </c:pt>
                <c:pt idx="245">
                  <c:v>2</c:v>
                </c:pt>
                <c:pt idx="246">
                  <c:v>1</c:v>
                </c:pt>
                <c:pt idx="247">
                  <c:v>2</c:v>
                </c:pt>
                <c:pt idx="248">
                  <c:v>1</c:v>
                </c:pt>
                <c:pt idx="249">
                  <c:v>2</c:v>
                </c:pt>
                <c:pt idx="250">
                  <c:v>1</c:v>
                </c:pt>
                <c:pt idx="251">
                  <c:v>2</c:v>
                </c:pt>
                <c:pt idx="252">
                  <c:v>2</c:v>
                </c:pt>
                <c:pt idx="253">
                  <c:v>1</c:v>
                </c:pt>
                <c:pt idx="254">
                  <c:v>2</c:v>
                </c:pt>
                <c:pt idx="255">
                  <c:v>1</c:v>
                </c:pt>
                <c:pt idx="256">
                  <c:v>1</c:v>
                </c:pt>
                <c:pt idx="257">
                  <c:v>1</c:v>
                </c:pt>
                <c:pt idx="258">
                  <c:v>2</c:v>
                </c:pt>
                <c:pt idx="259">
                  <c:v>1</c:v>
                </c:pt>
                <c:pt idx="260">
                  <c:v>2</c:v>
                </c:pt>
                <c:pt idx="261">
                  <c:v>1</c:v>
                </c:pt>
                <c:pt idx="262">
                  <c:v>2</c:v>
                </c:pt>
                <c:pt idx="263">
                  <c:v>1</c:v>
                </c:pt>
                <c:pt idx="264">
                  <c:v>1</c:v>
                </c:pt>
                <c:pt idx="265">
                  <c:v>1</c:v>
                </c:pt>
                <c:pt idx="266">
                  <c:v>2</c:v>
                </c:pt>
                <c:pt idx="267">
                  <c:v>1</c:v>
                </c:pt>
                <c:pt idx="268">
                  <c:v>2</c:v>
                </c:pt>
                <c:pt idx="269">
                  <c:v>2</c:v>
                </c:pt>
                <c:pt idx="270">
                  <c:v>2</c:v>
                </c:pt>
                <c:pt idx="271">
                  <c:v>1</c:v>
                </c:pt>
                <c:pt idx="272">
                  <c:v>1</c:v>
                </c:pt>
                <c:pt idx="273">
                  <c:v>1</c:v>
                </c:pt>
                <c:pt idx="274">
                  <c:v>2</c:v>
                </c:pt>
                <c:pt idx="275">
                  <c:v>1</c:v>
                </c:pt>
                <c:pt idx="276">
                  <c:v>2</c:v>
                </c:pt>
                <c:pt idx="277">
                  <c:v>2</c:v>
                </c:pt>
                <c:pt idx="278">
                  <c:v>1</c:v>
                </c:pt>
                <c:pt idx="279">
                  <c:v>2</c:v>
                </c:pt>
                <c:pt idx="280">
                  <c:v>1</c:v>
                </c:pt>
                <c:pt idx="281">
                  <c:v>1</c:v>
                </c:pt>
                <c:pt idx="282">
                  <c:v>2</c:v>
                </c:pt>
                <c:pt idx="283">
                  <c:v>1</c:v>
                </c:pt>
                <c:pt idx="284">
                  <c:v>1</c:v>
                </c:pt>
                <c:pt idx="285">
                  <c:v>1</c:v>
                </c:pt>
                <c:pt idx="286">
                  <c:v>1</c:v>
                </c:pt>
                <c:pt idx="287">
                  <c:v>2</c:v>
                </c:pt>
                <c:pt idx="288">
                  <c:v>1</c:v>
                </c:pt>
                <c:pt idx="289">
                  <c:v>1</c:v>
                </c:pt>
                <c:pt idx="290">
                  <c:v>1</c:v>
                </c:pt>
                <c:pt idx="291">
                  <c:v>2</c:v>
                </c:pt>
                <c:pt idx="292">
                  <c:v>2</c:v>
                </c:pt>
                <c:pt idx="293">
                  <c:v>2</c:v>
                </c:pt>
                <c:pt idx="294">
                  <c:v>2</c:v>
                </c:pt>
                <c:pt idx="295">
                  <c:v>1</c:v>
                </c:pt>
                <c:pt idx="296">
                  <c:v>2</c:v>
                </c:pt>
                <c:pt idx="297">
                  <c:v>2</c:v>
                </c:pt>
                <c:pt idx="298">
                  <c:v>2</c:v>
                </c:pt>
                <c:pt idx="299">
                  <c:v>1</c:v>
                </c:pt>
                <c:pt idx="300">
                  <c:v>1</c:v>
                </c:pt>
                <c:pt idx="301">
                  <c:v>2</c:v>
                </c:pt>
                <c:pt idx="302">
                  <c:v>1</c:v>
                </c:pt>
                <c:pt idx="303">
                  <c:v>2</c:v>
                </c:pt>
                <c:pt idx="304">
                  <c:v>1</c:v>
                </c:pt>
                <c:pt idx="305">
                  <c:v>2</c:v>
                </c:pt>
                <c:pt idx="306">
                  <c:v>2</c:v>
                </c:pt>
                <c:pt idx="307">
                  <c:v>2</c:v>
                </c:pt>
                <c:pt idx="308">
                  <c:v>2</c:v>
                </c:pt>
                <c:pt idx="309">
                  <c:v>2</c:v>
                </c:pt>
                <c:pt idx="310">
                  <c:v>2</c:v>
                </c:pt>
                <c:pt idx="311">
                  <c:v>1</c:v>
                </c:pt>
                <c:pt idx="312">
                  <c:v>1</c:v>
                </c:pt>
                <c:pt idx="313">
                  <c:v>1</c:v>
                </c:pt>
                <c:pt idx="314">
                  <c:v>2</c:v>
                </c:pt>
                <c:pt idx="315">
                  <c:v>2</c:v>
                </c:pt>
                <c:pt idx="316">
                  <c:v>1</c:v>
                </c:pt>
                <c:pt idx="317">
                  <c:v>1</c:v>
                </c:pt>
                <c:pt idx="318">
                  <c:v>2</c:v>
                </c:pt>
                <c:pt idx="319">
                  <c:v>2</c:v>
                </c:pt>
                <c:pt idx="320">
                  <c:v>2</c:v>
                </c:pt>
                <c:pt idx="321">
                  <c:v>2</c:v>
                </c:pt>
                <c:pt idx="322">
                  <c:v>2</c:v>
                </c:pt>
                <c:pt idx="323">
                  <c:v>1</c:v>
                </c:pt>
                <c:pt idx="324">
                  <c:v>1</c:v>
                </c:pt>
                <c:pt idx="325">
                  <c:v>1</c:v>
                </c:pt>
                <c:pt idx="326">
                  <c:v>2</c:v>
                </c:pt>
                <c:pt idx="327">
                  <c:v>2</c:v>
                </c:pt>
                <c:pt idx="328">
                  <c:v>2</c:v>
                </c:pt>
                <c:pt idx="329">
                  <c:v>1</c:v>
                </c:pt>
                <c:pt idx="330">
                  <c:v>2</c:v>
                </c:pt>
                <c:pt idx="331">
                  <c:v>2</c:v>
                </c:pt>
                <c:pt idx="332">
                  <c:v>1</c:v>
                </c:pt>
                <c:pt idx="333">
                  <c:v>1</c:v>
                </c:pt>
                <c:pt idx="334">
                  <c:v>2</c:v>
                </c:pt>
                <c:pt idx="335">
                  <c:v>1</c:v>
                </c:pt>
                <c:pt idx="336">
                  <c:v>2</c:v>
                </c:pt>
                <c:pt idx="337">
                  <c:v>3</c:v>
                </c:pt>
                <c:pt idx="338">
                  <c:v>2</c:v>
                </c:pt>
                <c:pt idx="339">
                  <c:v>2</c:v>
                </c:pt>
                <c:pt idx="340">
                  <c:v>1</c:v>
                </c:pt>
                <c:pt idx="341">
                  <c:v>1</c:v>
                </c:pt>
                <c:pt idx="342">
                  <c:v>2</c:v>
                </c:pt>
                <c:pt idx="343">
                  <c:v>1</c:v>
                </c:pt>
                <c:pt idx="344">
                  <c:v>1</c:v>
                </c:pt>
                <c:pt idx="345">
                  <c:v>1</c:v>
                </c:pt>
                <c:pt idx="346">
                  <c:v>2</c:v>
                </c:pt>
                <c:pt idx="347">
                  <c:v>2</c:v>
                </c:pt>
                <c:pt idx="348">
                  <c:v>1</c:v>
                </c:pt>
                <c:pt idx="349">
                  <c:v>2</c:v>
                </c:pt>
                <c:pt idx="350">
                  <c:v>2</c:v>
                </c:pt>
                <c:pt idx="351">
                  <c:v>1</c:v>
                </c:pt>
                <c:pt idx="352">
                  <c:v>1</c:v>
                </c:pt>
                <c:pt idx="353">
                  <c:v>1</c:v>
                </c:pt>
                <c:pt idx="354">
                  <c:v>2</c:v>
                </c:pt>
                <c:pt idx="355">
                  <c:v>1</c:v>
                </c:pt>
                <c:pt idx="356">
                  <c:v>1</c:v>
                </c:pt>
                <c:pt idx="357">
                  <c:v>2</c:v>
                </c:pt>
                <c:pt idx="358">
                  <c:v>2</c:v>
                </c:pt>
                <c:pt idx="359">
                  <c:v>2</c:v>
                </c:pt>
                <c:pt idx="360">
                  <c:v>2</c:v>
                </c:pt>
                <c:pt idx="361">
                  <c:v>1</c:v>
                </c:pt>
                <c:pt idx="362">
                  <c:v>1</c:v>
                </c:pt>
                <c:pt idx="363">
                  <c:v>1</c:v>
                </c:pt>
                <c:pt idx="364">
                  <c:v>2</c:v>
                </c:pt>
                <c:pt idx="365">
                  <c:v>2</c:v>
                </c:pt>
                <c:pt idx="366">
                  <c:v>1</c:v>
                </c:pt>
                <c:pt idx="367">
                  <c:v>2</c:v>
                </c:pt>
                <c:pt idx="368">
                  <c:v>1</c:v>
                </c:pt>
                <c:pt idx="369">
                  <c:v>1</c:v>
                </c:pt>
                <c:pt idx="370">
                  <c:v>3</c:v>
                </c:pt>
                <c:pt idx="371">
                  <c:v>1</c:v>
                </c:pt>
                <c:pt idx="372">
                  <c:v>2</c:v>
                </c:pt>
                <c:pt idx="373">
                  <c:v>1</c:v>
                </c:pt>
                <c:pt idx="374">
                  <c:v>2</c:v>
                </c:pt>
                <c:pt idx="375">
                  <c:v>1</c:v>
                </c:pt>
                <c:pt idx="376">
                  <c:v>1</c:v>
                </c:pt>
                <c:pt idx="377">
                  <c:v>1</c:v>
                </c:pt>
                <c:pt idx="378">
                  <c:v>2</c:v>
                </c:pt>
                <c:pt idx="379">
                  <c:v>1</c:v>
                </c:pt>
                <c:pt idx="380">
                  <c:v>1</c:v>
                </c:pt>
                <c:pt idx="381">
                  <c:v>2</c:v>
                </c:pt>
                <c:pt idx="382">
                  <c:v>1</c:v>
                </c:pt>
                <c:pt idx="383">
                  <c:v>2</c:v>
                </c:pt>
                <c:pt idx="384">
                  <c:v>2</c:v>
                </c:pt>
                <c:pt idx="385">
                  <c:v>2</c:v>
                </c:pt>
                <c:pt idx="386">
                  <c:v>1</c:v>
                </c:pt>
                <c:pt idx="387">
                  <c:v>1</c:v>
                </c:pt>
                <c:pt idx="388">
                  <c:v>2</c:v>
                </c:pt>
                <c:pt idx="389">
                  <c:v>2</c:v>
                </c:pt>
                <c:pt idx="390">
                  <c:v>2</c:v>
                </c:pt>
                <c:pt idx="391">
                  <c:v>1</c:v>
                </c:pt>
                <c:pt idx="392">
                  <c:v>1</c:v>
                </c:pt>
                <c:pt idx="393">
                  <c:v>1</c:v>
                </c:pt>
                <c:pt idx="394">
                  <c:v>1</c:v>
                </c:pt>
                <c:pt idx="395">
                  <c:v>2</c:v>
                </c:pt>
                <c:pt idx="396">
                  <c:v>2</c:v>
                </c:pt>
                <c:pt idx="397">
                  <c:v>2</c:v>
                </c:pt>
                <c:pt idx="398">
                  <c:v>1</c:v>
                </c:pt>
                <c:pt idx="399">
                  <c:v>1</c:v>
                </c:pt>
                <c:pt idx="400">
                  <c:v>3</c:v>
                </c:pt>
                <c:pt idx="401">
                  <c:v>2</c:v>
                </c:pt>
                <c:pt idx="402">
                  <c:v>3</c:v>
                </c:pt>
                <c:pt idx="403">
                  <c:v>2</c:v>
                </c:pt>
                <c:pt idx="404">
                  <c:v>2</c:v>
                </c:pt>
                <c:pt idx="405">
                  <c:v>1</c:v>
                </c:pt>
                <c:pt idx="406">
                  <c:v>2</c:v>
                </c:pt>
                <c:pt idx="407">
                  <c:v>3</c:v>
                </c:pt>
                <c:pt idx="408">
                  <c:v>3</c:v>
                </c:pt>
                <c:pt idx="409">
                  <c:v>3</c:v>
                </c:pt>
                <c:pt idx="410">
                  <c:v>3</c:v>
                </c:pt>
                <c:pt idx="411">
                  <c:v>2</c:v>
                </c:pt>
                <c:pt idx="412">
                  <c:v>2</c:v>
                </c:pt>
                <c:pt idx="413">
                  <c:v>2</c:v>
                </c:pt>
                <c:pt idx="414">
                  <c:v>3</c:v>
                </c:pt>
                <c:pt idx="415">
                  <c:v>2</c:v>
                </c:pt>
                <c:pt idx="416">
                  <c:v>3</c:v>
                </c:pt>
                <c:pt idx="417">
                  <c:v>3</c:v>
                </c:pt>
                <c:pt idx="418">
                  <c:v>3</c:v>
                </c:pt>
                <c:pt idx="419">
                  <c:v>1</c:v>
                </c:pt>
                <c:pt idx="420">
                  <c:v>2</c:v>
                </c:pt>
                <c:pt idx="421">
                  <c:v>3</c:v>
                </c:pt>
                <c:pt idx="422">
                  <c:v>3</c:v>
                </c:pt>
                <c:pt idx="423">
                  <c:v>3</c:v>
                </c:pt>
                <c:pt idx="424">
                  <c:v>3</c:v>
                </c:pt>
                <c:pt idx="425">
                  <c:v>3</c:v>
                </c:pt>
                <c:pt idx="426">
                  <c:v>3</c:v>
                </c:pt>
                <c:pt idx="427">
                  <c:v>1</c:v>
                </c:pt>
                <c:pt idx="428">
                  <c:v>1</c:v>
                </c:pt>
                <c:pt idx="429">
                  <c:v>3</c:v>
                </c:pt>
                <c:pt idx="430">
                  <c:v>1</c:v>
                </c:pt>
                <c:pt idx="431">
                  <c:v>3</c:v>
                </c:pt>
                <c:pt idx="432">
                  <c:v>3</c:v>
                </c:pt>
                <c:pt idx="433">
                  <c:v>2</c:v>
                </c:pt>
                <c:pt idx="434">
                  <c:v>3</c:v>
                </c:pt>
                <c:pt idx="435">
                  <c:v>3</c:v>
                </c:pt>
                <c:pt idx="436">
                  <c:v>1</c:v>
                </c:pt>
                <c:pt idx="437">
                  <c:v>2</c:v>
                </c:pt>
                <c:pt idx="438">
                  <c:v>2</c:v>
                </c:pt>
                <c:pt idx="439">
                  <c:v>2</c:v>
                </c:pt>
                <c:pt idx="440">
                  <c:v>1</c:v>
                </c:pt>
                <c:pt idx="441">
                  <c:v>3</c:v>
                </c:pt>
                <c:pt idx="442">
                  <c:v>1</c:v>
                </c:pt>
                <c:pt idx="443">
                  <c:v>2</c:v>
                </c:pt>
                <c:pt idx="444">
                  <c:v>3</c:v>
                </c:pt>
                <c:pt idx="445">
                  <c:v>1</c:v>
                </c:pt>
                <c:pt idx="446">
                  <c:v>3</c:v>
                </c:pt>
                <c:pt idx="447">
                  <c:v>1</c:v>
                </c:pt>
                <c:pt idx="448">
                  <c:v>1</c:v>
                </c:pt>
                <c:pt idx="449">
                  <c:v>2</c:v>
                </c:pt>
                <c:pt idx="450">
                  <c:v>1</c:v>
                </c:pt>
                <c:pt idx="451">
                  <c:v>2</c:v>
                </c:pt>
                <c:pt idx="452">
                  <c:v>2</c:v>
                </c:pt>
                <c:pt idx="453">
                  <c:v>1</c:v>
                </c:pt>
                <c:pt idx="454">
                  <c:v>1</c:v>
                </c:pt>
                <c:pt idx="455">
                  <c:v>3</c:v>
                </c:pt>
                <c:pt idx="456">
                  <c:v>3</c:v>
                </c:pt>
                <c:pt idx="457">
                  <c:v>2</c:v>
                </c:pt>
                <c:pt idx="458">
                  <c:v>2</c:v>
                </c:pt>
                <c:pt idx="459">
                  <c:v>2</c:v>
                </c:pt>
                <c:pt idx="460">
                  <c:v>2</c:v>
                </c:pt>
                <c:pt idx="461">
                  <c:v>2</c:v>
                </c:pt>
                <c:pt idx="462">
                  <c:v>2</c:v>
                </c:pt>
                <c:pt idx="463">
                  <c:v>3</c:v>
                </c:pt>
                <c:pt idx="464">
                  <c:v>2</c:v>
                </c:pt>
                <c:pt idx="465">
                  <c:v>1</c:v>
                </c:pt>
                <c:pt idx="466">
                  <c:v>2</c:v>
                </c:pt>
                <c:pt idx="467">
                  <c:v>2</c:v>
                </c:pt>
                <c:pt idx="468">
                  <c:v>2</c:v>
                </c:pt>
                <c:pt idx="469">
                  <c:v>1</c:v>
                </c:pt>
                <c:pt idx="470">
                  <c:v>1</c:v>
                </c:pt>
                <c:pt idx="471">
                  <c:v>3</c:v>
                </c:pt>
                <c:pt idx="472">
                  <c:v>2</c:v>
                </c:pt>
                <c:pt idx="473">
                  <c:v>3</c:v>
                </c:pt>
                <c:pt idx="474">
                  <c:v>3</c:v>
                </c:pt>
                <c:pt idx="475">
                  <c:v>2</c:v>
                </c:pt>
                <c:pt idx="476">
                  <c:v>1</c:v>
                </c:pt>
                <c:pt idx="477">
                  <c:v>3</c:v>
                </c:pt>
                <c:pt idx="478">
                  <c:v>2</c:v>
                </c:pt>
                <c:pt idx="479">
                  <c:v>3</c:v>
                </c:pt>
                <c:pt idx="480">
                  <c:v>3</c:v>
                </c:pt>
                <c:pt idx="481">
                  <c:v>1</c:v>
                </c:pt>
                <c:pt idx="482">
                  <c:v>1</c:v>
                </c:pt>
                <c:pt idx="483">
                  <c:v>2</c:v>
                </c:pt>
                <c:pt idx="484">
                  <c:v>2</c:v>
                </c:pt>
                <c:pt idx="485">
                  <c:v>2</c:v>
                </c:pt>
                <c:pt idx="486">
                  <c:v>2</c:v>
                </c:pt>
                <c:pt idx="487">
                  <c:v>1</c:v>
                </c:pt>
                <c:pt idx="488">
                  <c:v>2</c:v>
                </c:pt>
                <c:pt idx="489">
                  <c:v>2</c:v>
                </c:pt>
                <c:pt idx="490">
                  <c:v>3</c:v>
                </c:pt>
                <c:pt idx="491">
                  <c:v>2</c:v>
                </c:pt>
                <c:pt idx="492">
                  <c:v>3</c:v>
                </c:pt>
                <c:pt idx="493">
                  <c:v>2</c:v>
                </c:pt>
                <c:pt idx="494">
                  <c:v>3</c:v>
                </c:pt>
                <c:pt idx="495">
                  <c:v>3</c:v>
                </c:pt>
                <c:pt idx="496">
                  <c:v>1</c:v>
                </c:pt>
                <c:pt idx="497">
                  <c:v>3</c:v>
                </c:pt>
                <c:pt idx="498">
                  <c:v>3</c:v>
                </c:pt>
                <c:pt idx="499">
                  <c:v>3</c:v>
                </c:pt>
                <c:pt idx="500">
                  <c:v>3</c:v>
                </c:pt>
                <c:pt idx="501">
                  <c:v>2</c:v>
                </c:pt>
                <c:pt idx="502">
                  <c:v>3</c:v>
                </c:pt>
                <c:pt idx="503">
                  <c:v>3</c:v>
                </c:pt>
                <c:pt idx="504">
                  <c:v>2</c:v>
                </c:pt>
                <c:pt idx="505">
                  <c:v>3</c:v>
                </c:pt>
                <c:pt idx="506">
                  <c:v>1</c:v>
                </c:pt>
                <c:pt idx="507">
                  <c:v>3</c:v>
                </c:pt>
                <c:pt idx="508">
                  <c:v>1</c:v>
                </c:pt>
                <c:pt idx="509">
                  <c:v>3</c:v>
                </c:pt>
                <c:pt idx="510">
                  <c:v>2</c:v>
                </c:pt>
                <c:pt idx="511">
                  <c:v>1</c:v>
                </c:pt>
                <c:pt idx="512">
                  <c:v>2</c:v>
                </c:pt>
                <c:pt idx="513">
                  <c:v>3</c:v>
                </c:pt>
                <c:pt idx="514">
                  <c:v>2</c:v>
                </c:pt>
                <c:pt idx="515">
                  <c:v>1</c:v>
                </c:pt>
                <c:pt idx="516">
                  <c:v>3</c:v>
                </c:pt>
                <c:pt idx="517">
                  <c:v>3</c:v>
                </c:pt>
                <c:pt idx="518">
                  <c:v>3</c:v>
                </c:pt>
                <c:pt idx="519">
                  <c:v>1</c:v>
                </c:pt>
                <c:pt idx="520">
                  <c:v>2</c:v>
                </c:pt>
                <c:pt idx="521">
                  <c:v>3</c:v>
                </c:pt>
                <c:pt idx="522">
                  <c:v>3</c:v>
                </c:pt>
                <c:pt idx="523">
                  <c:v>1</c:v>
                </c:pt>
                <c:pt idx="524">
                  <c:v>2</c:v>
                </c:pt>
                <c:pt idx="525">
                  <c:v>1</c:v>
                </c:pt>
                <c:pt idx="526">
                  <c:v>3</c:v>
                </c:pt>
                <c:pt idx="527">
                  <c:v>2</c:v>
                </c:pt>
                <c:pt idx="528">
                  <c:v>2</c:v>
                </c:pt>
                <c:pt idx="529">
                  <c:v>2</c:v>
                </c:pt>
                <c:pt idx="530">
                  <c:v>3</c:v>
                </c:pt>
                <c:pt idx="531">
                  <c:v>3</c:v>
                </c:pt>
                <c:pt idx="532">
                  <c:v>1</c:v>
                </c:pt>
                <c:pt idx="533">
                  <c:v>2</c:v>
                </c:pt>
                <c:pt idx="534">
                  <c:v>1</c:v>
                </c:pt>
                <c:pt idx="535">
                  <c:v>3</c:v>
                </c:pt>
                <c:pt idx="536">
                  <c:v>3</c:v>
                </c:pt>
                <c:pt idx="537">
                  <c:v>3</c:v>
                </c:pt>
                <c:pt idx="538">
                  <c:v>2</c:v>
                </c:pt>
                <c:pt idx="539">
                  <c:v>2</c:v>
                </c:pt>
                <c:pt idx="540">
                  <c:v>3</c:v>
                </c:pt>
                <c:pt idx="541">
                  <c:v>2</c:v>
                </c:pt>
                <c:pt idx="542">
                  <c:v>3</c:v>
                </c:pt>
                <c:pt idx="543">
                  <c:v>2</c:v>
                </c:pt>
                <c:pt idx="544">
                  <c:v>3</c:v>
                </c:pt>
                <c:pt idx="545">
                  <c:v>1</c:v>
                </c:pt>
                <c:pt idx="546">
                  <c:v>3</c:v>
                </c:pt>
                <c:pt idx="547">
                  <c:v>3</c:v>
                </c:pt>
                <c:pt idx="548">
                  <c:v>2</c:v>
                </c:pt>
                <c:pt idx="549">
                  <c:v>1</c:v>
                </c:pt>
                <c:pt idx="550">
                  <c:v>1</c:v>
                </c:pt>
                <c:pt idx="551">
                  <c:v>3</c:v>
                </c:pt>
                <c:pt idx="552">
                  <c:v>1</c:v>
                </c:pt>
                <c:pt idx="553">
                  <c:v>3</c:v>
                </c:pt>
                <c:pt idx="554">
                  <c:v>2</c:v>
                </c:pt>
                <c:pt idx="555">
                  <c:v>3</c:v>
                </c:pt>
                <c:pt idx="556">
                  <c:v>1</c:v>
                </c:pt>
                <c:pt idx="557">
                  <c:v>2</c:v>
                </c:pt>
                <c:pt idx="558">
                  <c:v>3</c:v>
                </c:pt>
                <c:pt idx="559">
                  <c:v>2</c:v>
                </c:pt>
                <c:pt idx="560">
                  <c:v>3</c:v>
                </c:pt>
                <c:pt idx="561">
                  <c:v>2</c:v>
                </c:pt>
                <c:pt idx="562">
                  <c:v>2</c:v>
                </c:pt>
                <c:pt idx="563">
                  <c:v>2</c:v>
                </c:pt>
                <c:pt idx="564">
                  <c:v>2</c:v>
                </c:pt>
                <c:pt idx="565">
                  <c:v>2</c:v>
                </c:pt>
                <c:pt idx="566">
                  <c:v>3</c:v>
                </c:pt>
                <c:pt idx="567">
                  <c:v>2</c:v>
                </c:pt>
                <c:pt idx="568">
                  <c:v>3</c:v>
                </c:pt>
                <c:pt idx="569">
                  <c:v>3</c:v>
                </c:pt>
                <c:pt idx="570">
                  <c:v>1</c:v>
                </c:pt>
                <c:pt idx="571">
                  <c:v>3</c:v>
                </c:pt>
                <c:pt idx="572">
                  <c:v>3</c:v>
                </c:pt>
                <c:pt idx="573">
                  <c:v>3</c:v>
                </c:pt>
                <c:pt idx="574">
                  <c:v>2</c:v>
                </c:pt>
                <c:pt idx="575">
                  <c:v>1</c:v>
                </c:pt>
                <c:pt idx="576">
                  <c:v>2</c:v>
                </c:pt>
                <c:pt idx="577">
                  <c:v>1</c:v>
                </c:pt>
                <c:pt idx="578">
                  <c:v>3</c:v>
                </c:pt>
                <c:pt idx="579">
                  <c:v>1</c:v>
                </c:pt>
                <c:pt idx="580">
                  <c:v>1</c:v>
                </c:pt>
                <c:pt idx="581">
                  <c:v>3</c:v>
                </c:pt>
                <c:pt idx="582">
                  <c:v>2</c:v>
                </c:pt>
                <c:pt idx="583">
                  <c:v>2</c:v>
                </c:pt>
                <c:pt idx="584">
                  <c:v>1</c:v>
                </c:pt>
                <c:pt idx="585">
                  <c:v>1</c:v>
                </c:pt>
                <c:pt idx="586">
                  <c:v>1</c:v>
                </c:pt>
                <c:pt idx="587">
                  <c:v>1</c:v>
                </c:pt>
                <c:pt idx="588">
                  <c:v>3</c:v>
                </c:pt>
                <c:pt idx="589">
                  <c:v>1</c:v>
                </c:pt>
                <c:pt idx="590">
                  <c:v>2</c:v>
                </c:pt>
                <c:pt idx="591">
                  <c:v>3</c:v>
                </c:pt>
                <c:pt idx="592">
                  <c:v>1</c:v>
                </c:pt>
                <c:pt idx="593">
                  <c:v>2</c:v>
                </c:pt>
                <c:pt idx="594">
                  <c:v>2</c:v>
                </c:pt>
                <c:pt idx="595">
                  <c:v>2</c:v>
                </c:pt>
                <c:pt idx="596">
                  <c:v>2</c:v>
                </c:pt>
                <c:pt idx="597">
                  <c:v>2</c:v>
                </c:pt>
                <c:pt idx="598">
                  <c:v>2</c:v>
                </c:pt>
                <c:pt idx="599">
                  <c:v>3</c:v>
                </c:pt>
                <c:pt idx="600">
                  <c:v>1</c:v>
                </c:pt>
                <c:pt idx="601">
                  <c:v>3</c:v>
                </c:pt>
                <c:pt idx="602">
                  <c:v>1</c:v>
                </c:pt>
                <c:pt idx="603">
                  <c:v>2</c:v>
                </c:pt>
                <c:pt idx="604">
                  <c:v>1</c:v>
                </c:pt>
                <c:pt idx="605">
                  <c:v>1</c:v>
                </c:pt>
                <c:pt idx="606">
                  <c:v>2</c:v>
                </c:pt>
                <c:pt idx="607">
                  <c:v>1</c:v>
                </c:pt>
                <c:pt idx="608">
                  <c:v>3</c:v>
                </c:pt>
                <c:pt idx="609">
                  <c:v>3</c:v>
                </c:pt>
                <c:pt idx="610">
                  <c:v>2</c:v>
                </c:pt>
                <c:pt idx="611">
                  <c:v>1</c:v>
                </c:pt>
                <c:pt idx="612">
                  <c:v>1</c:v>
                </c:pt>
                <c:pt idx="613">
                  <c:v>2</c:v>
                </c:pt>
                <c:pt idx="614">
                  <c:v>2</c:v>
                </c:pt>
                <c:pt idx="615">
                  <c:v>1</c:v>
                </c:pt>
                <c:pt idx="616">
                  <c:v>2</c:v>
                </c:pt>
                <c:pt idx="617">
                  <c:v>3</c:v>
                </c:pt>
                <c:pt idx="618">
                  <c:v>2</c:v>
                </c:pt>
                <c:pt idx="619">
                  <c:v>2</c:v>
                </c:pt>
                <c:pt idx="620">
                  <c:v>1</c:v>
                </c:pt>
                <c:pt idx="621">
                  <c:v>2</c:v>
                </c:pt>
                <c:pt idx="622">
                  <c:v>2</c:v>
                </c:pt>
                <c:pt idx="623">
                  <c:v>2</c:v>
                </c:pt>
                <c:pt idx="624">
                  <c:v>1</c:v>
                </c:pt>
                <c:pt idx="625">
                  <c:v>2</c:v>
                </c:pt>
                <c:pt idx="626">
                  <c:v>1</c:v>
                </c:pt>
                <c:pt idx="627">
                  <c:v>3</c:v>
                </c:pt>
                <c:pt idx="628">
                  <c:v>1</c:v>
                </c:pt>
                <c:pt idx="629">
                  <c:v>3</c:v>
                </c:pt>
                <c:pt idx="630">
                  <c:v>1</c:v>
                </c:pt>
                <c:pt idx="631">
                  <c:v>2</c:v>
                </c:pt>
                <c:pt idx="632">
                  <c:v>2</c:v>
                </c:pt>
                <c:pt idx="633">
                  <c:v>2</c:v>
                </c:pt>
                <c:pt idx="634">
                  <c:v>3</c:v>
                </c:pt>
                <c:pt idx="635">
                  <c:v>2</c:v>
                </c:pt>
                <c:pt idx="636">
                  <c:v>3</c:v>
                </c:pt>
                <c:pt idx="637">
                  <c:v>1</c:v>
                </c:pt>
                <c:pt idx="638">
                  <c:v>1</c:v>
                </c:pt>
                <c:pt idx="639">
                  <c:v>2</c:v>
                </c:pt>
                <c:pt idx="640">
                  <c:v>1</c:v>
                </c:pt>
                <c:pt idx="641">
                  <c:v>1</c:v>
                </c:pt>
                <c:pt idx="642">
                  <c:v>1</c:v>
                </c:pt>
                <c:pt idx="643">
                  <c:v>2</c:v>
                </c:pt>
                <c:pt idx="644">
                  <c:v>1</c:v>
                </c:pt>
                <c:pt idx="645">
                  <c:v>1</c:v>
                </c:pt>
                <c:pt idx="646">
                  <c:v>2</c:v>
                </c:pt>
                <c:pt idx="647">
                  <c:v>3</c:v>
                </c:pt>
                <c:pt idx="648">
                  <c:v>3</c:v>
                </c:pt>
                <c:pt idx="649">
                  <c:v>2</c:v>
                </c:pt>
                <c:pt idx="650">
                  <c:v>2</c:v>
                </c:pt>
                <c:pt idx="651">
                  <c:v>2</c:v>
                </c:pt>
                <c:pt idx="652">
                  <c:v>3</c:v>
                </c:pt>
                <c:pt idx="653">
                  <c:v>1</c:v>
                </c:pt>
                <c:pt idx="654">
                  <c:v>1</c:v>
                </c:pt>
                <c:pt idx="655">
                  <c:v>3</c:v>
                </c:pt>
                <c:pt idx="656">
                  <c:v>3</c:v>
                </c:pt>
                <c:pt idx="657">
                  <c:v>3</c:v>
                </c:pt>
                <c:pt idx="658">
                  <c:v>2</c:v>
                </c:pt>
                <c:pt idx="659">
                  <c:v>1</c:v>
                </c:pt>
                <c:pt idx="660">
                  <c:v>3</c:v>
                </c:pt>
                <c:pt idx="661">
                  <c:v>2</c:v>
                </c:pt>
                <c:pt idx="662">
                  <c:v>1</c:v>
                </c:pt>
                <c:pt idx="663">
                  <c:v>2</c:v>
                </c:pt>
                <c:pt idx="664">
                  <c:v>1</c:v>
                </c:pt>
                <c:pt idx="665">
                  <c:v>3</c:v>
                </c:pt>
                <c:pt idx="666">
                  <c:v>1</c:v>
                </c:pt>
                <c:pt idx="667">
                  <c:v>1</c:v>
                </c:pt>
                <c:pt idx="668">
                  <c:v>3</c:v>
                </c:pt>
                <c:pt idx="669">
                  <c:v>3</c:v>
                </c:pt>
                <c:pt idx="670">
                  <c:v>3</c:v>
                </c:pt>
                <c:pt idx="671">
                  <c:v>3</c:v>
                </c:pt>
                <c:pt idx="672">
                  <c:v>2</c:v>
                </c:pt>
                <c:pt idx="673">
                  <c:v>3</c:v>
                </c:pt>
                <c:pt idx="674">
                  <c:v>1</c:v>
                </c:pt>
                <c:pt idx="675">
                  <c:v>2</c:v>
                </c:pt>
                <c:pt idx="676">
                  <c:v>1</c:v>
                </c:pt>
                <c:pt idx="677">
                  <c:v>2</c:v>
                </c:pt>
                <c:pt idx="678">
                  <c:v>1</c:v>
                </c:pt>
                <c:pt idx="679">
                  <c:v>2</c:v>
                </c:pt>
                <c:pt idx="680">
                  <c:v>1</c:v>
                </c:pt>
                <c:pt idx="681">
                  <c:v>3</c:v>
                </c:pt>
                <c:pt idx="682">
                  <c:v>2</c:v>
                </c:pt>
                <c:pt idx="683">
                  <c:v>3</c:v>
                </c:pt>
                <c:pt idx="684">
                  <c:v>2</c:v>
                </c:pt>
                <c:pt idx="685">
                  <c:v>2</c:v>
                </c:pt>
                <c:pt idx="686">
                  <c:v>2</c:v>
                </c:pt>
                <c:pt idx="687">
                  <c:v>3</c:v>
                </c:pt>
                <c:pt idx="688">
                  <c:v>2</c:v>
                </c:pt>
                <c:pt idx="689">
                  <c:v>1</c:v>
                </c:pt>
                <c:pt idx="690">
                  <c:v>3</c:v>
                </c:pt>
                <c:pt idx="691">
                  <c:v>1</c:v>
                </c:pt>
                <c:pt idx="692">
                  <c:v>3</c:v>
                </c:pt>
                <c:pt idx="693">
                  <c:v>2</c:v>
                </c:pt>
                <c:pt idx="694">
                  <c:v>1</c:v>
                </c:pt>
                <c:pt idx="695">
                  <c:v>3</c:v>
                </c:pt>
                <c:pt idx="696">
                  <c:v>3</c:v>
                </c:pt>
                <c:pt idx="697">
                  <c:v>1</c:v>
                </c:pt>
                <c:pt idx="698">
                  <c:v>3</c:v>
                </c:pt>
                <c:pt idx="699">
                  <c:v>1</c:v>
                </c:pt>
                <c:pt idx="700">
                  <c:v>1</c:v>
                </c:pt>
                <c:pt idx="701">
                  <c:v>2</c:v>
                </c:pt>
                <c:pt idx="702">
                  <c:v>1</c:v>
                </c:pt>
                <c:pt idx="703">
                  <c:v>1</c:v>
                </c:pt>
                <c:pt idx="704">
                  <c:v>3</c:v>
                </c:pt>
                <c:pt idx="705">
                  <c:v>1</c:v>
                </c:pt>
                <c:pt idx="706">
                  <c:v>2</c:v>
                </c:pt>
                <c:pt idx="707">
                  <c:v>3</c:v>
                </c:pt>
                <c:pt idx="708">
                  <c:v>2</c:v>
                </c:pt>
                <c:pt idx="709">
                  <c:v>1</c:v>
                </c:pt>
                <c:pt idx="710">
                  <c:v>1</c:v>
                </c:pt>
                <c:pt idx="711">
                  <c:v>3</c:v>
                </c:pt>
                <c:pt idx="712">
                  <c:v>2</c:v>
                </c:pt>
                <c:pt idx="713">
                  <c:v>2</c:v>
                </c:pt>
                <c:pt idx="714">
                  <c:v>2</c:v>
                </c:pt>
                <c:pt idx="715">
                  <c:v>3</c:v>
                </c:pt>
                <c:pt idx="716">
                  <c:v>3</c:v>
                </c:pt>
                <c:pt idx="717">
                  <c:v>1</c:v>
                </c:pt>
                <c:pt idx="718">
                  <c:v>2</c:v>
                </c:pt>
                <c:pt idx="719">
                  <c:v>2</c:v>
                </c:pt>
                <c:pt idx="720">
                  <c:v>1</c:v>
                </c:pt>
                <c:pt idx="721">
                  <c:v>1</c:v>
                </c:pt>
                <c:pt idx="722">
                  <c:v>2</c:v>
                </c:pt>
                <c:pt idx="723">
                  <c:v>2</c:v>
                </c:pt>
                <c:pt idx="724">
                  <c:v>1</c:v>
                </c:pt>
                <c:pt idx="725">
                  <c:v>2</c:v>
                </c:pt>
                <c:pt idx="726">
                  <c:v>1</c:v>
                </c:pt>
                <c:pt idx="727">
                  <c:v>2</c:v>
                </c:pt>
                <c:pt idx="728">
                  <c:v>1</c:v>
                </c:pt>
                <c:pt idx="729">
                  <c:v>1</c:v>
                </c:pt>
                <c:pt idx="730">
                  <c:v>1</c:v>
                </c:pt>
                <c:pt idx="731">
                  <c:v>2</c:v>
                </c:pt>
                <c:pt idx="732">
                  <c:v>2</c:v>
                </c:pt>
                <c:pt idx="733">
                  <c:v>1</c:v>
                </c:pt>
                <c:pt idx="734">
                  <c:v>1</c:v>
                </c:pt>
                <c:pt idx="735">
                  <c:v>3</c:v>
                </c:pt>
                <c:pt idx="736">
                  <c:v>2</c:v>
                </c:pt>
                <c:pt idx="737">
                  <c:v>2</c:v>
                </c:pt>
                <c:pt idx="738">
                  <c:v>2</c:v>
                </c:pt>
                <c:pt idx="739">
                  <c:v>1</c:v>
                </c:pt>
                <c:pt idx="740">
                  <c:v>1</c:v>
                </c:pt>
                <c:pt idx="741">
                  <c:v>1</c:v>
                </c:pt>
                <c:pt idx="742">
                  <c:v>2</c:v>
                </c:pt>
                <c:pt idx="743">
                  <c:v>2</c:v>
                </c:pt>
                <c:pt idx="744">
                  <c:v>3</c:v>
                </c:pt>
                <c:pt idx="745">
                  <c:v>1</c:v>
                </c:pt>
                <c:pt idx="746">
                  <c:v>2</c:v>
                </c:pt>
                <c:pt idx="747">
                  <c:v>2</c:v>
                </c:pt>
                <c:pt idx="748">
                  <c:v>3</c:v>
                </c:pt>
                <c:pt idx="749">
                  <c:v>2</c:v>
                </c:pt>
                <c:pt idx="750">
                  <c:v>2</c:v>
                </c:pt>
                <c:pt idx="751">
                  <c:v>1</c:v>
                </c:pt>
                <c:pt idx="752">
                  <c:v>1</c:v>
                </c:pt>
                <c:pt idx="753">
                  <c:v>1</c:v>
                </c:pt>
                <c:pt idx="754">
                  <c:v>1</c:v>
                </c:pt>
                <c:pt idx="755">
                  <c:v>2</c:v>
                </c:pt>
                <c:pt idx="756">
                  <c:v>2</c:v>
                </c:pt>
                <c:pt idx="757">
                  <c:v>3</c:v>
                </c:pt>
                <c:pt idx="758">
                  <c:v>3</c:v>
                </c:pt>
                <c:pt idx="759">
                  <c:v>2</c:v>
                </c:pt>
                <c:pt idx="760">
                  <c:v>1</c:v>
                </c:pt>
                <c:pt idx="761">
                  <c:v>1</c:v>
                </c:pt>
                <c:pt idx="762">
                  <c:v>2</c:v>
                </c:pt>
                <c:pt idx="763">
                  <c:v>2</c:v>
                </c:pt>
                <c:pt idx="764">
                  <c:v>1</c:v>
                </c:pt>
                <c:pt idx="765">
                  <c:v>2</c:v>
                </c:pt>
                <c:pt idx="766">
                  <c:v>1</c:v>
                </c:pt>
                <c:pt idx="767">
                  <c:v>3</c:v>
                </c:pt>
                <c:pt idx="768">
                  <c:v>1</c:v>
                </c:pt>
                <c:pt idx="769">
                  <c:v>1</c:v>
                </c:pt>
                <c:pt idx="770">
                  <c:v>2</c:v>
                </c:pt>
                <c:pt idx="771">
                  <c:v>1</c:v>
                </c:pt>
                <c:pt idx="772">
                  <c:v>2</c:v>
                </c:pt>
                <c:pt idx="773">
                  <c:v>2</c:v>
                </c:pt>
                <c:pt idx="774">
                  <c:v>2</c:v>
                </c:pt>
                <c:pt idx="775">
                  <c:v>3</c:v>
                </c:pt>
                <c:pt idx="776">
                  <c:v>1</c:v>
                </c:pt>
                <c:pt idx="777">
                  <c:v>1</c:v>
                </c:pt>
                <c:pt idx="778">
                  <c:v>2</c:v>
                </c:pt>
                <c:pt idx="779">
                  <c:v>1</c:v>
                </c:pt>
                <c:pt idx="780">
                  <c:v>1</c:v>
                </c:pt>
                <c:pt idx="781">
                  <c:v>1</c:v>
                </c:pt>
                <c:pt idx="782">
                  <c:v>2</c:v>
                </c:pt>
                <c:pt idx="783">
                  <c:v>1</c:v>
                </c:pt>
                <c:pt idx="784">
                  <c:v>1</c:v>
                </c:pt>
                <c:pt idx="785">
                  <c:v>2</c:v>
                </c:pt>
                <c:pt idx="786">
                  <c:v>2</c:v>
                </c:pt>
                <c:pt idx="787">
                  <c:v>2</c:v>
                </c:pt>
                <c:pt idx="788">
                  <c:v>1</c:v>
                </c:pt>
                <c:pt idx="789">
                  <c:v>3</c:v>
                </c:pt>
                <c:pt idx="790">
                  <c:v>2</c:v>
                </c:pt>
                <c:pt idx="791">
                  <c:v>1</c:v>
                </c:pt>
                <c:pt idx="792">
                  <c:v>1</c:v>
                </c:pt>
                <c:pt idx="793">
                  <c:v>1</c:v>
                </c:pt>
                <c:pt idx="794">
                  <c:v>2</c:v>
                </c:pt>
                <c:pt idx="795">
                  <c:v>1</c:v>
                </c:pt>
                <c:pt idx="796">
                  <c:v>2</c:v>
                </c:pt>
                <c:pt idx="797">
                  <c:v>1</c:v>
                </c:pt>
                <c:pt idx="798">
                  <c:v>1</c:v>
                </c:pt>
                <c:pt idx="799">
                  <c:v>2</c:v>
                </c:pt>
                <c:pt idx="800">
                  <c:v>2</c:v>
                </c:pt>
                <c:pt idx="801">
                  <c:v>2</c:v>
                </c:pt>
                <c:pt idx="802">
                  <c:v>2</c:v>
                </c:pt>
                <c:pt idx="803">
                  <c:v>1</c:v>
                </c:pt>
                <c:pt idx="804">
                  <c:v>2</c:v>
                </c:pt>
                <c:pt idx="805">
                  <c:v>1</c:v>
                </c:pt>
                <c:pt idx="806">
                  <c:v>2</c:v>
                </c:pt>
                <c:pt idx="807">
                  <c:v>2</c:v>
                </c:pt>
                <c:pt idx="808">
                  <c:v>2</c:v>
                </c:pt>
                <c:pt idx="809">
                  <c:v>3</c:v>
                </c:pt>
                <c:pt idx="810">
                  <c:v>2</c:v>
                </c:pt>
                <c:pt idx="811">
                  <c:v>1</c:v>
                </c:pt>
                <c:pt idx="812">
                  <c:v>2</c:v>
                </c:pt>
                <c:pt idx="813">
                  <c:v>3</c:v>
                </c:pt>
                <c:pt idx="814">
                  <c:v>2</c:v>
                </c:pt>
                <c:pt idx="815">
                  <c:v>2</c:v>
                </c:pt>
                <c:pt idx="816">
                  <c:v>2</c:v>
                </c:pt>
                <c:pt idx="817">
                  <c:v>3</c:v>
                </c:pt>
                <c:pt idx="818">
                  <c:v>2</c:v>
                </c:pt>
                <c:pt idx="819">
                  <c:v>2</c:v>
                </c:pt>
                <c:pt idx="820">
                  <c:v>1</c:v>
                </c:pt>
                <c:pt idx="821">
                  <c:v>1</c:v>
                </c:pt>
                <c:pt idx="822">
                  <c:v>1</c:v>
                </c:pt>
                <c:pt idx="823">
                  <c:v>2</c:v>
                </c:pt>
                <c:pt idx="824">
                  <c:v>1</c:v>
                </c:pt>
                <c:pt idx="825">
                  <c:v>3</c:v>
                </c:pt>
                <c:pt idx="826">
                  <c:v>2</c:v>
                </c:pt>
                <c:pt idx="827">
                  <c:v>1</c:v>
                </c:pt>
                <c:pt idx="828">
                  <c:v>2</c:v>
                </c:pt>
                <c:pt idx="829">
                  <c:v>3</c:v>
                </c:pt>
                <c:pt idx="830">
                  <c:v>2</c:v>
                </c:pt>
                <c:pt idx="831">
                  <c:v>2</c:v>
                </c:pt>
                <c:pt idx="832">
                  <c:v>1</c:v>
                </c:pt>
                <c:pt idx="833">
                  <c:v>2</c:v>
                </c:pt>
                <c:pt idx="834">
                  <c:v>3</c:v>
                </c:pt>
                <c:pt idx="835">
                  <c:v>1</c:v>
                </c:pt>
                <c:pt idx="836">
                  <c:v>1</c:v>
                </c:pt>
                <c:pt idx="837">
                  <c:v>2</c:v>
                </c:pt>
                <c:pt idx="838">
                  <c:v>2</c:v>
                </c:pt>
                <c:pt idx="839">
                  <c:v>1</c:v>
                </c:pt>
                <c:pt idx="840">
                  <c:v>1</c:v>
                </c:pt>
                <c:pt idx="841">
                  <c:v>2</c:v>
                </c:pt>
                <c:pt idx="842">
                  <c:v>3</c:v>
                </c:pt>
                <c:pt idx="843">
                  <c:v>2</c:v>
                </c:pt>
                <c:pt idx="844">
                  <c:v>2</c:v>
                </c:pt>
                <c:pt idx="845">
                  <c:v>2</c:v>
                </c:pt>
                <c:pt idx="846">
                  <c:v>3</c:v>
                </c:pt>
                <c:pt idx="847">
                  <c:v>3</c:v>
                </c:pt>
                <c:pt idx="848">
                  <c:v>1</c:v>
                </c:pt>
                <c:pt idx="849">
                  <c:v>2</c:v>
                </c:pt>
                <c:pt idx="850">
                  <c:v>2</c:v>
                </c:pt>
                <c:pt idx="851">
                  <c:v>3</c:v>
                </c:pt>
                <c:pt idx="852">
                  <c:v>1</c:v>
                </c:pt>
                <c:pt idx="853">
                  <c:v>1</c:v>
                </c:pt>
                <c:pt idx="854">
                  <c:v>1</c:v>
                </c:pt>
                <c:pt idx="855">
                  <c:v>1</c:v>
                </c:pt>
                <c:pt idx="856">
                  <c:v>2</c:v>
                </c:pt>
                <c:pt idx="857">
                  <c:v>2</c:v>
                </c:pt>
                <c:pt idx="858">
                  <c:v>2</c:v>
                </c:pt>
                <c:pt idx="859">
                  <c:v>1</c:v>
                </c:pt>
                <c:pt idx="860">
                  <c:v>1</c:v>
                </c:pt>
                <c:pt idx="861">
                  <c:v>2</c:v>
                </c:pt>
                <c:pt idx="862">
                  <c:v>3</c:v>
                </c:pt>
                <c:pt idx="863">
                  <c:v>2</c:v>
                </c:pt>
                <c:pt idx="864">
                  <c:v>1</c:v>
                </c:pt>
                <c:pt idx="865">
                  <c:v>2</c:v>
                </c:pt>
                <c:pt idx="866">
                  <c:v>2</c:v>
                </c:pt>
                <c:pt idx="867">
                  <c:v>2</c:v>
                </c:pt>
                <c:pt idx="868">
                  <c:v>2</c:v>
                </c:pt>
                <c:pt idx="869">
                  <c:v>3</c:v>
                </c:pt>
                <c:pt idx="870">
                  <c:v>1</c:v>
                </c:pt>
                <c:pt idx="871">
                  <c:v>1</c:v>
                </c:pt>
                <c:pt idx="872">
                  <c:v>2</c:v>
                </c:pt>
                <c:pt idx="873">
                  <c:v>3</c:v>
                </c:pt>
                <c:pt idx="874">
                  <c:v>1</c:v>
                </c:pt>
                <c:pt idx="875">
                  <c:v>1</c:v>
                </c:pt>
                <c:pt idx="876">
                  <c:v>2</c:v>
                </c:pt>
                <c:pt idx="877">
                  <c:v>1</c:v>
                </c:pt>
                <c:pt idx="878">
                  <c:v>2</c:v>
                </c:pt>
                <c:pt idx="879">
                  <c:v>2</c:v>
                </c:pt>
                <c:pt idx="880">
                  <c:v>2</c:v>
                </c:pt>
                <c:pt idx="881">
                  <c:v>2</c:v>
                </c:pt>
                <c:pt idx="882">
                  <c:v>1</c:v>
                </c:pt>
                <c:pt idx="883">
                  <c:v>1</c:v>
                </c:pt>
                <c:pt idx="884">
                  <c:v>2</c:v>
                </c:pt>
                <c:pt idx="885">
                  <c:v>1</c:v>
                </c:pt>
                <c:pt idx="886">
                  <c:v>2</c:v>
                </c:pt>
                <c:pt idx="887">
                  <c:v>1</c:v>
                </c:pt>
                <c:pt idx="888">
                  <c:v>1</c:v>
                </c:pt>
                <c:pt idx="889">
                  <c:v>1</c:v>
                </c:pt>
                <c:pt idx="890">
                  <c:v>2</c:v>
                </c:pt>
                <c:pt idx="891">
                  <c:v>1</c:v>
                </c:pt>
                <c:pt idx="892">
                  <c:v>3</c:v>
                </c:pt>
                <c:pt idx="893">
                  <c:v>2</c:v>
                </c:pt>
                <c:pt idx="894">
                  <c:v>1</c:v>
                </c:pt>
                <c:pt idx="895">
                  <c:v>3</c:v>
                </c:pt>
                <c:pt idx="896">
                  <c:v>2</c:v>
                </c:pt>
                <c:pt idx="897">
                  <c:v>2</c:v>
                </c:pt>
                <c:pt idx="898">
                  <c:v>2</c:v>
                </c:pt>
                <c:pt idx="899">
                  <c:v>2</c:v>
                </c:pt>
                <c:pt idx="900">
                  <c:v>1</c:v>
                </c:pt>
                <c:pt idx="901">
                  <c:v>1</c:v>
                </c:pt>
                <c:pt idx="902">
                  <c:v>2</c:v>
                </c:pt>
                <c:pt idx="903">
                  <c:v>1</c:v>
                </c:pt>
                <c:pt idx="904">
                  <c:v>1</c:v>
                </c:pt>
                <c:pt idx="905">
                  <c:v>2</c:v>
                </c:pt>
                <c:pt idx="906">
                  <c:v>1</c:v>
                </c:pt>
                <c:pt idx="907">
                  <c:v>2</c:v>
                </c:pt>
                <c:pt idx="908">
                  <c:v>2</c:v>
                </c:pt>
                <c:pt idx="909">
                  <c:v>1</c:v>
                </c:pt>
                <c:pt idx="910">
                  <c:v>2</c:v>
                </c:pt>
                <c:pt idx="911">
                  <c:v>2</c:v>
                </c:pt>
                <c:pt idx="912">
                  <c:v>1</c:v>
                </c:pt>
                <c:pt idx="913">
                  <c:v>1</c:v>
                </c:pt>
                <c:pt idx="914">
                  <c:v>1</c:v>
                </c:pt>
                <c:pt idx="915">
                  <c:v>1</c:v>
                </c:pt>
                <c:pt idx="916">
                  <c:v>1</c:v>
                </c:pt>
                <c:pt idx="917">
                  <c:v>2</c:v>
                </c:pt>
                <c:pt idx="918">
                  <c:v>2</c:v>
                </c:pt>
                <c:pt idx="919">
                  <c:v>2</c:v>
                </c:pt>
                <c:pt idx="920">
                  <c:v>1</c:v>
                </c:pt>
                <c:pt idx="921">
                  <c:v>1</c:v>
                </c:pt>
                <c:pt idx="922">
                  <c:v>1</c:v>
                </c:pt>
                <c:pt idx="923">
                  <c:v>1</c:v>
                </c:pt>
                <c:pt idx="924">
                  <c:v>2</c:v>
                </c:pt>
                <c:pt idx="925">
                  <c:v>1</c:v>
                </c:pt>
                <c:pt idx="926">
                  <c:v>2</c:v>
                </c:pt>
                <c:pt idx="927">
                  <c:v>1</c:v>
                </c:pt>
                <c:pt idx="928">
                  <c:v>1</c:v>
                </c:pt>
                <c:pt idx="929">
                  <c:v>2</c:v>
                </c:pt>
                <c:pt idx="930">
                  <c:v>1</c:v>
                </c:pt>
                <c:pt idx="931">
                  <c:v>2</c:v>
                </c:pt>
                <c:pt idx="932">
                  <c:v>3</c:v>
                </c:pt>
                <c:pt idx="933">
                  <c:v>2</c:v>
                </c:pt>
                <c:pt idx="934">
                  <c:v>1</c:v>
                </c:pt>
                <c:pt idx="935">
                  <c:v>1</c:v>
                </c:pt>
                <c:pt idx="936">
                  <c:v>2</c:v>
                </c:pt>
                <c:pt idx="937">
                  <c:v>1</c:v>
                </c:pt>
                <c:pt idx="938">
                  <c:v>2</c:v>
                </c:pt>
                <c:pt idx="939">
                  <c:v>3</c:v>
                </c:pt>
                <c:pt idx="940">
                  <c:v>2</c:v>
                </c:pt>
                <c:pt idx="941">
                  <c:v>1</c:v>
                </c:pt>
                <c:pt idx="942">
                  <c:v>2</c:v>
                </c:pt>
                <c:pt idx="943">
                  <c:v>2</c:v>
                </c:pt>
                <c:pt idx="944">
                  <c:v>1</c:v>
                </c:pt>
                <c:pt idx="945">
                  <c:v>2</c:v>
                </c:pt>
                <c:pt idx="946">
                  <c:v>1</c:v>
                </c:pt>
                <c:pt idx="947">
                  <c:v>2</c:v>
                </c:pt>
                <c:pt idx="948">
                  <c:v>3</c:v>
                </c:pt>
                <c:pt idx="949">
                  <c:v>1</c:v>
                </c:pt>
                <c:pt idx="950">
                  <c:v>2</c:v>
                </c:pt>
                <c:pt idx="951">
                  <c:v>2</c:v>
                </c:pt>
                <c:pt idx="952">
                  <c:v>3</c:v>
                </c:pt>
                <c:pt idx="953">
                  <c:v>1</c:v>
                </c:pt>
                <c:pt idx="954">
                  <c:v>2</c:v>
                </c:pt>
                <c:pt idx="955">
                  <c:v>2</c:v>
                </c:pt>
                <c:pt idx="956">
                  <c:v>1</c:v>
                </c:pt>
                <c:pt idx="957">
                  <c:v>2</c:v>
                </c:pt>
                <c:pt idx="958">
                  <c:v>2</c:v>
                </c:pt>
                <c:pt idx="959">
                  <c:v>1</c:v>
                </c:pt>
                <c:pt idx="960">
                  <c:v>1</c:v>
                </c:pt>
                <c:pt idx="961">
                  <c:v>1</c:v>
                </c:pt>
                <c:pt idx="962">
                  <c:v>1</c:v>
                </c:pt>
                <c:pt idx="963">
                  <c:v>1</c:v>
                </c:pt>
                <c:pt idx="964">
                  <c:v>1</c:v>
                </c:pt>
                <c:pt idx="965">
                  <c:v>1</c:v>
                </c:pt>
                <c:pt idx="966">
                  <c:v>1</c:v>
                </c:pt>
                <c:pt idx="967">
                  <c:v>2</c:v>
                </c:pt>
                <c:pt idx="968">
                  <c:v>1</c:v>
                </c:pt>
                <c:pt idx="969">
                  <c:v>1</c:v>
                </c:pt>
                <c:pt idx="970">
                  <c:v>2</c:v>
                </c:pt>
                <c:pt idx="971">
                  <c:v>2</c:v>
                </c:pt>
                <c:pt idx="972">
                  <c:v>1</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F819-4C8A-950A-08C95B5EB15C}"/>
            </c:ext>
          </c:extLst>
        </c:ser>
        <c:ser>
          <c:idx val="1"/>
          <c:order val="1"/>
          <c:tx>
            <c:v>Predicted Water Intake (Liters)</c:v>
          </c:tx>
          <c:spPr>
            <a:ln w="19050">
              <a:noFill/>
            </a:ln>
          </c:spPr>
          <c:xVal>
            <c:numRef>
              <c:f>'Sub-Dataset'!$DO$2:$DO$974</c:f>
              <c:numCache>
                <c:formatCode>General</c:formatCode>
                <c:ptCount val="973"/>
                <c:pt idx="0">
                  <c:v>2</c:v>
                </c:pt>
                <c:pt idx="1">
                  <c:v>1</c:v>
                </c:pt>
                <c:pt idx="2">
                  <c:v>1</c:v>
                </c:pt>
                <c:pt idx="3">
                  <c:v>1</c:v>
                </c:pt>
                <c:pt idx="4">
                  <c:v>1</c:v>
                </c:pt>
                <c:pt idx="5">
                  <c:v>1</c:v>
                </c:pt>
                <c:pt idx="6">
                  <c:v>2</c:v>
                </c:pt>
                <c:pt idx="7">
                  <c:v>3</c:v>
                </c:pt>
                <c:pt idx="8">
                  <c:v>2</c:v>
                </c:pt>
                <c:pt idx="9">
                  <c:v>3</c:v>
                </c:pt>
                <c:pt idx="10">
                  <c:v>1</c:v>
                </c:pt>
                <c:pt idx="11">
                  <c:v>2</c:v>
                </c:pt>
                <c:pt idx="12">
                  <c:v>2</c:v>
                </c:pt>
                <c:pt idx="13">
                  <c:v>2</c:v>
                </c:pt>
                <c:pt idx="14">
                  <c:v>3</c:v>
                </c:pt>
                <c:pt idx="15">
                  <c:v>1</c:v>
                </c:pt>
                <c:pt idx="16">
                  <c:v>3</c:v>
                </c:pt>
                <c:pt idx="17">
                  <c:v>2</c:v>
                </c:pt>
                <c:pt idx="18">
                  <c:v>2</c:v>
                </c:pt>
                <c:pt idx="19">
                  <c:v>1</c:v>
                </c:pt>
                <c:pt idx="20">
                  <c:v>3</c:v>
                </c:pt>
                <c:pt idx="21">
                  <c:v>1</c:v>
                </c:pt>
                <c:pt idx="22">
                  <c:v>3</c:v>
                </c:pt>
                <c:pt idx="23">
                  <c:v>2</c:v>
                </c:pt>
                <c:pt idx="24">
                  <c:v>3</c:v>
                </c:pt>
                <c:pt idx="25">
                  <c:v>3</c:v>
                </c:pt>
                <c:pt idx="26">
                  <c:v>1</c:v>
                </c:pt>
                <c:pt idx="27">
                  <c:v>3</c:v>
                </c:pt>
                <c:pt idx="28">
                  <c:v>3</c:v>
                </c:pt>
                <c:pt idx="29">
                  <c:v>2</c:v>
                </c:pt>
                <c:pt idx="30">
                  <c:v>3</c:v>
                </c:pt>
                <c:pt idx="31">
                  <c:v>2</c:v>
                </c:pt>
                <c:pt idx="32">
                  <c:v>1</c:v>
                </c:pt>
                <c:pt idx="33">
                  <c:v>1</c:v>
                </c:pt>
                <c:pt idx="34">
                  <c:v>1</c:v>
                </c:pt>
                <c:pt idx="35">
                  <c:v>1</c:v>
                </c:pt>
                <c:pt idx="36">
                  <c:v>1</c:v>
                </c:pt>
                <c:pt idx="37">
                  <c:v>1</c:v>
                </c:pt>
                <c:pt idx="38">
                  <c:v>3</c:v>
                </c:pt>
                <c:pt idx="39">
                  <c:v>3</c:v>
                </c:pt>
                <c:pt idx="40">
                  <c:v>3</c:v>
                </c:pt>
                <c:pt idx="41">
                  <c:v>2</c:v>
                </c:pt>
                <c:pt idx="42">
                  <c:v>3</c:v>
                </c:pt>
                <c:pt idx="43">
                  <c:v>2</c:v>
                </c:pt>
                <c:pt idx="44">
                  <c:v>2</c:v>
                </c:pt>
                <c:pt idx="45">
                  <c:v>1</c:v>
                </c:pt>
                <c:pt idx="46">
                  <c:v>1</c:v>
                </c:pt>
                <c:pt idx="47">
                  <c:v>2</c:v>
                </c:pt>
                <c:pt idx="48">
                  <c:v>1</c:v>
                </c:pt>
                <c:pt idx="49">
                  <c:v>3</c:v>
                </c:pt>
                <c:pt idx="50">
                  <c:v>1</c:v>
                </c:pt>
                <c:pt idx="51">
                  <c:v>2</c:v>
                </c:pt>
                <c:pt idx="52">
                  <c:v>2</c:v>
                </c:pt>
                <c:pt idx="53">
                  <c:v>1</c:v>
                </c:pt>
                <c:pt idx="54">
                  <c:v>2</c:v>
                </c:pt>
                <c:pt idx="55">
                  <c:v>1</c:v>
                </c:pt>
                <c:pt idx="56">
                  <c:v>3</c:v>
                </c:pt>
                <c:pt idx="57">
                  <c:v>2</c:v>
                </c:pt>
                <c:pt idx="58">
                  <c:v>3</c:v>
                </c:pt>
                <c:pt idx="59">
                  <c:v>3</c:v>
                </c:pt>
                <c:pt idx="60">
                  <c:v>1</c:v>
                </c:pt>
                <c:pt idx="61">
                  <c:v>3</c:v>
                </c:pt>
                <c:pt idx="62">
                  <c:v>3</c:v>
                </c:pt>
                <c:pt idx="63">
                  <c:v>3</c:v>
                </c:pt>
                <c:pt idx="64">
                  <c:v>2</c:v>
                </c:pt>
                <c:pt idx="65">
                  <c:v>1</c:v>
                </c:pt>
                <c:pt idx="66">
                  <c:v>3</c:v>
                </c:pt>
                <c:pt idx="67">
                  <c:v>1</c:v>
                </c:pt>
                <c:pt idx="68">
                  <c:v>1</c:v>
                </c:pt>
                <c:pt idx="69">
                  <c:v>2</c:v>
                </c:pt>
                <c:pt idx="70">
                  <c:v>3</c:v>
                </c:pt>
                <c:pt idx="71">
                  <c:v>2</c:v>
                </c:pt>
                <c:pt idx="72">
                  <c:v>1</c:v>
                </c:pt>
                <c:pt idx="73">
                  <c:v>3</c:v>
                </c:pt>
                <c:pt idx="74">
                  <c:v>1</c:v>
                </c:pt>
                <c:pt idx="75">
                  <c:v>1</c:v>
                </c:pt>
                <c:pt idx="76">
                  <c:v>1</c:v>
                </c:pt>
                <c:pt idx="77">
                  <c:v>2</c:v>
                </c:pt>
                <c:pt idx="78">
                  <c:v>2</c:v>
                </c:pt>
                <c:pt idx="79">
                  <c:v>1</c:v>
                </c:pt>
                <c:pt idx="80">
                  <c:v>2</c:v>
                </c:pt>
                <c:pt idx="81">
                  <c:v>3</c:v>
                </c:pt>
                <c:pt idx="82">
                  <c:v>2</c:v>
                </c:pt>
                <c:pt idx="83">
                  <c:v>1</c:v>
                </c:pt>
                <c:pt idx="84">
                  <c:v>1</c:v>
                </c:pt>
                <c:pt idx="85">
                  <c:v>1</c:v>
                </c:pt>
                <c:pt idx="86">
                  <c:v>2</c:v>
                </c:pt>
                <c:pt idx="87">
                  <c:v>2</c:v>
                </c:pt>
                <c:pt idx="88">
                  <c:v>3</c:v>
                </c:pt>
                <c:pt idx="89">
                  <c:v>3</c:v>
                </c:pt>
                <c:pt idx="90">
                  <c:v>3</c:v>
                </c:pt>
                <c:pt idx="91">
                  <c:v>1</c:v>
                </c:pt>
                <c:pt idx="92">
                  <c:v>1</c:v>
                </c:pt>
                <c:pt idx="93">
                  <c:v>1</c:v>
                </c:pt>
                <c:pt idx="94">
                  <c:v>1</c:v>
                </c:pt>
                <c:pt idx="95">
                  <c:v>3</c:v>
                </c:pt>
                <c:pt idx="96">
                  <c:v>3</c:v>
                </c:pt>
                <c:pt idx="97">
                  <c:v>3</c:v>
                </c:pt>
                <c:pt idx="98">
                  <c:v>3</c:v>
                </c:pt>
                <c:pt idx="99">
                  <c:v>1</c:v>
                </c:pt>
                <c:pt idx="100">
                  <c:v>1</c:v>
                </c:pt>
                <c:pt idx="101">
                  <c:v>2</c:v>
                </c:pt>
                <c:pt idx="102">
                  <c:v>2</c:v>
                </c:pt>
                <c:pt idx="103">
                  <c:v>2</c:v>
                </c:pt>
                <c:pt idx="104">
                  <c:v>1</c:v>
                </c:pt>
                <c:pt idx="105">
                  <c:v>1</c:v>
                </c:pt>
                <c:pt idx="106">
                  <c:v>3</c:v>
                </c:pt>
                <c:pt idx="107">
                  <c:v>1</c:v>
                </c:pt>
                <c:pt idx="108">
                  <c:v>2</c:v>
                </c:pt>
                <c:pt idx="109">
                  <c:v>1</c:v>
                </c:pt>
                <c:pt idx="110">
                  <c:v>2</c:v>
                </c:pt>
                <c:pt idx="111">
                  <c:v>2</c:v>
                </c:pt>
                <c:pt idx="112">
                  <c:v>1</c:v>
                </c:pt>
                <c:pt idx="113">
                  <c:v>2</c:v>
                </c:pt>
                <c:pt idx="114">
                  <c:v>2</c:v>
                </c:pt>
                <c:pt idx="115">
                  <c:v>3</c:v>
                </c:pt>
                <c:pt idx="116">
                  <c:v>2</c:v>
                </c:pt>
                <c:pt idx="117">
                  <c:v>2</c:v>
                </c:pt>
                <c:pt idx="118">
                  <c:v>1</c:v>
                </c:pt>
                <c:pt idx="119">
                  <c:v>1</c:v>
                </c:pt>
                <c:pt idx="120">
                  <c:v>3</c:v>
                </c:pt>
                <c:pt idx="121">
                  <c:v>1</c:v>
                </c:pt>
                <c:pt idx="122">
                  <c:v>2</c:v>
                </c:pt>
                <c:pt idx="123">
                  <c:v>2</c:v>
                </c:pt>
                <c:pt idx="124">
                  <c:v>2</c:v>
                </c:pt>
                <c:pt idx="125">
                  <c:v>2</c:v>
                </c:pt>
                <c:pt idx="126">
                  <c:v>1</c:v>
                </c:pt>
                <c:pt idx="127">
                  <c:v>1</c:v>
                </c:pt>
                <c:pt idx="128">
                  <c:v>3</c:v>
                </c:pt>
                <c:pt idx="129">
                  <c:v>1</c:v>
                </c:pt>
                <c:pt idx="130">
                  <c:v>2</c:v>
                </c:pt>
                <c:pt idx="131">
                  <c:v>3</c:v>
                </c:pt>
                <c:pt idx="132">
                  <c:v>1</c:v>
                </c:pt>
                <c:pt idx="133">
                  <c:v>1</c:v>
                </c:pt>
                <c:pt idx="134">
                  <c:v>3</c:v>
                </c:pt>
                <c:pt idx="135">
                  <c:v>2</c:v>
                </c:pt>
                <c:pt idx="136">
                  <c:v>1</c:v>
                </c:pt>
                <c:pt idx="137">
                  <c:v>2</c:v>
                </c:pt>
                <c:pt idx="138">
                  <c:v>2</c:v>
                </c:pt>
                <c:pt idx="139">
                  <c:v>2</c:v>
                </c:pt>
                <c:pt idx="140">
                  <c:v>2</c:v>
                </c:pt>
                <c:pt idx="141">
                  <c:v>3</c:v>
                </c:pt>
                <c:pt idx="142">
                  <c:v>3</c:v>
                </c:pt>
                <c:pt idx="143">
                  <c:v>2</c:v>
                </c:pt>
                <c:pt idx="144">
                  <c:v>2</c:v>
                </c:pt>
                <c:pt idx="145">
                  <c:v>3</c:v>
                </c:pt>
                <c:pt idx="146">
                  <c:v>1</c:v>
                </c:pt>
                <c:pt idx="147">
                  <c:v>1</c:v>
                </c:pt>
                <c:pt idx="148">
                  <c:v>2</c:v>
                </c:pt>
                <c:pt idx="149">
                  <c:v>1</c:v>
                </c:pt>
                <c:pt idx="150">
                  <c:v>3</c:v>
                </c:pt>
                <c:pt idx="151">
                  <c:v>3</c:v>
                </c:pt>
                <c:pt idx="152">
                  <c:v>2</c:v>
                </c:pt>
                <c:pt idx="153">
                  <c:v>1</c:v>
                </c:pt>
                <c:pt idx="154">
                  <c:v>3</c:v>
                </c:pt>
                <c:pt idx="155">
                  <c:v>3</c:v>
                </c:pt>
                <c:pt idx="156">
                  <c:v>2</c:v>
                </c:pt>
                <c:pt idx="157">
                  <c:v>3</c:v>
                </c:pt>
                <c:pt idx="158">
                  <c:v>2</c:v>
                </c:pt>
                <c:pt idx="159">
                  <c:v>3</c:v>
                </c:pt>
                <c:pt idx="160">
                  <c:v>2</c:v>
                </c:pt>
                <c:pt idx="161">
                  <c:v>1</c:v>
                </c:pt>
                <c:pt idx="162">
                  <c:v>1</c:v>
                </c:pt>
                <c:pt idx="163">
                  <c:v>1</c:v>
                </c:pt>
                <c:pt idx="164">
                  <c:v>1</c:v>
                </c:pt>
                <c:pt idx="165">
                  <c:v>1</c:v>
                </c:pt>
                <c:pt idx="166">
                  <c:v>3</c:v>
                </c:pt>
                <c:pt idx="167">
                  <c:v>2</c:v>
                </c:pt>
                <c:pt idx="168">
                  <c:v>2</c:v>
                </c:pt>
                <c:pt idx="169">
                  <c:v>2</c:v>
                </c:pt>
                <c:pt idx="170">
                  <c:v>1</c:v>
                </c:pt>
                <c:pt idx="171">
                  <c:v>2</c:v>
                </c:pt>
                <c:pt idx="172">
                  <c:v>2</c:v>
                </c:pt>
                <c:pt idx="173">
                  <c:v>2</c:v>
                </c:pt>
                <c:pt idx="174">
                  <c:v>2</c:v>
                </c:pt>
                <c:pt idx="175">
                  <c:v>2</c:v>
                </c:pt>
                <c:pt idx="176">
                  <c:v>1</c:v>
                </c:pt>
                <c:pt idx="177">
                  <c:v>1</c:v>
                </c:pt>
                <c:pt idx="178">
                  <c:v>2</c:v>
                </c:pt>
                <c:pt idx="179">
                  <c:v>2</c:v>
                </c:pt>
                <c:pt idx="180">
                  <c:v>1</c:v>
                </c:pt>
                <c:pt idx="181">
                  <c:v>2</c:v>
                </c:pt>
                <c:pt idx="182">
                  <c:v>2</c:v>
                </c:pt>
                <c:pt idx="183">
                  <c:v>1</c:v>
                </c:pt>
                <c:pt idx="184">
                  <c:v>2</c:v>
                </c:pt>
                <c:pt idx="185">
                  <c:v>1</c:v>
                </c:pt>
                <c:pt idx="186">
                  <c:v>2</c:v>
                </c:pt>
                <c:pt idx="187">
                  <c:v>1</c:v>
                </c:pt>
                <c:pt idx="188">
                  <c:v>1</c:v>
                </c:pt>
                <c:pt idx="189">
                  <c:v>2</c:v>
                </c:pt>
                <c:pt idx="190">
                  <c:v>1</c:v>
                </c:pt>
                <c:pt idx="191">
                  <c:v>1</c:v>
                </c:pt>
                <c:pt idx="192">
                  <c:v>2</c:v>
                </c:pt>
                <c:pt idx="193">
                  <c:v>1</c:v>
                </c:pt>
                <c:pt idx="194">
                  <c:v>2</c:v>
                </c:pt>
                <c:pt idx="195">
                  <c:v>2</c:v>
                </c:pt>
                <c:pt idx="196">
                  <c:v>1</c:v>
                </c:pt>
                <c:pt idx="197">
                  <c:v>1</c:v>
                </c:pt>
                <c:pt idx="198">
                  <c:v>2</c:v>
                </c:pt>
                <c:pt idx="199">
                  <c:v>1</c:v>
                </c:pt>
                <c:pt idx="200">
                  <c:v>2</c:v>
                </c:pt>
                <c:pt idx="201">
                  <c:v>1</c:v>
                </c:pt>
                <c:pt idx="202">
                  <c:v>2</c:v>
                </c:pt>
                <c:pt idx="203">
                  <c:v>2</c:v>
                </c:pt>
                <c:pt idx="204">
                  <c:v>2</c:v>
                </c:pt>
                <c:pt idx="205">
                  <c:v>2</c:v>
                </c:pt>
                <c:pt idx="206">
                  <c:v>2</c:v>
                </c:pt>
                <c:pt idx="207">
                  <c:v>2</c:v>
                </c:pt>
                <c:pt idx="208">
                  <c:v>2</c:v>
                </c:pt>
                <c:pt idx="209">
                  <c:v>1</c:v>
                </c:pt>
                <c:pt idx="210">
                  <c:v>1</c:v>
                </c:pt>
                <c:pt idx="211">
                  <c:v>1</c:v>
                </c:pt>
                <c:pt idx="212">
                  <c:v>1</c:v>
                </c:pt>
                <c:pt idx="213">
                  <c:v>2</c:v>
                </c:pt>
                <c:pt idx="214">
                  <c:v>1</c:v>
                </c:pt>
                <c:pt idx="215">
                  <c:v>2</c:v>
                </c:pt>
                <c:pt idx="216">
                  <c:v>2</c:v>
                </c:pt>
                <c:pt idx="217">
                  <c:v>1</c:v>
                </c:pt>
                <c:pt idx="218">
                  <c:v>2</c:v>
                </c:pt>
                <c:pt idx="219">
                  <c:v>1</c:v>
                </c:pt>
                <c:pt idx="220">
                  <c:v>1</c:v>
                </c:pt>
                <c:pt idx="221">
                  <c:v>1</c:v>
                </c:pt>
                <c:pt idx="222">
                  <c:v>2</c:v>
                </c:pt>
                <c:pt idx="223">
                  <c:v>2</c:v>
                </c:pt>
                <c:pt idx="224">
                  <c:v>1</c:v>
                </c:pt>
                <c:pt idx="225">
                  <c:v>2</c:v>
                </c:pt>
                <c:pt idx="226">
                  <c:v>2</c:v>
                </c:pt>
                <c:pt idx="227">
                  <c:v>1</c:v>
                </c:pt>
                <c:pt idx="228">
                  <c:v>1</c:v>
                </c:pt>
                <c:pt idx="229">
                  <c:v>2</c:v>
                </c:pt>
                <c:pt idx="230">
                  <c:v>2</c:v>
                </c:pt>
                <c:pt idx="231">
                  <c:v>2</c:v>
                </c:pt>
                <c:pt idx="232">
                  <c:v>1</c:v>
                </c:pt>
                <c:pt idx="233">
                  <c:v>1</c:v>
                </c:pt>
                <c:pt idx="234">
                  <c:v>2</c:v>
                </c:pt>
                <c:pt idx="235">
                  <c:v>1</c:v>
                </c:pt>
                <c:pt idx="236">
                  <c:v>2</c:v>
                </c:pt>
                <c:pt idx="237">
                  <c:v>2</c:v>
                </c:pt>
                <c:pt idx="238">
                  <c:v>1</c:v>
                </c:pt>
                <c:pt idx="239">
                  <c:v>1</c:v>
                </c:pt>
                <c:pt idx="240">
                  <c:v>2</c:v>
                </c:pt>
                <c:pt idx="241">
                  <c:v>2</c:v>
                </c:pt>
                <c:pt idx="242">
                  <c:v>1</c:v>
                </c:pt>
                <c:pt idx="243">
                  <c:v>1</c:v>
                </c:pt>
                <c:pt idx="244">
                  <c:v>1</c:v>
                </c:pt>
                <c:pt idx="245">
                  <c:v>2</c:v>
                </c:pt>
                <c:pt idx="246">
                  <c:v>1</c:v>
                </c:pt>
                <c:pt idx="247">
                  <c:v>2</c:v>
                </c:pt>
                <c:pt idx="248">
                  <c:v>1</c:v>
                </c:pt>
                <c:pt idx="249">
                  <c:v>2</c:v>
                </c:pt>
                <c:pt idx="250">
                  <c:v>1</c:v>
                </c:pt>
                <c:pt idx="251">
                  <c:v>2</c:v>
                </c:pt>
                <c:pt idx="252">
                  <c:v>2</c:v>
                </c:pt>
                <c:pt idx="253">
                  <c:v>1</c:v>
                </c:pt>
                <c:pt idx="254">
                  <c:v>2</c:v>
                </c:pt>
                <c:pt idx="255">
                  <c:v>1</c:v>
                </c:pt>
                <c:pt idx="256">
                  <c:v>1</c:v>
                </c:pt>
                <c:pt idx="257">
                  <c:v>1</c:v>
                </c:pt>
                <c:pt idx="258">
                  <c:v>2</c:v>
                </c:pt>
                <c:pt idx="259">
                  <c:v>1</c:v>
                </c:pt>
                <c:pt idx="260">
                  <c:v>2</c:v>
                </c:pt>
                <c:pt idx="261">
                  <c:v>1</c:v>
                </c:pt>
                <c:pt idx="262">
                  <c:v>2</c:v>
                </c:pt>
                <c:pt idx="263">
                  <c:v>1</c:v>
                </c:pt>
                <c:pt idx="264">
                  <c:v>1</c:v>
                </c:pt>
                <c:pt idx="265">
                  <c:v>1</c:v>
                </c:pt>
                <c:pt idx="266">
                  <c:v>2</c:v>
                </c:pt>
                <c:pt idx="267">
                  <c:v>1</c:v>
                </c:pt>
                <c:pt idx="268">
                  <c:v>2</c:v>
                </c:pt>
                <c:pt idx="269">
                  <c:v>2</c:v>
                </c:pt>
                <c:pt idx="270">
                  <c:v>2</c:v>
                </c:pt>
                <c:pt idx="271">
                  <c:v>1</c:v>
                </c:pt>
                <c:pt idx="272">
                  <c:v>1</c:v>
                </c:pt>
                <c:pt idx="273">
                  <c:v>1</c:v>
                </c:pt>
                <c:pt idx="274">
                  <c:v>2</c:v>
                </c:pt>
                <c:pt idx="275">
                  <c:v>1</c:v>
                </c:pt>
                <c:pt idx="276">
                  <c:v>2</c:v>
                </c:pt>
                <c:pt idx="277">
                  <c:v>2</c:v>
                </c:pt>
                <c:pt idx="278">
                  <c:v>1</c:v>
                </c:pt>
                <c:pt idx="279">
                  <c:v>2</c:v>
                </c:pt>
                <c:pt idx="280">
                  <c:v>1</c:v>
                </c:pt>
                <c:pt idx="281">
                  <c:v>1</c:v>
                </c:pt>
                <c:pt idx="282">
                  <c:v>2</c:v>
                </c:pt>
                <c:pt idx="283">
                  <c:v>1</c:v>
                </c:pt>
                <c:pt idx="284">
                  <c:v>1</c:v>
                </c:pt>
                <c:pt idx="285">
                  <c:v>1</c:v>
                </c:pt>
                <c:pt idx="286">
                  <c:v>1</c:v>
                </c:pt>
                <c:pt idx="287">
                  <c:v>2</c:v>
                </c:pt>
                <c:pt idx="288">
                  <c:v>1</c:v>
                </c:pt>
                <c:pt idx="289">
                  <c:v>1</c:v>
                </c:pt>
                <c:pt idx="290">
                  <c:v>1</c:v>
                </c:pt>
                <c:pt idx="291">
                  <c:v>2</c:v>
                </c:pt>
                <c:pt idx="292">
                  <c:v>2</c:v>
                </c:pt>
                <c:pt idx="293">
                  <c:v>2</c:v>
                </c:pt>
                <c:pt idx="294">
                  <c:v>2</c:v>
                </c:pt>
                <c:pt idx="295">
                  <c:v>1</c:v>
                </c:pt>
                <c:pt idx="296">
                  <c:v>2</c:v>
                </c:pt>
                <c:pt idx="297">
                  <c:v>2</c:v>
                </c:pt>
                <c:pt idx="298">
                  <c:v>2</c:v>
                </c:pt>
                <c:pt idx="299">
                  <c:v>1</c:v>
                </c:pt>
                <c:pt idx="300">
                  <c:v>1</c:v>
                </c:pt>
                <c:pt idx="301">
                  <c:v>2</c:v>
                </c:pt>
                <c:pt idx="302">
                  <c:v>1</c:v>
                </c:pt>
                <c:pt idx="303">
                  <c:v>2</c:v>
                </c:pt>
                <c:pt idx="304">
                  <c:v>1</c:v>
                </c:pt>
                <c:pt idx="305">
                  <c:v>2</c:v>
                </c:pt>
                <c:pt idx="306">
                  <c:v>2</c:v>
                </c:pt>
                <c:pt idx="307">
                  <c:v>2</c:v>
                </c:pt>
                <c:pt idx="308">
                  <c:v>2</c:v>
                </c:pt>
                <c:pt idx="309">
                  <c:v>2</c:v>
                </c:pt>
                <c:pt idx="310">
                  <c:v>2</c:v>
                </c:pt>
                <c:pt idx="311">
                  <c:v>1</c:v>
                </c:pt>
                <c:pt idx="312">
                  <c:v>1</c:v>
                </c:pt>
                <c:pt idx="313">
                  <c:v>1</c:v>
                </c:pt>
                <c:pt idx="314">
                  <c:v>2</c:v>
                </c:pt>
                <c:pt idx="315">
                  <c:v>2</c:v>
                </c:pt>
                <c:pt idx="316">
                  <c:v>1</c:v>
                </c:pt>
                <c:pt idx="317">
                  <c:v>1</c:v>
                </c:pt>
                <c:pt idx="318">
                  <c:v>2</c:v>
                </c:pt>
                <c:pt idx="319">
                  <c:v>2</c:v>
                </c:pt>
                <c:pt idx="320">
                  <c:v>2</c:v>
                </c:pt>
                <c:pt idx="321">
                  <c:v>2</c:v>
                </c:pt>
                <c:pt idx="322">
                  <c:v>2</c:v>
                </c:pt>
                <c:pt idx="323">
                  <c:v>1</c:v>
                </c:pt>
                <c:pt idx="324">
                  <c:v>1</c:v>
                </c:pt>
                <c:pt idx="325">
                  <c:v>1</c:v>
                </c:pt>
                <c:pt idx="326">
                  <c:v>2</c:v>
                </c:pt>
                <c:pt idx="327">
                  <c:v>2</c:v>
                </c:pt>
                <c:pt idx="328">
                  <c:v>2</c:v>
                </c:pt>
                <c:pt idx="329">
                  <c:v>1</c:v>
                </c:pt>
                <c:pt idx="330">
                  <c:v>2</c:v>
                </c:pt>
                <c:pt idx="331">
                  <c:v>2</c:v>
                </c:pt>
                <c:pt idx="332">
                  <c:v>1</c:v>
                </c:pt>
                <c:pt idx="333">
                  <c:v>1</c:v>
                </c:pt>
                <c:pt idx="334">
                  <c:v>2</c:v>
                </c:pt>
                <c:pt idx="335">
                  <c:v>1</c:v>
                </c:pt>
                <c:pt idx="336">
                  <c:v>2</c:v>
                </c:pt>
                <c:pt idx="337">
                  <c:v>3</c:v>
                </c:pt>
                <c:pt idx="338">
                  <c:v>2</c:v>
                </c:pt>
                <c:pt idx="339">
                  <c:v>2</c:v>
                </c:pt>
                <c:pt idx="340">
                  <c:v>1</c:v>
                </c:pt>
                <c:pt idx="341">
                  <c:v>1</c:v>
                </c:pt>
                <c:pt idx="342">
                  <c:v>2</c:v>
                </c:pt>
                <c:pt idx="343">
                  <c:v>1</c:v>
                </c:pt>
                <c:pt idx="344">
                  <c:v>1</c:v>
                </c:pt>
                <c:pt idx="345">
                  <c:v>1</c:v>
                </c:pt>
                <c:pt idx="346">
                  <c:v>2</c:v>
                </c:pt>
                <c:pt idx="347">
                  <c:v>2</c:v>
                </c:pt>
                <c:pt idx="348">
                  <c:v>1</c:v>
                </c:pt>
                <c:pt idx="349">
                  <c:v>2</c:v>
                </c:pt>
                <c:pt idx="350">
                  <c:v>2</c:v>
                </c:pt>
                <c:pt idx="351">
                  <c:v>1</c:v>
                </c:pt>
                <c:pt idx="352">
                  <c:v>1</c:v>
                </c:pt>
                <c:pt idx="353">
                  <c:v>1</c:v>
                </c:pt>
                <c:pt idx="354">
                  <c:v>2</c:v>
                </c:pt>
                <c:pt idx="355">
                  <c:v>1</c:v>
                </c:pt>
                <c:pt idx="356">
                  <c:v>1</c:v>
                </c:pt>
                <c:pt idx="357">
                  <c:v>2</c:v>
                </c:pt>
                <c:pt idx="358">
                  <c:v>2</c:v>
                </c:pt>
                <c:pt idx="359">
                  <c:v>2</c:v>
                </c:pt>
                <c:pt idx="360">
                  <c:v>2</c:v>
                </c:pt>
                <c:pt idx="361">
                  <c:v>1</c:v>
                </c:pt>
                <c:pt idx="362">
                  <c:v>1</c:v>
                </c:pt>
                <c:pt idx="363">
                  <c:v>1</c:v>
                </c:pt>
                <c:pt idx="364">
                  <c:v>2</c:v>
                </c:pt>
                <c:pt idx="365">
                  <c:v>2</c:v>
                </c:pt>
                <c:pt idx="366">
                  <c:v>1</c:v>
                </c:pt>
                <c:pt idx="367">
                  <c:v>2</c:v>
                </c:pt>
                <c:pt idx="368">
                  <c:v>1</c:v>
                </c:pt>
                <c:pt idx="369">
                  <c:v>1</c:v>
                </c:pt>
                <c:pt idx="370">
                  <c:v>3</c:v>
                </c:pt>
                <c:pt idx="371">
                  <c:v>1</c:v>
                </c:pt>
                <c:pt idx="372">
                  <c:v>2</c:v>
                </c:pt>
                <c:pt idx="373">
                  <c:v>1</c:v>
                </c:pt>
                <c:pt idx="374">
                  <c:v>2</c:v>
                </c:pt>
                <c:pt idx="375">
                  <c:v>1</c:v>
                </c:pt>
                <c:pt idx="376">
                  <c:v>1</c:v>
                </c:pt>
                <c:pt idx="377">
                  <c:v>1</c:v>
                </c:pt>
                <c:pt idx="378">
                  <c:v>2</c:v>
                </c:pt>
                <c:pt idx="379">
                  <c:v>1</c:v>
                </c:pt>
                <c:pt idx="380">
                  <c:v>1</c:v>
                </c:pt>
                <c:pt idx="381">
                  <c:v>2</c:v>
                </c:pt>
                <c:pt idx="382">
                  <c:v>1</c:v>
                </c:pt>
                <c:pt idx="383">
                  <c:v>2</c:v>
                </c:pt>
                <c:pt idx="384">
                  <c:v>2</c:v>
                </c:pt>
                <c:pt idx="385">
                  <c:v>2</c:v>
                </c:pt>
                <c:pt idx="386">
                  <c:v>1</c:v>
                </c:pt>
                <c:pt idx="387">
                  <c:v>1</c:v>
                </c:pt>
                <c:pt idx="388">
                  <c:v>2</c:v>
                </c:pt>
                <c:pt idx="389">
                  <c:v>2</c:v>
                </c:pt>
                <c:pt idx="390">
                  <c:v>2</c:v>
                </c:pt>
                <c:pt idx="391">
                  <c:v>1</c:v>
                </c:pt>
                <c:pt idx="392">
                  <c:v>1</c:v>
                </c:pt>
                <c:pt idx="393">
                  <c:v>1</c:v>
                </c:pt>
                <c:pt idx="394">
                  <c:v>1</c:v>
                </c:pt>
                <c:pt idx="395">
                  <c:v>2</c:v>
                </c:pt>
                <c:pt idx="396">
                  <c:v>2</c:v>
                </c:pt>
                <c:pt idx="397">
                  <c:v>2</c:v>
                </c:pt>
                <c:pt idx="398">
                  <c:v>1</c:v>
                </c:pt>
                <c:pt idx="399">
                  <c:v>1</c:v>
                </c:pt>
                <c:pt idx="400">
                  <c:v>3</c:v>
                </c:pt>
                <c:pt idx="401">
                  <c:v>2</c:v>
                </c:pt>
                <c:pt idx="402">
                  <c:v>3</c:v>
                </c:pt>
                <c:pt idx="403">
                  <c:v>2</c:v>
                </c:pt>
                <c:pt idx="404">
                  <c:v>2</c:v>
                </c:pt>
                <c:pt idx="405">
                  <c:v>1</c:v>
                </c:pt>
                <c:pt idx="406">
                  <c:v>2</c:v>
                </c:pt>
                <c:pt idx="407">
                  <c:v>3</c:v>
                </c:pt>
                <c:pt idx="408">
                  <c:v>3</c:v>
                </c:pt>
                <c:pt idx="409">
                  <c:v>3</c:v>
                </c:pt>
                <c:pt idx="410">
                  <c:v>3</c:v>
                </c:pt>
                <c:pt idx="411">
                  <c:v>2</c:v>
                </c:pt>
                <c:pt idx="412">
                  <c:v>2</c:v>
                </c:pt>
                <c:pt idx="413">
                  <c:v>2</c:v>
                </c:pt>
                <c:pt idx="414">
                  <c:v>3</c:v>
                </c:pt>
                <c:pt idx="415">
                  <c:v>2</c:v>
                </c:pt>
                <c:pt idx="416">
                  <c:v>3</c:v>
                </c:pt>
                <c:pt idx="417">
                  <c:v>3</c:v>
                </c:pt>
                <c:pt idx="418">
                  <c:v>3</c:v>
                </c:pt>
                <c:pt idx="419">
                  <c:v>1</c:v>
                </c:pt>
                <c:pt idx="420">
                  <c:v>2</c:v>
                </c:pt>
                <c:pt idx="421">
                  <c:v>3</c:v>
                </c:pt>
                <c:pt idx="422">
                  <c:v>3</c:v>
                </c:pt>
                <c:pt idx="423">
                  <c:v>3</c:v>
                </c:pt>
                <c:pt idx="424">
                  <c:v>3</c:v>
                </c:pt>
                <c:pt idx="425">
                  <c:v>3</c:v>
                </c:pt>
                <c:pt idx="426">
                  <c:v>3</c:v>
                </c:pt>
                <c:pt idx="427">
                  <c:v>1</c:v>
                </c:pt>
                <c:pt idx="428">
                  <c:v>1</c:v>
                </c:pt>
                <c:pt idx="429">
                  <c:v>3</c:v>
                </c:pt>
                <c:pt idx="430">
                  <c:v>1</c:v>
                </c:pt>
                <c:pt idx="431">
                  <c:v>3</c:v>
                </c:pt>
                <c:pt idx="432">
                  <c:v>3</c:v>
                </c:pt>
                <c:pt idx="433">
                  <c:v>2</c:v>
                </c:pt>
                <c:pt idx="434">
                  <c:v>3</c:v>
                </c:pt>
                <c:pt idx="435">
                  <c:v>3</c:v>
                </c:pt>
                <c:pt idx="436">
                  <c:v>1</c:v>
                </c:pt>
                <c:pt idx="437">
                  <c:v>2</c:v>
                </c:pt>
                <c:pt idx="438">
                  <c:v>2</c:v>
                </c:pt>
                <c:pt idx="439">
                  <c:v>2</c:v>
                </c:pt>
                <c:pt idx="440">
                  <c:v>1</c:v>
                </c:pt>
                <c:pt idx="441">
                  <c:v>3</c:v>
                </c:pt>
                <c:pt idx="442">
                  <c:v>1</c:v>
                </c:pt>
                <c:pt idx="443">
                  <c:v>2</c:v>
                </c:pt>
                <c:pt idx="444">
                  <c:v>3</c:v>
                </c:pt>
                <c:pt idx="445">
                  <c:v>1</c:v>
                </c:pt>
                <c:pt idx="446">
                  <c:v>3</c:v>
                </c:pt>
                <c:pt idx="447">
                  <c:v>1</c:v>
                </c:pt>
                <c:pt idx="448">
                  <c:v>1</c:v>
                </c:pt>
                <c:pt idx="449">
                  <c:v>2</c:v>
                </c:pt>
                <c:pt idx="450">
                  <c:v>1</c:v>
                </c:pt>
                <c:pt idx="451">
                  <c:v>2</c:v>
                </c:pt>
                <c:pt idx="452">
                  <c:v>2</c:v>
                </c:pt>
                <c:pt idx="453">
                  <c:v>1</c:v>
                </c:pt>
                <c:pt idx="454">
                  <c:v>1</c:v>
                </c:pt>
                <c:pt idx="455">
                  <c:v>3</c:v>
                </c:pt>
                <c:pt idx="456">
                  <c:v>3</c:v>
                </c:pt>
                <c:pt idx="457">
                  <c:v>2</c:v>
                </c:pt>
                <c:pt idx="458">
                  <c:v>2</c:v>
                </c:pt>
                <c:pt idx="459">
                  <c:v>2</c:v>
                </c:pt>
                <c:pt idx="460">
                  <c:v>2</c:v>
                </c:pt>
                <c:pt idx="461">
                  <c:v>2</c:v>
                </c:pt>
                <c:pt idx="462">
                  <c:v>2</c:v>
                </c:pt>
                <c:pt idx="463">
                  <c:v>3</c:v>
                </c:pt>
                <c:pt idx="464">
                  <c:v>2</c:v>
                </c:pt>
                <c:pt idx="465">
                  <c:v>1</c:v>
                </c:pt>
                <c:pt idx="466">
                  <c:v>2</c:v>
                </c:pt>
                <c:pt idx="467">
                  <c:v>2</c:v>
                </c:pt>
                <c:pt idx="468">
                  <c:v>2</c:v>
                </c:pt>
                <c:pt idx="469">
                  <c:v>1</c:v>
                </c:pt>
                <c:pt idx="470">
                  <c:v>1</c:v>
                </c:pt>
                <c:pt idx="471">
                  <c:v>3</c:v>
                </c:pt>
                <c:pt idx="472">
                  <c:v>2</c:v>
                </c:pt>
                <c:pt idx="473">
                  <c:v>3</c:v>
                </c:pt>
                <c:pt idx="474">
                  <c:v>3</c:v>
                </c:pt>
                <c:pt idx="475">
                  <c:v>2</c:v>
                </c:pt>
                <c:pt idx="476">
                  <c:v>1</c:v>
                </c:pt>
                <c:pt idx="477">
                  <c:v>3</c:v>
                </c:pt>
                <c:pt idx="478">
                  <c:v>2</c:v>
                </c:pt>
                <c:pt idx="479">
                  <c:v>3</c:v>
                </c:pt>
                <c:pt idx="480">
                  <c:v>3</c:v>
                </c:pt>
                <c:pt idx="481">
                  <c:v>1</c:v>
                </c:pt>
                <c:pt idx="482">
                  <c:v>1</c:v>
                </c:pt>
                <c:pt idx="483">
                  <c:v>2</c:v>
                </c:pt>
                <c:pt idx="484">
                  <c:v>2</c:v>
                </c:pt>
                <c:pt idx="485">
                  <c:v>2</c:v>
                </c:pt>
                <c:pt idx="486">
                  <c:v>2</c:v>
                </c:pt>
                <c:pt idx="487">
                  <c:v>1</c:v>
                </c:pt>
                <c:pt idx="488">
                  <c:v>2</c:v>
                </c:pt>
                <c:pt idx="489">
                  <c:v>2</c:v>
                </c:pt>
                <c:pt idx="490">
                  <c:v>3</c:v>
                </c:pt>
                <c:pt idx="491">
                  <c:v>2</c:v>
                </c:pt>
                <c:pt idx="492">
                  <c:v>3</c:v>
                </c:pt>
                <c:pt idx="493">
                  <c:v>2</c:v>
                </c:pt>
                <c:pt idx="494">
                  <c:v>3</c:v>
                </c:pt>
                <c:pt idx="495">
                  <c:v>3</c:v>
                </c:pt>
                <c:pt idx="496">
                  <c:v>1</c:v>
                </c:pt>
                <c:pt idx="497">
                  <c:v>3</c:v>
                </c:pt>
                <c:pt idx="498">
                  <c:v>3</c:v>
                </c:pt>
                <c:pt idx="499">
                  <c:v>3</c:v>
                </c:pt>
                <c:pt idx="500">
                  <c:v>3</c:v>
                </c:pt>
                <c:pt idx="501">
                  <c:v>2</c:v>
                </c:pt>
                <c:pt idx="502">
                  <c:v>3</c:v>
                </c:pt>
                <c:pt idx="503">
                  <c:v>3</c:v>
                </c:pt>
                <c:pt idx="504">
                  <c:v>2</c:v>
                </c:pt>
                <c:pt idx="505">
                  <c:v>3</c:v>
                </c:pt>
                <c:pt idx="506">
                  <c:v>1</c:v>
                </c:pt>
                <c:pt idx="507">
                  <c:v>3</c:v>
                </c:pt>
                <c:pt idx="508">
                  <c:v>1</c:v>
                </c:pt>
                <c:pt idx="509">
                  <c:v>3</c:v>
                </c:pt>
                <c:pt idx="510">
                  <c:v>2</c:v>
                </c:pt>
                <c:pt idx="511">
                  <c:v>1</c:v>
                </c:pt>
                <c:pt idx="512">
                  <c:v>2</c:v>
                </c:pt>
                <c:pt idx="513">
                  <c:v>3</c:v>
                </c:pt>
                <c:pt idx="514">
                  <c:v>2</c:v>
                </c:pt>
                <c:pt idx="515">
                  <c:v>1</c:v>
                </c:pt>
                <c:pt idx="516">
                  <c:v>3</c:v>
                </c:pt>
                <c:pt idx="517">
                  <c:v>3</c:v>
                </c:pt>
                <c:pt idx="518">
                  <c:v>3</c:v>
                </c:pt>
                <c:pt idx="519">
                  <c:v>1</c:v>
                </c:pt>
                <c:pt idx="520">
                  <c:v>2</c:v>
                </c:pt>
                <c:pt idx="521">
                  <c:v>3</c:v>
                </c:pt>
                <c:pt idx="522">
                  <c:v>3</c:v>
                </c:pt>
                <c:pt idx="523">
                  <c:v>1</c:v>
                </c:pt>
                <c:pt idx="524">
                  <c:v>2</c:v>
                </c:pt>
                <c:pt idx="525">
                  <c:v>1</c:v>
                </c:pt>
                <c:pt idx="526">
                  <c:v>3</c:v>
                </c:pt>
                <c:pt idx="527">
                  <c:v>2</c:v>
                </c:pt>
                <c:pt idx="528">
                  <c:v>2</c:v>
                </c:pt>
                <c:pt idx="529">
                  <c:v>2</c:v>
                </c:pt>
                <c:pt idx="530">
                  <c:v>3</c:v>
                </c:pt>
                <c:pt idx="531">
                  <c:v>3</c:v>
                </c:pt>
                <c:pt idx="532">
                  <c:v>1</c:v>
                </c:pt>
                <c:pt idx="533">
                  <c:v>2</c:v>
                </c:pt>
                <c:pt idx="534">
                  <c:v>1</c:v>
                </c:pt>
                <c:pt idx="535">
                  <c:v>3</c:v>
                </c:pt>
                <c:pt idx="536">
                  <c:v>3</c:v>
                </c:pt>
                <c:pt idx="537">
                  <c:v>3</c:v>
                </c:pt>
                <c:pt idx="538">
                  <c:v>2</c:v>
                </c:pt>
                <c:pt idx="539">
                  <c:v>2</c:v>
                </c:pt>
                <c:pt idx="540">
                  <c:v>3</c:v>
                </c:pt>
                <c:pt idx="541">
                  <c:v>2</c:v>
                </c:pt>
                <c:pt idx="542">
                  <c:v>3</c:v>
                </c:pt>
                <c:pt idx="543">
                  <c:v>2</c:v>
                </c:pt>
                <c:pt idx="544">
                  <c:v>3</c:v>
                </c:pt>
                <c:pt idx="545">
                  <c:v>1</c:v>
                </c:pt>
                <c:pt idx="546">
                  <c:v>3</c:v>
                </c:pt>
                <c:pt idx="547">
                  <c:v>3</c:v>
                </c:pt>
                <c:pt idx="548">
                  <c:v>2</c:v>
                </c:pt>
                <c:pt idx="549">
                  <c:v>1</c:v>
                </c:pt>
                <c:pt idx="550">
                  <c:v>1</c:v>
                </c:pt>
                <c:pt idx="551">
                  <c:v>3</c:v>
                </c:pt>
                <c:pt idx="552">
                  <c:v>1</c:v>
                </c:pt>
                <c:pt idx="553">
                  <c:v>3</c:v>
                </c:pt>
                <c:pt idx="554">
                  <c:v>2</c:v>
                </c:pt>
                <c:pt idx="555">
                  <c:v>3</c:v>
                </c:pt>
                <c:pt idx="556">
                  <c:v>1</c:v>
                </c:pt>
                <c:pt idx="557">
                  <c:v>2</c:v>
                </c:pt>
                <c:pt idx="558">
                  <c:v>3</c:v>
                </c:pt>
                <c:pt idx="559">
                  <c:v>2</c:v>
                </c:pt>
                <c:pt idx="560">
                  <c:v>3</c:v>
                </c:pt>
                <c:pt idx="561">
                  <c:v>2</c:v>
                </c:pt>
                <c:pt idx="562">
                  <c:v>2</c:v>
                </c:pt>
                <c:pt idx="563">
                  <c:v>2</c:v>
                </c:pt>
                <c:pt idx="564">
                  <c:v>2</c:v>
                </c:pt>
                <c:pt idx="565">
                  <c:v>2</c:v>
                </c:pt>
                <c:pt idx="566">
                  <c:v>3</c:v>
                </c:pt>
                <c:pt idx="567">
                  <c:v>2</c:v>
                </c:pt>
                <c:pt idx="568">
                  <c:v>3</c:v>
                </c:pt>
                <c:pt idx="569">
                  <c:v>3</c:v>
                </c:pt>
                <c:pt idx="570">
                  <c:v>1</c:v>
                </c:pt>
                <c:pt idx="571">
                  <c:v>3</c:v>
                </c:pt>
                <c:pt idx="572">
                  <c:v>3</c:v>
                </c:pt>
                <c:pt idx="573">
                  <c:v>3</c:v>
                </c:pt>
                <c:pt idx="574">
                  <c:v>2</c:v>
                </c:pt>
                <c:pt idx="575">
                  <c:v>1</c:v>
                </c:pt>
                <c:pt idx="576">
                  <c:v>2</c:v>
                </c:pt>
                <c:pt idx="577">
                  <c:v>1</c:v>
                </c:pt>
                <c:pt idx="578">
                  <c:v>3</c:v>
                </c:pt>
                <c:pt idx="579">
                  <c:v>1</c:v>
                </c:pt>
                <c:pt idx="580">
                  <c:v>1</c:v>
                </c:pt>
                <c:pt idx="581">
                  <c:v>3</c:v>
                </c:pt>
                <c:pt idx="582">
                  <c:v>2</c:v>
                </c:pt>
                <c:pt idx="583">
                  <c:v>2</c:v>
                </c:pt>
                <c:pt idx="584">
                  <c:v>1</c:v>
                </c:pt>
                <c:pt idx="585">
                  <c:v>1</c:v>
                </c:pt>
                <c:pt idx="586">
                  <c:v>1</c:v>
                </c:pt>
                <c:pt idx="587">
                  <c:v>1</c:v>
                </c:pt>
                <c:pt idx="588">
                  <c:v>3</c:v>
                </c:pt>
                <c:pt idx="589">
                  <c:v>1</c:v>
                </c:pt>
                <c:pt idx="590">
                  <c:v>2</c:v>
                </c:pt>
                <c:pt idx="591">
                  <c:v>3</c:v>
                </c:pt>
                <c:pt idx="592">
                  <c:v>1</c:v>
                </c:pt>
                <c:pt idx="593">
                  <c:v>2</c:v>
                </c:pt>
                <c:pt idx="594">
                  <c:v>2</c:v>
                </c:pt>
                <c:pt idx="595">
                  <c:v>2</c:v>
                </c:pt>
                <c:pt idx="596">
                  <c:v>2</c:v>
                </c:pt>
                <c:pt idx="597">
                  <c:v>2</c:v>
                </c:pt>
                <c:pt idx="598">
                  <c:v>2</c:v>
                </c:pt>
                <c:pt idx="599">
                  <c:v>3</c:v>
                </c:pt>
                <c:pt idx="600">
                  <c:v>1</c:v>
                </c:pt>
                <c:pt idx="601">
                  <c:v>3</c:v>
                </c:pt>
                <c:pt idx="602">
                  <c:v>1</c:v>
                </c:pt>
                <c:pt idx="603">
                  <c:v>2</c:v>
                </c:pt>
                <c:pt idx="604">
                  <c:v>1</c:v>
                </c:pt>
                <c:pt idx="605">
                  <c:v>1</c:v>
                </c:pt>
                <c:pt idx="606">
                  <c:v>2</c:v>
                </c:pt>
                <c:pt idx="607">
                  <c:v>1</c:v>
                </c:pt>
                <c:pt idx="608">
                  <c:v>3</c:v>
                </c:pt>
                <c:pt idx="609">
                  <c:v>3</c:v>
                </c:pt>
                <c:pt idx="610">
                  <c:v>2</c:v>
                </c:pt>
                <c:pt idx="611">
                  <c:v>1</c:v>
                </c:pt>
                <c:pt idx="612">
                  <c:v>1</c:v>
                </c:pt>
                <c:pt idx="613">
                  <c:v>2</c:v>
                </c:pt>
                <c:pt idx="614">
                  <c:v>2</c:v>
                </c:pt>
                <c:pt idx="615">
                  <c:v>1</c:v>
                </c:pt>
                <c:pt idx="616">
                  <c:v>2</c:v>
                </c:pt>
                <c:pt idx="617">
                  <c:v>3</c:v>
                </c:pt>
                <c:pt idx="618">
                  <c:v>2</c:v>
                </c:pt>
                <c:pt idx="619">
                  <c:v>2</c:v>
                </c:pt>
                <c:pt idx="620">
                  <c:v>1</c:v>
                </c:pt>
                <c:pt idx="621">
                  <c:v>2</c:v>
                </c:pt>
                <c:pt idx="622">
                  <c:v>2</c:v>
                </c:pt>
                <c:pt idx="623">
                  <c:v>2</c:v>
                </c:pt>
                <c:pt idx="624">
                  <c:v>1</c:v>
                </c:pt>
                <c:pt idx="625">
                  <c:v>2</c:v>
                </c:pt>
                <c:pt idx="626">
                  <c:v>1</c:v>
                </c:pt>
                <c:pt idx="627">
                  <c:v>3</c:v>
                </c:pt>
                <c:pt idx="628">
                  <c:v>1</c:v>
                </c:pt>
                <c:pt idx="629">
                  <c:v>3</c:v>
                </c:pt>
                <c:pt idx="630">
                  <c:v>1</c:v>
                </c:pt>
                <c:pt idx="631">
                  <c:v>2</c:v>
                </c:pt>
                <c:pt idx="632">
                  <c:v>2</c:v>
                </c:pt>
                <c:pt idx="633">
                  <c:v>2</c:v>
                </c:pt>
                <c:pt idx="634">
                  <c:v>3</c:v>
                </c:pt>
                <c:pt idx="635">
                  <c:v>2</c:v>
                </c:pt>
                <c:pt idx="636">
                  <c:v>3</c:v>
                </c:pt>
                <c:pt idx="637">
                  <c:v>1</c:v>
                </c:pt>
                <c:pt idx="638">
                  <c:v>1</c:v>
                </c:pt>
                <c:pt idx="639">
                  <c:v>2</c:v>
                </c:pt>
                <c:pt idx="640">
                  <c:v>1</c:v>
                </c:pt>
                <c:pt idx="641">
                  <c:v>1</c:v>
                </c:pt>
                <c:pt idx="642">
                  <c:v>1</c:v>
                </c:pt>
                <c:pt idx="643">
                  <c:v>2</c:v>
                </c:pt>
                <c:pt idx="644">
                  <c:v>1</c:v>
                </c:pt>
                <c:pt idx="645">
                  <c:v>1</c:v>
                </c:pt>
                <c:pt idx="646">
                  <c:v>2</c:v>
                </c:pt>
                <c:pt idx="647">
                  <c:v>3</c:v>
                </c:pt>
                <c:pt idx="648">
                  <c:v>3</c:v>
                </c:pt>
                <c:pt idx="649">
                  <c:v>2</c:v>
                </c:pt>
                <c:pt idx="650">
                  <c:v>2</c:v>
                </c:pt>
                <c:pt idx="651">
                  <c:v>2</c:v>
                </c:pt>
                <c:pt idx="652">
                  <c:v>3</c:v>
                </c:pt>
                <c:pt idx="653">
                  <c:v>1</c:v>
                </c:pt>
                <c:pt idx="654">
                  <c:v>1</c:v>
                </c:pt>
                <c:pt idx="655">
                  <c:v>3</c:v>
                </c:pt>
                <c:pt idx="656">
                  <c:v>3</c:v>
                </c:pt>
                <c:pt idx="657">
                  <c:v>3</c:v>
                </c:pt>
                <c:pt idx="658">
                  <c:v>2</c:v>
                </c:pt>
                <c:pt idx="659">
                  <c:v>1</c:v>
                </c:pt>
                <c:pt idx="660">
                  <c:v>3</c:v>
                </c:pt>
                <c:pt idx="661">
                  <c:v>2</c:v>
                </c:pt>
                <c:pt idx="662">
                  <c:v>1</c:v>
                </c:pt>
                <c:pt idx="663">
                  <c:v>2</c:v>
                </c:pt>
                <c:pt idx="664">
                  <c:v>1</c:v>
                </c:pt>
                <c:pt idx="665">
                  <c:v>3</c:v>
                </c:pt>
                <c:pt idx="666">
                  <c:v>1</c:v>
                </c:pt>
                <c:pt idx="667">
                  <c:v>1</c:v>
                </c:pt>
                <c:pt idx="668">
                  <c:v>3</c:v>
                </c:pt>
                <c:pt idx="669">
                  <c:v>3</c:v>
                </c:pt>
                <c:pt idx="670">
                  <c:v>3</c:v>
                </c:pt>
                <c:pt idx="671">
                  <c:v>3</c:v>
                </c:pt>
                <c:pt idx="672">
                  <c:v>2</c:v>
                </c:pt>
                <c:pt idx="673">
                  <c:v>3</c:v>
                </c:pt>
                <c:pt idx="674">
                  <c:v>1</c:v>
                </c:pt>
                <c:pt idx="675">
                  <c:v>2</c:v>
                </c:pt>
                <c:pt idx="676">
                  <c:v>1</c:v>
                </c:pt>
                <c:pt idx="677">
                  <c:v>2</c:v>
                </c:pt>
                <c:pt idx="678">
                  <c:v>1</c:v>
                </c:pt>
                <c:pt idx="679">
                  <c:v>2</c:v>
                </c:pt>
                <c:pt idx="680">
                  <c:v>1</c:v>
                </c:pt>
                <c:pt idx="681">
                  <c:v>3</c:v>
                </c:pt>
                <c:pt idx="682">
                  <c:v>2</c:v>
                </c:pt>
                <c:pt idx="683">
                  <c:v>3</c:v>
                </c:pt>
                <c:pt idx="684">
                  <c:v>2</c:v>
                </c:pt>
                <c:pt idx="685">
                  <c:v>2</c:v>
                </c:pt>
                <c:pt idx="686">
                  <c:v>2</c:v>
                </c:pt>
                <c:pt idx="687">
                  <c:v>3</c:v>
                </c:pt>
                <c:pt idx="688">
                  <c:v>2</c:v>
                </c:pt>
                <c:pt idx="689">
                  <c:v>1</c:v>
                </c:pt>
                <c:pt idx="690">
                  <c:v>3</c:v>
                </c:pt>
                <c:pt idx="691">
                  <c:v>1</c:v>
                </c:pt>
                <c:pt idx="692">
                  <c:v>3</c:v>
                </c:pt>
                <c:pt idx="693">
                  <c:v>2</c:v>
                </c:pt>
                <c:pt idx="694">
                  <c:v>1</c:v>
                </c:pt>
                <c:pt idx="695">
                  <c:v>3</c:v>
                </c:pt>
                <c:pt idx="696">
                  <c:v>3</c:v>
                </c:pt>
                <c:pt idx="697">
                  <c:v>1</c:v>
                </c:pt>
                <c:pt idx="698">
                  <c:v>3</c:v>
                </c:pt>
                <c:pt idx="699">
                  <c:v>1</c:v>
                </c:pt>
                <c:pt idx="700">
                  <c:v>1</c:v>
                </c:pt>
                <c:pt idx="701">
                  <c:v>2</c:v>
                </c:pt>
                <c:pt idx="702">
                  <c:v>1</c:v>
                </c:pt>
                <c:pt idx="703">
                  <c:v>1</c:v>
                </c:pt>
                <c:pt idx="704">
                  <c:v>3</c:v>
                </c:pt>
                <c:pt idx="705">
                  <c:v>1</c:v>
                </c:pt>
                <c:pt idx="706">
                  <c:v>2</c:v>
                </c:pt>
                <c:pt idx="707">
                  <c:v>3</c:v>
                </c:pt>
                <c:pt idx="708">
                  <c:v>2</c:v>
                </c:pt>
                <c:pt idx="709">
                  <c:v>1</c:v>
                </c:pt>
                <c:pt idx="710">
                  <c:v>1</c:v>
                </c:pt>
                <c:pt idx="711">
                  <c:v>3</c:v>
                </c:pt>
                <c:pt idx="712">
                  <c:v>2</c:v>
                </c:pt>
                <c:pt idx="713">
                  <c:v>2</c:v>
                </c:pt>
                <c:pt idx="714">
                  <c:v>2</c:v>
                </c:pt>
                <c:pt idx="715">
                  <c:v>3</c:v>
                </c:pt>
                <c:pt idx="716">
                  <c:v>3</c:v>
                </c:pt>
                <c:pt idx="717">
                  <c:v>1</c:v>
                </c:pt>
                <c:pt idx="718">
                  <c:v>2</c:v>
                </c:pt>
                <c:pt idx="719">
                  <c:v>2</c:v>
                </c:pt>
                <c:pt idx="720">
                  <c:v>1</c:v>
                </c:pt>
                <c:pt idx="721">
                  <c:v>1</c:v>
                </c:pt>
                <c:pt idx="722">
                  <c:v>2</c:v>
                </c:pt>
                <c:pt idx="723">
                  <c:v>2</c:v>
                </c:pt>
                <c:pt idx="724">
                  <c:v>1</c:v>
                </c:pt>
                <c:pt idx="725">
                  <c:v>2</c:v>
                </c:pt>
                <c:pt idx="726">
                  <c:v>1</c:v>
                </c:pt>
                <c:pt idx="727">
                  <c:v>2</c:v>
                </c:pt>
                <c:pt idx="728">
                  <c:v>1</c:v>
                </c:pt>
                <c:pt idx="729">
                  <c:v>1</c:v>
                </c:pt>
                <c:pt idx="730">
                  <c:v>1</c:v>
                </c:pt>
                <c:pt idx="731">
                  <c:v>2</c:v>
                </c:pt>
                <c:pt idx="732">
                  <c:v>2</c:v>
                </c:pt>
                <c:pt idx="733">
                  <c:v>1</c:v>
                </c:pt>
                <c:pt idx="734">
                  <c:v>1</c:v>
                </c:pt>
                <c:pt idx="735">
                  <c:v>3</c:v>
                </c:pt>
                <c:pt idx="736">
                  <c:v>2</c:v>
                </c:pt>
                <c:pt idx="737">
                  <c:v>2</c:v>
                </c:pt>
                <c:pt idx="738">
                  <c:v>2</c:v>
                </c:pt>
                <c:pt idx="739">
                  <c:v>1</c:v>
                </c:pt>
                <c:pt idx="740">
                  <c:v>1</c:v>
                </c:pt>
                <c:pt idx="741">
                  <c:v>1</c:v>
                </c:pt>
                <c:pt idx="742">
                  <c:v>2</c:v>
                </c:pt>
                <c:pt idx="743">
                  <c:v>2</c:v>
                </c:pt>
                <c:pt idx="744">
                  <c:v>3</c:v>
                </c:pt>
                <c:pt idx="745">
                  <c:v>1</c:v>
                </c:pt>
                <c:pt idx="746">
                  <c:v>2</c:v>
                </c:pt>
                <c:pt idx="747">
                  <c:v>2</c:v>
                </c:pt>
                <c:pt idx="748">
                  <c:v>3</c:v>
                </c:pt>
                <c:pt idx="749">
                  <c:v>2</c:v>
                </c:pt>
                <c:pt idx="750">
                  <c:v>2</c:v>
                </c:pt>
                <c:pt idx="751">
                  <c:v>1</c:v>
                </c:pt>
                <c:pt idx="752">
                  <c:v>1</c:v>
                </c:pt>
                <c:pt idx="753">
                  <c:v>1</c:v>
                </c:pt>
                <c:pt idx="754">
                  <c:v>1</c:v>
                </c:pt>
                <c:pt idx="755">
                  <c:v>2</c:v>
                </c:pt>
                <c:pt idx="756">
                  <c:v>2</c:v>
                </c:pt>
                <c:pt idx="757">
                  <c:v>3</c:v>
                </c:pt>
                <c:pt idx="758">
                  <c:v>3</c:v>
                </c:pt>
                <c:pt idx="759">
                  <c:v>2</c:v>
                </c:pt>
                <c:pt idx="760">
                  <c:v>1</c:v>
                </c:pt>
                <c:pt idx="761">
                  <c:v>1</c:v>
                </c:pt>
                <c:pt idx="762">
                  <c:v>2</c:v>
                </c:pt>
                <c:pt idx="763">
                  <c:v>2</c:v>
                </c:pt>
                <c:pt idx="764">
                  <c:v>1</c:v>
                </c:pt>
                <c:pt idx="765">
                  <c:v>2</c:v>
                </c:pt>
                <c:pt idx="766">
                  <c:v>1</c:v>
                </c:pt>
                <c:pt idx="767">
                  <c:v>3</c:v>
                </c:pt>
                <c:pt idx="768">
                  <c:v>1</c:v>
                </c:pt>
                <c:pt idx="769">
                  <c:v>1</c:v>
                </c:pt>
                <c:pt idx="770">
                  <c:v>2</c:v>
                </c:pt>
                <c:pt idx="771">
                  <c:v>1</c:v>
                </c:pt>
                <c:pt idx="772">
                  <c:v>2</c:v>
                </c:pt>
                <c:pt idx="773">
                  <c:v>2</c:v>
                </c:pt>
                <c:pt idx="774">
                  <c:v>2</c:v>
                </c:pt>
                <c:pt idx="775">
                  <c:v>3</c:v>
                </c:pt>
                <c:pt idx="776">
                  <c:v>1</c:v>
                </c:pt>
                <c:pt idx="777">
                  <c:v>1</c:v>
                </c:pt>
                <c:pt idx="778">
                  <c:v>2</c:v>
                </c:pt>
                <c:pt idx="779">
                  <c:v>1</c:v>
                </c:pt>
                <c:pt idx="780">
                  <c:v>1</c:v>
                </c:pt>
                <c:pt idx="781">
                  <c:v>1</c:v>
                </c:pt>
                <c:pt idx="782">
                  <c:v>2</c:v>
                </c:pt>
                <c:pt idx="783">
                  <c:v>1</c:v>
                </c:pt>
                <c:pt idx="784">
                  <c:v>1</c:v>
                </c:pt>
                <c:pt idx="785">
                  <c:v>2</c:v>
                </c:pt>
                <c:pt idx="786">
                  <c:v>2</c:v>
                </c:pt>
                <c:pt idx="787">
                  <c:v>2</c:v>
                </c:pt>
                <c:pt idx="788">
                  <c:v>1</c:v>
                </c:pt>
                <c:pt idx="789">
                  <c:v>3</c:v>
                </c:pt>
                <c:pt idx="790">
                  <c:v>2</c:v>
                </c:pt>
                <c:pt idx="791">
                  <c:v>1</c:v>
                </c:pt>
                <c:pt idx="792">
                  <c:v>1</c:v>
                </c:pt>
                <c:pt idx="793">
                  <c:v>1</c:v>
                </c:pt>
                <c:pt idx="794">
                  <c:v>2</c:v>
                </c:pt>
                <c:pt idx="795">
                  <c:v>1</c:v>
                </c:pt>
                <c:pt idx="796">
                  <c:v>2</c:v>
                </c:pt>
                <c:pt idx="797">
                  <c:v>1</c:v>
                </c:pt>
                <c:pt idx="798">
                  <c:v>1</c:v>
                </c:pt>
                <c:pt idx="799">
                  <c:v>2</c:v>
                </c:pt>
                <c:pt idx="800">
                  <c:v>2</c:v>
                </c:pt>
                <c:pt idx="801">
                  <c:v>2</c:v>
                </c:pt>
                <c:pt idx="802">
                  <c:v>2</c:v>
                </c:pt>
                <c:pt idx="803">
                  <c:v>1</c:v>
                </c:pt>
                <c:pt idx="804">
                  <c:v>2</c:v>
                </c:pt>
                <c:pt idx="805">
                  <c:v>1</c:v>
                </c:pt>
                <c:pt idx="806">
                  <c:v>2</c:v>
                </c:pt>
                <c:pt idx="807">
                  <c:v>2</c:v>
                </c:pt>
                <c:pt idx="808">
                  <c:v>2</c:v>
                </c:pt>
                <c:pt idx="809">
                  <c:v>3</c:v>
                </c:pt>
                <c:pt idx="810">
                  <c:v>2</c:v>
                </c:pt>
                <c:pt idx="811">
                  <c:v>1</c:v>
                </c:pt>
                <c:pt idx="812">
                  <c:v>2</c:v>
                </c:pt>
                <c:pt idx="813">
                  <c:v>3</c:v>
                </c:pt>
                <c:pt idx="814">
                  <c:v>2</c:v>
                </c:pt>
                <c:pt idx="815">
                  <c:v>2</c:v>
                </c:pt>
                <c:pt idx="816">
                  <c:v>2</c:v>
                </c:pt>
                <c:pt idx="817">
                  <c:v>3</c:v>
                </c:pt>
                <c:pt idx="818">
                  <c:v>2</c:v>
                </c:pt>
                <c:pt idx="819">
                  <c:v>2</c:v>
                </c:pt>
                <c:pt idx="820">
                  <c:v>1</c:v>
                </c:pt>
                <c:pt idx="821">
                  <c:v>1</c:v>
                </c:pt>
                <c:pt idx="822">
                  <c:v>1</c:v>
                </c:pt>
                <c:pt idx="823">
                  <c:v>2</c:v>
                </c:pt>
                <c:pt idx="824">
                  <c:v>1</c:v>
                </c:pt>
                <c:pt idx="825">
                  <c:v>3</c:v>
                </c:pt>
                <c:pt idx="826">
                  <c:v>2</c:v>
                </c:pt>
                <c:pt idx="827">
                  <c:v>1</c:v>
                </c:pt>
                <c:pt idx="828">
                  <c:v>2</c:v>
                </c:pt>
                <c:pt idx="829">
                  <c:v>3</c:v>
                </c:pt>
                <c:pt idx="830">
                  <c:v>2</c:v>
                </c:pt>
                <c:pt idx="831">
                  <c:v>2</c:v>
                </c:pt>
                <c:pt idx="832">
                  <c:v>1</c:v>
                </c:pt>
                <c:pt idx="833">
                  <c:v>2</c:v>
                </c:pt>
                <c:pt idx="834">
                  <c:v>3</c:v>
                </c:pt>
                <c:pt idx="835">
                  <c:v>1</c:v>
                </c:pt>
                <c:pt idx="836">
                  <c:v>1</c:v>
                </c:pt>
                <c:pt idx="837">
                  <c:v>2</c:v>
                </c:pt>
                <c:pt idx="838">
                  <c:v>2</c:v>
                </c:pt>
                <c:pt idx="839">
                  <c:v>1</c:v>
                </c:pt>
                <c:pt idx="840">
                  <c:v>1</c:v>
                </c:pt>
                <c:pt idx="841">
                  <c:v>2</c:v>
                </c:pt>
                <c:pt idx="842">
                  <c:v>3</c:v>
                </c:pt>
                <c:pt idx="843">
                  <c:v>2</c:v>
                </c:pt>
                <c:pt idx="844">
                  <c:v>2</c:v>
                </c:pt>
                <c:pt idx="845">
                  <c:v>2</c:v>
                </c:pt>
                <c:pt idx="846">
                  <c:v>3</c:v>
                </c:pt>
                <c:pt idx="847">
                  <c:v>3</c:v>
                </c:pt>
                <c:pt idx="848">
                  <c:v>1</c:v>
                </c:pt>
                <c:pt idx="849">
                  <c:v>2</c:v>
                </c:pt>
                <c:pt idx="850">
                  <c:v>2</c:v>
                </c:pt>
                <c:pt idx="851">
                  <c:v>3</c:v>
                </c:pt>
                <c:pt idx="852">
                  <c:v>1</c:v>
                </c:pt>
                <c:pt idx="853">
                  <c:v>1</c:v>
                </c:pt>
                <c:pt idx="854">
                  <c:v>1</c:v>
                </c:pt>
                <c:pt idx="855">
                  <c:v>1</c:v>
                </c:pt>
                <c:pt idx="856">
                  <c:v>2</c:v>
                </c:pt>
                <c:pt idx="857">
                  <c:v>2</c:v>
                </c:pt>
                <c:pt idx="858">
                  <c:v>2</c:v>
                </c:pt>
                <c:pt idx="859">
                  <c:v>1</c:v>
                </c:pt>
                <c:pt idx="860">
                  <c:v>1</c:v>
                </c:pt>
                <c:pt idx="861">
                  <c:v>2</c:v>
                </c:pt>
                <c:pt idx="862">
                  <c:v>3</c:v>
                </c:pt>
                <c:pt idx="863">
                  <c:v>2</c:v>
                </c:pt>
                <c:pt idx="864">
                  <c:v>1</c:v>
                </c:pt>
                <c:pt idx="865">
                  <c:v>2</c:v>
                </c:pt>
                <c:pt idx="866">
                  <c:v>2</c:v>
                </c:pt>
                <c:pt idx="867">
                  <c:v>2</c:v>
                </c:pt>
                <c:pt idx="868">
                  <c:v>2</c:v>
                </c:pt>
                <c:pt idx="869">
                  <c:v>3</c:v>
                </c:pt>
                <c:pt idx="870">
                  <c:v>1</c:v>
                </c:pt>
                <c:pt idx="871">
                  <c:v>1</c:v>
                </c:pt>
                <c:pt idx="872">
                  <c:v>2</c:v>
                </c:pt>
                <c:pt idx="873">
                  <c:v>3</c:v>
                </c:pt>
                <c:pt idx="874">
                  <c:v>1</c:v>
                </c:pt>
                <c:pt idx="875">
                  <c:v>1</c:v>
                </c:pt>
                <c:pt idx="876">
                  <c:v>2</c:v>
                </c:pt>
                <c:pt idx="877">
                  <c:v>1</c:v>
                </c:pt>
                <c:pt idx="878">
                  <c:v>2</c:v>
                </c:pt>
                <c:pt idx="879">
                  <c:v>2</c:v>
                </c:pt>
                <c:pt idx="880">
                  <c:v>2</c:v>
                </c:pt>
                <c:pt idx="881">
                  <c:v>2</c:v>
                </c:pt>
                <c:pt idx="882">
                  <c:v>1</c:v>
                </c:pt>
                <c:pt idx="883">
                  <c:v>1</c:v>
                </c:pt>
                <c:pt idx="884">
                  <c:v>2</c:v>
                </c:pt>
                <c:pt idx="885">
                  <c:v>1</c:v>
                </c:pt>
                <c:pt idx="886">
                  <c:v>2</c:v>
                </c:pt>
                <c:pt idx="887">
                  <c:v>1</c:v>
                </c:pt>
                <c:pt idx="888">
                  <c:v>1</c:v>
                </c:pt>
                <c:pt idx="889">
                  <c:v>1</c:v>
                </c:pt>
                <c:pt idx="890">
                  <c:v>2</c:v>
                </c:pt>
                <c:pt idx="891">
                  <c:v>1</c:v>
                </c:pt>
                <c:pt idx="892">
                  <c:v>3</c:v>
                </c:pt>
                <c:pt idx="893">
                  <c:v>2</c:v>
                </c:pt>
                <c:pt idx="894">
                  <c:v>1</c:v>
                </c:pt>
                <c:pt idx="895">
                  <c:v>3</c:v>
                </c:pt>
                <c:pt idx="896">
                  <c:v>2</c:v>
                </c:pt>
                <c:pt idx="897">
                  <c:v>2</c:v>
                </c:pt>
                <c:pt idx="898">
                  <c:v>2</c:v>
                </c:pt>
                <c:pt idx="899">
                  <c:v>2</c:v>
                </c:pt>
                <c:pt idx="900">
                  <c:v>1</c:v>
                </c:pt>
                <c:pt idx="901">
                  <c:v>1</c:v>
                </c:pt>
                <c:pt idx="902">
                  <c:v>2</c:v>
                </c:pt>
                <c:pt idx="903">
                  <c:v>1</c:v>
                </c:pt>
                <c:pt idx="904">
                  <c:v>1</c:v>
                </c:pt>
                <c:pt idx="905">
                  <c:v>2</c:v>
                </c:pt>
                <c:pt idx="906">
                  <c:v>1</c:v>
                </c:pt>
                <c:pt idx="907">
                  <c:v>2</c:v>
                </c:pt>
                <c:pt idx="908">
                  <c:v>2</c:v>
                </c:pt>
                <c:pt idx="909">
                  <c:v>1</c:v>
                </c:pt>
                <c:pt idx="910">
                  <c:v>2</c:v>
                </c:pt>
                <c:pt idx="911">
                  <c:v>2</c:v>
                </c:pt>
                <c:pt idx="912">
                  <c:v>1</c:v>
                </c:pt>
                <c:pt idx="913">
                  <c:v>1</c:v>
                </c:pt>
                <c:pt idx="914">
                  <c:v>1</c:v>
                </c:pt>
                <c:pt idx="915">
                  <c:v>1</c:v>
                </c:pt>
                <c:pt idx="916">
                  <c:v>1</c:v>
                </c:pt>
                <c:pt idx="917">
                  <c:v>2</c:v>
                </c:pt>
                <c:pt idx="918">
                  <c:v>2</c:v>
                </c:pt>
                <c:pt idx="919">
                  <c:v>2</c:v>
                </c:pt>
                <c:pt idx="920">
                  <c:v>1</c:v>
                </c:pt>
                <c:pt idx="921">
                  <c:v>1</c:v>
                </c:pt>
                <c:pt idx="922">
                  <c:v>1</c:v>
                </c:pt>
                <c:pt idx="923">
                  <c:v>1</c:v>
                </c:pt>
                <c:pt idx="924">
                  <c:v>2</c:v>
                </c:pt>
                <c:pt idx="925">
                  <c:v>1</c:v>
                </c:pt>
                <c:pt idx="926">
                  <c:v>2</c:v>
                </c:pt>
                <c:pt idx="927">
                  <c:v>1</c:v>
                </c:pt>
                <c:pt idx="928">
                  <c:v>1</c:v>
                </c:pt>
                <c:pt idx="929">
                  <c:v>2</c:v>
                </c:pt>
                <c:pt idx="930">
                  <c:v>1</c:v>
                </c:pt>
                <c:pt idx="931">
                  <c:v>2</c:v>
                </c:pt>
                <c:pt idx="932">
                  <c:v>3</c:v>
                </c:pt>
                <c:pt idx="933">
                  <c:v>2</c:v>
                </c:pt>
                <c:pt idx="934">
                  <c:v>1</c:v>
                </c:pt>
                <c:pt idx="935">
                  <c:v>1</c:v>
                </c:pt>
                <c:pt idx="936">
                  <c:v>2</c:v>
                </c:pt>
                <c:pt idx="937">
                  <c:v>1</c:v>
                </c:pt>
                <c:pt idx="938">
                  <c:v>2</c:v>
                </c:pt>
                <c:pt idx="939">
                  <c:v>3</c:v>
                </c:pt>
                <c:pt idx="940">
                  <c:v>2</c:v>
                </c:pt>
                <c:pt idx="941">
                  <c:v>1</c:v>
                </c:pt>
                <c:pt idx="942">
                  <c:v>2</c:v>
                </c:pt>
                <c:pt idx="943">
                  <c:v>2</c:v>
                </c:pt>
                <c:pt idx="944">
                  <c:v>1</c:v>
                </c:pt>
                <c:pt idx="945">
                  <c:v>2</c:v>
                </c:pt>
                <c:pt idx="946">
                  <c:v>1</c:v>
                </c:pt>
                <c:pt idx="947">
                  <c:v>2</c:v>
                </c:pt>
                <c:pt idx="948">
                  <c:v>3</c:v>
                </c:pt>
                <c:pt idx="949">
                  <c:v>1</c:v>
                </c:pt>
                <c:pt idx="950">
                  <c:v>2</c:v>
                </c:pt>
                <c:pt idx="951">
                  <c:v>2</c:v>
                </c:pt>
                <c:pt idx="952">
                  <c:v>3</c:v>
                </c:pt>
                <c:pt idx="953">
                  <c:v>1</c:v>
                </c:pt>
                <c:pt idx="954">
                  <c:v>2</c:v>
                </c:pt>
                <c:pt idx="955">
                  <c:v>2</c:v>
                </c:pt>
                <c:pt idx="956">
                  <c:v>1</c:v>
                </c:pt>
                <c:pt idx="957">
                  <c:v>2</c:v>
                </c:pt>
                <c:pt idx="958">
                  <c:v>2</c:v>
                </c:pt>
                <c:pt idx="959">
                  <c:v>1</c:v>
                </c:pt>
                <c:pt idx="960">
                  <c:v>1</c:v>
                </c:pt>
                <c:pt idx="961">
                  <c:v>1</c:v>
                </c:pt>
                <c:pt idx="962">
                  <c:v>1</c:v>
                </c:pt>
                <c:pt idx="963">
                  <c:v>1</c:v>
                </c:pt>
                <c:pt idx="964">
                  <c:v>1</c:v>
                </c:pt>
                <c:pt idx="965">
                  <c:v>1</c:v>
                </c:pt>
                <c:pt idx="966">
                  <c:v>1</c:v>
                </c:pt>
                <c:pt idx="967">
                  <c:v>2</c:v>
                </c:pt>
                <c:pt idx="968">
                  <c:v>1</c:v>
                </c:pt>
                <c:pt idx="969">
                  <c:v>1</c:v>
                </c:pt>
                <c:pt idx="970">
                  <c:v>2</c:v>
                </c:pt>
                <c:pt idx="971">
                  <c:v>2</c:v>
                </c:pt>
                <c:pt idx="972">
                  <c:v>1</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F819-4C8A-950A-08C95B5EB15C}"/>
            </c:ext>
          </c:extLst>
        </c:ser>
        <c:dLbls>
          <c:showLegendKey val="0"/>
          <c:showVal val="0"/>
          <c:showCatName val="0"/>
          <c:showSerName val="0"/>
          <c:showPercent val="0"/>
          <c:showBubbleSize val="0"/>
        </c:dLbls>
        <c:axId val="1666466303"/>
        <c:axId val="1666467743"/>
      </c:scatterChart>
      <c:valAx>
        <c:axId val="1666466303"/>
        <c:scaling>
          <c:orientation val="minMax"/>
        </c:scaling>
        <c:delete val="0"/>
        <c:axPos val="b"/>
        <c:title>
          <c:tx>
            <c:rich>
              <a:bodyPr/>
              <a:lstStyle/>
              <a:p>
                <a:pPr>
                  <a:defRPr/>
                </a:pPr>
                <a:r>
                  <a:rPr lang="en-MY"/>
                  <a:t>Experience Level</a:t>
                </a:r>
              </a:p>
            </c:rich>
          </c:tx>
          <c:overlay val="0"/>
        </c:title>
        <c:numFmt formatCode="General" sourceLinked="1"/>
        <c:majorTickMark val="out"/>
        <c:minorTickMark val="none"/>
        <c:tickLblPos val="nextTo"/>
        <c:crossAx val="1666467743"/>
        <c:crosses val="autoZero"/>
        <c:crossBetween val="midCat"/>
      </c:valAx>
      <c:valAx>
        <c:axId val="1666467743"/>
        <c:scaling>
          <c:orientation val="minMax"/>
        </c:scaling>
        <c:delete val="0"/>
        <c:axPos val="l"/>
        <c:title>
          <c:tx>
            <c:rich>
              <a:bodyPr/>
              <a:lstStyle/>
              <a:p>
                <a:pPr>
                  <a:defRPr/>
                </a:pPr>
                <a:r>
                  <a:rPr lang="en-MY"/>
                  <a:t>Water Intake (Liters)</a:t>
                </a:r>
              </a:p>
            </c:rich>
          </c:tx>
          <c:layout>
            <c:manualLayout>
              <c:xMode val="edge"/>
              <c:yMode val="edge"/>
              <c:x val="4.0591585309158532E-2"/>
              <c:y val="0.24510489510489511"/>
            </c:manualLayout>
          </c:layout>
          <c:overlay val="0"/>
        </c:title>
        <c:numFmt formatCode="General" sourceLinked="1"/>
        <c:majorTickMark val="out"/>
        <c:minorTickMark val="none"/>
        <c:tickLblPos val="nextTo"/>
        <c:crossAx val="166646630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Workout Frequency (Day / Week) Line Fit  Plot</a:t>
            </a:r>
          </a:p>
        </c:rich>
      </c:tx>
      <c:overlay val="0"/>
    </c:title>
    <c:autoTitleDeleted val="0"/>
    <c:plotArea>
      <c:layout/>
      <c:scatterChart>
        <c:scatterStyle val="lineMarker"/>
        <c:varyColors val="0"/>
        <c:ser>
          <c:idx val="0"/>
          <c:order val="0"/>
          <c:tx>
            <c:v>Water Intake (Liters)</c:v>
          </c:tx>
          <c:spPr>
            <a:ln w="19050">
              <a:noFill/>
            </a:ln>
          </c:spPr>
          <c:xVal>
            <c:numRef>
              <c:f>'Sub-Dataset'!$DP$2:$DP$974</c:f>
              <c:numCache>
                <c:formatCode>General</c:formatCode>
                <c:ptCount val="973"/>
                <c:pt idx="0">
                  <c:v>4</c:v>
                </c:pt>
                <c:pt idx="1">
                  <c:v>3</c:v>
                </c:pt>
                <c:pt idx="2">
                  <c:v>2</c:v>
                </c:pt>
                <c:pt idx="3">
                  <c:v>2</c:v>
                </c:pt>
                <c:pt idx="4">
                  <c:v>3</c:v>
                </c:pt>
                <c:pt idx="5">
                  <c:v>3</c:v>
                </c:pt>
                <c:pt idx="6">
                  <c:v>3</c:v>
                </c:pt>
                <c:pt idx="7">
                  <c:v>4</c:v>
                </c:pt>
                <c:pt idx="8">
                  <c:v>3</c:v>
                </c:pt>
                <c:pt idx="9">
                  <c:v>5</c:v>
                </c:pt>
                <c:pt idx="10">
                  <c:v>3</c:v>
                </c:pt>
                <c:pt idx="11">
                  <c:v>3</c:v>
                </c:pt>
                <c:pt idx="12">
                  <c:v>4</c:v>
                </c:pt>
                <c:pt idx="13">
                  <c:v>3</c:v>
                </c:pt>
                <c:pt idx="14">
                  <c:v>5</c:v>
                </c:pt>
                <c:pt idx="15">
                  <c:v>2</c:v>
                </c:pt>
                <c:pt idx="16">
                  <c:v>4</c:v>
                </c:pt>
                <c:pt idx="17">
                  <c:v>4</c:v>
                </c:pt>
                <c:pt idx="18">
                  <c:v>3</c:v>
                </c:pt>
                <c:pt idx="19">
                  <c:v>3</c:v>
                </c:pt>
                <c:pt idx="20">
                  <c:v>4</c:v>
                </c:pt>
                <c:pt idx="21">
                  <c:v>3</c:v>
                </c:pt>
                <c:pt idx="22">
                  <c:v>5</c:v>
                </c:pt>
                <c:pt idx="23">
                  <c:v>3</c:v>
                </c:pt>
                <c:pt idx="24">
                  <c:v>5</c:v>
                </c:pt>
                <c:pt idx="25">
                  <c:v>5</c:v>
                </c:pt>
                <c:pt idx="26">
                  <c:v>3</c:v>
                </c:pt>
                <c:pt idx="27">
                  <c:v>4</c:v>
                </c:pt>
                <c:pt idx="28">
                  <c:v>5</c:v>
                </c:pt>
                <c:pt idx="29">
                  <c:v>4</c:v>
                </c:pt>
                <c:pt idx="30">
                  <c:v>4</c:v>
                </c:pt>
                <c:pt idx="31">
                  <c:v>4</c:v>
                </c:pt>
                <c:pt idx="32">
                  <c:v>3</c:v>
                </c:pt>
                <c:pt idx="33">
                  <c:v>2</c:v>
                </c:pt>
                <c:pt idx="34">
                  <c:v>3</c:v>
                </c:pt>
                <c:pt idx="35">
                  <c:v>3</c:v>
                </c:pt>
                <c:pt idx="36">
                  <c:v>2</c:v>
                </c:pt>
                <c:pt idx="37">
                  <c:v>3</c:v>
                </c:pt>
                <c:pt idx="38">
                  <c:v>5</c:v>
                </c:pt>
                <c:pt idx="39">
                  <c:v>4</c:v>
                </c:pt>
                <c:pt idx="40">
                  <c:v>4</c:v>
                </c:pt>
                <c:pt idx="41">
                  <c:v>3</c:v>
                </c:pt>
                <c:pt idx="42">
                  <c:v>5</c:v>
                </c:pt>
                <c:pt idx="43">
                  <c:v>4</c:v>
                </c:pt>
                <c:pt idx="44">
                  <c:v>4</c:v>
                </c:pt>
                <c:pt idx="45">
                  <c:v>2</c:v>
                </c:pt>
                <c:pt idx="46">
                  <c:v>3</c:v>
                </c:pt>
                <c:pt idx="47">
                  <c:v>3</c:v>
                </c:pt>
                <c:pt idx="48">
                  <c:v>3</c:v>
                </c:pt>
                <c:pt idx="49">
                  <c:v>4</c:v>
                </c:pt>
                <c:pt idx="50">
                  <c:v>2</c:v>
                </c:pt>
                <c:pt idx="51">
                  <c:v>3</c:v>
                </c:pt>
                <c:pt idx="52">
                  <c:v>3</c:v>
                </c:pt>
                <c:pt idx="53">
                  <c:v>2</c:v>
                </c:pt>
                <c:pt idx="54">
                  <c:v>4</c:v>
                </c:pt>
                <c:pt idx="55">
                  <c:v>2</c:v>
                </c:pt>
                <c:pt idx="56">
                  <c:v>4</c:v>
                </c:pt>
                <c:pt idx="57">
                  <c:v>3</c:v>
                </c:pt>
                <c:pt idx="58">
                  <c:v>5</c:v>
                </c:pt>
                <c:pt idx="59">
                  <c:v>5</c:v>
                </c:pt>
                <c:pt idx="60">
                  <c:v>3</c:v>
                </c:pt>
                <c:pt idx="61">
                  <c:v>5</c:v>
                </c:pt>
                <c:pt idx="62">
                  <c:v>4</c:v>
                </c:pt>
                <c:pt idx="63">
                  <c:v>5</c:v>
                </c:pt>
                <c:pt idx="64">
                  <c:v>3</c:v>
                </c:pt>
                <c:pt idx="65">
                  <c:v>2</c:v>
                </c:pt>
                <c:pt idx="66">
                  <c:v>5</c:v>
                </c:pt>
                <c:pt idx="67">
                  <c:v>2</c:v>
                </c:pt>
                <c:pt idx="68">
                  <c:v>2</c:v>
                </c:pt>
                <c:pt idx="69">
                  <c:v>4</c:v>
                </c:pt>
                <c:pt idx="70">
                  <c:v>5</c:v>
                </c:pt>
                <c:pt idx="71">
                  <c:v>4</c:v>
                </c:pt>
                <c:pt idx="72">
                  <c:v>2</c:v>
                </c:pt>
                <c:pt idx="73">
                  <c:v>4</c:v>
                </c:pt>
                <c:pt idx="74">
                  <c:v>2</c:v>
                </c:pt>
                <c:pt idx="75">
                  <c:v>3</c:v>
                </c:pt>
                <c:pt idx="76">
                  <c:v>2</c:v>
                </c:pt>
                <c:pt idx="77">
                  <c:v>4</c:v>
                </c:pt>
                <c:pt idx="78">
                  <c:v>3</c:v>
                </c:pt>
                <c:pt idx="79">
                  <c:v>3</c:v>
                </c:pt>
                <c:pt idx="80">
                  <c:v>3</c:v>
                </c:pt>
                <c:pt idx="81">
                  <c:v>5</c:v>
                </c:pt>
                <c:pt idx="82">
                  <c:v>4</c:v>
                </c:pt>
                <c:pt idx="83">
                  <c:v>2</c:v>
                </c:pt>
                <c:pt idx="84">
                  <c:v>2</c:v>
                </c:pt>
                <c:pt idx="85">
                  <c:v>3</c:v>
                </c:pt>
                <c:pt idx="86">
                  <c:v>3</c:v>
                </c:pt>
                <c:pt idx="87">
                  <c:v>4</c:v>
                </c:pt>
                <c:pt idx="88">
                  <c:v>4</c:v>
                </c:pt>
                <c:pt idx="89">
                  <c:v>5</c:v>
                </c:pt>
                <c:pt idx="90">
                  <c:v>4</c:v>
                </c:pt>
                <c:pt idx="91">
                  <c:v>3</c:v>
                </c:pt>
                <c:pt idx="92">
                  <c:v>3</c:v>
                </c:pt>
                <c:pt idx="93">
                  <c:v>3</c:v>
                </c:pt>
                <c:pt idx="94">
                  <c:v>2</c:v>
                </c:pt>
                <c:pt idx="95">
                  <c:v>5</c:v>
                </c:pt>
                <c:pt idx="96">
                  <c:v>5</c:v>
                </c:pt>
                <c:pt idx="97">
                  <c:v>4</c:v>
                </c:pt>
                <c:pt idx="98">
                  <c:v>5</c:v>
                </c:pt>
                <c:pt idx="99">
                  <c:v>3</c:v>
                </c:pt>
                <c:pt idx="100">
                  <c:v>3</c:v>
                </c:pt>
                <c:pt idx="101">
                  <c:v>4</c:v>
                </c:pt>
                <c:pt idx="102">
                  <c:v>3</c:v>
                </c:pt>
                <c:pt idx="103">
                  <c:v>4</c:v>
                </c:pt>
                <c:pt idx="104">
                  <c:v>2</c:v>
                </c:pt>
                <c:pt idx="105">
                  <c:v>2</c:v>
                </c:pt>
                <c:pt idx="106">
                  <c:v>4</c:v>
                </c:pt>
                <c:pt idx="107">
                  <c:v>2</c:v>
                </c:pt>
                <c:pt idx="108">
                  <c:v>3</c:v>
                </c:pt>
                <c:pt idx="109">
                  <c:v>3</c:v>
                </c:pt>
                <c:pt idx="110">
                  <c:v>4</c:v>
                </c:pt>
                <c:pt idx="111">
                  <c:v>4</c:v>
                </c:pt>
                <c:pt idx="112">
                  <c:v>3</c:v>
                </c:pt>
                <c:pt idx="113">
                  <c:v>4</c:v>
                </c:pt>
                <c:pt idx="114">
                  <c:v>3</c:v>
                </c:pt>
                <c:pt idx="115">
                  <c:v>5</c:v>
                </c:pt>
                <c:pt idx="116">
                  <c:v>4</c:v>
                </c:pt>
                <c:pt idx="117">
                  <c:v>3</c:v>
                </c:pt>
                <c:pt idx="118">
                  <c:v>3</c:v>
                </c:pt>
                <c:pt idx="119">
                  <c:v>2</c:v>
                </c:pt>
                <c:pt idx="120">
                  <c:v>5</c:v>
                </c:pt>
                <c:pt idx="121">
                  <c:v>2</c:v>
                </c:pt>
                <c:pt idx="122">
                  <c:v>3</c:v>
                </c:pt>
                <c:pt idx="123">
                  <c:v>4</c:v>
                </c:pt>
                <c:pt idx="124">
                  <c:v>3</c:v>
                </c:pt>
                <c:pt idx="125">
                  <c:v>3</c:v>
                </c:pt>
                <c:pt idx="126">
                  <c:v>3</c:v>
                </c:pt>
                <c:pt idx="127">
                  <c:v>3</c:v>
                </c:pt>
                <c:pt idx="128">
                  <c:v>5</c:v>
                </c:pt>
                <c:pt idx="129">
                  <c:v>3</c:v>
                </c:pt>
                <c:pt idx="130">
                  <c:v>3</c:v>
                </c:pt>
                <c:pt idx="131">
                  <c:v>4</c:v>
                </c:pt>
                <c:pt idx="132">
                  <c:v>2</c:v>
                </c:pt>
                <c:pt idx="133">
                  <c:v>2</c:v>
                </c:pt>
                <c:pt idx="134">
                  <c:v>4</c:v>
                </c:pt>
                <c:pt idx="135">
                  <c:v>3</c:v>
                </c:pt>
                <c:pt idx="136">
                  <c:v>2</c:v>
                </c:pt>
                <c:pt idx="137">
                  <c:v>3</c:v>
                </c:pt>
                <c:pt idx="138">
                  <c:v>3</c:v>
                </c:pt>
                <c:pt idx="139">
                  <c:v>4</c:v>
                </c:pt>
                <c:pt idx="140">
                  <c:v>4</c:v>
                </c:pt>
                <c:pt idx="141">
                  <c:v>4</c:v>
                </c:pt>
                <c:pt idx="142">
                  <c:v>5</c:v>
                </c:pt>
                <c:pt idx="143">
                  <c:v>4</c:v>
                </c:pt>
                <c:pt idx="144">
                  <c:v>3</c:v>
                </c:pt>
                <c:pt idx="145">
                  <c:v>4</c:v>
                </c:pt>
                <c:pt idx="146">
                  <c:v>3</c:v>
                </c:pt>
                <c:pt idx="147">
                  <c:v>3</c:v>
                </c:pt>
                <c:pt idx="148">
                  <c:v>4</c:v>
                </c:pt>
                <c:pt idx="149">
                  <c:v>2</c:v>
                </c:pt>
                <c:pt idx="150">
                  <c:v>5</c:v>
                </c:pt>
                <c:pt idx="151">
                  <c:v>5</c:v>
                </c:pt>
                <c:pt idx="152">
                  <c:v>3</c:v>
                </c:pt>
                <c:pt idx="153">
                  <c:v>2</c:v>
                </c:pt>
                <c:pt idx="154">
                  <c:v>5</c:v>
                </c:pt>
                <c:pt idx="155">
                  <c:v>5</c:v>
                </c:pt>
                <c:pt idx="156">
                  <c:v>3</c:v>
                </c:pt>
                <c:pt idx="157">
                  <c:v>5</c:v>
                </c:pt>
                <c:pt idx="158">
                  <c:v>4</c:v>
                </c:pt>
                <c:pt idx="159">
                  <c:v>4</c:v>
                </c:pt>
                <c:pt idx="160">
                  <c:v>4</c:v>
                </c:pt>
                <c:pt idx="161">
                  <c:v>2</c:v>
                </c:pt>
                <c:pt idx="162">
                  <c:v>3</c:v>
                </c:pt>
                <c:pt idx="163">
                  <c:v>2</c:v>
                </c:pt>
                <c:pt idx="164">
                  <c:v>3</c:v>
                </c:pt>
                <c:pt idx="165">
                  <c:v>3</c:v>
                </c:pt>
                <c:pt idx="166">
                  <c:v>4</c:v>
                </c:pt>
                <c:pt idx="167">
                  <c:v>4</c:v>
                </c:pt>
                <c:pt idx="168">
                  <c:v>4</c:v>
                </c:pt>
                <c:pt idx="169">
                  <c:v>3</c:v>
                </c:pt>
                <c:pt idx="170">
                  <c:v>2</c:v>
                </c:pt>
                <c:pt idx="171">
                  <c:v>3</c:v>
                </c:pt>
                <c:pt idx="172">
                  <c:v>3</c:v>
                </c:pt>
                <c:pt idx="173">
                  <c:v>4</c:v>
                </c:pt>
                <c:pt idx="174">
                  <c:v>4</c:v>
                </c:pt>
                <c:pt idx="175">
                  <c:v>4</c:v>
                </c:pt>
                <c:pt idx="176">
                  <c:v>2</c:v>
                </c:pt>
                <c:pt idx="177">
                  <c:v>3</c:v>
                </c:pt>
                <c:pt idx="178">
                  <c:v>4</c:v>
                </c:pt>
                <c:pt idx="179">
                  <c:v>4</c:v>
                </c:pt>
                <c:pt idx="180">
                  <c:v>3</c:v>
                </c:pt>
                <c:pt idx="181">
                  <c:v>4</c:v>
                </c:pt>
                <c:pt idx="182">
                  <c:v>3</c:v>
                </c:pt>
                <c:pt idx="183">
                  <c:v>2</c:v>
                </c:pt>
                <c:pt idx="184">
                  <c:v>3</c:v>
                </c:pt>
                <c:pt idx="185">
                  <c:v>3</c:v>
                </c:pt>
                <c:pt idx="186">
                  <c:v>3</c:v>
                </c:pt>
                <c:pt idx="187">
                  <c:v>2</c:v>
                </c:pt>
                <c:pt idx="188">
                  <c:v>3</c:v>
                </c:pt>
                <c:pt idx="189">
                  <c:v>3</c:v>
                </c:pt>
                <c:pt idx="190">
                  <c:v>2</c:v>
                </c:pt>
                <c:pt idx="191">
                  <c:v>3</c:v>
                </c:pt>
                <c:pt idx="192">
                  <c:v>4</c:v>
                </c:pt>
                <c:pt idx="193">
                  <c:v>3</c:v>
                </c:pt>
                <c:pt idx="194">
                  <c:v>4</c:v>
                </c:pt>
                <c:pt idx="195">
                  <c:v>3</c:v>
                </c:pt>
                <c:pt idx="196">
                  <c:v>3</c:v>
                </c:pt>
                <c:pt idx="197">
                  <c:v>2</c:v>
                </c:pt>
                <c:pt idx="198">
                  <c:v>3</c:v>
                </c:pt>
                <c:pt idx="199">
                  <c:v>2</c:v>
                </c:pt>
                <c:pt idx="200">
                  <c:v>3</c:v>
                </c:pt>
                <c:pt idx="201">
                  <c:v>2</c:v>
                </c:pt>
                <c:pt idx="202">
                  <c:v>4</c:v>
                </c:pt>
                <c:pt idx="203">
                  <c:v>3</c:v>
                </c:pt>
                <c:pt idx="204">
                  <c:v>3</c:v>
                </c:pt>
                <c:pt idx="205">
                  <c:v>3</c:v>
                </c:pt>
                <c:pt idx="206">
                  <c:v>4</c:v>
                </c:pt>
                <c:pt idx="207">
                  <c:v>4</c:v>
                </c:pt>
                <c:pt idx="208">
                  <c:v>4</c:v>
                </c:pt>
                <c:pt idx="209">
                  <c:v>2</c:v>
                </c:pt>
                <c:pt idx="210">
                  <c:v>2</c:v>
                </c:pt>
                <c:pt idx="211">
                  <c:v>2</c:v>
                </c:pt>
                <c:pt idx="212">
                  <c:v>3</c:v>
                </c:pt>
                <c:pt idx="213">
                  <c:v>3</c:v>
                </c:pt>
                <c:pt idx="214">
                  <c:v>3</c:v>
                </c:pt>
                <c:pt idx="215">
                  <c:v>4</c:v>
                </c:pt>
                <c:pt idx="216">
                  <c:v>4</c:v>
                </c:pt>
                <c:pt idx="217">
                  <c:v>2</c:v>
                </c:pt>
                <c:pt idx="218">
                  <c:v>4</c:v>
                </c:pt>
                <c:pt idx="219">
                  <c:v>2</c:v>
                </c:pt>
                <c:pt idx="220">
                  <c:v>2</c:v>
                </c:pt>
                <c:pt idx="221">
                  <c:v>3</c:v>
                </c:pt>
                <c:pt idx="222">
                  <c:v>4</c:v>
                </c:pt>
                <c:pt idx="223">
                  <c:v>4</c:v>
                </c:pt>
                <c:pt idx="224">
                  <c:v>2</c:v>
                </c:pt>
                <c:pt idx="225">
                  <c:v>3</c:v>
                </c:pt>
                <c:pt idx="226">
                  <c:v>4</c:v>
                </c:pt>
                <c:pt idx="227">
                  <c:v>2</c:v>
                </c:pt>
                <c:pt idx="228">
                  <c:v>3</c:v>
                </c:pt>
                <c:pt idx="229">
                  <c:v>3</c:v>
                </c:pt>
                <c:pt idx="230">
                  <c:v>4</c:v>
                </c:pt>
                <c:pt idx="231">
                  <c:v>3</c:v>
                </c:pt>
                <c:pt idx="232">
                  <c:v>2</c:v>
                </c:pt>
                <c:pt idx="233">
                  <c:v>3</c:v>
                </c:pt>
                <c:pt idx="234">
                  <c:v>3</c:v>
                </c:pt>
                <c:pt idx="235">
                  <c:v>3</c:v>
                </c:pt>
                <c:pt idx="236">
                  <c:v>4</c:v>
                </c:pt>
                <c:pt idx="237">
                  <c:v>4</c:v>
                </c:pt>
                <c:pt idx="238">
                  <c:v>2</c:v>
                </c:pt>
                <c:pt idx="239">
                  <c:v>2</c:v>
                </c:pt>
                <c:pt idx="240">
                  <c:v>4</c:v>
                </c:pt>
                <c:pt idx="241">
                  <c:v>4</c:v>
                </c:pt>
                <c:pt idx="242">
                  <c:v>2</c:v>
                </c:pt>
                <c:pt idx="243">
                  <c:v>2</c:v>
                </c:pt>
                <c:pt idx="244">
                  <c:v>2</c:v>
                </c:pt>
                <c:pt idx="245">
                  <c:v>3</c:v>
                </c:pt>
                <c:pt idx="246">
                  <c:v>2</c:v>
                </c:pt>
                <c:pt idx="247">
                  <c:v>3</c:v>
                </c:pt>
                <c:pt idx="248">
                  <c:v>2</c:v>
                </c:pt>
                <c:pt idx="249">
                  <c:v>4</c:v>
                </c:pt>
                <c:pt idx="250">
                  <c:v>2</c:v>
                </c:pt>
                <c:pt idx="251">
                  <c:v>4</c:v>
                </c:pt>
                <c:pt idx="252">
                  <c:v>4</c:v>
                </c:pt>
                <c:pt idx="253">
                  <c:v>3</c:v>
                </c:pt>
                <c:pt idx="254">
                  <c:v>4</c:v>
                </c:pt>
                <c:pt idx="255">
                  <c:v>2</c:v>
                </c:pt>
                <c:pt idx="256">
                  <c:v>2</c:v>
                </c:pt>
                <c:pt idx="257">
                  <c:v>2</c:v>
                </c:pt>
                <c:pt idx="258">
                  <c:v>3</c:v>
                </c:pt>
                <c:pt idx="259">
                  <c:v>3</c:v>
                </c:pt>
                <c:pt idx="260">
                  <c:v>4</c:v>
                </c:pt>
                <c:pt idx="261">
                  <c:v>2</c:v>
                </c:pt>
                <c:pt idx="262">
                  <c:v>3</c:v>
                </c:pt>
                <c:pt idx="263">
                  <c:v>3</c:v>
                </c:pt>
                <c:pt idx="264">
                  <c:v>2</c:v>
                </c:pt>
                <c:pt idx="265">
                  <c:v>2</c:v>
                </c:pt>
                <c:pt idx="266">
                  <c:v>4</c:v>
                </c:pt>
                <c:pt idx="267">
                  <c:v>2</c:v>
                </c:pt>
                <c:pt idx="268">
                  <c:v>4</c:v>
                </c:pt>
                <c:pt idx="269">
                  <c:v>4</c:v>
                </c:pt>
                <c:pt idx="270">
                  <c:v>3</c:v>
                </c:pt>
                <c:pt idx="271">
                  <c:v>3</c:v>
                </c:pt>
                <c:pt idx="272">
                  <c:v>3</c:v>
                </c:pt>
                <c:pt idx="273">
                  <c:v>3</c:v>
                </c:pt>
                <c:pt idx="274">
                  <c:v>4</c:v>
                </c:pt>
                <c:pt idx="275">
                  <c:v>2</c:v>
                </c:pt>
                <c:pt idx="276">
                  <c:v>3</c:v>
                </c:pt>
                <c:pt idx="277">
                  <c:v>3</c:v>
                </c:pt>
                <c:pt idx="278">
                  <c:v>3</c:v>
                </c:pt>
                <c:pt idx="279">
                  <c:v>3</c:v>
                </c:pt>
                <c:pt idx="280">
                  <c:v>2</c:v>
                </c:pt>
                <c:pt idx="281">
                  <c:v>3</c:v>
                </c:pt>
                <c:pt idx="282">
                  <c:v>3</c:v>
                </c:pt>
                <c:pt idx="283">
                  <c:v>3</c:v>
                </c:pt>
                <c:pt idx="284">
                  <c:v>2</c:v>
                </c:pt>
                <c:pt idx="285">
                  <c:v>2</c:v>
                </c:pt>
                <c:pt idx="286">
                  <c:v>2</c:v>
                </c:pt>
                <c:pt idx="287">
                  <c:v>3</c:v>
                </c:pt>
                <c:pt idx="288">
                  <c:v>3</c:v>
                </c:pt>
                <c:pt idx="289">
                  <c:v>3</c:v>
                </c:pt>
                <c:pt idx="290">
                  <c:v>3</c:v>
                </c:pt>
                <c:pt idx="291">
                  <c:v>4</c:v>
                </c:pt>
                <c:pt idx="292">
                  <c:v>4</c:v>
                </c:pt>
                <c:pt idx="293">
                  <c:v>4</c:v>
                </c:pt>
                <c:pt idx="294">
                  <c:v>3</c:v>
                </c:pt>
                <c:pt idx="295">
                  <c:v>2</c:v>
                </c:pt>
                <c:pt idx="296">
                  <c:v>4</c:v>
                </c:pt>
                <c:pt idx="297">
                  <c:v>4</c:v>
                </c:pt>
                <c:pt idx="298">
                  <c:v>3</c:v>
                </c:pt>
                <c:pt idx="299">
                  <c:v>3</c:v>
                </c:pt>
                <c:pt idx="300">
                  <c:v>2</c:v>
                </c:pt>
                <c:pt idx="301">
                  <c:v>4</c:v>
                </c:pt>
                <c:pt idx="302">
                  <c:v>3</c:v>
                </c:pt>
                <c:pt idx="303">
                  <c:v>4</c:v>
                </c:pt>
                <c:pt idx="304">
                  <c:v>2</c:v>
                </c:pt>
                <c:pt idx="305">
                  <c:v>4</c:v>
                </c:pt>
                <c:pt idx="306">
                  <c:v>3</c:v>
                </c:pt>
                <c:pt idx="307">
                  <c:v>3</c:v>
                </c:pt>
                <c:pt idx="308">
                  <c:v>4</c:v>
                </c:pt>
                <c:pt idx="309">
                  <c:v>4</c:v>
                </c:pt>
                <c:pt idx="310">
                  <c:v>4</c:v>
                </c:pt>
                <c:pt idx="311">
                  <c:v>3</c:v>
                </c:pt>
                <c:pt idx="312">
                  <c:v>3</c:v>
                </c:pt>
                <c:pt idx="313">
                  <c:v>3</c:v>
                </c:pt>
                <c:pt idx="314">
                  <c:v>4</c:v>
                </c:pt>
                <c:pt idx="315">
                  <c:v>3</c:v>
                </c:pt>
                <c:pt idx="316">
                  <c:v>3</c:v>
                </c:pt>
                <c:pt idx="317">
                  <c:v>3</c:v>
                </c:pt>
                <c:pt idx="318">
                  <c:v>4</c:v>
                </c:pt>
                <c:pt idx="319">
                  <c:v>4</c:v>
                </c:pt>
                <c:pt idx="320">
                  <c:v>4</c:v>
                </c:pt>
                <c:pt idx="321">
                  <c:v>3</c:v>
                </c:pt>
                <c:pt idx="322">
                  <c:v>3</c:v>
                </c:pt>
                <c:pt idx="323">
                  <c:v>2</c:v>
                </c:pt>
                <c:pt idx="324">
                  <c:v>3</c:v>
                </c:pt>
                <c:pt idx="325">
                  <c:v>2</c:v>
                </c:pt>
                <c:pt idx="326">
                  <c:v>4</c:v>
                </c:pt>
                <c:pt idx="327">
                  <c:v>3</c:v>
                </c:pt>
                <c:pt idx="328">
                  <c:v>4</c:v>
                </c:pt>
                <c:pt idx="329">
                  <c:v>3</c:v>
                </c:pt>
                <c:pt idx="330">
                  <c:v>3</c:v>
                </c:pt>
                <c:pt idx="331">
                  <c:v>3</c:v>
                </c:pt>
                <c:pt idx="332">
                  <c:v>3</c:v>
                </c:pt>
                <c:pt idx="333">
                  <c:v>2</c:v>
                </c:pt>
                <c:pt idx="334">
                  <c:v>4</c:v>
                </c:pt>
                <c:pt idx="335">
                  <c:v>3</c:v>
                </c:pt>
                <c:pt idx="336">
                  <c:v>3</c:v>
                </c:pt>
                <c:pt idx="337">
                  <c:v>4</c:v>
                </c:pt>
                <c:pt idx="338">
                  <c:v>4</c:v>
                </c:pt>
                <c:pt idx="339">
                  <c:v>4</c:v>
                </c:pt>
                <c:pt idx="340">
                  <c:v>3</c:v>
                </c:pt>
                <c:pt idx="341">
                  <c:v>2</c:v>
                </c:pt>
                <c:pt idx="342">
                  <c:v>4</c:v>
                </c:pt>
                <c:pt idx="343">
                  <c:v>3</c:v>
                </c:pt>
                <c:pt idx="344">
                  <c:v>2</c:v>
                </c:pt>
                <c:pt idx="345">
                  <c:v>2</c:v>
                </c:pt>
                <c:pt idx="346">
                  <c:v>4</c:v>
                </c:pt>
                <c:pt idx="347">
                  <c:v>3</c:v>
                </c:pt>
                <c:pt idx="348">
                  <c:v>2</c:v>
                </c:pt>
                <c:pt idx="349">
                  <c:v>4</c:v>
                </c:pt>
                <c:pt idx="350">
                  <c:v>3</c:v>
                </c:pt>
                <c:pt idx="351">
                  <c:v>3</c:v>
                </c:pt>
                <c:pt idx="352">
                  <c:v>3</c:v>
                </c:pt>
                <c:pt idx="353">
                  <c:v>3</c:v>
                </c:pt>
                <c:pt idx="354">
                  <c:v>3</c:v>
                </c:pt>
                <c:pt idx="355">
                  <c:v>3</c:v>
                </c:pt>
                <c:pt idx="356">
                  <c:v>2</c:v>
                </c:pt>
                <c:pt idx="357">
                  <c:v>4</c:v>
                </c:pt>
                <c:pt idx="358">
                  <c:v>4</c:v>
                </c:pt>
                <c:pt idx="359">
                  <c:v>4</c:v>
                </c:pt>
                <c:pt idx="360">
                  <c:v>4</c:v>
                </c:pt>
                <c:pt idx="361">
                  <c:v>3</c:v>
                </c:pt>
                <c:pt idx="362">
                  <c:v>3</c:v>
                </c:pt>
                <c:pt idx="363">
                  <c:v>3</c:v>
                </c:pt>
                <c:pt idx="364">
                  <c:v>3</c:v>
                </c:pt>
                <c:pt idx="365">
                  <c:v>4</c:v>
                </c:pt>
                <c:pt idx="366">
                  <c:v>3</c:v>
                </c:pt>
                <c:pt idx="367">
                  <c:v>4</c:v>
                </c:pt>
                <c:pt idx="368">
                  <c:v>3</c:v>
                </c:pt>
                <c:pt idx="369">
                  <c:v>2</c:v>
                </c:pt>
                <c:pt idx="370">
                  <c:v>4</c:v>
                </c:pt>
                <c:pt idx="371">
                  <c:v>3</c:v>
                </c:pt>
                <c:pt idx="372">
                  <c:v>3</c:v>
                </c:pt>
                <c:pt idx="373">
                  <c:v>2</c:v>
                </c:pt>
                <c:pt idx="374">
                  <c:v>4</c:v>
                </c:pt>
                <c:pt idx="375">
                  <c:v>2</c:v>
                </c:pt>
                <c:pt idx="376">
                  <c:v>3</c:v>
                </c:pt>
                <c:pt idx="377">
                  <c:v>2</c:v>
                </c:pt>
                <c:pt idx="378">
                  <c:v>3</c:v>
                </c:pt>
                <c:pt idx="379">
                  <c:v>2</c:v>
                </c:pt>
                <c:pt idx="380">
                  <c:v>3</c:v>
                </c:pt>
                <c:pt idx="381">
                  <c:v>3</c:v>
                </c:pt>
                <c:pt idx="382">
                  <c:v>2</c:v>
                </c:pt>
                <c:pt idx="383">
                  <c:v>4</c:v>
                </c:pt>
                <c:pt idx="384">
                  <c:v>3</c:v>
                </c:pt>
                <c:pt idx="385">
                  <c:v>3</c:v>
                </c:pt>
                <c:pt idx="386">
                  <c:v>2</c:v>
                </c:pt>
                <c:pt idx="387">
                  <c:v>3</c:v>
                </c:pt>
                <c:pt idx="388">
                  <c:v>4</c:v>
                </c:pt>
                <c:pt idx="389">
                  <c:v>3</c:v>
                </c:pt>
                <c:pt idx="390">
                  <c:v>3</c:v>
                </c:pt>
                <c:pt idx="391">
                  <c:v>3</c:v>
                </c:pt>
                <c:pt idx="392">
                  <c:v>3</c:v>
                </c:pt>
                <c:pt idx="393">
                  <c:v>3</c:v>
                </c:pt>
                <c:pt idx="394">
                  <c:v>2</c:v>
                </c:pt>
                <c:pt idx="395">
                  <c:v>3</c:v>
                </c:pt>
                <c:pt idx="396">
                  <c:v>4</c:v>
                </c:pt>
                <c:pt idx="397">
                  <c:v>3</c:v>
                </c:pt>
                <c:pt idx="398">
                  <c:v>2</c:v>
                </c:pt>
                <c:pt idx="399">
                  <c:v>2</c:v>
                </c:pt>
                <c:pt idx="400">
                  <c:v>5</c:v>
                </c:pt>
                <c:pt idx="401">
                  <c:v>4</c:v>
                </c:pt>
                <c:pt idx="402">
                  <c:v>5</c:v>
                </c:pt>
                <c:pt idx="403">
                  <c:v>4</c:v>
                </c:pt>
                <c:pt idx="404">
                  <c:v>4</c:v>
                </c:pt>
                <c:pt idx="405">
                  <c:v>2</c:v>
                </c:pt>
                <c:pt idx="406">
                  <c:v>4</c:v>
                </c:pt>
                <c:pt idx="407">
                  <c:v>4</c:v>
                </c:pt>
                <c:pt idx="408">
                  <c:v>5</c:v>
                </c:pt>
                <c:pt idx="409">
                  <c:v>5</c:v>
                </c:pt>
                <c:pt idx="410">
                  <c:v>5</c:v>
                </c:pt>
                <c:pt idx="411">
                  <c:v>4</c:v>
                </c:pt>
                <c:pt idx="412">
                  <c:v>3</c:v>
                </c:pt>
                <c:pt idx="413">
                  <c:v>3</c:v>
                </c:pt>
                <c:pt idx="414">
                  <c:v>4</c:v>
                </c:pt>
                <c:pt idx="415">
                  <c:v>4</c:v>
                </c:pt>
                <c:pt idx="416">
                  <c:v>5</c:v>
                </c:pt>
                <c:pt idx="417">
                  <c:v>4</c:v>
                </c:pt>
                <c:pt idx="418">
                  <c:v>5</c:v>
                </c:pt>
                <c:pt idx="419">
                  <c:v>2</c:v>
                </c:pt>
                <c:pt idx="420">
                  <c:v>4</c:v>
                </c:pt>
                <c:pt idx="421">
                  <c:v>4</c:v>
                </c:pt>
                <c:pt idx="422">
                  <c:v>5</c:v>
                </c:pt>
                <c:pt idx="423">
                  <c:v>5</c:v>
                </c:pt>
                <c:pt idx="424">
                  <c:v>4</c:v>
                </c:pt>
                <c:pt idx="425">
                  <c:v>4</c:v>
                </c:pt>
                <c:pt idx="426">
                  <c:v>4</c:v>
                </c:pt>
                <c:pt idx="427">
                  <c:v>2</c:v>
                </c:pt>
                <c:pt idx="428">
                  <c:v>2</c:v>
                </c:pt>
                <c:pt idx="429">
                  <c:v>4</c:v>
                </c:pt>
                <c:pt idx="430">
                  <c:v>3</c:v>
                </c:pt>
                <c:pt idx="431">
                  <c:v>5</c:v>
                </c:pt>
                <c:pt idx="432">
                  <c:v>5</c:v>
                </c:pt>
                <c:pt idx="433">
                  <c:v>4</c:v>
                </c:pt>
                <c:pt idx="434">
                  <c:v>4</c:v>
                </c:pt>
                <c:pt idx="435">
                  <c:v>5</c:v>
                </c:pt>
                <c:pt idx="436">
                  <c:v>2</c:v>
                </c:pt>
                <c:pt idx="437">
                  <c:v>4</c:v>
                </c:pt>
                <c:pt idx="438">
                  <c:v>3</c:v>
                </c:pt>
                <c:pt idx="439">
                  <c:v>4</c:v>
                </c:pt>
                <c:pt idx="440">
                  <c:v>3</c:v>
                </c:pt>
                <c:pt idx="441">
                  <c:v>5</c:v>
                </c:pt>
                <c:pt idx="442">
                  <c:v>2</c:v>
                </c:pt>
                <c:pt idx="443">
                  <c:v>4</c:v>
                </c:pt>
                <c:pt idx="444">
                  <c:v>5</c:v>
                </c:pt>
                <c:pt idx="445">
                  <c:v>2</c:v>
                </c:pt>
                <c:pt idx="446">
                  <c:v>4</c:v>
                </c:pt>
                <c:pt idx="447">
                  <c:v>3</c:v>
                </c:pt>
                <c:pt idx="448">
                  <c:v>3</c:v>
                </c:pt>
                <c:pt idx="449">
                  <c:v>4</c:v>
                </c:pt>
                <c:pt idx="450">
                  <c:v>3</c:v>
                </c:pt>
                <c:pt idx="451">
                  <c:v>3</c:v>
                </c:pt>
                <c:pt idx="452">
                  <c:v>3</c:v>
                </c:pt>
                <c:pt idx="453">
                  <c:v>2</c:v>
                </c:pt>
                <c:pt idx="454">
                  <c:v>2</c:v>
                </c:pt>
                <c:pt idx="455">
                  <c:v>5</c:v>
                </c:pt>
                <c:pt idx="456">
                  <c:v>5</c:v>
                </c:pt>
                <c:pt idx="457">
                  <c:v>4</c:v>
                </c:pt>
                <c:pt idx="458">
                  <c:v>3</c:v>
                </c:pt>
                <c:pt idx="459">
                  <c:v>4</c:v>
                </c:pt>
                <c:pt idx="460">
                  <c:v>4</c:v>
                </c:pt>
                <c:pt idx="461">
                  <c:v>3</c:v>
                </c:pt>
                <c:pt idx="462">
                  <c:v>3</c:v>
                </c:pt>
                <c:pt idx="463">
                  <c:v>5</c:v>
                </c:pt>
                <c:pt idx="464">
                  <c:v>3</c:v>
                </c:pt>
                <c:pt idx="465">
                  <c:v>2</c:v>
                </c:pt>
                <c:pt idx="466">
                  <c:v>3</c:v>
                </c:pt>
                <c:pt idx="467">
                  <c:v>4</c:v>
                </c:pt>
                <c:pt idx="468">
                  <c:v>4</c:v>
                </c:pt>
                <c:pt idx="469">
                  <c:v>2</c:v>
                </c:pt>
                <c:pt idx="470">
                  <c:v>2</c:v>
                </c:pt>
                <c:pt idx="471">
                  <c:v>5</c:v>
                </c:pt>
                <c:pt idx="472">
                  <c:v>4</c:v>
                </c:pt>
                <c:pt idx="473">
                  <c:v>4</c:v>
                </c:pt>
                <c:pt idx="474">
                  <c:v>4</c:v>
                </c:pt>
                <c:pt idx="475">
                  <c:v>4</c:v>
                </c:pt>
                <c:pt idx="476">
                  <c:v>3</c:v>
                </c:pt>
                <c:pt idx="477">
                  <c:v>5</c:v>
                </c:pt>
                <c:pt idx="478">
                  <c:v>3</c:v>
                </c:pt>
                <c:pt idx="479">
                  <c:v>4</c:v>
                </c:pt>
                <c:pt idx="480">
                  <c:v>4</c:v>
                </c:pt>
                <c:pt idx="481">
                  <c:v>2</c:v>
                </c:pt>
                <c:pt idx="482">
                  <c:v>3</c:v>
                </c:pt>
                <c:pt idx="483">
                  <c:v>3</c:v>
                </c:pt>
                <c:pt idx="484">
                  <c:v>4</c:v>
                </c:pt>
                <c:pt idx="485">
                  <c:v>4</c:v>
                </c:pt>
                <c:pt idx="486">
                  <c:v>4</c:v>
                </c:pt>
                <c:pt idx="487">
                  <c:v>2</c:v>
                </c:pt>
                <c:pt idx="488">
                  <c:v>4</c:v>
                </c:pt>
                <c:pt idx="489">
                  <c:v>4</c:v>
                </c:pt>
                <c:pt idx="490">
                  <c:v>4</c:v>
                </c:pt>
                <c:pt idx="491">
                  <c:v>4</c:v>
                </c:pt>
                <c:pt idx="492">
                  <c:v>4</c:v>
                </c:pt>
                <c:pt idx="493">
                  <c:v>4</c:v>
                </c:pt>
                <c:pt idx="494">
                  <c:v>5</c:v>
                </c:pt>
                <c:pt idx="495">
                  <c:v>5</c:v>
                </c:pt>
                <c:pt idx="496">
                  <c:v>2</c:v>
                </c:pt>
                <c:pt idx="497">
                  <c:v>5</c:v>
                </c:pt>
                <c:pt idx="498">
                  <c:v>4</c:v>
                </c:pt>
                <c:pt idx="499">
                  <c:v>4</c:v>
                </c:pt>
                <c:pt idx="500">
                  <c:v>4</c:v>
                </c:pt>
                <c:pt idx="501">
                  <c:v>3</c:v>
                </c:pt>
                <c:pt idx="502">
                  <c:v>4</c:v>
                </c:pt>
                <c:pt idx="503">
                  <c:v>4</c:v>
                </c:pt>
                <c:pt idx="504">
                  <c:v>4</c:v>
                </c:pt>
                <c:pt idx="505">
                  <c:v>5</c:v>
                </c:pt>
                <c:pt idx="506">
                  <c:v>2</c:v>
                </c:pt>
                <c:pt idx="507">
                  <c:v>5</c:v>
                </c:pt>
                <c:pt idx="508">
                  <c:v>2</c:v>
                </c:pt>
                <c:pt idx="509">
                  <c:v>5</c:v>
                </c:pt>
                <c:pt idx="510">
                  <c:v>3</c:v>
                </c:pt>
                <c:pt idx="511">
                  <c:v>3</c:v>
                </c:pt>
                <c:pt idx="512">
                  <c:v>4</c:v>
                </c:pt>
                <c:pt idx="513">
                  <c:v>4</c:v>
                </c:pt>
                <c:pt idx="514">
                  <c:v>3</c:v>
                </c:pt>
                <c:pt idx="515">
                  <c:v>2</c:v>
                </c:pt>
                <c:pt idx="516">
                  <c:v>4</c:v>
                </c:pt>
                <c:pt idx="517">
                  <c:v>4</c:v>
                </c:pt>
                <c:pt idx="518">
                  <c:v>5</c:v>
                </c:pt>
                <c:pt idx="519">
                  <c:v>2</c:v>
                </c:pt>
                <c:pt idx="520">
                  <c:v>4</c:v>
                </c:pt>
                <c:pt idx="521">
                  <c:v>4</c:v>
                </c:pt>
                <c:pt idx="522">
                  <c:v>5</c:v>
                </c:pt>
                <c:pt idx="523">
                  <c:v>3</c:v>
                </c:pt>
                <c:pt idx="524">
                  <c:v>4</c:v>
                </c:pt>
                <c:pt idx="525">
                  <c:v>3</c:v>
                </c:pt>
                <c:pt idx="526">
                  <c:v>4</c:v>
                </c:pt>
                <c:pt idx="527">
                  <c:v>4</c:v>
                </c:pt>
                <c:pt idx="528">
                  <c:v>3</c:v>
                </c:pt>
                <c:pt idx="529">
                  <c:v>4</c:v>
                </c:pt>
                <c:pt idx="530">
                  <c:v>4</c:v>
                </c:pt>
                <c:pt idx="531">
                  <c:v>5</c:v>
                </c:pt>
                <c:pt idx="532">
                  <c:v>3</c:v>
                </c:pt>
                <c:pt idx="533">
                  <c:v>4</c:v>
                </c:pt>
                <c:pt idx="534">
                  <c:v>3</c:v>
                </c:pt>
                <c:pt idx="535">
                  <c:v>5</c:v>
                </c:pt>
                <c:pt idx="536">
                  <c:v>5</c:v>
                </c:pt>
                <c:pt idx="537">
                  <c:v>5</c:v>
                </c:pt>
                <c:pt idx="538">
                  <c:v>4</c:v>
                </c:pt>
                <c:pt idx="539">
                  <c:v>4</c:v>
                </c:pt>
                <c:pt idx="540">
                  <c:v>5</c:v>
                </c:pt>
                <c:pt idx="541">
                  <c:v>3</c:v>
                </c:pt>
                <c:pt idx="542">
                  <c:v>4</c:v>
                </c:pt>
                <c:pt idx="543">
                  <c:v>3</c:v>
                </c:pt>
                <c:pt idx="544">
                  <c:v>5</c:v>
                </c:pt>
                <c:pt idx="545">
                  <c:v>3</c:v>
                </c:pt>
                <c:pt idx="546">
                  <c:v>4</c:v>
                </c:pt>
                <c:pt idx="547">
                  <c:v>4</c:v>
                </c:pt>
                <c:pt idx="548">
                  <c:v>3</c:v>
                </c:pt>
                <c:pt idx="549">
                  <c:v>2</c:v>
                </c:pt>
                <c:pt idx="550">
                  <c:v>2</c:v>
                </c:pt>
                <c:pt idx="551">
                  <c:v>5</c:v>
                </c:pt>
                <c:pt idx="552">
                  <c:v>2</c:v>
                </c:pt>
                <c:pt idx="553">
                  <c:v>5</c:v>
                </c:pt>
                <c:pt idx="554">
                  <c:v>3</c:v>
                </c:pt>
                <c:pt idx="555">
                  <c:v>4</c:v>
                </c:pt>
                <c:pt idx="556">
                  <c:v>3</c:v>
                </c:pt>
                <c:pt idx="557">
                  <c:v>3</c:v>
                </c:pt>
                <c:pt idx="558">
                  <c:v>4</c:v>
                </c:pt>
                <c:pt idx="559">
                  <c:v>3</c:v>
                </c:pt>
                <c:pt idx="560">
                  <c:v>5</c:v>
                </c:pt>
                <c:pt idx="561">
                  <c:v>3</c:v>
                </c:pt>
                <c:pt idx="562">
                  <c:v>3</c:v>
                </c:pt>
                <c:pt idx="563">
                  <c:v>3</c:v>
                </c:pt>
                <c:pt idx="564">
                  <c:v>3</c:v>
                </c:pt>
                <c:pt idx="565">
                  <c:v>4</c:v>
                </c:pt>
                <c:pt idx="566">
                  <c:v>4</c:v>
                </c:pt>
                <c:pt idx="567">
                  <c:v>3</c:v>
                </c:pt>
                <c:pt idx="568">
                  <c:v>5</c:v>
                </c:pt>
                <c:pt idx="569">
                  <c:v>5</c:v>
                </c:pt>
                <c:pt idx="570">
                  <c:v>2</c:v>
                </c:pt>
                <c:pt idx="571">
                  <c:v>5</c:v>
                </c:pt>
                <c:pt idx="572">
                  <c:v>4</c:v>
                </c:pt>
                <c:pt idx="573">
                  <c:v>4</c:v>
                </c:pt>
                <c:pt idx="574">
                  <c:v>3</c:v>
                </c:pt>
                <c:pt idx="575">
                  <c:v>2</c:v>
                </c:pt>
                <c:pt idx="576">
                  <c:v>4</c:v>
                </c:pt>
                <c:pt idx="577">
                  <c:v>2</c:v>
                </c:pt>
                <c:pt idx="578">
                  <c:v>5</c:v>
                </c:pt>
                <c:pt idx="579">
                  <c:v>2</c:v>
                </c:pt>
                <c:pt idx="580">
                  <c:v>2</c:v>
                </c:pt>
                <c:pt idx="581">
                  <c:v>5</c:v>
                </c:pt>
                <c:pt idx="582">
                  <c:v>3</c:v>
                </c:pt>
                <c:pt idx="583">
                  <c:v>4</c:v>
                </c:pt>
                <c:pt idx="584">
                  <c:v>2</c:v>
                </c:pt>
                <c:pt idx="585">
                  <c:v>2</c:v>
                </c:pt>
                <c:pt idx="586">
                  <c:v>3</c:v>
                </c:pt>
                <c:pt idx="587">
                  <c:v>3</c:v>
                </c:pt>
                <c:pt idx="588">
                  <c:v>4</c:v>
                </c:pt>
                <c:pt idx="589">
                  <c:v>2</c:v>
                </c:pt>
                <c:pt idx="590">
                  <c:v>3</c:v>
                </c:pt>
                <c:pt idx="591">
                  <c:v>4</c:v>
                </c:pt>
                <c:pt idx="592">
                  <c:v>2</c:v>
                </c:pt>
                <c:pt idx="593">
                  <c:v>4</c:v>
                </c:pt>
                <c:pt idx="594">
                  <c:v>3</c:v>
                </c:pt>
                <c:pt idx="595">
                  <c:v>4</c:v>
                </c:pt>
                <c:pt idx="596">
                  <c:v>4</c:v>
                </c:pt>
                <c:pt idx="597">
                  <c:v>3</c:v>
                </c:pt>
                <c:pt idx="598">
                  <c:v>3</c:v>
                </c:pt>
                <c:pt idx="599">
                  <c:v>5</c:v>
                </c:pt>
                <c:pt idx="600">
                  <c:v>2</c:v>
                </c:pt>
                <c:pt idx="601">
                  <c:v>4</c:v>
                </c:pt>
                <c:pt idx="602">
                  <c:v>2</c:v>
                </c:pt>
                <c:pt idx="603">
                  <c:v>3</c:v>
                </c:pt>
                <c:pt idx="604">
                  <c:v>3</c:v>
                </c:pt>
                <c:pt idx="605">
                  <c:v>2</c:v>
                </c:pt>
                <c:pt idx="606">
                  <c:v>4</c:v>
                </c:pt>
                <c:pt idx="607">
                  <c:v>3</c:v>
                </c:pt>
                <c:pt idx="608">
                  <c:v>5</c:v>
                </c:pt>
                <c:pt idx="609">
                  <c:v>5</c:v>
                </c:pt>
                <c:pt idx="610">
                  <c:v>4</c:v>
                </c:pt>
                <c:pt idx="611">
                  <c:v>2</c:v>
                </c:pt>
                <c:pt idx="612">
                  <c:v>2</c:v>
                </c:pt>
                <c:pt idx="613">
                  <c:v>4</c:v>
                </c:pt>
                <c:pt idx="614">
                  <c:v>4</c:v>
                </c:pt>
                <c:pt idx="615">
                  <c:v>2</c:v>
                </c:pt>
                <c:pt idx="616">
                  <c:v>4</c:v>
                </c:pt>
                <c:pt idx="617">
                  <c:v>5</c:v>
                </c:pt>
                <c:pt idx="618">
                  <c:v>4</c:v>
                </c:pt>
                <c:pt idx="619">
                  <c:v>4</c:v>
                </c:pt>
                <c:pt idx="620">
                  <c:v>3</c:v>
                </c:pt>
                <c:pt idx="621">
                  <c:v>4</c:v>
                </c:pt>
                <c:pt idx="622">
                  <c:v>3</c:v>
                </c:pt>
                <c:pt idx="623">
                  <c:v>4</c:v>
                </c:pt>
                <c:pt idx="624">
                  <c:v>3</c:v>
                </c:pt>
                <c:pt idx="625">
                  <c:v>4</c:v>
                </c:pt>
                <c:pt idx="626">
                  <c:v>3</c:v>
                </c:pt>
                <c:pt idx="627">
                  <c:v>5</c:v>
                </c:pt>
                <c:pt idx="628">
                  <c:v>2</c:v>
                </c:pt>
                <c:pt idx="629">
                  <c:v>5</c:v>
                </c:pt>
                <c:pt idx="630">
                  <c:v>3</c:v>
                </c:pt>
                <c:pt idx="631">
                  <c:v>3</c:v>
                </c:pt>
                <c:pt idx="632">
                  <c:v>3</c:v>
                </c:pt>
                <c:pt idx="633">
                  <c:v>4</c:v>
                </c:pt>
                <c:pt idx="634">
                  <c:v>5</c:v>
                </c:pt>
                <c:pt idx="635">
                  <c:v>4</c:v>
                </c:pt>
                <c:pt idx="636">
                  <c:v>5</c:v>
                </c:pt>
                <c:pt idx="637">
                  <c:v>2</c:v>
                </c:pt>
                <c:pt idx="638">
                  <c:v>2</c:v>
                </c:pt>
                <c:pt idx="639">
                  <c:v>3</c:v>
                </c:pt>
                <c:pt idx="640">
                  <c:v>3</c:v>
                </c:pt>
                <c:pt idx="641">
                  <c:v>2</c:v>
                </c:pt>
                <c:pt idx="642">
                  <c:v>3</c:v>
                </c:pt>
                <c:pt idx="643">
                  <c:v>4</c:v>
                </c:pt>
                <c:pt idx="644">
                  <c:v>2</c:v>
                </c:pt>
                <c:pt idx="645">
                  <c:v>2</c:v>
                </c:pt>
                <c:pt idx="646">
                  <c:v>4</c:v>
                </c:pt>
                <c:pt idx="647">
                  <c:v>4</c:v>
                </c:pt>
                <c:pt idx="648">
                  <c:v>4</c:v>
                </c:pt>
                <c:pt idx="649">
                  <c:v>4</c:v>
                </c:pt>
                <c:pt idx="650">
                  <c:v>3</c:v>
                </c:pt>
                <c:pt idx="651">
                  <c:v>4</c:v>
                </c:pt>
                <c:pt idx="652">
                  <c:v>5</c:v>
                </c:pt>
                <c:pt idx="653">
                  <c:v>3</c:v>
                </c:pt>
                <c:pt idx="654">
                  <c:v>3</c:v>
                </c:pt>
                <c:pt idx="655">
                  <c:v>5</c:v>
                </c:pt>
                <c:pt idx="656">
                  <c:v>5</c:v>
                </c:pt>
                <c:pt idx="657">
                  <c:v>4</c:v>
                </c:pt>
                <c:pt idx="658">
                  <c:v>4</c:v>
                </c:pt>
                <c:pt idx="659">
                  <c:v>2</c:v>
                </c:pt>
                <c:pt idx="660">
                  <c:v>4</c:v>
                </c:pt>
                <c:pt idx="661">
                  <c:v>4</c:v>
                </c:pt>
                <c:pt idx="662">
                  <c:v>3</c:v>
                </c:pt>
                <c:pt idx="663">
                  <c:v>3</c:v>
                </c:pt>
                <c:pt idx="664">
                  <c:v>3</c:v>
                </c:pt>
                <c:pt idx="665">
                  <c:v>5</c:v>
                </c:pt>
                <c:pt idx="666">
                  <c:v>3</c:v>
                </c:pt>
                <c:pt idx="667">
                  <c:v>3</c:v>
                </c:pt>
                <c:pt idx="668">
                  <c:v>5</c:v>
                </c:pt>
                <c:pt idx="669">
                  <c:v>4</c:v>
                </c:pt>
                <c:pt idx="670">
                  <c:v>4</c:v>
                </c:pt>
                <c:pt idx="671">
                  <c:v>5</c:v>
                </c:pt>
                <c:pt idx="672">
                  <c:v>3</c:v>
                </c:pt>
                <c:pt idx="673">
                  <c:v>5</c:v>
                </c:pt>
                <c:pt idx="674">
                  <c:v>3</c:v>
                </c:pt>
                <c:pt idx="675">
                  <c:v>4</c:v>
                </c:pt>
                <c:pt idx="676">
                  <c:v>3</c:v>
                </c:pt>
                <c:pt idx="677">
                  <c:v>3</c:v>
                </c:pt>
                <c:pt idx="678">
                  <c:v>3</c:v>
                </c:pt>
                <c:pt idx="679">
                  <c:v>4</c:v>
                </c:pt>
                <c:pt idx="680">
                  <c:v>2</c:v>
                </c:pt>
                <c:pt idx="681">
                  <c:v>5</c:v>
                </c:pt>
                <c:pt idx="682">
                  <c:v>4</c:v>
                </c:pt>
                <c:pt idx="683">
                  <c:v>5</c:v>
                </c:pt>
                <c:pt idx="684">
                  <c:v>3</c:v>
                </c:pt>
                <c:pt idx="685">
                  <c:v>3</c:v>
                </c:pt>
                <c:pt idx="686">
                  <c:v>4</c:v>
                </c:pt>
                <c:pt idx="687">
                  <c:v>4</c:v>
                </c:pt>
                <c:pt idx="688">
                  <c:v>4</c:v>
                </c:pt>
                <c:pt idx="689">
                  <c:v>3</c:v>
                </c:pt>
                <c:pt idx="690">
                  <c:v>4</c:v>
                </c:pt>
                <c:pt idx="691">
                  <c:v>3</c:v>
                </c:pt>
                <c:pt idx="692">
                  <c:v>4</c:v>
                </c:pt>
                <c:pt idx="693">
                  <c:v>4</c:v>
                </c:pt>
                <c:pt idx="694">
                  <c:v>2</c:v>
                </c:pt>
                <c:pt idx="695">
                  <c:v>4</c:v>
                </c:pt>
                <c:pt idx="696">
                  <c:v>4</c:v>
                </c:pt>
                <c:pt idx="697">
                  <c:v>2</c:v>
                </c:pt>
                <c:pt idx="698">
                  <c:v>5</c:v>
                </c:pt>
                <c:pt idx="699">
                  <c:v>3</c:v>
                </c:pt>
                <c:pt idx="700">
                  <c:v>2</c:v>
                </c:pt>
                <c:pt idx="701">
                  <c:v>4</c:v>
                </c:pt>
                <c:pt idx="702">
                  <c:v>3</c:v>
                </c:pt>
                <c:pt idx="703">
                  <c:v>3</c:v>
                </c:pt>
                <c:pt idx="704">
                  <c:v>5</c:v>
                </c:pt>
                <c:pt idx="705">
                  <c:v>2</c:v>
                </c:pt>
                <c:pt idx="706">
                  <c:v>4</c:v>
                </c:pt>
                <c:pt idx="707">
                  <c:v>4</c:v>
                </c:pt>
                <c:pt idx="708">
                  <c:v>4</c:v>
                </c:pt>
                <c:pt idx="709">
                  <c:v>2</c:v>
                </c:pt>
                <c:pt idx="710">
                  <c:v>2</c:v>
                </c:pt>
                <c:pt idx="711">
                  <c:v>4</c:v>
                </c:pt>
                <c:pt idx="712">
                  <c:v>3</c:v>
                </c:pt>
                <c:pt idx="713">
                  <c:v>4</c:v>
                </c:pt>
                <c:pt idx="714">
                  <c:v>3</c:v>
                </c:pt>
                <c:pt idx="715">
                  <c:v>5</c:v>
                </c:pt>
                <c:pt idx="716">
                  <c:v>5</c:v>
                </c:pt>
                <c:pt idx="717">
                  <c:v>3</c:v>
                </c:pt>
                <c:pt idx="718">
                  <c:v>3</c:v>
                </c:pt>
                <c:pt idx="719">
                  <c:v>4</c:v>
                </c:pt>
                <c:pt idx="720">
                  <c:v>3</c:v>
                </c:pt>
                <c:pt idx="721">
                  <c:v>3</c:v>
                </c:pt>
                <c:pt idx="722">
                  <c:v>3</c:v>
                </c:pt>
                <c:pt idx="723">
                  <c:v>4</c:v>
                </c:pt>
                <c:pt idx="724">
                  <c:v>2</c:v>
                </c:pt>
                <c:pt idx="725">
                  <c:v>3</c:v>
                </c:pt>
                <c:pt idx="726">
                  <c:v>3</c:v>
                </c:pt>
                <c:pt idx="727">
                  <c:v>3</c:v>
                </c:pt>
                <c:pt idx="728">
                  <c:v>2</c:v>
                </c:pt>
                <c:pt idx="729">
                  <c:v>3</c:v>
                </c:pt>
                <c:pt idx="730">
                  <c:v>2</c:v>
                </c:pt>
                <c:pt idx="731">
                  <c:v>4</c:v>
                </c:pt>
                <c:pt idx="732">
                  <c:v>4</c:v>
                </c:pt>
                <c:pt idx="733">
                  <c:v>2</c:v>
                </c:pt>
                <c:pt idx="734">
                  <c:v>3</c:v>
                </c:pt>
                <c:pt idx="735">
                  <c:v>5</c:v>
                </c:pt>
                <c:pt idx="736">
                  <c:v>3</c:v>
                </c:pt>
                <c:pt idx="737">
                  <c:v>3</c:v>
                </c:pt>
                <c:pt idx="738">
                  <c:v>3</c:v>
                </c:pt>
                <c:pt idx="739">
                  <c:v>3</c:v>
                </c:pt>
                <c:pt idx="740">
                  <c:v>2</c:v>
                </c:pt>
                <c:pt idx="741">
                  <c:v>2</c:v>
                </c:pt>
                <c:pt idx="742">
                  <c:v>4</c:v>
                </c:pt>
                <c:pt idx="743">
                  <c:v>4</c:v>
                </c:pt>
                <c:pt idx="744">
                  <c:v>4</c:v>
                </c:pt>
                <c:pt idx="745">
                  <c:v>2</c:v>
                </c:pt>
                <c:pt idx="746">
                  <c:v>4</c:v>
                </c:pt>
                <c:pt idx="747">
                  <c:v>3</c:v>
                </c:pt>
                <c:pt idx="748">
                  <c:v>4</c:v>
                </c:pt>
                <c:pt idx="749">
                  <c:v>3</c:v>
                </c:pt>
                <c:pt idx="750">
                  <c:v>3</c:v>
                </c:pt>
                <c:pt idx="751">
                  <c:v>2</c:v>
                </c:pt>
                <c:pt idx="752">
                  <c:v>3</c:v>
                </c:pt>
                <c:pt idx="753">
                  <c:v>3</c:v>
                </c:pt>
                <c:pt idx="754">
                  <c:v>2</c:v>
                </c:pt>
                <c:pt idx="755">
                  <c:v>3</c:v>
                </c:pt>
                <c:pt idx="756">
                  <c:v>4</c:v>
                </c:pt>
                <c:pt idx="757">
                  <c:v>4</c:v>
                </c:pt>
                <c:pt idx="758">
                  <c:v>5</c:v>
                </c:pt>
                <c:pt idx="759">
                  <c:v>3</c:v>
                </c:pt>
                <c:pt idx="760">
                  <c:v>2</c:v>
                </c:pt>
                <c:pt idx="761">
                  <c:v>2</c:v>
                </c:pt>
                <c:pt idx="762">
                  <c:v>3</c:v>
                </c:pt>
                <c:pt idx="763">
                  <c:v>3</c:v>
                </c:pt>
                <c:pt idx="764">
                  <c:v>2</c:v>
                </c:pt>
                <c:pt idx="765">
                  <c:v>3</c:v>
                </c:pt>
                <c:pt idx="766">
                  <c:v>2</c:v>
                </c:pt>
                <c:pt idx="767">
                  <c:v>4</c:v>
                </c:pt>
                <c:pt idx="768">
                  <c:v>3</c:v>
                </c:pt>
                <c:pt idx="769">
                  <c:v>3</c:v>
                </c:pt>
                <c:pt idx="770">
                  <c:v>3</c:v>
                </c:pt>
                <c:pt idx="771">
                  <c:v>2</c:v>
                </c:pt>
                <c:pt idx="772">
                  <c:v>4</c:v>
                </c:pt>
                <c:pt idx="773">
                  <c:v>3</c:v>
                </c:pt>
                <c:pt idx="774">
                  <c:v>4</c:v>
                </c:pt>
                <c:pt idx="775">
                  <c:v>5</c:v>
                </c:pt>
                <c:pt idx="776">
                  <c:v>2</c:v>
                </c:pt>
                <c:pt idx="777">
                  <c:v>2</c:v>
                </c:pt>
                <c:pt idx="778">
                  <c:v>4</c:v>
                </c:pt>
                <c:pt idx="779">
                  <c:v>3</c:v>
                </c:pt>
                <c:pt idx="780">
                  <c:v>3</c:v>
                </c:pt>
                <c:pt idx="781">
                  <c:v>2</c:v>
                </c:pt>
                <c:pt idx="782">
                  <c:v>4</c:v>
                </c:pt>
                <c:pt idx="783">
                  <c:v>3</c:v>
                </c:pt>
                <c:pt idx="784">
                  <c:v>3</c:v>
                </c:pt>
                <c:pt idx="785">
                  <c:v>4</c:v>
                </c:pt>
                <c:pt idx="786">
                  <c:v>3</c:v>
                </c:pt>
                <c:pt idx="787">
                  <c:v>4</c:v>
                </c:pt>
                <c:pt idx="788">
                  <c:v>3</c:v>
                </c:pt>
                <c:pt idx="789">
                  <c:v>5</c:v>
                </c:pt>
                <c:pt idx="790">
                  <c:v>3</c:v>
                </c:pt>
                <c:pt idx="791">
                  <c:v>2</c:v>
                </c:pt>
                <c:pt idx="792">
                  <c:v>2</c:v>
                </c:pt>
                <c:pt idx="793">
                  <c:v>3</c:v>
                </c:pt>
                <c:pt idx="794">
                  <c:v>4</c:v>
                </c:pt>
                <c:pt idx="795">
                  <c:v>2</c:v>
                </c:pt>
                <c:pt idx="796">
                  <c:v>3</c:v>
                </c:pt>
                <c:pt idx="797">
                  <c:v>3</c:v>
                </c:pt>
                <c:pt idx="798">
                  <c:v>2</c:v>
                </c:pt>
                <c:pt idx="799">
                  <c:v>4</c:v>
                </c:pt>
                <c:pt idx="800">
                  <c:v>4</c:v>
                </c:pt>
                <c:pt idx="801">
                  <c:v>3</c:v>
                </c:pt>
                <c:pt idx="802">
                  <c:v>3</c:v>
                </c:pt>
                <c:pt idx="803">
                  <c:v>3</c:v>
                </c:pt>
                <c:pt idx="804">
                  <c:v>4</c:v>
                </c:pt>
                <c:pt idx="805">
                  <c:v>2</c:v>
                </c:pt>
                <c:pt idx="806">
                  <c:v>3</c:v>
                </c:pt>
                <c:pt idx="807">
                  <c:v>4</c:v>
                </c:pt>
                <c:pt idx="808">
                  <c:v>4</c:v>
                </c:pt>
                <c:pt idx="809">
                  <c:v>4</c:v>
                </c:pt>
                <c:pt idx="810">
                  <c:v>3</c:v>
                </c:pt>
                <c:pt idx="811">
                  <c:v>3</c:v>
                </c:pt>
                <c:pt idx="812">
                  <c:v>4</c:v>
                </c:pt>
                <c:pt idx="813">
                  <c:v>4</c:v>
                </c:pt>
                <c:pt idx="814">
                  <c:v>4</c:v>
                </c:pt>
                <c:pt idx="815">
                  <c:v>4</c:v>
                </c:pt>
                <c:pt idx="816">
                  <c:v>4</c:v>
                </c:pt>
                <c:pt idx="817">
                  <c:v>5</c:v>
                </c:pt>
                <c:pt idx="818">
                  <c:v>3</c:v>
                </c:pt>
                <c:pt idx="819">
                  <c:v>4</c:v>
                </c:pt>
                <c:pt idx="820">
                  <c:v>3</c:v>
                </c:pt>
                <c:pt idx="821">
                  <c:v>2</c:v>
                </c:pt>
                <c:pt idx="822">
                  <c:v>2</c:v>
                </c:pt>
                <c:pt idx="823">
                  <c:v>4</c:v>
                </c:pt>
                <c:pt idx="824">
                  <c:v>3</c:v>
                </c:pt>
                <c:pt idx="825">
                  <c:v>4</c:v>
                </c:pt>
                <c:pt idx="826">
                  <c:v>3</c:v>
                </c:pt>
                <c:pt idx="827">
                  <c:v>3</c:v>
                </c:pt>
                <c:pt idx="828">
                  <c:v>4</c:v>
                </c:pt>
                <c:pt idx="829">
                  <c:v>5</c:v>
                </c:pt>
                <c:pt idx="830">
                  <c:v>3</c:v>
                </c:pt>
                <c:pt idx="831">
                  <c:v>4</c:v>
                </c:pt>
                <c:pt idx="832">
                  <c:v>3</c:v>
                </c:pt>
                <c:pt idx="833">
                  <c:v>4</c:v>
                </c:pt>
                <c:pt idx="834">
                  <c:v>5</c:v>
                </c:pt>
                <c:pt idx="835">
                  <c:v>3</c:v>
                </c:pt>
                <c:pt idx="836">
                  <c:v>3</c:v>
                </c:pt>
                <c:pt idx="837">
                  <c:v>3</c:v>
                </c:pt>
                <c:pt idx="838">
                  <c:v>4</c:v>
                </c:pt>
                <c:pt idx="839">
                  <c:v>3</c:v>
                </c:pt>
                <c:pt idx="840">
                  <c:v>3</c:v>
                </c:pt>
                <c:pt idx="841">
                  <c:v>3</c:v>
                </c:pt>
                <c:pt idx="842">
                  <c:v>4</c:v>
                </c:pt>
                <c:pt idx="843">
                  <c:v>3</c:v>
                </c:pt>
                <c:pt idx="844">
                  <c:v>4</c:v>
                </c:pt>
                <c:pt idx="845">
                  <c:v>4</c:v>
                </c:pt>
                <c:pt idx="846">
                  <c:v>4</c:v>
                </c:pt>
                <c:pt idx="847">
                  <c:v>4</c:v>
                </c:pt>
                <c:pt idx="848">
                  <c:v>2</c:v>
                </c:pt>
                <c:pt idx="849">
                  <c:v>3</c:v>
                </c:pt>
                <c:pt idx="850">
                  <c:v>4</c:v>
                </c:pt>
                <c:pt idx="851">
                  <c:v>4</c:v>
                </c:pt>
                <c:pt idx="852">
                  <c:v>2</c:v>
                </c:pt>
                <c:pt idx="853">
                  <c:v>2</c:v>
                </c:pt>
                <c:pt idx="854">
                  <c:v>3</c:v>
                </c:pt>
                <c:pt idx="855">
                  <c:v>2</c:v>
                </c:pt>
                <c:pt idx="856">
                  <c:v>4</c:v>
                </c:pt>
                <c:pt idx="857">
                  <c:v>3</c:v>
                </c:pt>
                <c:pt idx="858">
                  <c:v>3</c:v>
                </c:pt>
                <c:pt idx="859">
                  <c:v>3</c:v>
                </c:pt>
                <c:pt idx="860">
                  <c:v>2</c:v>
                </c:pt>
                <c:pt idx="861">
                  <c:v>3</c:v>
                </c:pt>
                <c:pt idx="862">
                  <c:v>5</c:v>
                </c:pt>
                <c:pt idx="863">
                  <c:v>3</c:v>
                </c:pt>
                <c:pt idx="864">
                  <c:v>2</c:v>
                </c:pt>
                <c:pt idx="865">
                  <c:v>4</c:v>
                </c:pt>
                <c:pt idx="866">
                  <c:v>4</c:v>
                </c:pt>
                <c:pt idx="867">
                  <c:v>4</c:v>
                </c:pt>
                <c:pt idx="868">
                  <c:v>4</c:v>
                </c:pt>
                <c:pt idx="869">
                  <c:v>5</c:v>
                </c:pt>
                <c:pt idx="870">
                  <c:v>3</c:v>
                </c:pt>
                <c:pt idx="871">
                  <c:v>3</c:v>
                </c:pt>
                <c:pt idx="872">
                  <c:v>3</c:v>
                </c:pt>
                <c:pt idx="873">
                  <c:v>4</c:v>
                </c:pt>
                <c:pt idx="874">
                  <c:v>3</c:v>
                </c:pt>
                <c:pt idx="875">
                  <c:v>2</c:v>
                </c:pt>
                <c:pt idx="876">
                  <c:v>4</c:v>
                </c:pt>
                <c:pt idx="877">
                  <c:v>2</c:v>
                </c:pt>
                <c:pt idx="878">
                  <c:v>3</c:v>
                </c:pt>
                <c:pt idx="879">
                  <c:v>3</c:v>
                </c:pt>
                <c:pt idx="880">
                  <c:v>4</c:v>
                </c:pt>
                <c:pt idx="881">
                  <c:v>3</c:v>
                </c:pt>
                <c:pt idx="882">
                  <c:v>2</c:v>
                </c:pt>
                <c:pt idx="883">
                  <c:v>2</c:v>
                </c:pt>
                <c:pt idx="884">
                  <c:v>3</c:v>
                </c:pt>
                <c:pt idx="885">
                  <c:v>2</c:v>
                </c:pt>
                <c:pt idx="886">
                  <c:v>3</c:v>
                </c:pt>
                <c:pt idx="887">
                  <c:v>2</c:v>
                </c:pt>
                <c:pt idx="888">
                  <c:v>3</c:v>
                </c:pt>
                <c:pt idx="889">
                  <c:v>2</c:v>
                </c:pt>
                <c:pt idx="890">
                  <c:v>3</c:v>
                </c:pt>
                <c:pt idx="891">
                  <c:v>3</c:v>
                </c:pt>
                <c:pt idx="892">
                  <c:v>4</c:v>
                </c:pt>
                <c:pt idx="893">
                  <c:v>3</c:v>
                </c:pt>
                <c:pt idx="894">
                  <c:v>2</c:v>
                </c:pt>
                <c:pt idx="895">
                  <c:v>5</c:v>
                </c:pt>
                <c:pt idx="896">
                  <c:v>4</c:v>
                </c:pt>
                <c:pt idx="897">
                  <c:v>3</c:v>
                </c:pt>
                <c:pt idx="898">
                  <c:v>3</c:v>
                </c:pt>
                <c:pt idx="899">
                  <c:v>4</c:v>
                </c:pt>
                <c:pt idx="900">
                  <c:v>3</c:v>
                </c:pt>
                <c:pt idx="901">
                  <c:v>2</c:v>
                </c:pt>
                <c:pt idx="902">
                  <c:v>4</c:v>
                </c:pt>
                <c:pt idx="903">
                  <c:v>2</c:v>
                </c:pt>
                <c:pt idx="904">
                  <c:v>3</c:v>
                </c:pt>
                <c:pt idx="905">
                  <c:v>4</c:v>
                </c:pt>
                <c:pt idx="906">
                  <c:v>3</c:v>
                </c:pt>
                <c:pt idx="907">
                  <c:v>3</c:v>
                </c:pt>
                <c:pt idx="908">
                  <c:v>4</c:v>
                </c:pt>
                <c:pt idx="909">
                  <c:v>3</c:v>
                </c:pt>
                <c:pt idx="910">
                  <c:v>4</c:v>
                </c:pt>
                <c:pt idx="911">
                  <c:v>4</c:v>
                </c:pt>
                <c:pt idx="912">
                  <c:v>3</c:v>
                </c:pt>
                <c:pt idx="913">
                  <c:v>3</c:v>
                </c:pt>
                <c:pt idx="914">
                  <c:v>3</c:v>
                </c:pt>
                <c:pt idx="915">
                  <c:v>3</c:v>
                </c:pt>
                <c:pt idx="916">
                  <c:v>2</c:v>
                </c:pt>
                <c:pt idx="917">
                  <c:v>4</c:v>
                </c:pt>
                <c:pt idx="918">
                  <c:v>3</c:v>
                </c:pt>
                <c:pt idx="919">
                  <c:v>4</c:v>
                </c:pt>
                <c:pt idx="920">
                  <c:v>3</c:v>
                </c:pt>
                <c:pt idx="921">
                  <c:v>3</c:v>
                </c:pt>
                <c:pt idx="922">
                  <c:v>2</c:v>
                </c:pt>
                <c:pt idx="923">
                  <c:v>2</c:v>
                </c:pt>
                <c:pt idx="924">
                  <c:v>3</c:v>
                </c:pt>
                <c:pt idx="925">
                  <c:v>2</c:v>
                </c:pt>
                <c:pt idx="926">
                  <c:v>3</c:v>
                </c:pt>
                <c:pt idx="927">
                  <c:v>2</c:v>
                </c:pt>
                <c:pt idx="928">
                  <c:v>3</c:v>
                </c:pt>
                <c:pt idx="929">
                  <c:v>3</c:v>
                </c:pt>
                <c:pt idx="930">
                  <c:v>2</c:v>
                </c:pt>
                <c:pt idx="931">
                  <c:v>3</c:v>
                </c:pt>
                <c:pt idx="932">
                  <c:v>5</c:v>
                </c:pt>
                <c:pt idx="933">
                  <c:v>4</c:v>
                </c:pt>
                <c:pt idx="934">
                  <c:v>2</c:v>
                </c:pt>
                <c:pt idx="935">
                  <c:v>2</c:v>
                </c:pt>
                <c:pt idx="936">
                  <c:v>3</c:v>
                </c:pt>
                <c:pt idx="937">
                  <c:v>2</c:v>
                </c:pt>
                <c:pt idx="938">
                  <c:v>3</c:v>
                </c:pt>
                <c:pt idx="939">
                  <c:v>5</c:v>
                </c:pt>
                <c:pt idx="940">
                  <c:v>4</c:v>
                </c:pt>
                <c:pt idx="941">
                  <c:v>3</c:v>
                </c:pt>
                <c:pt idx="942">
                  <c:v>3</c:v>
                </c:pt>
                <c:pt idx="943">
                  <c:v>4</c:v>
                </c:pt>
                <c:pt idx="944">
                  <c:v>2</c:v>
                </c:pt>
                <c:pt idx="945">
                  <c:v>3</c:v>
                </c:pt>
                <c:pt idx="946">
                  <c:v>2</c:v>
                </c:pt>
                <c:pt idx="947">
                  <c:v>3</c:v>
                </c:pt>
                <c:pt idx="948">
                  <c:v>4</c:v>
                </c:pt>
                <c:pt idx="949">
                  <c:v>2</c:v>
                </c:pt>
                <c:pt idx="950">
                  <c:v>4</c:v>
                </c:pt>
                <c:pt idx="951">
                  <c:v>4</c:v>
                </c:pt>
                <c:pt idx="952">
                  <c:v>4</c:v>
                </c:pt>
                <c:pt idx="953">
                  <c:v>2</c:v>
                </c:pt>
                <c:pt idx="954">
                  <c:v>3</c:v>
                </c:pt>
                <c:pt idx="955">
                  <c:v>3</c:v>
                </c:pt>
                <c:pt idx="956">
                  <c:v>2</c:v>
                </c:pt>
                <c:pt idx="957">
                  <c:v>3</c:v>
                </c:pt>
                <c:pt idx="958">
                  <c:v>3</c:v>
                </c:pt>
                <c:pt idx="959">
                  <c:v>2</c:v>
                </c:pt>
                <c:pt idx="960">
                  <c:v>3</c:v>
                </c:pt>
                <c:pt idx="961">
                  <c:v>3</c:v>
                </c:pt>
                <c:pt idx="962">
                  <c:v>2</c:v>
                </c:pt>
                <c:pt idx="963">
                  <c:v>3</c:v>
                </c:pt>
                <c:pt idx="964">
                  <c:v>2</c:v>
                </c:pt>
                <c:pt idx="965">
                  <c:v>3</c:v>
                </c:pt>
                <c:pt idx="966">
                  <c:v>3</c:v>
                </c:pt>
                <c:pt idx="967">
                  <c:v>3</c:v>
                </c:pt>
                <c:pt idx="968">
                  <c:v>2</c:v>
                </c:pt>
                <c:pt idx="969">
                  <c:v>3</c:v>
                </c:pt>
                <c:pt idx="970">
                  <c:v>3</c:v>
                </c:pt>
                <c:pt idx="971">
                  <c:v>4</c:v>
                </c:pt>
                <c:pt idx="972">
                  <c:v>3</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FE64-4A27-9377-F9824FF966B8}"/>
            </c:ext>
          </c:extLst>
        </c:ser>
        <c:ser>
          <c:idx val="1"/>
          <c:order val="1"/>
          <c:tx>
            <c:v>Predicted Water Intake (Liters)</c:v>
          </c:tx>
          <c:spPr>
            <a:ln w="19050">
              <a:noFill/>
            </a:ln>
          </c:spPr>
          <c:xVal>
            <c:numRef>
              <c:f>'Sub-Dataset'!$DP$2:$DP$974</c:f>
              <c:numCache>
                <c:formatCode>General</c:formatCode>
                <c:ptCount val="973"/>
                <c:pt idx="0">
                  <c:v>4</c:v>
                </c:pt>
                <c:pt idx="1">
                  <c:v>3</c:v>
                </c:pt>
                <c:pt idx="2">
                  <c:v>2</c:v>
                </c:pt>
                <c:pt idx="3">
                  <c:v>2</c:v>
                </c:pt>
                <c:pt idx="4">
                  <c:v>3</c:v>
                </c:pt>
                <c:pt idx="5">
                  <c:v>3</c:v>
                </c:pt>
                <c:pt idx="6">
                  <c:v>3</c:v>
                </c:pt>
                <c:pt idx="7">
                  <c:v>4</c:v>
                </c:pt>
                <c:pt idx="8">
                  <c:v>3</c:v>
                </c:pt>
                <c:pt idx="9">
                  <c:v>5</c:v>
                </c:pt>
                <c:pt idx="10">
                  <c:v>3</c:v>
                </c:pt>
                <c:pt idx="11">
                  <c:v>3</c:v>
                </c:pt>
                <c:pt idx="12">
                  <c:v>4</c:v>
                </c:pt>
                <c:pt idx="13">
                  <c:v>3</c:v>
                </c:pt>
                <c:pt idx="14">
                  <c:v>5</c:v>
                </c:pt>
                <c:pt idx="15">
                  <c:v>2</c:v>
                </c:pt>
                <c:pt idx="16">
                  <c:v>4</c:v>
                </c:pt>
                <c:pt idx="17">
                  <c:v>4</c:v>
                </c:pt>
                <c:pt idx="18">
                  <c:v>3</c:v>
                </c:pt>
                <c:pt idx="19">
                  <c:v>3</c:v>
                </c:pt>
                <c:pt idx="20">
                  <c:v>4</c:v>
                </c:pt>
                <c:pt idx="21">
                  <c:v>3</c:v>
                </c:pt>
                <c:pt idx="22">
                  <c:v>5</c:v>
                </c:pt>
                <c:pt idx="23">
                  <c:v>3</c:v>
                </c:pt>
                <c:pt idx="24">
                  <c:v>5</c:v>
                </c:pt>
                <c:pt idx="25">
                  <c:v>5</c:v>
                </c:pt>
                <c:pt idx="26">
                  <c:v>3</c:v>
                </c:pt>
                <c:pt idx="27">
                  <c:v>4</c:v>
                </c:pt>
                <c:pt idx="28">
                  <c:v>5</c:v>
                </c:pt>
                <c:pt idx="29">
                  <c:v>4</c:v>
                </c:pt>
                <c:pt idx="30">
                  <c:v>4</c:v>
                </c:pt>
                <c:pt idx="31">
                  <c:v>4</c:v>
                </c:pt>
                <c:pt idx="32">
                  <c:v>3</c:v>
                </c:pt>
                <c:pt idx="33">
                  <c:v>2</c:v>
                </c:pt>
                <c:pt idx="34">
                  <c:v>3</c:v>
                </c:pt>
                <c:pt idx="35">
                  <c:v>3</c:v>
                </c:pt>
                <c:pt idx="36">
                  <c:v>2</c:v>
                </c:pt>
                <c:pt idx="37">
                  <c:v>3</c:v>
                </c:pt>
                <c:pt idx="38">
                  <c:v>5</c:v>
                </c:pt>
                <c:pt idx="39">
                  <c:v>4</c:v>
                </c:pt>
                <c:pt idx="40">
                  <c:v>4</c:v>
                </c:pt>
                <c:pt idx="41">
                  <c:v>3</c:v>
                </c:pt>
                <c:pt idx="42">
                  <c:v>5</c:v>
                </c:pt>
                <c:pt idx="43">
                  <c:v>4</c:v>
                </c:pt>
                <c:pt idx="44">
                  <c:v>4</c:v>
                </c:pt>
                <c:pt idx="45">
                  <c:v>2</c:v>
                </c:pt>
                <c:pt idx="46">
                  <c:v>3</c:v>
                </c:pt>
                <c:pt idx="47">
                  <c:v>3</c:v>
                </c:pt>
                <c:pt idx="48">
                  <c:v>3</c:v>
                </c:pt>
                <c:pt idx="49">
                  <c:v>4</c:v>
                </c:pt>
                <c:pt idx="50">
                  <c:v>2</c:v>
                </c:pt>
                <c:pt idx="51">
                  <c:v>3</c:v>
                </c:pt>
                <c:pt idx="52">
                  <c:v>3</c:v>
                </c:pt>
                <c:pt idx="53">
                  <c:v>2</c:v>
                </c:pt>
                <c:pt idx="54">
                  <c:v>4</c:v>
                </c:pt>
                <c:pt idx="55">
                  <c:v>2</c:v>
                </c:pt>
                <c:pt idx="56">
                  <c:v>4</c:v>
                </c:pt>
                <c:pt idx="57">
                  <c:v>3</c:v>
                </c:pt>
                <c:pt idx="58">
                  <c:v>5</c:v>
                </c:pt>
                <c:pt idx="59">
                  <c:v>5</c:v>
                </c:pt>
                <c:pt idx="60">
                  <c:v>3</c:v>
                </c:pt>
                <c:pt idx="61">
                  <c:v>5</c:v>
                </c:pt>
                <c:pt idx="62">
                  <c:v>4</c:v>
                </c:pt>
                <c:pt idx="63">
                  <c:v>5</c:v>
                </c:pt>
                <c:pt idx="64">
                  <c:v>3</c:v>
                </c:pt>
                <c:pt idx="65">
                  <c:v>2</c:v>
                </c:pt>
                <c:pt idx="66">
                  <c:v>5</c:v>
                </c:pt>
                <c:pt idx="67">
                  <c:v>2</c:v>
                </c:pt>
                <c:pt idx="68">
                  <c:v>2</c:v>
                </c:pt>
                <c:pt idx="69">
                  <c:v>4</c:v>
                </c:pt>
                <c:pt idx="70">
                  <c:v>5</c:v>
                </c:pt>
                <c:pt idx="71">
                  <c:v>4</c:v>
                </c:pt>
                <c:pt idx="72">
                  <c:v>2</c:v>
                </c:pt>
                <c:pt idx="73">
                  <c:v>4</c:v>
                </c:pt>
                <c:pt idx="74">
                  <c:v>2</c:v>
                </c:pt>
                <c:pt idx="75">
                  <c:v>3</c:v>
                </c:pt>
                <c:pt idx="76">
                  <c:v>2</c:v>
                </c:pt>
                <c:pt idx="77">
                  <c:v>4</c:v>
                </c:pt>
                <c:pt idx="78">
                  <c:v>3</c:v>
                </c:pt>
                <c:pt idx="79">
                  <c:v>3</c:v>
                </c:pt>
                <c:pt idx="80">
                  <c:v>3</c:v>
                </c:pt>
                <c:pt idx="81">
                  <c:v>5</c:v>
                </c:pt>
                <c:pt idx="82">
                  <c:v>4</c:v>
                </c:pt>
                <c:pt idx="83">
                  <c:v>2</c:v>
                </c:pt>
                <c:pt idx="84">
                  <c:v>2</c:v>
                </c:pt>
                <c:pt idx="85">
                  <c:v>3</c:v>
                </c:pt>
                <c:pt idx="86">
                  <c:v>3</c:v>
                </c:pt>
                <c:pt idx="87">
                  <c:v>4</c:v>
                </c:pt>
                <c:pt idx="88">
                  <c:v>4</c:v>
                </c:pt>
                <c:pt idx="89">
                  <c:v>5</c:v>
                </c:pt>
                <c:pt idx="90">
                  <c:v>4</c:v>
                </c:pt>
                <c:pt idx="91">
                  <c:v>3</c:v>
                </c:pt>
                <c:pt idx="92">
                  <c:v>3</c:v>
                </c:pt>
                <c:pt idx="93">
                  <c:v>3</c:v>
                </c:pt>
                <c:pt idx="94">
                  <c:v>2</c:v>
                </c:pt>
                <c:pt idx="95">
                  <c:v>5</c:v>
                </c:pt>
                <c:pt idx="96">
                  <c:v>5</c:v>
                </c:pt>
                <c:pt idx="97">
                  <c:v>4</c:v>
                </c:pt>
                <c:pt idx="98">
                  <c:v>5</c:v>
                </c:pt>
                <c:pt idx="99">
                  <c:v>3</c:v>
                </c:pt>
                <c:pt idx="100">
                  <c:v>3</c:v>
                </c:pt>
                <c:pt idx="101">
                  <c:v>4</c:v>
                </c:pt>
                <c:pt idx="102">
                  <c:v>3</c:v>
                </c:pt>
                <c:pt idx="103">
                  <c:v>4</c:v>
                </c:pt>
                <c:pt idx="104">
                  <c:v>2</c:v>
                </c:pt>
                <c:pt idx="105">
                  <c:v>2</c:v>
                </c:pt>
                <c:pt idx="106">
                  <c:v>4</c:v>
                </c:pt>
                <c:pt idx="107">
                  <c:v>2</c:v>
                </c:pt>
                <c:pt idx="108">
                  <c:v>3</c:v>
                </c:pt>
                <c:pt idx="109">
                  <c:v>3</c:v>
                </c:pt>
                <c:pt idx="110">
                  <c:v>4</c:v>
                </c:pt>
                <c:pt idx="111">
                  <c:v>4</c:v>
                </c:pt>
                <c:pt idx="112">
                  <c:v>3</c:v>
                </c:pt>
                <c:pt idx="113">
                  <c:v>4</c:v>
                </c:pt>
                <c:pt idx="114">
                  <c:v>3</c:v>
                </c:pt>
                <c:pt idx="115">
                  <c:v>5</c:v>
                </c:pt>
                <c:pt idx="116">
                  <c:v>4</c:v>
                </c:pt>
                <c:pt idx="117">
                  <c:v>3</c:v>
                </c:pt>
                <c:pt idx="118">
                  <c:v>3</c:v>
                </c:pt>
                <c:pt idx="119">
                  <c:v>2</c:v>
                </c:pt>
                <c:pt idx="120">
                  <c:v>5</c:v>
                </c:pt>
                <c:pt idx="121">
                  <c:v>2</c:v>
                </c:pt>
                <c:pt idx="122">
                  <c:v>3</c:v>
                </c:pt>
                <c:pt idx="123">
                  <c:v>4</c:v>
                </c:pt>
                <c:pt idx="124">
                  <c:v>3</c:v>
                </c:pt>
                <c:pt idx="125">
                  <c:v>3</c:v>
                </c:pt>
                <c:pt idx="126">
                  <c:v>3</c:v>
                </c:pt>
                <c:pt idx="127">
                  <c:v>3</c:v>
                </c:pt>
                <c:pt idx="128">
                  <c:v>5</c:v>
                </c:pt>
                <c:pt idx="129">
                  <c:v>3</c:v>
                </c:pt>
                <c:pt idx="130">
                  <c:v>3</c:v>
                </c:pt>
                <c:pt idx="131">
                  <c:v>4</c:v>
                </c:pt>
                <c:pt idx="132">
                  <c:v>2</c:v>
                </c:pt>
                <c:pt idx="133">
                  <c:v>2</c:v>
                </c:pt>
                <c:pt idx="134">
                  <c:v>4</c:v>
                </c:pt>
                <c:pt idx="135">
                  <c:v>3</c:v>
                </c:pt>
                <c:pt idx="136">
                  <c:v>2</c:v>
                </c:pt>
                <c:pt idx="137">
                  <c:v>3</c:v>
                </c:pt>
                <c:pt idx="138">
                  <c:v>3</c:v>
                </c:pt>
                <c:pt idx="139">
                  <c:v>4</c:v>
                </c:pt>
                <c:pt idx="140">
                  <c:v>4</c:v>
                </c:pt>
                <c:pt idx="141">
                  <c:v>4</c:v>
                </c:pt>
                <c:pt idx="142">
                  <c:v>5</c:v>
                </c:pt>
                <c:pt idx="143">
                  <c:v>4</c:v>
                </c:pt>
                <c:pt idx="144">
                  <c:v>3</c:v>
                </c:pt>
                <c:pt idx="145">
                  <c:v>4</c:v>
                </c:pt>
                <c:pt idx="146">
                  <c:v>3</c:v>
                </c:pt>
                <c:pt idx="147">
                  <c:v>3</c:v>
                </c:pt>
                <c:pt idx="148">
                  <c:v>4</c:v>
                </c:pt>
                <c:pt idx="149">
                  <c:v>2</c:v>
                </c:pt>
                <c:pt idx="150">
                  <c:v>5</c:v>
                </c:pt>
                <c:pt idx="151">
                  <c:v>5</c:v>
                </c:pt>
                <c:pt idx="152">
                  <c:v>3</c:v>
                </c:pt>
                <c:pt idx="153">
                  <c:v>2</c:v>
                </c:pt>
                <c:pt idx="154">
                  <c:v>5</c:v>
                </c:pt>
                <c:pt idx="155">
                  <c:v>5</c:v>
                </c:pt>
                <c:pt idx="156">
                  <c:v>3</c:v>
                </c:pt>
                <c:pt idx="157">
                  <c:v>5</c:v>
                </c:pt>
                <c:pt idx="158">
                  <c:v>4</c:v>
                </c:pt>
                <c:pt idx="159">
                  <c:v>4</c:v>
                </c:pt>
                <c:pt idx="160">
                  <c:v>4</c:v>
                </c:pt>
                <c:pt idx="161">
                  <c:v>2</c:v>
                </c:pt>
                <c:pt idx="162">
                  <c:v>3</c:v>
                </c:pt>
                <c:pt idx="163">
                  <c:v>2</c:v>
                </c:pt>
                <c:pt idx="164">
                  <c:v>3</c:v>
                </c:pt>
                <c:pt idx="165">
                  <c:v>3</c:v>
                </c:pt>
                <c:pt idx="166">
                  <c:v>4</c:v>
                </c:pt>
                <c:pt idx="167">
                  <c:v>4</c:v>
                </c:pt>
                <c:pt idx="168">
                  <c:v>4</c:v>
                </c:pt>
                <c:pt idx="169">
                  <c:v>3</c:v>
                </c:pt>
                <c:pt idx="170">
                  <c:v>2</c:v>
                </c:pt>
                <c:pt idx="171">
                  <c:v>3</c:v>
                </c:pt>
                <c:pt idx="172">
                  <c:v>3</c:v>
                </c:pt>
                <c:pt idx="173">
                  <c:v>4</c:v>
                </c:pt>
                <c:pt idx="174">
                  <c:v>4</c:v>
                </c:pt>
                <c:pt idx="175">
                  <c:v>4</c:v>
                </c:pt>
                <c:pt idx="176">
                  <c:v>2</c:v>
                </c:pt>
                <c:pt idx="177">
                  <c:v>3</c:v>
                </c:pt>
                <c:pt idx="178">
                  <c:v>4</c:v>
                </c:pt>
                <c:pt idx="179">
                  <c:v>4</c:v>
                </c:pt>
                <c:pt idx="180">
                  <c:v>3</c:v>
                </c:pt>
                <c:pt idx="181">
                  <c:v>4</c:v>
                </c:pt>
                <c:pt idx="182">
                  <c:v>3</c:v>
                </c:pt>
                <c:pt idx="183">
                  <c:v>2</c:v>
                </c:pt>
                <c:pt idx="184">
                  <c:v>3</c:v>
                </c:pt>
                <c:pt idx="185">
                  <c:v>3</c:v>
                </c:pt>
                <c:pt idx="186">
                  <c:v>3</c:v>
                </c:pt>
                <c:pt idx="187">
                  <c:v>2</c:v>
                </c:pt>
                <c:pt idx="188">
                  <c:v>3</c:v>
                </c:pt>
                <c:pt idx="189">
                  <c:v>3</c:v>
                </c:pt>
                <c:pt idx="190">
                  <c:v>2</c:v>
                </c:pt>
                <c:pt idx="191">
                  <c:v>3</c:v>
                </c:pt>
                <c:pt idx="192">
                  <c:v>4</c:v>
                </c:pt>
                <c:pt idx="193">
                  <c:v>3</c:v>
                </c:pt>
                <c:pt idx="194">
                  <c:v>4</c:v>
                </c:pt>
                <c:pt idx="195">
                  <c:v>3</c:v>
                </c:pt>
                <c:pt idx="196">
                  <c:v>3</c:v>
                </c:pt>
                <c:pt idx="197">
                  <c:v>2</c:v>
                </c:pt>
                <c:pt idx="198">
                  <c:v>3</c:v>
                </c:pt>
                <c:pt idx="199">
                  <c:v>2</c:v>
                </c:pt>
                <c:pt idx="200">
                  <c:v>3</c:v>
                </c:pt>
                <c:pt idx="201">
                  <c:v>2</c:v>
                </c:pt>
                <c:pt idx="202">
                  <c:v>4</c:v>
                </c:pt>
                <c:pt idx="203">
                  <c:v>3</c:v>
                </c:pt>
                <c:pt idx="204">
                  <c:v>3</c:v>
                </c:pt>
                <c:pt idx="205">
                  <c:v>3</c:v>
                </c:pt>
                <c:pt idx="206">
                  <c:v>4</c:v>
                </c:pt>
                <c:pt idx="207">
                  <c:v>4</c:v>
                </c:pt>
                <c:pt idx="208">
                  <c:v>4</c:v>
                </c:pt>
                <c:pt idx="209">
                  <c:v>2</c:v>
                </c:pt>
                <c:pt idx="210">
                  <c:v>2</c:v>
                </c:pt>
                <c:pt idx="211">
                  <c:v>2</c:v>
                </c:pt>
                <c:pt idx="212">
                  <c:v>3</c:v>
                </c:pt>
                <c:pt idx="213">
                  <c:v>3</c:v>
                </c:pt>
                <c:pt idx="214">
                  <c:v>3</c:v>
                </c:pt>
                <c:pt idx="215">
                  <c:v>4</c:v>
                </c:pt>
                <c:pt idx="216">
                  <c:v>4</c:v>
                </c:pt>
                <c:pt idx="217">
                  <c:v>2</c:v>
                </c:pt>
                <c:pt idx="218">
                  <c:v>4</c:v>
                </c:pt>
                <c:pt idx="219">
                  <c:v>2</c:v>
                </c:pt>
                <c:pt idx="220">
                  <c:v>2</c:v>
                </c:pt>
                <c:pt idx="221">
                  <c:v>3</c:v>
                </c:pt>
                <c:pt idx="222">
                  <c:v>4</c:v>
                </c:pt>
                <c:pt idx="223">
                  <c:v>4</c:v>
                </c:pt>
                <c:pt idx="224">
                  <c:v>2</c:v>
                </c:pt>
                <c:pt idx="225">
                  <c:v>3</c:v>
                </c:pt>
                <c:pt idx="226">
                  <c:v>4</c:v>
                </c:pt>
                <c:pt idx="227">
                  <c:v>2</c:v>
                </c:pt>
                <c:pt idx="228">
                  <c:v>3</c:v>
                </c:pt>
                <c:pt idx="229">
                  <c:v>3</c:v>
                </c:pt>
                <c:pt idx="230">
                  <c:v>4</c:v>
                </c:pt>
                <c:pt idx="231">
                  <c:v>3</c:v>
                </c:pt>
                <c:pt idx="232">
                  <c:v>2</c:v>
                </c:pt>
                <c:pt idx="233">
                  <c:v>3</c:v>
                </c:pt>
                <c:pt idx="234">
                  <c:v>3</c:v>
                </c:pt>
                <c:pt idx="235">
                  <c:v>3</c:v>
                </c:pt>
                <c:pt idx="236">
                  <c:v>4</c:v>
                </c:pt>
                <c:pt idx="237">
                  <c:v>4</c:v>
                </c:pt>
                <c:pt idx="238">
                  <c:v>2</c:v>
                </c:pt>
                <c:pt idx="239">
                  <c:v>2</c:v>
                </c:pt>
                <c:pt idx="240">
                  <c:v>4</c:v>
                </c:pt>
                <c:pt idx="241">
                  <c:v>4</c:v>
                </c:pt>
                <c:pt idx="242">
                  <c:v>2</c:v>
                </c:pt>
                <c:pt idx="243">
                  <c:v>2</c:v>
                </c:pt>
                <c:pt idx="244">
                  <c:v>2</c:v>
                </c:pt>
                <c:pt idx="245">
                  <c:v>3</c:v>
                </c:pt>
                <c:pt idx="246">
                  <c:v>2</c:v>
                </c:pt>
                <c:pt idx="247">
                  <c:v>3</c:v>
                </c:pt>
                <c:pt idx="248">
                  <c:v>2</c:v>
                </c:pt>
                <c:pt idx="249">
                  <c:v>4</c:v>
                </c:pt>
                <c:pt idx="250">
                  <c:v>2</c:v>
                </c:pt>
                <c:pt idx="251">
                  <c:v>4</c:v>
                </c:pt>
                <c:pt idx="252">
                  <c:v>4</c:v>
                </c:pt>
                <c:pt idx="253">
                  <c:v>3</c:v>
                </c:pt>
                <c:pt idx="254">
                  <c:v>4</c:v>
                </c:pt>
                <c:pt idx="255">
                  <c:v>2</c:v>
                </c:pt>
                <c:pt idx="256">
                  <c:v>2</c:v>
                </c:pt>
                <c:pt idx="257">
                  <c:v>2</c:v>
                </c:pt>
                <c:pt idx="258">
                  <c:v>3</c:v>
                </c:pt>
                <c:pt idx="259">
                  <c:v>3</c:v>
                </c:pt>
                <c:pt idx="260">
                  <c:v>4</c:v>
                </c:pt>
                <c:pt idx="261">
                  <c:v>2</c:v>
                </c:pt>
                <c:pt idx="262">
                  <c:v>3</c:v>
                </c:pt>
                <c:pt idx="263">
                  <c:v>3</c:v>
                </c:pt>
                <c:pt idx="264">
                  <c:v>2</c:v>
                </c:pt>
                <c:pt idx="265">
                  <c:v>2</c:v>
                </c:pt>
                <c:pt idx="266">
                  <c:v>4</c:v>
                </c:pt>
                <c:pt idx="267">
                  <c:v>2</c:v>
                </c:pt>
                <c:pt idx="268">
                  <c:v>4</c:v>
                </c:pt>
                <c:pt idx="269">
                  <c:v>4</c:v>
                </c:pt>
                <c:pt idx="270">
                  <c:v>3</c:v>
                </c:pt>
                <c:pt idx="271">
                  <c:v>3</c:v>
                </c:pt>
                <c:pt idx="272">
                  <c:v>3</c:v>
                </c:pt>
                <c:pt idx="273">
                  <c:v>3</c:v>
                </c:pt>
                <c:pt idx="274">
                  <c:v>4</c:v>
                </c:pt>
                <c:pt idx="275">
                  <c:v>2</c:v>
                </c:pt>
                <c:pt idx="276">
                  <c:v>3</c:v>
                </c:pt>
                <c:pt idx="277">
                  <c:v>3</c:v>
                </c:pt>
                <c:pt idx="278">
                  <c:v>3</c:v>
                </c:pt>
                <c:pt idx="279">
                  <c:v>3</c:v>
                </c:pt>
                <c:pt idx="280">
                  <c:v>2</c:v>
                </c:pt>
                <c:pt idx="281">
                  <c:v>3</c:v>
                </c:pt>
                <c:pt idx="282">
                  <c:v>3</c:v>
                </c:pt>
                <c:pt idx="283">
                  <c:v>3</c:v>
                </c:pt>
                <c:pt idx="284">
                  <c:v>2</c:v>
                </c:pt>
                <c:pt idx="285">
                  <c:v>2</c:v>
                </c:pt>
                <c:pt idx="286">
                  <c:v>2</c:v>
                </c:pt>
                <c:pt idx="287">
                  <c:v>3</c:v>
                </c:pt>
                <c:pt idx="288">
                  <c:v>3</c:v>
                </c:pt>
                <c:pt idx="289">
                  <c:v>3</c:v>
                </c:pt>
                <c:pt idx="290">
                  <c:v>3</c:v>
                </c:pt>
                <c:pt idx="291">
                  <c:v>4</c:v>
                </c:pt>
                <c:pt idx="292">
                  <c:v>4</c:v>
                </c:pt>
                <c:pt idx="293">
                  <c:v>4</c:v>
                </c:pt>
                <c:pt idx="294">
                  <c:v>3</c:v>
                </c:pt>
                <c:pt idx="295">
                  <c:v>2</c:v>
                </c:pt>
                <c:pt idx="296">
                  <c:v>4</c:v>
                </c:pt>
                <c:pt idx="297">
                  <c:v>4</c:v>
                </c:pt>
                <c:pt idx="298">
                  <c:v>3</c:v>
                </c:pt>
                <c:pt idx="299">
                  <c:v>3</c:v>
                </c:pt>
                <c:pt idx="300">
                  <c:v>2</c:v>
                </c:pt>
                <c:pt idx="301">
                  <c:v>4</c:v>
                </c:pt>
                <c:pt idx="302">
                  <c:v>3</c:v>
                </c:pt>
                <c:pt idx="303">
                  <c:v>4</c:v>
                </c:pt>
                <c:pt idx="304">
                  <c:v>2</c:v>
                </c:pt>
                <c:pt idx="305">
                  <c:v>4</c:v>
                </c:pt>
                <c:pt idx="306">
                  <c:v>3</c:v>
                </c:pt>
                <c:pt idx="307">
                  <c:v>3</c:v>
                </c:pt>
                <c:pt idx="308">
                  <c:v>4</c:v>
                </c:pt>
                <c:pt idx="309">
                  <c:v>4</c:v>
                </c:pt>
                <c:pt idx="310">
                  <c:v>4</c:v>
                </c:pt>
                <c:pt idx="311">
                  <c:v>3</c:v>
                </c:pt>
                <c:pt idx="312">
                  <c:v>3</c:v>
                </c:pt>
                <c:pt idx="313">
                  <c:v>3</c:v>
                </c:pt>
                <c:pt idx="314">
                  <c:v>4</c:v>
                </c:pt>
                <c:pt idx="315">
                  <c:v>3</c:v>
                </c:pt>
                <c:pt idx="316">
                  <c:v>3</c:v>
                </c:pt>
                <c:pt idx="317">
                  <c:v>3</c:v>
                </c:pt>
                <c:pt idx="318">
                  <c:v>4</c:v>
                </c:pt>
                <c:pt idx="319">
                  <c:v>4</c:v>
                </c:pt>
                <c:pt idx="320">
                  <c:v>4</c:v>
                </c:pt>
                <c:pt idx="321">
                  <c:v>3</c:v>
                </c:pt>
                <c:pt idx="322">
                  <c:v>3</c:v>
                </c:pt>
                <c:pt idx="323">
                  <c:v>2</c:v>
                </c:pt>
                <c:pt idx="324">
                  <c:v>3</c:v>
                </c:pt>
                <c:pt idx="325">
                  <c:v>2</c:v>
                </c:pt>
                <c:pt idx="326">
                  <c:v>4</c:v>
                </c:pt>
                <c:pt idx="327">
                  <c:v>3</c:v>
                </c:pt>
                <c:pt idx="328">
                  <c:v>4</c:v>
                </c:pt>
                <c:pt idx="329">
                  <c:v>3</c:v>
                </c:pt>
                <c:pt idx="330">
                  <c:v>3</c:v>
                </c:pt>
                <c:pt idx="331">
                  <c:v>3</c:v>
                </c:pt>
                <c:pt idx="332">
                  <c:v>3</c:v>
                </c:pt>
                <c:pt idx="333">
                  <c:v>2</c:v>
                </c:pt>
                <c:pt idx="334">
                  <c:v>4</c:v>
                </c:pt>
                <c:pt idx="335">
                  <c:v>3</c:v>
                </c:pt>
                <c:pt idx="336">
                  <c:v>3</c:v>
                </c:pt>
                <c:pt idx="337">
                  <c:v>4</c:v>
                </c:pt>
                <c:pt idx="338">
                  <c:v>4</c:v>
                </c:pt>
                <c:pt idx="339">
                  <c:v>4</c:v>
                </c:pt>
                <c:pt idx="340">
                  <c:v>3</c:v>
                </c:pt>
                <c:pt idx="341">
                  <c:v>2</c:v>
                </c:pt>
                <c:pt idx="342">
                  <c:v>4</c:v>
                </c:pt>
                <c:pt idx="343">
                  <c:v>3</c:v>
                </c:pt>
                <c:pt idx="344">
                  <c:v>2</c:v>
                </c:pt>
                <c:pt idx="345">
                  <c:v>2</c:v>
                </c:pt>
                <c:pt idx="346">
                  <c:v>4</c:v>
                </c:pt>
                <c:pt idx="347">
                  <c:v>3</c:v>
                </c:pt>
                <c:pt idx="348">
                  <c:v>2</c:v>
                </c:pt>
                <c:pt idx="349">
                  <c:v>4</c:v>
                </c:pt>
                <c:pt idx="350">
                  <c:v>3</c:v>
                </c:pt>
                <c:pt idx="351">
                  <c:v>3</c:v>
                </c:pt>
                <c:pt idx="352">
                  <c:v>3</c:v>
                </c:pt>
                <c:pt idx="353">
                  <c:v>3</c:v>
                </c:pt>
                <c:pt idx="354">
                  <c:v>3</c:v>
                </c:pt>
                <c:pt idx="355">
                  <c:v>3</c:v>
                </c:pt>
                <c:pt idx="356">
                  <c:v>2</c:v>
                </c:pt>
                <c:pt idx="357">
                  <c:v>4</c:v>
                </c:pt>
                <c:pt idx="358">
                  <c:v>4</c:v>
                </c:pt>
                <c:pt idx="359">
                  <c:v>4</c:v>
                </c:pt>
                <c:pt idx="360">
                  <c:v>4</c:v>
                </c:pt>
                <c:pt idx="361">
                  <c:v>3</c:v>
                </c:pt>
                <c:pt idx="362">
                  <c:v>3</c:v>
                </c:pt>
                <c:pt idx="363">
                  <c:v>3</c:v>
                </c:pt>
                <c:pt idx="364">
                  <c:v>3</c:v>
                </c:pt>
                <c:pt idx="365">
                  <c:v>4</c:v>
                </c:pt>
                <c:pt idx="366">
                  <c:v>3</c:v>
                </c:pt>
                <c:pt idx="367">
                  <c:v>4</c:v>
                </c:pt>
                <c:pt idx="368">
                  <c:v>3</c:v>
                </c:pt>
                <c:pt idx="369">
                  <c:v>2</c:v>
                </c:pt>
                <c:pt idx="370">
                  <c:v>4</c:v>
                </c:pt>
                <c:pt idx="371">
                  <c:v>3</c:v>
                </c:pt>
                <c:pt idx="372">
                  <c:v>3</c:v>
                </c:pt>
                <c:pt idx="373">
                  <c:v>2</c:v>
                </c:pt>
                <c:pt idx="374">
                  <c:v>4</c:v>
                </c:pt>
                <c:pt idx="375">
                  <c:v>2</c:v>
                </c:pt>
                <c:pt idx="376">
                  <c:v>3</c:v>
                </c:pt>
                <c:pt idx="377">
                  <c:v>2</c:v>
                </c:pt>
                <c:pt idx="378">
                  <c:v>3</c:v>
                </c:pt>
                <c:pt idx="379">
                  <c:v>2</c:v>
                </c:pt>
                <c:pt idx="380">
                  <c:v>3</c:v>
                </c:pt>
                <c:pt idx="381">
                  <c:v>3</c:v>
                </c:pt>
                <c:pt idx="382">
                  <c:v>2</c:v>
                </c:pt>
                <c:pt idx="383">
                  <c:v>4</c:v>
                </c:pt>
                <c:pt idx="384">
                  <c:v>3</c:v>
                </c:pt>
                <c:pt idx="385">
                  <c:v>3</c:v>
                </c:pt>
                <c:pt idx="386">
                  <c:v>2</c:v>
                </c:pt>
                <c:pt idx="387">
                  <c:v>3</c:v>
                </c:pt>
                <c:pt idx="388">
                  <c:v>4</c:v>
                </c:pt>
                <c:pt idx="389">
                  <c:v>3</c:v>
                </c:pt>
                <c:pt idx="390">
                  <c:v>3</c:v>
                </c:pt>
                <c:pt idx="391">
                  <c:v>3</c:v>
                </c:pt>
                <c:pt idx="392">
                  <c:v>3</c:v>
                </c:pt>
                <c:pt idx="393">
                  <c:v>3</c:v>
                </c:pt>
                <c:pt idx="394">
                  <c:v>2</c:v>
                </c:pt>
                <c:pt idx="395">
                  <c:v>3</c:v>
                </c:pt>
                <c:pt idx="396">
                  <c:v>4</c:v>
                </c:pt>
                <c:pt idx="397">
                  <c:v>3</c:v>
                </c:pt>
                <c:pt idx="398">
                  <c:v>2</c:v>
                </c:pt>
                <c:pt idx="399">
                  <c:v>2</c:v>
                </c:pt>
                <c:pt idx="400">
                  <c:v>5</c:v>
                </c:pt>
                <c:pt idx="401">
                  <c:v>4</c:v>
                </c:pt>
                <c:pt idx="402">
                  <c:v>5</c:v>
                </c:pt>
                <c:pt idx="403">
                  <c:v>4</c:v>
                </c:pt>
                <c:pt idx="404">
                  <c:v>4</c:v>
                </c:pt>
                <c:pt idx="405">
                  <c:v>2</c:v>
                </c:pt>
                <c:pt idx="406">
                  <c:v>4</c:v>
                </c:pt>
                <c:pt idx="407">
                  <c:v>4</c:v>
                </c:pt>
                <c:pt idx="408">
                  <c:v>5</c:v>
                </c:pt>
                <c:pt idx="409">
                  <c:v>5</c:v>
                </c:pt>
                <c:pt idx="410">
                  <c:v>5</c:v>
                </c:pt>
                <c:pt idx="411">
                  <c:v>4</c:v>
                </c:pt>
                <c:pt idx="412">
                  <c:v>3</c:v>
                </c:pt>
                <c:pt idx="413">
                  <c:v>3</c:v>
                </c:pt>
                <c:pt idx="414">
                  <c:v>4</c:v>
                </c:pt>
                <c:pt idx="415">
                  <c:v>4</c:v>
                </c:pt>
                <c:pt idx="416">
                  <c:v>5</c:v>
                </c:pt>
                <c:pt idx="417">
                  <c:v>4</c:v>
                </c:pt>
                <c:pt idx="418">
                  <c:v>5</c:v>
                </c:pt>
                <c:pt idx="419">
                  <c:v>2</c:v>
                </c:pt>
                <c:pt idx="420">
                  <c:v>4</c:v>
                </c:pt>
                <c:pt idx="421">
                  <c:v>4</c:v>
                </c:pt>
                <c:pt idx="422">
                  <c:v>5</c:v>
                </c:pt>
                <c:pt idx="423">
                  <c:v>5</c:v>
                </c:pt>
                <c:pt idx="424">
                  <c:v>4</c:v>
                </c:pt>
                <c:pt idx="425">
                  <c:v>4</c:v>
                </c:pt>
                <c:pt idx="426">
                  <c:v>4</c:v>
                </c:pt>
                <c:pt idx="427">
                  <c:v>2</c:v>
                </c:pt>
                <c:pt idx="428">
                  <c:v>2</c:v>
                </c:pt>
                <c:pt idx="429">
                  <c:v>4</c:v>
                </c:pt>
                <c:pt idx="430">
                  <c:v>3</c:v>
                </c:pt>
                <c:pt idx="431">
                  <c:v>5</c:v>
                </c:pt>
                <c:pt idx="432">
                  <c:v>5</c:v>
                </c:pt>
                <c:pt idx="433">
                  <c:v>4</c:v>
                </c:pt>
                <c:pt idx="434">
                  <c:v>4</c:v>
                </c:pt>
                <c:pt idx="435">
                  <c:v>5</c:v>
                </c:pt>
                <c:pt idx="436">
                  <c:v>2</c:v>
                </c:pt>
                <c:pt idx="437">
                  <c:v>4</c:v>
                </c:pt>
                <c:pt idx="438">
                  <c:v>3</c:v>
                </c:pt>
                <c:pt idx="439">
                  <c:v>4</c:v>
                </c:pt>
                <c:pt idx="440">
                  <c:v>3</c:v>
                </c:pt>
                <c:pt idx="441">
                  <c:v>5</c:v>
                </c:pt>
                <c:pt idx="442">
                  <c:v>2</c:v>
                </c:pt>
                <c:pt idx="443">
                  <c:v>4</c:v>
                </c:pt>
                <c:pt idx="444">
                  <c:v>5</c:v>
                </c:pt>
                <c:pt idx="445">
                  <c:v>2</c:v>
                </c:pt>
                <c:pt idx="446">
                  <c:v>4</c:v>
                </c:pt>
                <c:pt idx="447">
                  <c:v>3</c:v>
                </c:pt>
                <c:pt idx="448">
                  <c:v>3</c:v>
                </c:pt>
                <c:pt idx="449">
                  <c:v>4</c:v>
                </c:pt>
                <c:pt idx="450">
                  <c:v>3</c:v>
                </c:pt>
                <c:pt idx="451">
                  <c:v>3</c:v>
                </c:pt>
                <c:pt idx="452">
                  <c:v>3</c:v>
                </c:pt>
                <c:pt idx="453">
                  <c:v>2</c:v>
                </c:pt>
                <c:pt idx="454">
                  <c:v>2</c:v>
                </c:pt>
                <c:pt idx="455">
                  <c:v>5</c:v>
                </c:pt>
                <c:pt idx="456">
                  <c:v>5</c:v>
                </c:pt>
                <c:pt idx="457">
                  <c:v>4</c:v>
                </c:pt>
                <c:pt idx="458">
                  <c:v>3</c:v>
                </c:pt>
                <c:pt idx="459">
                  <c:v>4</c:v>
                </c:pt>
                <c:pt idx="460">
                  <c:v>4</c:v>
                </c:pt>
                <c:pt idx="461">
                  <c:v>3</c:v>
                </c:pt>
                <c:pt idx="462">
                  <c:v>3</c:v>
                </c:pt>
                <c:pt idx="463">
                  <c:v>5</c:v>
                </c:pt>
                <c:pt idx="464">
                  <c:v>3</c:v>
                </c:pt>
                <c:pt idx="465">
                  <c:v>2</c:v>
                </c:pt>
                <c:pt idx="466">
                  <c:v>3</c:v>
                </c:pt>
                <c:pt idx="467">
                  <c:v>4</c:v>
                </c:pt>
                <c:pt idx="468">
                  <c:v>4</c:v>
                </c:pt>
                <c:pt idx="469">
                  <c:v>2</c:v>
                </c:pt>
                <c:pt idx="470">
                  <c:v>2</c:v>
                </c:pt>
                <c:pt idx="471">
                  <c:v>5</c:v>
                </c:pt>
                <c:pt idx="472">
                  <c:v>4</c:v>
                </c:pt>
                <c:pt idx="473">
                  <c:v>4</c:v>
                </c:pt>
                <c:pt idx="474">
                  <c:v>4</c:v>
                </c:pt>
                <c:pt idx="475">
                  <c:v>4</c:v>
                </c:pt>
                <c:pt idx="476">
                  <c:v>3</c:v>
                </c:pt>
                <c:pt idx="477">
                  <c:v>5</c:v>
                </c:pt>
                <c:pt idx="478">
                  <c:v>3</c:v>
                </c:pt>
                <c:pt idx="479">
                  <c:v>4</c:v>
                </c:pt>
                <c:pt idx="480">
                  <c:v>4</c:v>
                </c:pt>
                <c:pt idx="481">
                  <c:v>2</c:v>
                </c:pt>
                <c:pt idx="482">
                  <c:v>3</c:v>
                </c:pt>
                <c:pt idx="483">
                  <c:v>3</c:v>
                </c:pt>
                <c:pt idx="484">
                  <c:v>4</c:v>
                </c:pt>
                <c:pt idx="485">
                  <c:v>4</c:v>
                </c:pt>
                <c:pt idx="486">
                  <c:v>4</c:v>
                </c:pt>
                <c:pt idx="487">
                  <c:v>2</c:v>
                </c:pt>
                <c:pt idx="488">
                  <c:v>4</c:v>
                </c:pt>
                <c:pt idx="489">
                  <c:v>4</c:v>
                </c:pt>
                <c:pt idx="490">
                  <c:v>4</c:v>
                </c:pt>
                <c:pt idx="491">
                  <c:v>4</c:v>
                </c:pt>
                <c:pt idx="492">
                  <c:v>4</c:v>
                </c:pt>
                <c:pt idx="493">
                  <c:v>4</c:v>
                </c:pt>
                <c:pt idx="494">
                  <c:v>5</c:v>
                </c:pt>
                <c:pt idx="495">
                  <c:v>5</c:v>
                </c:pt>
                <c:pt idx="496">
                  <c:v>2</c:v>
                </c:pt>
                <c:pt idx="497">
                  <c:v>5</c:v>
                </c:pt>
                <c:pt idx="498">
                  <c:v>4</c:v>
                </c:pt>
                <c:pt idx="499">
                  <c:v>4</c:v>
                </c:pt>
                <c:pt idx="500">
                  <c:v>4</c:v>
                </c:pt>
                <c:pt idx="501">
                  <c:v>3</c:v>
                </c:pt>
                <c:pt idx="502">
                  <c:v>4</c:v>
                </c:pt>
                <c:pt idx="503">
                  <c:v>4</c:v>
                </c:pt>
                <c:pt idx="504">
                  <c:v>4</c:v>
                </c:pt>
                <c:pt idx="505">
                  <c:v>5</c:v>
                </c:pt>
                <c:pt idx="506">
                  <c:v>2</c:v>
                </c:pt>
                <c:pt idx="507">
                  <c:v>5</c:v>
                </c:pt>
                <c:pt idx="508">
                  <c:v>2</c:v>
                </c:pt>
                <c:pt idx="509">
                  <c:v>5</c:v>
                </c:pt>
                <c:pt idx="510">
                  <c:v>3</c:v>
                </c:pt>
                <c:pt idx="511">
                  <c:v>3</c:v>
                </c:pt>
                <c:pt idx="512">
                  <c:v>4</c:v>
                </c:pt>
                <c:pt idx="513">
                  <c:v>4</c:v>
                </c:pt>
                <c:pt idx="514">
                  <c:v>3</c:v>
                </c:pt>
                <c:pt idx="515">
                  <c:v>2</c:v>
                </c:pt>
                <c:pt idx="516">
                  <c:v>4</c:v>
                </c:pt>
                <c:pt idx="517">
                  <c:v>4</c:v>
                </c:pt>
                <c:pt idx="518">
                  <c:v>5</c:v>
                </c:pt>
                <c:pt idx="519">
                  <c:v>2</c:v>
                </c:pt>
                <c:pt idx="520">
                  <c:v>4</c:v>
                </c:pt>
                <c:pt idx="521">
                  <c:v>4</c:v>
                </c:pt>
                <c:pt idx="522">
                  <c:v>5</c:v>
                </c:pt>
                <c:pt idx="523">
                  <c:v>3</c:v>
                </c:pt>
                <c:pt idx="524">
                  <c:v>4</c:v>
                </c:pt>
                <c:pt idx="525">
                  <c:v>3</c:v>
                </c:pt>
                <c:pt idx="526">
                  <c:v>4</c:v>
                </c:pt>
                <c:pt idx="527">
                  <c:v>4</c:v>
                </c:pt>
                <c:pt idx="528">
                  <c:v>3</c:v>
                </c:pt>
                <c:pt idx="529">
                  <c:v>4</c:v>
                </c:pt>
                <c:pt idx="530">
                  <c:v>4</c:v>
                </c:pt>
                <c:pt idx="531">
                  <c:v>5</c:v>
                </c:pt>
                <c:pt idx="532">
                  <c:v>3</c:v>
                </c:pt>
                <c:pt idx="533">
                  <c:v>4</c:v>
                </c:pt>
                <c:pt idx="534">
                  <c:v>3</c:v>
                </c:pt>
                <c:pt idx="535">
                  <c:v>5</c:v>
                </c:pt>
                <c:pt idx="536">
                  <c:v>5</c:v>
                </c:pt>
                <c:pt idx="537">
                  <c:v>5</c:v>
                </c:pt>
                <c:pt idx="538">
                  <c:v>4</c:v>
                </c:pt>
                <c:pt idx="539">
                  <c:v>4</c:v>
                </c:pt>
                <c:pt idx="540">
                  <c:v>5</c:v>
                </c:pt>
                <c:pt idx="541">
                  <c:v>3</c:v>
                </c:pt>
                <c:pt idx="542">
                  <c:v>4</c:v>
                </c:pt>
                <c:pt idx="543">
                  <c:v>3</c:v>
                </c:pt>
                <c:pt idx="544">
                  <c:v>5</c:v>
                </c:pt>
                <c:pt idx="545">
                  <c:v>3</c:v>
                </c:pt>
                <c:pt idx="546">
                  <c:v>4</c:v>
                </c:pt>
                <c:pt idx="547">
                  <c:v>4</c:v>
                </c:pt>
                <c:pt idx="548">
                  <c:v>3</c:v>
                </c:pt>
                <c:pt idx="549">
                  <c:v>2</c:v>
                </c:pt>
                <c:pt idx="550">
                  <c:v>2</c:v>
                </c:pt>
                <c:pt idx="551">
                  <c:v>5</c:v>
                </c:pt>
                <c:pt idx="552">
                  <c:v>2</c:v>
                </c:pt>
                <c:pt idx="553">
                  <c:v>5</c:v>
                </c:pt>
                <c:pt idx="554">
                  <c:v>3</c:v>
                </c:pt>
                <c:pt idx="555">
                  <c:v>4</c:v>
                </c:pt>
                <c:pt idx="556">
                  <c:v>3</c:v>
                </c:pt>
                <c:pt idx="557">
                  <c:v>3</c:v>
                </c:pt>
                <c:pt idx="558">
                  <c:v>4</c:v>
                </c:pt>
                <c:pt idx="559">
                  <c:v>3</c:v>
                </c:pt>
                <c:pt idx="560">
                  <c:v>5</c:v>
                </c:pt>
                <c:pt idx="561">
                  <c:v>3</c:v>
                </c:pt>
                <c:pt idx="562">
                  <c:v>3</c:v>
                </c:pt>
                <c:pt idx="563">
                  <c:v>3</c:v>
                </c:pt>
                <c:pt idx="564">
                  <c:v>3</c:v>
                </c:pt>
                <c:pt idx="565">
                  <c:v>4</c:v>
                </c:pt>
                <c:pt idx="566">
                  <c:v>4</c:v>
                </c:pt>
                <c:pt idx="567">
                  <c:v>3</c:v>
                </c:pt>
                <c:pt idx="568">
                  <c:v>5</c:v>
                </c:pt>
                <c:pt idx="569">
                  <c:v>5</c:v>
                </c:pt>
                <c:pt idx="570">
                  <c:v>2</c:v>
                </c:pt>
                <c:pt idx="571">
                  <c:v>5</c:v>
                </c:pt>
                <c:pt idx="572">
                  <c:v>4</c:v>
                </c:pt>
                <c:pt idx="573">
                  <c:v>4</c:v>
                </c:pt>
                <c:pt idx="574">
                  <c:v>3</c:v>
                </c:pt>
                <c:pt idx="575">
                  <c:v>2</c:v>
                </c:pt>
                <c:pt idx="576">
                  <c:v>4</c:v>
                </c:pt>
                <c:pt idx="577">
                  <c:v>2</c:v>
                </c:pt>
                <c:pt idx="578">
                  <c:v>5</c:v>
                </c:pt>
                <c:pt idx="579">
                  <c:v>2</c:v>
                </c:pt>
                <c:pt idx="580">
                  <c:v>2</c:v>
                </c:pt>
                <c:pt idx="581">
                  <c:v>5</c:v>
                </c:pt>
                <c:pt idx="582">
                  <c:v>3</c:v>
                </c:pt>
                <c:pt idx="583">
                  <c:v>4</c:v>
                </c:pt>
                <c:pt idx="584">
                  <c:v>2</c:v>
                </c:pt>
                <c:pt idx="585">
                  <c:v>2</c:v>
                </c:pt>
                <c:pt idx="586">
                  <c:v>3</c:v>
                </c:pt>
                <c:pt idx="587">
                  <c:v>3</c:v>
                </c:pt>
                <c:pt idx="588">
                  <c:v>4</c:v>
                </c:pt>
                <c:pt idx="589">
                  <c:v>2</c:v>
                </c:pt>
                <c:pt idx="590">
                  <c:v>3</c:v>
                </c:pt>
                <c:pt idx="591">
                  <c:v>4</c:v>
                </c:pt>
                <c:pt idx="592">
                  <c:v>2</c:v>
                </c:pt>
                <c:pt idx="593">
                  <c:v>4</c:v>
                </c:pt>
                <c:pt idx="594">
                  <c:v>3</c:v>
                </c:pt>
                <c:pt idx="595">
                  <c:v>4</c:v>
                </c:pt>
                <c:pt idx="596">
                  <c:v>4</c:v>
                </c:pt>
                <c:pt idx="597">
                  <c:v>3</c:v>
                </c:pt>
                <c:pt idx="598">
                  <c:v>3</c:v>
                </c:pt>
                <c:pt idx="599">
                  <c:v>5</c:v>
                </c:pt>
                <c:pt idx="600">
                  <c:v>2</c:v>
                </c:pt>
                <c:pt idx="601">
                  <c:v>4</c:v>
                </c:pt>
                <c:pt idx="602">
                  <c:v>2</c:v>
                </c:pt>
                <c:pt idx="603">
                  <c:v>3</c:v>
                </c:pt>
                <c:pt idx="604">
                  <c:v>3</c:v>
                </c:pt>
                <c:pt idx="605">
                  <c:v>2</c:v>
                </c:pt>
                <c:pt idx="606">
                  <c:v>4</c:v>
                </c:pt>
                <c:pt idx="607">
                  <c:v>3</c:v>
                </c:pt>
                <c:pt idx="608">
                  <c:v>5</c:v>
                </c:pt>
                <c:pt idx="609">
                  <c:v>5</c:v>
                </c:pt>
                <c:pt idx="610">
                  <c:v>4</c:v>
                </c:pt>
                <c:pt idx="611">
                  <c:v>2</c:v>
                </c:pt>
                <c:pt idx="612">
                  <c:v>2</c:v>
                </c:pt>
                <c:pt idx="613">
                  <c:v>4</c:v>
                </c:pt>
                <c:pt idx="614">
                  <c:v>4</c:v>
                </c:pt>
                <c:pt idx="615">
                  <c:v>2</c:v>
                </c:pt>
                <c:pt idx="616">
                  <c:v>4</c:v>
                </c:pt>
                <c:pt idx="617">
                  <c:v>5</c:v>
                </c:pt>
                <c:pt idx="618">
                  <c:v>4</c:v>
                </c:pt>
                <c:pt idx="619">
                  <c:v>4</c:v>
                </c:pt>
                <c:pt idx="620">
                  <c:v>3</c:v>
                </c:pt>
                <c:pt idx="621">
                  <c:v>4</c:v>
                </c:pt>
                <c:pt idx="622">
                  <c:v>3</c:v>
                </c:pt>
                <c:pt idx="623">
                  <c:v>4</c:v>
                </c:pt>
                <c:pt idx="624">
                  <c:v>3</c:v>
                </c:pt>
                <c:pt idx="625">
                  <c:v>4</c:v>
                </c:pt>
                <c:pt idx="626">
                  <c:v>3</c:v>
                </c:pt>
                <c:pt idx="627">
                  <c:v>5</c:v>
                </c:pt>
                <c:pt idx="628">
                  <c:v>2</c:v>
                </c:pt>
                <c:pt idx="629">
                  <c:v>5</c:v>
                </c:pt>
                <c:pt idx="630">
                  <c:v>3</c:v>
                </c:pt>
                <c:pt idx="631">
                  <c:v>3</c:v>
                </c:pt>
                <c:pt idx="632">
                  <c:v>3</c:v>
                </c:pt>
                <c:pt idx="633">
                  <c:v>4</c:v>
                </c:pt>
                <c:pt idx="634">
                  <c:v>5</c:v>
                </c:pt>
                <c:pt idx="635">
                  <c:v>4</c:v>
                </c:pt>
                <c:pt idx="636">
                  <c:v>5</c:v>
                </c:pt>
                <c:pt idx="637">
                  <c:v>2</c:v>
                </c:pt>
                <c:pt idx="638">
                  <c:v>2</c:v>
                </c:pt>
                <c:pt idx="639">
                  <c:v>3</c:v>
                </c:pt>
                <c:pt idx="640">
                  <c:v>3</c:v>
                </c:pt>
                <c:pt idx="641">
                  <c:v>2</c:v>
                </c:pt>
                <c:pt idx="642">
                  <c:v>3</c:v>
                </c:pt>
                <c:pt idx="643">
                  <c:v>4</c:v>
                </c:pt>
                <c:pt idx="644">
                  <c:v>2</c:v>
                </c:pt>
                <c:pt idx="645">
                  <c:v>2</c:v>
                </c:pt>
                <c:pt idx="646">
                  <c:v>4</c:v>
                </c:pt>
                <c:pt idx="647">
                  <c:v>4</c:v>
                </c:pt>
                <c:pt idx="648">
                  <c:v>4</c:v>
                </c:pt>
                <c:pt idx="649">
                  <c:v>4</c:v>
                </c:pt>
                <c:pt idx="650">
                  <c:v>3</c:v>
                </c:pt>
                <c:pt idx="651">
                  <c:v>4</c:v>
                </c:pt>
                <c:pt idx="652">
                  <c:v>5</c:v>
                </c:pt>
                <c:pt idx="653">
                  <c:v>3</c:v>
                </c:pt>
                <c:pt idx="654">
                  <c:v>3</c:v>
                </c:pt>
                <c:pt idx="655">
                  <c:v>5</c:v>
                </c:pt>
                <c:pt idx="656">
                  <c:v>5</c:v>
                </c:pt>
                <c:pt idx="657">
                  <c:v>4</c:v>
                </c:pt>
                <c:pt idx="658">
                  <c:v>4</c:v>
                </c:pt>
                <c:pt idx="659">
                  <c:v>2</c:v>
                </c:pt>
                <c:pt idx="660">
                  <c:v>4</c:v>
                </c:pt>
                <c:pt idx="661">
                  <c:v>4</c:v>
                </c:pt>
                <c:pt idx="662">
                  <c:v>3</c:v>
                </c:pt>
                <c:pt idx="663">
                  <c:v>3</c:v>
                </c:pt>
                <c:pt idx="664">
                  <c:v>3</c:v>
                </c:pt>
                <c:pt idx="665">
                  <c:v>5</c:v>
                </c:pt>
                <c:pt idx="666">
                  <c:v>3</c:v>
                </c:pt>
                <c:pt idx="667">
                  <c:v>3</c:v>
                </c:pt>
                <c:pt idx="668">
                  <c:v>5</c:v>
                </c:pt>
                <c:pt idx="669">
                  <c:v>4</c:v>
                </c:pt>
                <c:pt idx="670">
                  <c:v>4</c:v>
                </c:pt>
                <c:pt idx="671">
                  <c:v>5</c:v>
                </c:pt>
                <c:pt idx="672">
                  <c:v>3</c:v>
                </c:pt>
                <c:pt idx="673">
                  <c:v>5</c:v>
                </c:pt>
                <c:pt idx="674">
                  <c:v>3</c:v>
                </c:pt>
                <c:pt idx="675">
                  <c:v>4</c:v>
                </c:pt>
                <c:pt idx="676">
                  <c:v>3</c:v>
                </c:pt>
                <c:pt idx="677">
                  <c:v>3</c:v>
                </c:pt>
                <c:pt idx="678">
                  <c:v>3</c:v>
                </c:pt>
                <c:pt idx="679">
                  <c:v>4</c:v>
                </c:pt>
                <c:pt idx="680">
                  <c:v>2</c:v>
                </c:pt>
                <c:pt idx="681">
                  <c:v>5</c:v>
                </c:pt>
                <c:pt idx="682">
                  <c:v>4</c:v>
                </c:pt>
                <c:pt idx="683">
                  <c:v>5</c:v>
                </c:pt>
                <c:pt idx="684">
                  <c:v>3</c:v>
                </c:pt>
                <c:pt idx="685">
                  <c:v>3</c:v>
                </c:pt>
                <c:pt idx="686">
                  <c:v>4</c:v>
                </c:pt>
                <c:pt idx="687">
                  <c:v>4</c:v>
                </c:pt>
                <c:pt idx="688">
                  <c:v>4</c:v>
                </c:pt>
                <c:pt idx="689">
                  <c:v>3</c:v>
                </c:pt>
                <c:pt idx="690">
                  <c:v>4</c:v>
                </c:pt>
                <c:pt idx="691">
                  <c:v>3</c:v>
                </c:pt>
                <c:pt idx="692">
                  <c:v>4</c:v>
                </c:pt>
                <c:pt idx="693">
                  <c:v>4</c:v>
                </c:pt>
                <c:pt idx="694">
                  <c:v>2</c:v>
                </c:pt>
                <c:pt idx="695">
                  <c:v>4</c:v>
                </c:pt>
                <c:pt idx="696">
                  <c:v>4</c:v>
                </c:pt>
                <c:pt idx="697">
                  <c:v>2</c:v>
                </c:pt>
                <c:pt idx="698">
                  <c:v>5</c:v>
                </c:pt>
                <c:pt idx="699">
                  <c:v>3</c:v>
                </c:pt>
                <c:pt idx="700">
                  <c:v>2</c:v>
                </c:pt>
                <c:pt idx="701">
                  <c:v>4</c:v>
                </c:pt>
                <c:pt idx="702">
                  <c:v>3</c:v>
                </c:pt>
                <c:pt idx="703">
                  <c:v>3</c:v>
                </c:pt>
                <c:pt idx="704">
                  <c:v>5</c:v>
                </c:pt>
                <c:pt idx="705">
                  <c:v>2</c:v>
                </c:pt>
                <c:pt idx="706">
                  <c:v>4</c:v>
                </c:pt>
                <c:pt idx="707">
                  <c:v>4</c:v>
                </c:pt>
                <c:pt idx="708">
                  <c:v>4</c:v>
                </c:pt>
                <c:pt idx="709">
                  <c:v>2</c:v>
                </c:pt>
                <c:pt idx="710">
                  <c:v>2</c:v>
                </c:pt>
                <c:pt idx="711">
                  <c:v>4</c:v>
                </c:pt>
                <c:pt idx="712">
                  <c:v>3</c:v>
                </c:pt>
                <c:pt idx="713">
                  <c:v>4</c:v>
                </c:pt>
                <c:pt idx="714">
                  <c:v>3</c:v>
                </c:pt>
                <c:pt idx="715">
                  <c:v>5</c:v>
                </c:pt>
                <c:pt idx="716">
                  <c:v>5</c:v>
                </c:pt>
                <c:pt idx="717">
                  <c:v>3</c:v>
                </c:pt>
                <c:pt idx="718">
                  <c:v>3</c:v>
                </c:pt>
                <c:pt idx="719">
                  <c:v>4</c:v>
                </c:pt>
                <c:pt idx="720">
                  <c:v>3</c:v>
                </c:pt>
                <c:pt idx="721">
                  <c:v>3</c:v>
                </c:pt>
                <c:pt idx="722">
                  <c:v>3</c:v>
                </c:pt>
                <c:pt idx="723">
                  <c:v>4</c:v>
                </c:pt>
                <c:pt idx="724">
                  <c:v>2</c:v>
                </c:pt>
                <c:pt idx="725">
                  <c:v>3</c:v>
                </c:pt>
                <c:pt idx="726">
                  <c:v>3</c:v>
                </c:pt>
                <c:pt idx="727">
                  <c:v>3</c:v>
                </c:pt>
                <c:pt idx="728">
                  <c:v>2</c:v>
                </c:pt>
                <c:pt idx="729">
                  <c:v>3</c:v>
                </c:pt>
                <c:pt idx="730">
                  <c:v>2</c:v>
                </c:pt>
                <c:pt idx="731">
                  <c:v>4</c:v>
                </c:pt>
                <c:pt idx="732">
                  <c:v>4</c:v>
                </c:pt>
                <c:pt idx="733">
                  <c:v>2</c:v>
                </c:pt>
                <c:pt idx="734">
                  <c:v>3</c:v>
                </c:pt>
                <c:pt idx="735">
                  <c:v>5</c:v>
                </c:pt>
                <c:pt idx="736">
                  <c:v>3</c:v>
                </c:pt>
                <c:pt idx="737">
                  <c:v>3</c:v>
                </c:pt>
                <c:pt idx="738">
                  <c:v>3</c:v>
                </c:pt>
                <c:pt idx="739">
                  <c:v>3</c:v>
                </c:pt>
                <c:pt idx="740">
                  <c:v>2</c:v>
                </c:pt>
                <c:pt idx="741">
                  <c:v>2</c:v>
                </c:pt>
                <c:pt idx="742">
                  <c:v>4</c:v>
                </c:pt>
                <c:pt idx="743">
                  <c:v>4</c:v>
                </c:pt>
                <c:pt idx="744">
                  <c:v>4</c:v>
                </c:pt>
                <c:pt idx="745">
                  <c:v>2</c:v>
                </c:pt>
                <c:pt idx="746">
                  <c:v>4</c:v>
                </c:pt>
                <c:pt idx="747">
                  <c:v>3</c:v>
                </c:pt>
                <c:pt idx="748">
                  <c:v>4</c:v>
                </c:pt>
                <c:pt idx="749">
                  <c:v>3</c:v>
                </c:pt>
                <c:pt idx="750">
                  <c:v>3</c:v>
                </c:pt>
                <c:pt idx="751">
                  <c:v>2</c:v>
                </c:pt>
                <c:pt idx="752">
                  <c:v>3</c:v>
                </c:pt>
                <c:pt idx="753">
                  <c:v>3</c:v>
                </c:pt>
                <c:pt idx="754">
                  <c:v>2</c:v>
                </c:pt>
                <c:pt idx="755">
                  <c:v>3</c:v>
                </c:pt>
                <c:pt idx="756">
                  <c:v>4</c:v>
                </c:pt>
                <c:pt idx="757">
                  <c:v>4</c:v>
                </c:pt>
                <c:pt idx="758">
                  <c:v>5</c:v>
                </c:pt>
                <c:pt idx="759">
                  <c:v>3</c:v>
                </c:pt>
                <c:pt idx="760">
                  <c:v>2</c:v>
                </c:pt>
                <c:pt idx="761">
                  <c:v>2</c:v>
                </c:pt>
                <c:pt idx="762">
                  <c:v>3</c:v>
                </c:pt>
                <c:pt idx="763">
                  <c:v>3</c:v>
                </c:pt>
                <c:pt idx="764">
                  <c:v>2</c:v>
                </c:pt>
                <c:pt idx="765">
                  <c:v>3</c:v>
                </c:pt>
                <c:pt idx="766">
                  <c:v>2</c:v>
                </c:pt>
                <c:pt idx="767">
                  <c:v>4</c:v>
                </c:pt>
                <c:pt idx="768">
                  <c:v>3</c:v>
                </c:pt>
                <c:pt idx="769">
                  <c:v>3</c:v>
                </c:pt>
                <c:pt idx="770">
                  <c:v>3</c:v>
                </c:pt>
                <c:pt idx="771">
                  <c:v>2</c:v>
                </c:pt>
                <c:pt idx="772">
                  <c:v>4</c:v>
                </c:pt>
                <c:pt idx="773">
                  <c:v>3</c:v>
                </c:pt>
                <c:pt idx="774">
                  <c:v>4</c:v>
                </c:pt>
                <c:pt idx="775">
                  <c:v>5</c:v>
                </c:pt>
                <c:pt idx="776">
                  <c:v>2</c:v>
                </c:pt>
                <c:pt idx="777">
                  <c:v>2</c:v>
                </c:pt>
                <c:pt idx="778">
                  <c:v>4</c:v>
                </c:pt>
                <c:pt idx="779">
                  <c:v>3</c:v>
                </c:pt>
                <c:pt idx="780">
                  <c:v>3</c:v>
                </c:pt>
                <c:pt idx="781">
                  <c:v>2</c:v>
                </c:pt>
                <c:pt idx="782">
                  <c:v>4</c:v>
                </c:pt>
                <c:pt idx="783">
                  <c:v>3</c:v>
                </c:pt>
                <c:pt idx="784">
                  <c:v>3</c:v>
                </c:pt>
                <c:pt idx="785">
                  <c:v>4</c:v>
                </c:pt>
                <c:pt idx="786">
                  <c:v>3</c:v>
                </c:pt>
                <c:pt idx="787">
                  <c:v>4</c:v>
                </c:pt>
                <c:pt idx="788">
                  <c:v>3</c:v>
                </c:pt>
                <c:pt idx="789">
                  <c:v>5</c:v>
                </c:pt>
                <c:pt idx="790">
                  <c:v>3</c:v>
                </c:pt>
                <c:pt idx="791">
                  <c:v>2</c:v>
                </c:pt>
                <c:pt idx="792">
                  <c:v>2</c:v>
                </c:pt>
                <c:pt idx="793">
                  <c:v>3</c:v>
                </c:pt>
                <c:pt idx="794">
                  <c:v>4</c:v>
                </c:pt>
                <c:pt idx="795">
                  <c:v>2</c:v>
                </c:pt>
                <c:pt idx="796">
                  <c:v>3</c:v>
                </c:pt>
                <c:pt idx="797">
                  <c:v>3</c:v>
                </c:pt>
                <c:pt idx="798">
                  <c:v>2</c:v>
                </c:pt>
                <c:pt idx="799">
                  <c:v>4</c:v>
                </c:pt>
                <c:pt idx="800">
                  <c:v>4</c:v>
                </c:pt>
                <c:pt idx="801">
                  <c:v>3</c:v>
                </c:pt>
                <c:pt idx="802">
                  <c:v>3</c:v>
                </c:pt>
                <c:pt idx="803">
                  <c:v>3</c:v>
                </c:pt>
                <c:pt idx="804">
                  <c:v>4</c:v>
                </c:pt>
                <c:pt idx="805">
                  <c:v>2</c:v>
                </c:pt>
                <c:pt idx="806">
                  <c:v>3</c:v>
                </c:pt>
                <c:pt idx="807">
                  <c:v>4</c:v>
                </c:pt>
                <c:pt idx="808">
                  <c:v>4</c:v>
                </c:pt>
                <c:pt idx="809">
                  <c:v>4</c:v>
                </c:pt>
                <c:pt idx="810">
                  <c:v>3</c:v>
                </c:pt>
                <c:pt idx="811">
                  <c:v>3</c:v>
                </c:pt>
                <c:pt idx="812">
                  <c:v>4</c:v>
                </c:pt>
                <c:pt idx="813">
                  <c:v>4</c:v>
                </c:pt>
                <c:pt idx="814">
                  <c:v>4</c:v>
                </c:pt>
                <c:pt idx="815">
                  <c:v>4</c:v>
                </c:pt>
                <c:pt idx="816">
                  <c:v>4</c:v>
                </c:pt>
                <c:pt idx="817">
                  <c:v>5</c:v>
                </c:pt>
                <c:pt idx="818">
                  <c:v>3</c:v>
                </c:pt>
                <c:pt idx="819">
                  <c:v>4</c:v>
                </c:pt>
                <c:pt idx="820">
                  <c:v>3</c:v>
                </c:pt>
                <c:pt idx="821">
                  <c:v>2</c:v>
                </c:pt>
                <c:pt idx="822">
                  <c:v>2</c:v>
                </c:pt>
                <c:pt idx="823">
                  <c:v>4</c:v>
                </c:pt>
                <c:pt idx="824">
                  <c:v>3</c:v>
                </c:pt>
                <c:pt idx="825">
                  <c:v>4</c:v>
                </c:pt>
                <c:pt idx="826">
                  <c:v>3</c:v>
                </c:pt>
                <c:pt idx="827">
                  <c:v>3</c:v>
                </c:pt>
                <c:pt idx="828">
                  <c:v>4</c:v>
                </c:pt>
                <c:pt idx="829">
                  <c:v>5</c:v>
                </c:pt>
                <c:pt idx="830">
                  <c:v>3</c:v>
                </c:pt>
                <c:pt idx="831">
                  <c:v>4</c:v>
                </c:pt>
                <c:pt idx="832">
                  <c:v>3</c:v>
                </c:pt>
                <c:pt idx="833">
                  <c:v>4</c:v>
                </c:pt>
                <c:pt idx="834">
                  <c:v>5</c:v>
                </c:pt>
                <c:pt idx="835">
                  <c:v>3</c:v>
                </c:pt>
                <c:pt idx="836">
                  <c:v>3</c:v>
                </c:pt>
                <c:pt idx="837">
                  <c:v>3</c:v>
                </c:pt>
                <c:pt idx="838">
                  <c:v>4</c:v>
                </c:pt>
                <c:pt idx="839">
                  <c:v>3</c:v>
                </c:pt>
                <c:pt idx="840">
                  <c:v>3</c:v>
                </c:pt>
                <c:pt idx="841">
                  <c:v>3</c:v>
                </c:pt>
                <c:pt idx="842">
                  <c:v>4</c:v>
                </c:pt>
                <c:pt idx="843">
                  <c:v>3</c:v>
                </c:pt>
                <c:pt idx="844">
                  <c:v>4</c:v>
                </c:pt>
                <c:pt idx="845">
                  <c:v>4</c:v>
                </c:pt>
                <c:pt idx="846">
                  <c:v>4</c:v>
                </c:pt>
                <c:pt idx="847">
                  <c:v>4</c:v>
                </c:pt>
                <c:pt idx="848">
                  <c:v>2</c:v>
                </c:pt>
                <c:pt idx="849">
                  <c:v>3</c:v>
                </c:pt>
                <c:pt idx="850">
                  <c:v>4</c:v>
                </c:pt>
                <c:pt idx="851">
                  <c:v>4</c:v>
                </c:pt>
                <c:pt idx="852">
                  <c:v>2</c:v>
                </c:pt>
                <c:pt idx="853">
                  <c:v>2</c:v>
                </c:pt>
                <c:pt idx="854">
                  <c:v>3</c:v>
                </c:pt>
                <c:pt idx="855">
                  <c:v>2</c:v>
                </c:pt>
                <c:pt idx="856">
                  <c:v>4</c:v>
                </c:pt>
                <c:pt idx="857">
                  <c:v>3</c:v>
                </c:pt>
                <c:pt idx="858">
                  <c:v>3</c:v>
                </c:pt>
                <c:pt idx="859">
                  <c:v>3</c:v>
                </c:pt>
                <c:pt idx="860">
                  <c:v>2</c:v>
                </c:pt>
                <c:pt idx="861">
                  <c:v>3</c:v>
                </c:pt>
                <c:pt idx="862">
                  <c:v>5</c:v>
                </c:pt>
                <c:pt idx="863">
                  <c:v>3</c:v>
                </c:pt>
                <c:pt idx="864">
                  <c:v>2</c:v>
                </c:pt>
                <c:pt idx="865">
                  <c:v>4</c:v>
                </c:pt>
                <c:pt idx="866">
                  <c:v>4</c:v>
                </c:pt>
                <c:pt idx="867">
                  <c:v>4</c:v>
                </c:pt>
                <c:pt idx="868">
                  <c:v>4</c:v>
                </c:pt>
                <c:pt idx="869">
                  <c:v>5</c:v>
                </c:pt>
                <c:pt idx="870">
                  <c:v>3</c:v>
                </c:pt>
                <c:pt idx="871">
                  <c:v>3</c:v>
                </c:pt>
                <c:pt idx="872">
                  <c:v>3</c:v>
                </c:pt>
                <c:pt idx="873">
                  <c:v>4</c:v>
                </c:pt>
                <c:pt idx="874">
                  <c:v>3</c:v>
                </c:pt>
                <c:pt idx="875">
                  <c:v>2</c:v>
                </c:pt>
                <c:pt idx="876">
                  <c:v>4</c:v>
                </c:pt>
                <c:pt idx="877">
                  <c:v>2</c:v>
                </c:pt>
                <c:pt idx="878">
                  <c:v>3</c:v>
                </c:pt>
                <c:pt idx="879">
                  <c:v>3</c:v>
                </c:pt>
                <c:pt idx="880">
                  <c:v>4</c:v>
                </c:pt>
                <c:pt idx="881">
                  <c:v>3</c:v>
                </c:pt>
                <c:pt idx="882">
                  <c:v>2</c:v>
                </c:pt>
                <c:pt idx="883">
                  <c:v>2</c:v>
                </c:pt>
                <c:pt idx="884">
                  <c:v>3</c:v>
                </c:pt>
                <c:pt idx="885">
                  <c:v>2</c:v>
                </c:pt>
                <c:pt idx="886">
                  <c:v>3</c:v>
                </c:pt>
                <c:pt idx="887">
                  <c:v>2</c:v>
                </c:pt>
                <c:pt idx="888">
                  <c:v>3</c:v>
                </c:pt>
                <c:pt idx="889">
                  <c:v>2</c:v>
                </c:pt>
                <c:pt idx="890">
                  <c:v>3</c:v>
                </c:pt>
                <c:pt idx="891">
                  <c:v>3</c:v>
                </c:pt>
                <c:pt idx="892">
                  <c:v>4</c:v>
                </c:pt>
                <c:pt idx="893">
                  <c:v>3</c:v>
                </c:pt>
                <c:pt idx="894">
                  <c:v>2</c:v>
                </c:pt>
                <c:pt idx="895">
                  <c:v>5</c:v>
                </c:pt>
                <c:pt idx="896">
                  <c:v>4</c:v>
                </c:pt>
                <c:pt idx="897">
                  <c:v>3</c:v>
                </c:pt>
                <c:pt idx="898">
                  <c:v>3</c:v>
                </c:pt>
                <c:pt idx="899">
                  <c:v>4</c:v>
                </c:pt>
                <c:pt idx="900">
                  <c:v>3</c:v>
                </c:pt>
                <c:pt idx="901">
                  <c:v>2</c:v>
                </c:pt>
                <c:pt idx="902">
                  <c:v>4</c:v>
                </c:pt>
                <c:pt idx="903">
                  <c:v>2</c:v>
                </c:pt>
                <c:pt idx="904">
                  <c:v>3</c:v>
                </c:pt>
                <c:pt idx="905">
                  <c:v>4</c:v>
                </c:pt>
                <c:pt idx="906">
                  <c:v>3</c:v>
                </c:pt>
                <c:pt idx="907">
                  <c:v>3</c:v>
                </c:pt>
                <c:pt idx="908">
                  <c:v>4</c:v>
                </c:pt>
                <c:pt idx="909">
                  <c:v>3</c:v>
                </c:pt>
                <c:pt idx="910">
                  <c:v>4</c:v>
                </c:pt>
                <c:pt idx="911">
                  <c:v>4</c:v>
                </c:pt>
                <c:pt idx="912">
                  <c:v>3</c:v>
                </c:pt>
                <c:pt idx="913">
                  <c:v>3</c:v>
                </c:pt>
                <c:pt idx="914">
                  <c:v>3</c:v>
                </c:pt>
                <c:pt idx="915">
                  <c:v>3</c:v>
                </c:pt>
                <c:pt idx="916">
                  <c:v>2</c:v>
                </c:pt>
                <c:pt idx="917">
                  <c:v>4</c:v>
                </c:pt>
                <c:pt idx="918">
                  <c:v>3</c:v>
                </c:pt>
                <c:pt idx="919">
                  <c:v>4</c:v>
                </c:pt>
                <c:pt idx="920">
                  <c:v>3</c:v>
                </c:pt>
                <c:pt idx="921">
                  <c:v>3</c:v>
                </c:pt>
                <c:pt idx="922">
                  <c:v>2</c:v>
                </c:pt>
                <c:pt idx="923">
                  <c:v>2</c:v>
                </c:pt>
                <c:pt idx="924">
                  <c:v>3</c:v>
                </c:pt>
                <c:pt idx="925">
                  <c:v>2</c:v>
                </c:pt>
                <c:pt idx="926">
                  <c:v>3</c:v>
                </c:pt>
                <c:pt idx="927">
                  <c:v>2</c:v>
                </c:pt>
                <c:pt idx="928">
                  <c:v>3</c:v>
                </c:pt>
                <c:pt idx="929">
                  <c:v>3</c:v>
                </c:pt>
                <c:pt idx="930">
                  <c:v>2</c:v>
                </c:pt>
                <c:pt idx="931">
                  <c:v>3</c:v>
                </c:pt>
                <c:pt idx="932">
                  <c:v>5</c:v>
                </c:pt>
                <c:pt idx="933">
                  <c:v>4</c:v>
                </c:pt>
                <c:pt idx="934">
                  <c:v>2</c:v>
                </c:pt>
                <c:pt idx="935">
                  <c:v>2</c:v>
                </c:pt>
                <c:pt idx="936">
                  <c:v>3</c:v>
                </c:pt>
                <c:pt idx="937">
                  <c:v>2</c:v>
                </c:pt>
                <c:pt idx="938">
                  <c:v>3</c:v>
                </c:pt>
                <c:pt idx="939">
                  <c:v>5</c:v>
                </c:pt>
                <c:pt idx="940">
                  <c:v>4</c:v>
                </c:pt>
                <c:pt idx="941">
                  <c:v>3</c:v>
                </c:pt>
                <c:pt idx="942">
                  <c:v>3</c:v>
                </c:pt>
                <c:pt idx="943">
                  <c:v>4</c:v>
                </c:pt>
                <c:pt idx="944">
                  <c:v>2</c:v>
                </c:pt>
                <c:pt idx="945">
                  <c:v>3</c:v>
                </c:pt>
                <c:pt idx="946">
                  <c:v>2</c:v>
                </c:pt>
                <c:pt idx="947">
                  <c:v>3</c:v>
                </c:pt>
                <c:pt idx="948">
                  <c:v>4</c:v>
                </c:pt>
                <c:pt idx="949">
                  <c:v>2</c:v>
                </c:pt>
                <c:pt idx="950">
                  <c:v>4</c:v>
                </c:pt>
                <c:pt idx="951">
                  <c:v>4</c:v>
                </c:pt>
                <c:pt idx="952">
                  <c:v>4</c:v>
                </c:pt>
                <c:pt idx="953">
                  <c:v>2</c:v>
                </c:pt>
                <c:pt idx="954">
                  <c:v>3</c:v>
                </c:pt>
                <c:pt idx="955">
                  <c:v>3</c:v>
                </c:pt>
                <c:pt idx="956">
                  <c:v>2</c:v>
                </c:pt>
                <c:pt idx="957">
                  <c:v>3</c:v>
                </c:pt>
                <c:pt idx="958">
                  <c:v>3</c:v>
                </c:pt>
                <c:pt idx="959">
                  <c:v>2</c:v>
                </c:pt>
                <c:pt idx="960">
                  <c:v>3</c:v>
                </c:pt>
                <c:pt idx="961">
                  <c:v>3</c:v>
                </c:pt>
                <c:pt idx="962">
                  <c:v>2</c:v>
                </c:pt>
                <c:pt idx="963">
                  <c:v>3</c:v>
                </c:pt>
                <c:pt idx="964">
                  <c:v>2</c:v>
                </c:pt>
                <c:pt idx="965">
                  <c:v>3</c:v>
                </c:pt>
                <c:pt idx="966">
                  <c:v>3</c:v>
                </c:pt>
                <c:pt idx="967">
                  <c:v>3</c:v>
                </c:pt>
                <c:pt idx="968">
                  <c:v>2</c:v>
                </c:pt>
                <c:pt idx="969">
                  <c:v>3</c:v>
                </c:pt>
                <c:pt idx="970">
                  <c:v>3</c:v>
                </c:pt>
                <c:pt idx="971">
                  <c:v>4</c:v>
                </c:pt>
                <c:pt idx="972">
                  <c:v>3</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FE64-4A27-9377-F9824FF966B8}"/>
            </c:ext>
          </c:extLst>
        </c:ser>
        <c:dLbls>
          <c:showLegendKey val="0"/>
          <c:showVal val="0"/>
          <c:showCatName val="0"/>
          <c:showSerName val="0"/>
          <c:showPercent val="0"/>
          <c:showBubbleSize val="0"/>
        </c:dLbls>
        <c:axId val="1666469663"/>
        <c:axId val="1666454783"/>
      </c:scatterChart>
      <c:valAx>
        <c:axId val="1666469663"/>
        <c:scaling>
          <c:orientation val="minMax"/>
        </c:scaling>
        <c:delete val="0"/>
        <c:axPos val="b"/>
        <c:title>
          <c:tx>
            <c:rich>
              <a:bodyPr/>
              <a:lstStyle/>
              <a:p>
                <a:pPr>
                  <a:defRPr/>
                </a:pPr>
                <a:r>
                  <a:rPr lang="en-MY"/>
                  <a:t>Workout Frequency (Day / Week)</a:t>
                </a:r>
              </a:p>
            </c:rich>
          </c:tx>
          <c:overlay val="0"/>
        </c:title>
        <c:numFmt formatCode="General" sourceLinked="1"/>
        <c:majorTickMark val="out"/>
        <c:minorTickMark val="none"/>
        <c:tickLblPos val="nextTo"/>
        <c:crossAx val="1666454783"/>
        <c:crosses val="autoZero"/>
        <c:crossBetween val="midCat"/>
      </c:valAx>
      <c:valAx>
        <c:axId val="1666454783"/>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46966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Session Duration (Hours) Line Fit  Plot</a:t>
            </a:r>
          </a:p>
        </c:rich>
      </c:tx>
      <c:overlay val="0"/>
    </c:title>
    <c:autoTitleDeleted val="0"/>
    <c:plotArea>
      <c:layout/>
      <c:scatterChart>
        <c:scatterStyle val="lineMarker"/>
        <c:varyColors val="0"/>
        <c:ser>
          <c:idx val="0"/>
          <c:order val="0"/>
          <c:tx>
            <c:v>Water Intake (Liters)</c:v>
          </c:tx>
          <c:spPr>
            <a:ln w="19050">
              <a:noFill/>
            </a:ln>
          </c:spPr>
          <c:xVal>
            <c:numRef>
              <c:f>'Sub-Dataset'!$DQ$2:$DQ$974</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5091-43B5-921D-D60EDD1D028D}"/>
            </c:ext>
          </c:extLst>
        </c:ser>
        <c:ser>
          <c:idx val="1"/>
          <c:order val="1"/>
          <c:tx>
            <c:v>Predicted Water Intake (Liters)</c:v>
          </c:tx>
          <c:spPr>
            <a:ln w="19050">
              <a:noFill/>
            </a:ln>
          </c:spPr>
          <c:xVal>
            <c:numRef>
              <c:f>'Sub-Dataset'!$DQ$2:$DQ$974</c:f>
              <c:numCache>
                <c:formatCode>General</c:formatCode>
                <c:ptCount val="973"/>
                <c:pt idx="0">
                  <c:v>1.1100000000000001</c:v>
                </c:pt>
                <c:pt idx="1">
                  <c:v>1.18</c:v>
                </c:pt>
                <c:pt idx="2">
                  <c:v>1.1399999999999999</c:v>
                </c:pt>
                <c:pt idx="3">
                  <c:v>1.41</c:v>
                </c:pt>
                <c:pt idx="4">
                  <c:v>0.81</c:v>
                </c:pt>
                <c:pt idx="5">
                  <c:v>1.08</c:v>
                </c:pt>
                <c:pt idx="6">
                  <c:v>1.04</c:v>
                </c:pt>
                <c:pt idx="7">
                  <c:v>1.81</c:v>
                </c:pt>
                <c:pt idx="8">
                  <c:v>1.08</c:v>
                </c:pt>
                <c:pt idx="9">
                  <c:v>1.87</c:v>
                </c:pt>
                <c:pt idx="10">
                  <c:v>0.86</c:v>
                </c:pt>
                <c:pt idx="11">
                  <c:v>1.1299999999999999</c:v>
                </c:pt>
                <c:pt idx="12">
                  <c:v>1.27</c:v>
                </c:pt>
                <c:pt idx="13">
                  <c:v>1.2</c:v>
                </c:pt>
                <c:pt idx="14">
                  <c:v>1.69</c:v>
                </c:pt>
                <c:pt idx="15">
                  <c:v>0.51</c:v>
                </c:pt>
                <c:pt idx="16">
                  <c:v>1.69</c:v>
                </c:pt>
                <c:pt idx="17">
                  <c:v>1.42</c:v>
                </c:pt>
                <c:pt idx="18">
                  <c:v>1.28</c:v>
                </c:pt>
                <c:pt idx="19">
                  <c:v>0.67</c:v>
                </c:pt>
                <c:pt idx="20">
                  <c:v>1.55</c:v>
                </c:pt>
                <c:pt idx="21">
                  <c:v>1.1399999999999999</c:v>
                </c:pt>
                <c:pt idx="22">
                  <c:v>1.52</c:v>
                </c:pt>
                <c:pt idx="23">
                  <c:v>1.2</c:v>
                </c:pt>
                <c:pt idx="24">
                  <c:v>1.54</c:v>
                </c:pt>
                <c:pt idx="25">
                  <c:v>1.87</c:v>
                </c:pt>
                <c:pt idx="26">
                  <c:v>1.49</c:v>
                </c:pt>
                <c:pt idx="27">
                  <c:v>1.79</c:v>
                </c:pt>
                <c:pt idx="28">
                  <c:v>1.95</c:v>
                </c:pt>
                <c:pt idx="29">
                  <c:v>1.18</c:v>
                </c:pt>
                <c:pt idx="30">
                  <c:v>1.71</c:v>
                </c:pt>
                <c:pt idx="31">
                  <c:v>1.1299999999999999</c:v>
                </c:pt>
                <c:pt idx="32">
                  <c:v>0.63</c:v>
                </c:pt>
                <c:pt idx="33">
                  <c:v>1.1100000000000001</c:v>
                </c:pt>
                <c:pt idx="34">
                  <c:v>1.41</c:v>
                </c:pt>
                <c:pt idx="35">
                  <c:v>1.31</c:v>
                </c:pt>
                <c:pt idx="36">
                  <c:v>1.4</c:v>
                </c:pt>
                <c:pt idx="37">
                  <c:v>0.92</c:v>
                </c:pt>
                <c:pt idx="38">
                  <c:v>1.97</c:v>
                </c:pt>
                <c:pt idx="39">
                  <c:v>1.54</c:v>
                </c:pt>
                <c:pt idx="40">
                  <c:v>1.94</c:v>
                </c:pt>
                <c:pt idx="41">
                  <c:v>1.43</c:v>
                </c:pt>
                <c:pt idx="42">
                  <c:v>1.67</c:v>
                </c:pt>
                <c:pt idx="43">
                  <c:v>1.4</c:v>
                </c:pt>
                <c:pt idx="44">
                  <c:v>1.42</c:v>
                </c:pt>
                <c:pt idx="45">
                  <c:v>0.96</c:v>
                </c:pt>
                <c:pt idx="46">
                  <c:v>1.17</c:v>
                </c:pt>
                <c:pt idx="47">
                  <c:v>1.1499999999999999</c:v>
                </c:pt>
                <c:pt idx="48">
                  <c:v>0.67</c:v>
                </c:pt>
                <c:pt idx="49">
                  <c:v>1.88</c:v>
                </c:pt>
                <c:pt idx="50">
                  <c:v>0.85</c:v>
                </c:pt>
                <c:pt idx="51">
                  <c:v>1.37</c:v>
                </c:pt>
                <c:pt idx="52">
                  <c:v>1.37</c:v>
                </c:pt>
                <c:pt idx="53">
                  <c:v>1.18</c:v>
                </c:pt>
                <c:pt idx="54">
                  <c:v>1.23</c:v>
                </c:pt>
                <c:pt idx="55">
                  <c:v>0.5</c:v>
                </c:pt>
                <c:pt idx="56">
                  <c:v>1.59</c:v>
                </c:pt>
                <c:pt idx="57">
                  <c:v>1.27</c:v>
                </c:pt>
                <c:pt idx="58">
                  <c:v>1.84</c:v>
                </c:pt>
                <c:pt idx="59">
                  <c:v>1.86</c:v>
                </c:pt>
                <c:pt idx="60">
                  <c:v>0.94</c:v>
                </c:pt>
                <c:pt idx="61">
                  <c:v>1.8</c:v>
                </c:pt>
                <c:pt idx="62">
                  <c:v>1.8</c:v>
                </c:pt>
                <c:pt idx="63">
                  <c:v>1.58</c:v>
                </c:pt>
                <c:pt idx="64">
                  <c:v>1.22</c:v>
                </c:pt>
                <c:pt idx="65">
                  <c:v>0.76</c:v>
                </c:pt>
                <c:pt idx="66">
                  <c:v>1.88</c:v>
                </c:pt>
                <c:pt idx="67">
                  <c:v>1.1299999999999999</c:v>
                </c:pt>
                <c:pt idx="68">
                  <c:v>0.7</c:v>
                </c:pt>
                <c:pt idx="69">
                  <c:v>1.07</c:v>
                </c:pt>
                <c:pt idx="70">
                  <c:v>1.87</c:v>
                </c:pt>
                <c:pt idx="71">
                  <c:v>1.08</c:v>
                </c:pt>
                <c:pt idx="72">
                  <c:v>0.97</c:v>
                </c:pt>
                <c:pt idx="73">
                  <c:v>1.85</c:v>
                </c:pt>
                <c:pt idx="74">
                  <c:v>0.85</c:v>
                </c:pt>
                <c:pt idx="75">
                  <c:v>0.9</c:v>
                </c:pt>
                <c:pt idx="76">
                  <c:v>0.61</c:v>
                </c:pt>
                <c:pt idx="77">
                  <c:v>1.1299999999999999</c:v>
                </c:pt>
                <c:pt idx="78">
                  <c:v>1.1000000000000001</c:v>
                </c:pt>
                <c:pt idx="79">
                  <c:v>1.48</c:v>
                </c:pt>
                <c:pt idx="80">
                  <c:v>1.17</c:v>
                </c:pt>
                <c:pt idx="81">
                  <c:v>1.91</c:v>
                </c:pt>
                <c:pt idx="82">
                  <c:v>1.1599999999999999</c:v>
                </c:pt>
                <c:pt idx="83">
                  <c:v>0.77</c:v>
                </c:pt>
                <c:pt idx="84">
                  <c:v>0.67</c:v>
                </c:pt>
                <c:pt idx="85">
                  <c:v>0.54</c:v>
                </c:pt>
                <c:pt idx="86">
                  <c:v>1.27</c:v>
                </c:pt>
                <c:pt idx="87">
                  <c:v>1.36</c:v>
                </c:pt>
                <c:pt idx="88">
                  <c:v>1.83</c:v>
                </c:pt>
                <c:pt idx="89">
                  <c:v>1.76</c:v>
                </c:pt>
                <c:pt idx="90">
                  <c:v>1.83</c:v>
                </c:pt>
                <c:pt idx="91">
                  <c:v>1.25</c:v>
                </c:pt>
                <c:pt idx="92">
                  <c:v>1.06</c:v>
                </c:pt>
                <c:pt idx="93">
                  <c:v>1.36</c:v>
                </c:pt>
                <c:pt idx="94">
                  <c:v>0.59</c:v>
                </c:pt>
                <c:pt idx="95">
                  <c:v>1.67</c:v>
                </c:pt>
                <c:pt idx="96">
                  <c:v>1.73</c:v>
                </c:pt>
                <c:pt idx="97">
                  <c:v>1.71</c:v>
                </c:pt>
                <c:pt idx="98">
                  <c:v>1.75</c:v>
                </c:pt>
                <c:pt idx="99">
                  <c:v>1.1200000000000001</c:v>
                </c:pt>
                <c:pt idx="100">
                  <c:v>1.1299999999999999</c:v>
                </c:pt>
                <c:pt idx="101">
                  <c:v>1.17</c:v>
                </c:pt>
                <c:pt idx="102">
                  <c:v>1.29</c:v>
                </c:pt>
                <c:pt idx="103">
                  <c:v>1.31</c:v>
                </c:pt>
                <c:pt idx="104">
                  <c:v>1.17</c:v>
                </c:pt>
                <c:pt idx="105">
                  <c:v>1.5</c:v>
                </c:pt>
                <c:pt idx="106">
                  <c:v>1.6</c:v>
                </c:pt>
                <c:pt idx="107">
                  <c:v>1.45</c:v>
                </c:pt>
                <c:pt idx="108">
                  <c:v>1</c:v>
                </c:pt>
                <c:pt idx="109">
                  <c:v>0.99</c:v>
                </c:pt>
                <c:pt idx="110">
                  <c:v>1.18</c:v>
                </c:pt>
                <c:pt idx="111">
                  <c:v>1.21</c:v>
                </c:pt>
                <c:pt idx="112">
                  <c:v>1.1299999999999999</c:v>
                </c:pt>
                <c:pt idx="113">
                  <c:v>1.02</c:v>
                </c:pt>
                <c:pt idx="114">
                  <c:v>1.2</c:v>
                </c:pt>
                <c:pt idx="115">
                  <c:v>1.98</c:v>
                </c:pt>
                <c:pt idx="116">
                  <c:v>1.1100000000000001</c:v>
                </c:pt>
                <c:pt idx="117">
                  <c:v>1.1399999999999999</c:v>
                </c:pt>
                <c:pt idx="118">
                  <c:v>1.36</c:v>
                </c:pt>
                <c:pt idx="119">
                  <c:v>0.57999999999999996</c:v>
                </c:pt>
                <c:pt idx="120">
                  <c:v>1.76</c:v>
                </c:pt>
                <c:pt idx="121">
                  <c:v>0.51</c:v>
                </c:pt>
                <c:pt idx="122">
                  <c:v>1.17</c:v>
                </c:pt>
                <c:pt idx="123">
                  <c:v>1.41</c:v>
                </c:pt>
                <c:pt idx="124">
                  <c:v>1.36</c:v>
                </c:pt>
                <c:pt idx="125">
                  <c:v>1.32</c:v>
                </c:pt>
                <c:pt idx="126">
                  <c:v>0.63</c:v>
                </c:pt>
                <c:pt idx="127">
                  <c:v>1.1100000000000001</c:v>
                </c:pt>
                <c:pt idx="128">
                  <c:v>1.64</c:v>
                </c:pt>
                <c:pt idx="129">
                  <c:v>0.76</c:v>
                </c:pt>
                <c:pt idx="130">
                  <c:v>1.29</c:v>
                </c:pt>
                <c:pt idx="131">
                  <c:v>1.72</c:v>
                </c:pt>
                <c:pt idx="132">
                  <c:v>0.89</c:v>
                </c:pt>
                <c:pt idx="133">
                  <c:v>0.56000000000000005</c:v>
                </c:pt>
                <c:pt idx="134">
                  <c:v>1.93</c:v>
                </c:pt>
                <c:pt idx="135">
                  <c:v>1.1100000000000001</c:v>
                </c:pt>
                <c:pt idx="136">
                  <c:v>0.6</c:v>
                </c:pt>
                <c:pt idx="137">
                  <c:v>1.33</c:v>
                </c:pt>
                <c:pt idx="138">
                  <c:v>1.39</c:v>
                </c:pt>
                <c:pt idx="139">
                  <c:v>1.1299999999999999</c:v>
                </c:pt>
                <c:pt idx="140">
                  <c:v>1.33</c:v>
                </c:pt>
                <c:pt idx="141">
                  <c:v>1.94</c:v>
                </c:pt>
                <c:pt idx="142">
                  <c:v>1.63</c:v>
                </c:pt>
                <c:pt idx="143">
                  <c:v>1.05</c:v>
                </c:pt>
                <c:pt idx="144">
                  <c:v>1.37</c:v>
                </c:pt>
                <c:pt idx="145">
                  <c:v>1.8</c:v>
                </c:pt>
                <c:pt idx="146">
                  <c:v>1.34</c:v>
                </c:pt>
                <c:pt idx="147">
                  <c:v>0.74</c:v>
                </c:pt>
                <c:pt idx="148">
                  <c:v>1.38</c:v>
                </c:pt>
                <c:pt idx="149">
                  <c:v>1.01</c:v>
                </c:pt>
                <c:pt idx="150">
                  <c:v>1.94</c:v>
                </c:pt>
                <c:pt idx="151">
                  <c:v>1.87</c:v>
                </c:pt>
                <c:pt idx="152">
                  <c:v>1.18</c:v>
                </c:pt>
                <c:pt idx="153">
                  <c:v>0.68</c:v>
                </c:pt>
                <c:pt idx="154">
                  <c:v>1.59</c:v>
                </c:pt>
                <c:pt idx="155">
                  <c:v>1.72</c:v>
                </c:pt>
                <c:pt idx="156">
                  <c:v>1.1499999999999999</c:v>
                </c:pt>
                <c:pt idx="157">
                  <c:v>1.65</c:v>
                </c:pt>
                <c:pt idx="158">
                  <c:v>1.38</c:v>
                </c:pt>
                <c:pt idx="159">
                  <c:v>1.88</c:v>
                </c:pt>
                <c:pt idx="160">
                  <c:v>1.31</c:v>
                </c:pt>
                <c:pt idx="161">
                  <c:v>0.95</c:v>
                </c:pt>
                <c:pt idx="162">
                  <c:v>0.61</c:v>
                </c:pt>
                <c:pt idx="163">
                  <c:v>0.85</c:v>
                </c:pt>
                <c:pt idx="164">
                  <c:v>0.56999999999999995</c:v>
                </c:pt>
                <c:pt idx="165">
                  <c:v>1.2</c:v>
                </c:pt>
                <c:pt idx="166">
                  <c:v>1.83</c:v>
                </c:pt>
                <c:pt idx="167">
                  <c:v>1.02</c:v>
                </c:pt>
                <c:pt idx="168">
                  <c:v>1.1200000000000001</c:v>
                </c:pt>
                <c:pt idx="169">
                  <c:v>1.29</c:v>
                </c:pt>
                <c:pt idx="170">
                  <c:v>1.04</c:v>
                </c:pt>
                <c:pt idx="171">
                  <c:v>1.47</c:v>
                </c:pt>
                <c:pt idx="172">
                  <c:v>1.34</c:v>
                </c:pt>
                <c:pt idx="173">
                  <c:v>1.0900000000000001</c:v>
                </c:pt>
                <c:pt idx="174">
                  <c:v>1.1499999999999999</c:v>
                </c:pt>
                <c:pt idx="175">
                  <c:v>1.01</c:v>
                </c:pt>
                <c:pt idx="176">
                  <c:v>1.28</c:v>
                </c:pt>
                <c:pt idx="177">
                  <c:v>1.23</c:v>
                </c:pt>
                <c:pt idx="178">
                  <c:v>1.26</c:v>
                </c:pt>
                <c:pt idx="179">
                  <c:v>1.47</c:v>
                </c:pt>
                <c:pt idx="180">
                  <c:v>1.24</c:v>
                </c:pt>
                <c:pt idx="181">
                  <c:v>1.36</c:v>
                </c:pt>
                <c:pt idx="182">
                  <c:v>1.1599999999999999</c:v>
                </c:pt>
                <c:pt idx="183">
                  <c:v>1.42</c:v>
                </c:pt>
                <c:pt idx="184">
                  <c:v>1.04</c:v>
                </c:pt>
                <c:pt idx="185">
                  <c:v>0.69</c:v>
                </c:pt>
                <c:pt idx="186">
                  <c:v>1.42</c:v>
                </c:pt>
                <c:pt idx="187">
                  <c:v>1.22</c:v>
                </c:pt>
                <c:pt idx="188">
                  <c:v>1.37</c:v>
                </c:pt>
                <c:pt idx="189">
                  <c:v>1.33</c:v>
                </c:pt>
                <c:pt idx="190">
                  <c:v>1.35</c:v>
                </c:pt>
                <c:pt idx="191">
                  <c:v>0.73</c:v>
                </c:pt>
                <c:pt idx="192">
                  <c:v>1.49</c:v>
                </c:pt>
                <c:pt idx="193">
                  <c:v>0.6</c:v>
                </c:pt>
                <c:pt idx="194">
                  <c:v>1.49</c:v>
                </c:pt>
                <c:pt idx="195">
                  <c:v>1.47</c:v>
                </c:pt>
                <c:pt idx="196">
                  <c:v>0.86</c:v>
                </c:pt>
                <c:pt idx="197">
                  <c:v>0.84</c:v>
                </c:pt>
                <c:pt idx="198">
                  <c:v>1.3</c:v>
                </c:pt>
                <c:pt idx="199">
                  <c:v>0.52</c:v>
                </c:pt>
                <c:pt idx="200">
                  <c:v>1.1399999999999999</c:v>
                </c:pt>
                <c:pt idx="201">
                  <c:v>1.34</c:v>
                </c:pt>
                <c:pt idx="202">
                  <c:v>1.03</c:v>
                </c:pt>
                <c:pt idx="203">
                  <c:v>1.1000000000000001</c:v>
                </c:pt>
                <c:pt idx="204">
                  <c:v>1.07</c:v>
                </c:pt>
                <c:pt idx="205">
                  <c:v>1.36</c:v>
                </c:pt>
                <c:pt idx="206">
                  <c:v>1.06</c:v>
                </c:pt>
                <c:pt idx="207">
                  <c:v>1.36</c:v>
                </c:pt>
                <c:pt idx="208">
                  <c:v>1.47</c:v>
                </c:pt>
                <c:pt idx="209">
                  <c:v>0.99</c:v>
                </c:pt>
                <c:pt idx="210">
                  <c:v>1.3</c:v>
                </c:pt>
                <c:pt idx="211">
                  <c:v>0.91</c:v>
                </c:pt>
                <c:pt idx="212">
                  <c:v>1.03</c:v>
                </c:pt>
                <c:pt idx="213">
                  <c:v>1.1299999999999999</c:v>
                </c:pt>
                <c:pt idx="214">
                  <c:v>1.17</c:v>
                </c:pt>
                <c:pt idx="215">
                  <c:v>1.47</c:v>
                </c:pt>
                <c:pt idx="216">
                  <c:v>1.1299999999999999</c:v>
                </c:pt>
                <c:pt idx="217">
                  <c:v>1.41</c:v>
                </c:pt>
                <c:pt idx="218">
                  <c:v>1.33</c:v>
                </c:pt>
                <c:pt idx="219">
                  <c:v>0.96</c:v>
                </c:pt>
                <c:pt idx="220">
                  <c:v>0.81</c:v>
                </c:pt>
                <c:pt idx="221">
                  <c:v>1.47</c:v>
                </c:pt>
                <c:pt idx="222">
                  <c:v>1.36</c:v>
                </c:pt>
                <c:pt idx="223">
                  <c:v>1.3</c:v>
                </c:pt>
                <c:pt idx="224">
                  <c:v>1.42</c:v>
                </c:pt>
                <c:pt idx="225">
                  <c:v>1.25</c:v>
                </c:pt>
                <c:pt idx="226">
                  <c:v>1.31</c:v>
                </c:pt>
                <c:pt idx="227">
                  <c:v>0.83</c:v>
                </c:pt>
                <c:pt idx="228">
                  <c:v>1.0900000000000001</c:v>
                </c:pt>
                <c:pt idx="229">
                  <c:v>1.05</c:v>
                </c:pt>
                <c:pt idx="230">
                  <c:v>1.38</c:v>
                </c:pt>
                <c:pt idx="231">
                  <c:v>1.45</c:v>
                </c:pt>
                <c:pt idx="232">
                  <c:v>1.34</c:v>
                </c:pt>
                <c:pt idx="233">
                  <c:v>1.27</c:v>
                </c:pt>
                <c:pt idx="234">
                  <c:v>1.04</c:v>
                </c:pt>
                <c:pt idx="235">
                  <c:v>1.36</c:v>
                </c:pt>
                <c:pt idx="236">
                  <c:v>1.35</c:v>
                </c:pt>
                <c:pt idx="237">
                  <c:v>1.06</c:v>
                </c:pt>
                <c:pt idx="238">
                  <c:v>0.55000000000000004</c:v>
                </c:pt>
                <c:pt idx="239">
                  <c:v>0.72</c:v>
                </c:pt>
                <c:pt idx="240">
                  <c:v>1.27</c:v>
                </c:pt>
                <c:pt idx="241">
                  <c:v>1.1499999999999999</c:v>
                </c:pt>
                <c:pt idx="242">
                  <c:v>0.66</c:v>
                </c:pt>
                <c:pt idx="243">
                  <c:v>1.1499999999999999</c:v>
                </c:pt>
                <c:pt idx="244">
                  <c:v>1.34</c:v>
                </c:pt>
                <c:pt idx="245">
                  <c:v>1.27</c:v>
                </c:pt>
                <c:pt idx="246">
                  <c:v>0.82</c:v>
                </c:pt>
                <c:pt idx="247">
                  <c:v>1.34</c:v>
                </c:pt>
                <c:pt idx="248">
                  <c:v>1.18</c:v>
                </c:pt>
                <c:pt idx="249">
                  <c:v>1.41</c:v>
                </c:pt>
                <c:pt idx="250">
                  <c:v>0.83</c:v>
                </c:pt>
                <c:pt idx="251">
                  <c:v>1.2</c:v>
                </c:pt>
                <c:pt idx="252">
                  <c:v>1</c:v>
                </c:pt>
                <c:pt idx="253">
                  <c:v>1.33</c:v>
                </c:pt>
                <c:pt idx="254">
                  <c:v>1.1000000000000001</c:v>
                </c:pt>
                <c:pt idx="255">
                  <c:v>0.53</c:v>
                </c:pt>
                <c:pt idx="256">
                  <c:v>0.77</c:v>
                </c:pt>
                <c:pt idx="257">
                  <c:v>1.25</c:v>
                </c:pt>
                <c:pt idx="258">
                  <c:v>1.43</c:v>
                </c:pt>
                <c:pt idx="259">
                  <c:v>0.92</c:v>
                </c:pt>
                <c:pt idx="260">
                  <c:v>1.26</c:v>
                </c:pt>
                <c:pt idx="261">
                  <c:v>0.93</c:v>
                </c:pt>
                <c:pt idx="262">
                  <c:v>1</c:v>
                </c:pt>
                <c:pt idx="263">
                  <c:v>0.69</c:v>
                </c:pt>
                <c:pt idx="264">
                  <c:v>0.66</c:v>
                </c:pt>
                <c:pt idx="265">
                  <c:v>0.69</c:v>
                </c:pt>
                <c:pt idx="266">
                  <c:v>1.1000000000000001</c:v>
                </c:pt>
                <c:pt idx="267">
                  <c:v>0.66</c:v>
                </c:pt>
                <c:pt idx="268">
                  <c:v>1.01</c:v>
                </c:pt>
                <c:pt idx="269">
                  <c:v>1.37</c:v>
                </c:pt>
                <c:pt idx="270">
                  <c:v>1.17</c:v>
                </c:pt>
                <c:pt idx="271">
                  <c:v>1.37</c:v>
                </c:pt>
                <c:pt idx="272">
                  <c:v>0.84</c:v>
                </c:pt>
                <c:pt idx="273">
                  <c:v>0.75</c:v>
                </c:pt>
                <c:pt idx="274">
                  <c:v>1.34</c:v>
                </c:pt>
                <c:pt idx="275">
                  <c:v>0.71</c:v>
                </c:pt>
                <c:pt idx="276">
                  <c:v>1.19</c:v>
                </c:pt>
                <c:pt idx="277">
                  <c:v>1.38</c:v>
                </c:pt>
                <c:pt idx="278">
                  <c:v>0.89</c:v>
                </c:pt>
                <c:pt idx="279">
                  <c:v>1.49</c:v>
                </c:pt>
                <c:pt idx="280">
                  <c:v>0.84</c:v>
                </c:pt>
                <c:pt idx="281">
                  <c:v>1.08</c:v>
                </c:pt>
                <c:pt idx="282">
                  <c:v>1.19</c:v>
                </c:pt>
                <c:pt idx="283">
                  <c:v>0.59</c:v>
                </c:pt>
                <c:pt idx="284">
                  <c:v>1.21</c:v>
                </c:pt>
                <c:pt idx="285">
                  <c:v>0.74</c:v>
                </c:pt>
                <c:pt idx="286">
                  <c:v>1.1299999999999999</c:v>
                </c:pt>
                <c:pt idx="287">
                  <c:v>1.42</c:v>
                </c:pt>
                <c:pt idx="288">
                  <c:v>0.89</c:v>
                </c:pt>
                <c:pt idx="289">
                  <c:v>1.08</c:v>
                </c:pt>
                <c:pt idx="290">
                  <c:v>0.76</c:v>
                </c:pt>
                <c:pt idx="291">
                  <c:v>1.04</c:v>
                </c:pt>
                <c:pt idx="292">
                  <c:v>1.02</c:v>
                </c:pt>
                <c:pt idx="293">
                  <c:v>1.1599999999999999</c:v>
                </c:pt>
                <c:pt idx="294">
                  <c:v>1.25</c:v>
                </c:pt>
                <c:pt idx="295">
                  <c:v>1.3</c:v>
                </c:pt>
                <c:pt idx="296">
                  <c:v>1.35</c:v>
                </c:pt>
                <c:pt idx="297">
                  <c:v>1.07</c:v>
                </c:pt>
                <c:pt idx="298">
                  <c:v>1.1599999999999999</c:v>
                </c:pt>
                <c:pt idx="299">
                  <c:v>1.08</c:v>
                </c:pt>
                <c:pt idx="300">
                  <c:v>1.2</c:v>
                </c:pt>
                <c:pt idx="301">
                  <c:v>1.49</c:v>
                </c:pt>
                <c:pt idx="302">
                  <c:v>0.97</c:v>
                </c:pt>
                <c:pt idx="303">
                  <c:v>1.29</c:v>
                </c:pt>
                <c:pt idx="304">
                  <c:v>1.31</c:v>
                </c:pt>
                <c:pt idx="305">
                  <c:v>1.39</c:v>
                </c:pt>
                <c:pt idx="306">
                  <c:v>1.46</c:v>
                </c:pt>
                <c:pt idx="307">
                  <c:v>1.37</c:v>
                </c:pt>
                <c:pt idx="308">
                  <c:v>1.42</c:v>
                </c:pt>
                <c:pt idx="309">
                  <c:v>1.04</c:v>
                </c:pt>
                <c:pt idx="310">
                  <c:v>1.0900000000000001</c:v>
                </c:pt>
                <c:pt idx="311">
                  <c:v>1.1000000000000001</c:v>
                </c:pt>
                <c:pt idx="312">
                  <c:v>0.68</c:v>
                </c:pt>
                <c:pt idx="313">
                  <c:v>1.05</c:v>
                </c:pt>
                <c:pt idx="314">
                  <c:v>1.18</c:v>
                </c:pt>
                <c:pt idx="315">
                  <c:v>1.19</c:v>
                </c:pt>
                <c:pt idx="316">
                  <c:v>1.18</c:v>
                </c:pt>
                <c:pt idx="317">
                  <c:v>1.44</c:v>
                </c:pt>
                <c:pt idx="318">
                  <c:v>1.4</c:v>
                </c:pt>
                <c:pt idx="319">
                  <c:v>1.1499999999999999</c:v>
                </c:pt>
                <c:pt idx="320">
                  <c:v>1.29</c:v>
                </c:pt>
                <c:pt idx="321">
                  <c:v>1.32</c:v>
                </c:pt>
                <c:pt idx="322">
                  <c:v>1.4</c:v>
                </c:pt>
                <c:pt idx="323">
                  <c:v>1.39</c:v>
                </c:pt>
                <c:pt idx="324">
                  <c:v>0.83</c:v>
                </c:pt>
                <c:pt idx="325">
                  <c:v>0.62</c:v>
                </c:pt>
                <c:pt idx="326">
                  <c:v>1.32</c:v>
                </c:pt>
                <c:pt idx="327">
                  <c:v>1.1399999999999999</c:v>
                </c:pt>
                <c:pt idx="328">
                  <c:v>1.27</c:v>
                </c:pt>
                <c:pt idx="329">
                  <c:v>1.37</c:v>
                </c:pt>
                <c:pt idx="330">
                  <c:v>1.44</c:v>
                </c:pt>
                <c:pt idx="331">
                  <c:v>1.44</c:v>
                </c:pt>
                <c:pt idx="332">
                  <c:v>0.83</c:v>
                </c:pt>
                <c:pt idx="333">
                  <c:v>0.64</c:v>
                </c:pt>
                <c:pt idx="334">
                  <c:v>1.1299999999999999</c:v>
                </c:pt>
                <c:pt idx="335">
                  <c:v>0.85</c:v>
                </c:pt>
                <c:pt idx="336">
                  <c:v>1.21</c:v>
                </c:pt>
                <c:pt idx="337">
                  <c:v>1.6</c:v>
                </c:pt>
                <c:pt idx="338">
                  <c:v>1.0900000000000001</c:v>
                </c:pt>
                <c:pt idx="339">
                  <c:v>1.34</c:v>
                </c:pt>
                <c:pt idx="340">
                  <c:v>1.04</c:v>
                </c:pt>
                <c:pt idx="341">
                  <c:v>0.73</c:v>
                </c:pt>
                <c:pt idx="342">
                  <c:v>1.28</c:v>
                </c:pt>
                <c:pt idx="343">
                  <c:v>1.44</c:v>
                </c:pt>
                <c:pt idx="344">
                  <c:v>1.36</c:v>
                </c:pt>
                <c:pt idx="345">
                  <c:v>0.85</c:v>
                </c:pt>
                <c:pt idx="346">
                  <c:v>1.3</c:v>
                </c:pt>
                <c:pt idx="347">
                  <c:v>1.24</c:v>
                </c:pt>
                <c:pt idx="348">
                  <c:v>1.17</c:v>
                </c:pt>
                <c:pt idx="349">
                  <c:v>1.01</c:v>
                </c:pt>
                <c:pt idx="350">
                  <c:v>1.33</c:v>
                </c:pt>
                <c:pt idx="351">
                  <c:v>0.66</c:v>
                </c:pt>
                <c:pt idx="352">
                  <c:v>1.08</c:v>
                </c:pt>
                <c:pt idx="353">
                  <c:v>0.97</c:v>
                </c:pt>
                <c:pt idx="354">
                  <c:v>1.36</c:v>
                </c:pt>
                <c:pt idx="355">
                  <c:v>0.74</c:v>
                </c:pt>
                <c:pt idx="356">
                  <c:v>1.37</c:v>
                </c:pt>
                <c:pt idx="357">
                  <c:v>1.1299999999999999</c:v>
                </c:pt>
                <c:pt idx="358">
                  <c:v>1.1299999999999999</c:v>
                </c:pt>
                <c:pt idx="359">
                  <c:v>1.07</c:v>
                </c:pt>
                <c:pt idx="360">
                  <c:v>1.3</c:v>
                </c:pt>
                <c:pt idx="361">
                  <c:v>1.46</c:v>
                </c:pt>
                <c:pt idx="362">
                  <c:v>1.38</c:v>
                </c:pt>
                <c:pt idx="363">
                  <c:v>1.4</c:v>
                </c:pt>
                <c:pt idx="364">
                  <c:v>1.31</c:v>
                </c:pt>
                <c:pt idx="365">
                  <c:v>1.46</c:v>
                </c:pt>
                <c:pt idx="366">
                  <c:v>0.61</c:v>
                </c:pt>
                <c:pt idx="367">
                  <c:v>1.28</c:v>
                </c:pt>
                <c:pt idx="368">
                  <c:v>1.08</c:v>
                </c:pt>
                <c:pt idx="369">
                  <c:v>1.45</c:v>
                </c:pt>
                <c:pt idx="370">
                  <c:v>1.56</c:v>
                </c:pt>
                <c:pt idx="371">
                  <c:v>0.69</c:v>
                </c:pt>
                <c:pt idx="372">
                  <c:v>1.06</c:v>
                </c:pt>
                <c:pt idx="373">
                  <c:v>1.38</c:v>
                </c:pt>
                <c:pt idx="374">
                  <c:v>1.41</c:v>
                </c:pt>
                <c:pt idx="375">
                  <c:v>0.97</c:v>
                </c:pt>
                <c:pt idx="376">
                  <c:v>0.93</c:v>
                </c:pt>
                <c:pt idx="377">
                  <c:v>0.89</c:v>
                </c:pt>
                <c:pt idx="378">
                  <c:v>1.1499999999999999</c:v>
                </c:pt>
                <c:pt idx="379">
                  <c:v>1.31</c:v>
                </c:pt>
                <c:pt idx="380">
                  <c:v>1.41</c:v>
                </c:pt>
                <c:pt idx="381">
                  <c:v>1.08</c:v>
                </c:pt>
                <c:pt idx="382">
                  <c:v>0.71</c:v>
                </c:pt>
                <c:pt idx="383">
                  <c:v>1.06</c:v>
                </c:pt>
                <c:pt idx="384">
                  <c:v>1.02</c:v>
                </c:pt>
                <c:pt idx="385">
                  <c:v>1.47</c:v>
                </c:pt>
                <c:pt idx="386">
                  <c:v>1.1299999999999999</c:v>
                </c:pt>
                <c:pt idx="387">
                  <c:v>1.1399999999999999</c:v>
                </c:pt>
                <c:pt idx="388">
                  <c:v>1.38</c:v>
                </c:pt>
                <c:pt idx="389">
                  <c:v>1.05</c:v>
                </c:pt>
                <c:pt idx="390">
                  <c:v>1.21</c:v>
                </c:pt>
                <c:pt idx="391">
                  <c:v>0.8</c:v>
                </c:pt>
                <c:pt idx="392">
                  <c:v>1.26</c:v>
                </c:pt>
                <c:pt idx="393">
                  <c:v>1.33</c:v>
                </c:pt>
                <c:pt idx="394">
                  <c:v>1.01</c:v>
                </c:pt>
                <c:pt idx="395">
                  <c:v>1.29</c:v>
                </c:pt>
                <c:pt idx="396">
                  <c:v>1.1599999999999999</c:v>
                </c:pt>
                <c:pt idx="397">
                  <c:v>1.38</c:v>
                </c:pt>
                <c:pt idx="398">
                  <c:v>0.55000000000000004</c:v>
                </c:pt>
                <c:pt idx="399">
                  <c:v>0.91</c:v>
                </c:pt>
                <c:pt idx="400">
                  <c:v>1.58</c:v>
                </c:pt>
                <c:pt idx="401">
                  <c:v>1.45</c:v>
                </c:pt>
                <c:pt idx="402">
                  <c:v>1.84</c:v>
                </c:pt>
                <c:pt idx="403">
                  <c:v>1.35</c:v>
                </c:pt>
                <c:pt idx="404">
                  <c:v>1.42</c:v>
                </c:pt>
                <c:pt idx="405">
                  <c:v>1.08</c:v>
                </c:pt>
                <c:pt idx="406">
                  <c:v>1.35</c:v>
                </c:pt>
                <c:pt idx="407">
                  <c:v>1.87</c:v>
                </c:pt>
                <c:pt idx="408">
                  <c:v>1.7</c:v>
                </c:pt>
                <c:pt idx="409">
                  <c:v>1.99</c:v>
                </c:pt>
                <c:pt idx="410">
                  <c:v>1.93</c:v>
                </c:pt>
                <c:pt idx="411">
                  <c:v>1.35</c:v>
                </c:pt>
                <c:pt idx="412">
                  <c:v>1.03</c:v>
                </c:pt>
                <c:pt idx="413">
                  <c:v>1.07</c:v>
                </c:pt>
                <c:pt idx="414">
                  <c:v>1.65</c:v>
                </c:pt>
                <c:pt idx="415">
                  <c:v>1.22</c:v>
                </c:pt>
                <c:pt idx="416">
                  <c:v>1.62</c:v>
                </c:pt>
                <c:pt idx="417">
                  <c:v>1.78</c:v>
                </c:pt>
                <c:pt idx="418">
                  <c:v>1.73</c:v>
                </c:pt>
                <c:pt idx="419">
                  <c:v>0.75</c:v>
                </c:pt>
                <c:pt idx="420">
                  <c:v>1.32</c:v>
                </c:pt>
                <c:pt idx="421">
                  <c:v>1.95</c:v>
                </c:pt>
                <c:pt idx="422">
                  <c:v>1.63</c:v>
                </c:pt>
                <c:pt idx="423">
                  <c:v>1.93</c:v>
                </c:pt>
                <c:pt idx="424">
                  <c:v>1.74</c:v>
                </c:pt>
                <c:pt idx="425">
                  <c:v>1.61</c:v>
                </c:pt>
                <c:pt idx="426">
                  <c:v>1.67</c:v>
                </c:pt>
                <c:pt idx="427">
                  <c:v>1.18</c:v>
                </c:pt>
                <c:pt idx="428">
                  <c:v>0.57999999999999996</c:v>
                </c:pt>
                <c:pt idx="429">
                  <c:v>1.77</c:v>
                </c:pt>
                <c:pt idx="430">
                  <c:v>0.64</c:v>
                </c:pt>
                <c:pt idx="431">
                  <c:v>1.98</c:v>
                </c:pt>
                <c:pt idx="432">
                  <c:v>1.83</c:v>
                </c:pt>
                <c:pt idx="433">
                  <c:v>1.48</c:v>
                </c:pt>
                <c:pt idx="434">
                  <c:v>1.83</c:v>
                </c:pt>
                <c:pt idx="435">
                  <c:v>1.52</c:v>
                </c:pt>
                <c:pt idx="436">
                  <c:v>0.56000000000000005</c:v>
                </c:pt>
                <c:pt idx="437">
                  <c:v>1.08</c:v>
                </c:pt>
                <c:pt idx="438">
                  <c:v>1.23</c:v>
                </c:pt>
                <c:pt idx="439">
                  <c:v>1.03</c:v>
                </c:pt>
                <c:pt idx="440">
                  <c:v>1.37</c:v>
                </c:pt>
                <c:pt idx="441">
                  <c:v>1.67</c:v>
                </c:pt>
                <c:pt idx="442">
                  <c:v>1.08</c:v>
                </c:pt>
                <c:pt idx="443">
                  <c:v>1.02</c:v>
                </c:pt>
                <c:pt idx="444">
                  <c:v>1.79</c:v>
                </c:pt>
                <c:pt idx="445">
                  <c:v>1.24</c:v>
                </c:pt>
                <c:pt idx="446">
                  <c:v>1.66</c:v>
                </c:pt>
                <c:pt idx="447">
                  <c:v>1.08</c:v>
                </c:pt>
                <c:pt idx="448">
                  <c:v>0.68</c:v>
                </c:pt>
                <c:pt idx="449">
                  <c:v>1.42</c:v>
                </c:pt>
                <c:pt idx="450">
                  <c:v>0.81</c:v>
                </c:pt>
                <c:pt idx="451">
                  <c:v>1.1100000000000001</c:v>
                </c:pt>
                <c:pt idx="452">
                  <c:v>1.07</c:v>
                </c:pt>
                <c:pt idx="453">
                  <c:v>0.92</c:v>
                </c:pt>
                <c:pt idx="454">
                  <c:v>1.36</c:v>
                </c:pt>
                <c:pt idx="455">
                  <c:v>1.81</c:v>
                </c:pt>
                <c:pt idx="456">
                  <c:v>1.66</c:v>
                </c:pt>
                <c:pt idx="457">
                  <c:v>1.0900000000000001</c:v>
                </c:pt>
                <c:pt idx="458">
                  <c:v>1.03</c:v>
                </c:pt>
                <c:pt idx="459">
                  <c:v>1.41</c:v>
                </c:pt>
                <c:pt idx="460">
                  <c:v>1.08</c:v>
                </c:pt>
                <c:pt idx="461">
                  <c:v>1.1100000000000001</c:v>
                </c:pt>
                <c:pt idx="462">
                  <c:v>1.42</c:v>
                </c:pt>
                <c:pt idx="463">
                  <c:v>1.74</c:v>
                </c:pt>
                <c:pt idx="464">
                  <c:v>1.25</c:v>
                </c:pt>
                <c:pt idx="465">
                  <c:v>1.4</c:v>
                </c:pt>
                <c:pt idx="466">
                  <c:v>1.42</c:v>
                </c:pt>
                <c:pt idx="467">
                  <c:v>1.2</c:v>
                </c:pt>
                <c:pt idx="468">
                  <c:v>1.46</c:v>
                </c:pt>
                <c:pt idx="469">
                  <c:v>0.54</c:v>
                </c:pt>
                <c:pt idx="470">
                  <c:v>0.93</c:v>
                </c:pt>
                <c:pt idx="471">
                  <c:v>1.78</c:v>
                </c:pt>
                <c:pt idx="472">
                  <c:v>1.19</c:v>
                </c:pt>
                <c:pt idx="473">
                  <c:v>1.52</c:v>
                </c:pt>
                <c:pt idx="474">
                  <c:v>1.72</c:v>
                </c:pt>
                <c:pt idx="475">
                  <c:v>1.2</c:v>
                </c:pt>
                <c:pt idx="476">
                  <c:v>1.38</c:v>
                </c:pt>
                <c:pt idx="477">
                  <c:v>1.52</c:v>
                </c:pt>
                <c:pt idx="478">
                  <c:v>1.49</c:v>
                </c:pt>
                <c:pt idx="479">
                  <c:v>1.79</c:v>
                </c:pt>
                <c:pt idx="480">
                  <c:v>1.76</c:v>
                </c:pt>
                <c:pt idx="481">
                  <c:v>0.9</c:v>
                </c:pt>
                <c:pt idx="482">
                  <c:v>0.87</c:v>
                </c:pt>
                <c:pt idx="483">
                  <c:v>1.48</c:v>
                </c:pt>
                <c:pt idx="484">
                  <c:v>1.17</c:v>
                </c:pt>
                <c:pt idx="485">
                  <c:v>1.42</c:v>
                </c:pt>
                <c:pt idx="486">
                  <c:v>1.04</c:v>
                </c:pt>
                <c:pt idx="487">
                  <c:v>0.73</c:v>
                </c:pt>
                <c:pt idx="488">
                  <c:v>1.26</c:v>
                </c:pt>
                <c:pt idx="489">
                  <c:v>1.1599999999999999</c:v>
                </c:pt>
                <c:pt idx="490">
                  <c:v>1.77</c:v>
                </c:pt>
                <c:pt idx="491">
                  <c:v>1.39</c:v>
                </c:pt>
                <c:pt idx="492">
                  <c:v>1.57</c:v>
                </c:pt>
                <c:pt idx="493">
                  <c:v>1.03</c:v>
                </c:pt>
                <c:pt idx="494">
                  <c:v>1.75</c:v>
                </c:pt>
                <c:pt idx="495">
                  <c:v>1.99</c:v>
                </c:pt>
                <c:pt idx="496">
                  <c:v>1.22</c:v>
                </c:pt>
                <c:pt idx="497">
                  <c:v>1.97</c:v>
                </c:pt>
                <c:pt idx="498">
                  <c:v>1.71</c:v>
                </c:pt>
                <c:pt idx="499">
                  <c:v>1.52</c:v>
                </c:pt>
                <c:pt idx="500">
                  <c:v>1.7</c:v>
                </c:pt>
                <c:pt idx="501">
                  <c:v>1.43</c:v>
                </c:pt>
                <c:pt idx="502">
                  <c:v>1.82</c:v>
                </c:pt>
                <c:pt idx="503">
                  <c:v>1.66</c:v>
                </c:pt>
                <c:pt idx="504">
                  <c:v>1.1399999999999999</c:v>
                </c:pt>
                <c:pt idx="505">
                  <c:v>1.97</c:v>
                </c:pt>
                <c:pt idx="506">
                  <c:v>0.88</c:v>
                </c:pt>
                <c:pt idx="507">
                  <c:v>1.88</c:v>
                </c:pt>
                <c:pt idx="508">
                  <c:v>0.97</c:v>
                </c:pt>
                <c:pt idx="509">
                  <c:v>1.81</c:v>
                </c:pt>
                <c:pt idx="510">
                  <c:v>1.49</c:v>
                </c:pt>
                <c:pt idx="511">
                  <c:v>1.41</c:v>
                </c:pt>
                <c:pt idx="512">
                  <c:v>1.19</c:v>
                </c:pt>
                <c:pt idx="513">
                  <c:v>1.77</c:v>
                </c:pt>
                <c:pt idx="514">
                  <c:v>1.22</c:v>
                </c:pt>
                <c:pt idx="515">
                  <c:v>0.61</c:v>
                </c:pt>
                <c:pt idx="516">
                  <c:v>1.56</c:v>
                </c:pt>
                <c:pt idx="517">
                  <c:v>1.72</c:v>
                </c:pt>
                <c:pt idx="518">
                  <c:v>1.52</c:v>
                </c:pt>
                <c:pt idx="519">
                  <c:v>0.64</c:v>
                </c:pt>
                <c:pt idx="520">
                  <c:v>1.45</c:v>
                </c:pt>
                <c:pt idx="521">
                  <c:v>1.69</c:v>
                </c:pt>
                <c:pt idx="522">
                  <c:v>1.79</c:v>
                </c:pt>
                <c:pt idx="523">
                  <c:v>1.23</c:v>
                </c:pt>
                <c:pt idx="524">
                  <c:v>1.38</c:v>
                </c:pt>
                <c:pt idx="525">
                  <c:v>1.4</c:v>
                </c:pt>
                <c:pt idx="526">
                  <c:v>1.98</c:v>
                </c:pt>
                <c:pt idx="527">
                  <c:v>1.28</c:v>
                </c:pt>
                <c:pt idx="528">
                  <c:v>1.3</c:v>
                </c:pt>
                <c:pt idx="529">
                  <c:v>1.38</c:v>
                </c:pt>
                <c:pt idx="530">
                  <c:v>1.84</c:v>
                </c:pt>
                <c:pt idx="531">
                  <c:v>1.86</c:v>
                </c:pt>
                <c:pt idx="532">
                  <c:v>0.51</c:v>
                </c:pt>
                <c:pt idx="533">
                  <c:v>1.1399999999999999</c:v>
                </c:pt>
                <c:pt idx="534">
                  <c:v>1.43</c:v>
                </c:pt>
                <c:pt idx="535">
                  <c:v>1.54</c:v>
                </c:pt>
                <c:pt idx="536">
                  <c:v>1.7</c:v>
                </c:pt>
                <c:pt idx="537">
                  <c:v>1.9</c:v>
                </c:pt>
                <c:pt idx="538">
                  <c:v>1.29</c:v>
                </c:pt>
                <c:pt idx="539">
                  <c:v>1.27</c:v>
                </c:pt>
                <c:pt idx="540">
                  <c:v>1.87</c:v>
                </c:pt>
                <c:pt idx="541">
                  <c:v>1.02</c:v>
                </c:pt>
                <c:pt idx="542">
                  <c:v>1.9</c:v>
                </c:pt>
                <c:pt idx="543">
                  <c:v>1.45</c:v>
                </c:pt>
                <c:pt idx="544">
                  <c:v>1.76</c:v>
                </c:pt>
                <c:pt idx="545">
                  <c:v>0.72</c:v>
                </c:pt>
                <c:pt idx="546">
                  <c:v>1.7</c:v>
                </c:pt>
                <c:pt idx="547">
                  <c:v>1.85</c:v>
                </c:pt>
                <c:pt idx="548">
                  <c:v>1.01</c:v>
                </c:pt>
                <c:pt idx="549">
                  <c:v>0.71</c:v>
                </c:pt>
                <c:pt idx="550">
                  <c:v>0.74</c:v>
                </c:pt>
                <c:pt idx="551">
                  <c:v>1.58</c:v>
                </c:pt>
                <c:pt idx="552">
                  <c:v>0.76</c:v>
                </c:pt>
                <c:pt idx="553">
                  <c:v>1.96</c:v>
                </c:pt>
                <c:pt idx="554">
                  <c:v>1.33</c:v>
                </c:pt>
                <c:pt idx="555">
                  <c:v>1.93</c:v>
                </c:pt>
                <c:pt idx="556">
                  <c:v>0.84</c:v>
                </c:pt>
                <c:pt idx="557">
                  <c:v>1.43</c:v>
                </c:pt>
                <c:pt idx="558">
                  <c:v>1.75</c:v>
                </c:pt>
                <c:pt idx="559">
                  <c:v>1.5</c:v>
                </c:pt>
                <c:pt idx="560">
                  <c:v>1.62</c:v>
                </c:pt>
                <c:pt idx="561">
                  <c:v>1.07</c:v>
                </c:pt>
                <c:pt idx="562">
                  <c:v>1.46</c:v>
                </c:pt>
                <c:pt idx="563">
                  <c:v>1.39</c:v>
                </c:pt>
                <c:pt idx="564">
                  <c:v>1.1299999999999999</c:v>
                </c:pt>
                <c:pt idx="565">
                  <c:v>1.26</c:v>
                </c:pt>
                <c:pt idx="566">
                  <c:v>1.57</c:v>
                </c:pt>
                <c:pt idx="567">
                  <c:v>1.01</c:v>
                </c:pt>
                <c:pt idx="568">
                  <c:v>1.87</c:v>
                </c:pt>
                <c:pt idx="569">
                  <c:v>1.51</c:v>
                </c:pt>
                <c:pt idx="570">
                  <c:v>1.1399999999999999</c:v>
                </c:pt>
                <c:pt idx="571">
                  <c:v>1.63</c:v>
                </c:pt>
                <c:pt idx="572">
                  <c:v>1.69</c:v>
                </c:pt>
                <c:pt idx="573">
                  <c:v>1.78</c:v>
                </c:pt>
                <c:pt idx="574">
                  <c:v>1.1299999999999999</c:v>
                </c:pt>
                <c:pt idx="575">
                  <c:v>1.1200000000000001</c:v>
                </c:pt>
                <c:pt idx="576">
                  <c:v>1.25</c:v>
                </c:pt>
                <c:pt idx="577">
                  <c:v>0.73</c:v>
                </c:pt>
                <c:pt idx="578">
                  <c:v>1.64</c:v>
                </c:pt>
                <c:pt idx="579">
                  <c:v>1.48</c:v>
                </c:pt>
                <c:pt idx="580">
                  <c:v>0.63</c:v>
                </c:pt>
                <c:pt idx="581">
                  <c:v>1.78</c:v>
                </c:pt>
                <c:pt idx="582">
                  <c:v>1.44</c:v>
                </c:pt>
                <c:pt idx="583">
                  <c:v>1.22</c:v>
                </c:pt>
                <c:pt idx="584">
                  <c:v>1.17</c:v>
                </c:pt>
                <c:pt idx="585">
                  <c:v>0.66</c:v>
                </c:pt>
                <c:pt idx="586">
                  <c:v>0.89</c:v>
                </c:pt>
                <c:pt idx="587">
                  <c:v>0.97</c:v>
                </c:pt>
                <c:pt idx="588">
                  <c:v>1.83</c:v>
                </c:pt>
                <c:pt idx="589">
                  <c:v>1.28</c:v>
                </c:pt>
                <c:pt idx="590">
                  <c:v>1.21</c:v>
                </c:pt>
                <c:pt idx="591">
                  <c:v>1.6</c:v>
                </c:pt>
                <c:pt idx="592">
                  <c:v>1.0900000000000001</c:v>
                </c:pt>
                <c:pt idx="593">
                  <c:v>1.03</c:v>
                </c:pt>
                <c:pt idx="594">
                  <c:v>1.1200000000000001</c:v>
                </c:pt>
                <c:pt idx="595">
                  <c:v>1.37</c:v>
                </c:pt>
                <c:pt idx="596">
                  <c:v>1.4</c:v>
                </c:pt>
                <c:pt idx="597">
                  <c:v>1.07</c:v>
                </c:pt>
                <c:pt idx="598">
                  <c:v>1.46</c:v>
                </c:pt>
                <c:pt idx="599">
                  <c:v>1.85</c:v>
                </c:pt>
                <c:pt idx="600">
                  <c:v>1.3</c:v>
                </c:pt>
                <c:pt idx="601">
                  <c:v>1.85</c:v>
                </c:pt>
                <c:pt idx="602">
                  <c:v>1.1399999999999999</c:v>
                </c:pt>
                <c:pt idx="603">
                  <c:v>1.31</c:v>
                </c:pt>
                <c:pt idx="604">
                  <c:v>0.7</c:v>
                </c:pt>
                <c:pt idx="605">
                  <c:v>1.24</c:v>
                </c:pt>
                <c:pt idx="606">
                  <c:v>1.2</c:v>
                </c:pt>
                <c:pt idx="607">
                  <c:v>0.88</c:v>
                </c:pt>
                <c:pt idx="608">
                  <c:v>1.51</c:v>
                </c:pt>
                <c:pt idx="609">
                  <c:v>1.93</c:v>
                </c:pt>
                <c:pt idx="610">
                  <c:v>1.06</c:v>
                </c:pt>
                <c:pt idx="611">
                  <c:v>0.77</c:v>
                </c:pt>
                <c:pt idx="612">
                  <c:v>1.2</c:v>
                </c:pt>
                <c:pt idx="613">
                  <c:v>1.24</c:v>
                </c:pt>
                <c:pt idx="614">
                  <c:v>1.29</c:v>
                </c:pt>
                <c:pt idx="615">
                  <c:v>0.87</c:v>
                </c:pt>
                <c:pt idx="616">
                  <c:v>1.48</c:v>
                </c:pt>
                <c:pt idx="617">
                  <c:v>1.98</c:v>
                </c:pt>
                <c:pt idx="618">
                  <c:v>1.37</c:v>
                </c:pt>
                <c:pt idx="619">
                  <c:v>1.1499999999999999</c:v>
                </c:pt>
                <c:pt idx="620">
                  <c:v>0.72</c:v>
                </c:pt>
                <c:pt idx="621">
                  <c:v>1.03</c:v>
                </c:pt>
                <c:pt idx="622">
                  <c:v>1.32</c:v>
                </c:pt>
                <c:pt idx="623">
                  <c:v>1.1399999999999999</c:v>
                </c:pt>
                <c:pt idx="624">
                  <c:v>1.25</c:v>
                </c:pt>
                <c:pt idx="625">
                  <c:v>1.19</c:v>
                </c:pt>
                <c:pt idx="626">
                  <c:v>0.76</c:v>
                </c:pt>
                <c:pt idx="627">
                  <c:v>1.58</c:v>
                </c:pt>
                <c:pt idx="628">
                  <c:v>0.82</c:v>
                </c:pt>
                <c:pt idx="629">
                  <c:v>1.88</c:v>
                </c:pt>
                <c:pt idx="630">
                  <c:v>1.32</c:v>
                </c:pt>
                <c:pt idx="631">
                  <c:v>1.27</c:v>
                </c:pt>
                <c:pt idx="632">
                  <c:v>1.17</c:v>
                </c:pt>
                <c:pt idx="633">
                  <c:v>1.1399999999999999</c:v>
                </c:pt>
                <c:pt idx="634">
                  <c:v>1.67</c:v>
                </c:pt>
                <c:pt idx="635">
                  <c:v>1.07</c:v>
                </c:pt>
                <c:pt idx="636">
                  <c:v>1.71</c:v>
                </c:pt>
                <c:pt idx="637">
                  <c:v>1.36</c:v>
                </c:pt>
                <c:pt idx="638">
                  <c:v>1.02</c:v>
                </c:pt>
                <c:pt idx="639">
                  <c:v>1.47</c:v>
                </c:pt>
                <c:pt idx="640">
                  <c:v>1.46</c:v>
                </c:pt>
                <c:pt idx="641">
                  <c:v>0.55000000000000004</c:v>
                </c:pt>
                <c:pt idx="642">
                  <c:v>1.07</c:v>
                </c:pt>
                <c:pt idx="643">
                  <c:v>1.23</c:v>
                </c:pt>
                <c:pt idx="644">
                  <c:v>1.22</c:v>
                </c:pt>
                <c:pt idx="645">
                  <c:v>0.74</c:v>
                </c:pt>
                <c:pt idx="646">
                  <c:v>1.1200000000000001</c:v>
                </c:pt>
                <c:pt idx="647">
                  <c:v>1.69</c:v>
                </c:pt>
                <c:pt idx="648">
                  <c:v>1.88</c:v>
                </c:pt>
                <c:pt idx="649">
                  <c:v>1.49</c:v>
                </c:pt>
                <c:pt idx="650">
                  <c:v>1.03</c:v>
                </c:pt>
                <c:pt idx="651">
                  <c:v>1.05</c:v>
                </c:pt>
                <c:pt idx="652">
                  <c:v>1.91</c:v>
                </c:pt>
                <c:pt idx="653">
                  <c:v>1.32</c:v>
                </c:pt>
                <c:pt idx="654">
                  <c:v>0.81</c:v>
                </c:pt>
                <c:pt idx="655">
                  <c:v>1.99</c:v>
                </c:pt>
                <c:pt idx="656">
                  <c:v>1.72</c:v>
                </c:pt>
                <c:pt idx="657">
                  <c:v>1.53</c:v>
                </c:pt>
                <c:pt idx="658">
                  <c:v>1.45</c:v>
                </c:pt>
                <c:pt idx="659">
                  <c:v>1.06</c:v>
                </c:pt>
                <c:pt idx="660">
                  <c:v>1.82</c:v>
                </c:pt>
                <c:pt idx="661">
                  <c:v>1.3</c:v>
                </c:pt>
                <c:pt idx="662">
                  <c:v>0.84</c:v>
                </c:pt>
                <c:pt idx="663">
                  <c:v>1.42</c:v>
                </c:pt>
                <c:pt idx="664">
                  <c:v>1.17</c:v>
                </c:pt>
                <c:pt idx="665">
                  <c:v>1.97</c:v>
                </c:pt>
                <c:pt idx="666">
                  <c:v>0.89</c:v>
                </c:pt>
                <c:pt idx="667">
                  <c:v>1.31</c:v>
                </c:pt>
                <c:pt idx="668">
                  <c:v>1.96</c:v>
                </c:pt>
                <c:pt idx="669">
                  <c:v>1.97</c:v>
                </c:pt>
                <c:pt idx="670">
                  <c:v>1.72</c:v>
                </c:pt>
                <c:pt idx="671">
                  <c:v>1.61</c:v>
                </c:pt>
                <c:pt idx="672">
                  <c:v>1.32</c:v>
                </c:pt>
                <c:pt idx="673">
                  <c:v>1.77</c:v>
                </c:pt>
                <c:pt idx="674">
                  <c:v>0.92</c:v>
                </c:pt>
                <c:pt idx="675">
                  <c:v>1.1000000000000001</c:v>
                </c:pt>
                <c:pt idx="676">
                  <c:v>0.56000000000000005</c:v>
                </c:pt>
                <c:pt idx="677">
                  <c:v>1.28</c:v>
                </c:pt>
                <c:pt idx="678">
                  <c:v>0.97</c:v>
                </c:pt>
                <c:pt idx="679">
                  <c:v>1.03</c:v>
                </c:pt>
                <c:pt idx="680">
                  <c:v>0.99</c:v>
                </c:pt>
                <c:pt idx="681">
                  <c:v>1.81</c:v>
                </c:pt>
                <c:pt idx="682">
                  <c:v>1.17</c:v>
                </c:pt>
                <c:pt idx="683">
                  <c:v>1.7</c:v>
                </c:pt>
                <c:pt idx="684">
                  <c:v>1.1499999999999999</c:v>
                </c:pt>
                <c:pt idx="685">
                  <c:v>1.35</c:v>
                </c:pt>
                <c:pt idx="686">
                  <c:v>1.28</c:v>
                </c:pt>
                <c:pt idx="687">
                  <c:v>1.62</c:v>
                </c:pt>
                <c:pt idx="688">
                  <c:v>1.2</c:v>
                </c:pt>
                <c:pt idx="689">
                  <c:v>1.41</c:v>
                </c:pt>
                <c:pt idx="690">
                  <c:v>1.51</c:v>
                </c:pt>
                <c:pt idx="691">
                  <c:v>0.54</c:v>
                </c:pt>
                <c:pt idx="692">
                  <c:v>2</c:v>
                </c:pt>
                <c:pt idx="693">
                  <c:v>1.37</c:v>
                </c:pt>
                <c:pt idx="694">
                  <c:v>1.25</c:v>
                </c:pt>
                <c:pt idx="695">
                  <c:v>1.9</c:v>
                </c:pt>
                <c:pt idx="696">
                  <c:v>1.77</c:v>
                </c:pt>
                <c:pt idx="697">
                  <c:v>1.45</c:v>
                </c:pt>
                <c:pt idx="698">
                  <c:v>1.65</c:v>
                </c:pt>
                <c:pt idx="699">
                  <c:v>0.51</c:v>
                </c:pt>
                <c:pt idx="700">
                  <c:v>1.39</c:v>
                </c:pt>
                <c:pt idx="701">
                  <c:v>1.34</c:v>
                </c:pt>
                <c:pt idx="702">
                  <c:v>1.04</c:v>
                </c:pt>
                <c:pt idx="703">
                  <c:v>0.88</c:v>
                </c:pt>
                <c:pt idx="704">
                  <c:v>1.99</c:v>
                </c:pt>
                <c:pt idx="705">
                  <c:v>1.29</c:v>
                </c:pt>
                <c:pt idx="706">
                  <c:v>1.26</c:v>
                </c:pt>
                <c:pt idx="707">
                  <c:v>1.8</c:v>
                </c:pt>
                <c:pt idx="708">
                  <c:v>1.42</c:v>
                </c:pt>
                <c:pt idx="709">
                  <c:v>1.37</c:v>
                </c:pt>
                <c:pt idx="710">
                  <c:v>1.48</c:v>
                </c:pt>
                <c:pt idx="711">
                  <c:v>1.57</c:v>
                </c:pt>
                <c:pt idx="712">
                  <c:v>1.1599999999999999</c:v>
                </c:pt>
                <c:pt idx="713">
                  <c:v>1.37</c:v>
                </c:pt>
                <c:pt idx="714">
                  <c:v>1.29</c:v>
                </c:pt>
                <c:pt idx="715">
                  <c:v>1.8</c:v>
                </c:pt>
                <c:pt idx="716">
                  <c:v>1.9</c:v>
                </c:pt>
                <c:pt idx="717">
                  <c:v>0.7</c:v>
                </c:pt>
                <c:pt idx="718">
                  <c:v>1.36</c:v>
                </c:pt>
                <c:pt idx="719">
                  <c:v>1.48</c:v>
                </c:pt>
                <c:pt idx="720">
                  <c:v>1.23</c:v>
                </c:pt>
                <c:pt idx="721">
                  <c:v>0.66</c:v>
                </c:pt>
                <c:pt idx="722">
                  <c:v>1.2</c:v>
                </c:pt>
                <c:pt idx="723">
                  <c:v>1.01</c:v>
                </c:pt>
                <c:pt idx="724">
                  <c:v>0.8</c:v>
                </c:pt>
                <c:pt idx="725">
                  <c:v>1.03</c:v>
                </c:pt>
                <c:pt idx="726">
                  <c:v>0.82</c:v>
                </c:pt>
                <c:pt idx="727">
                  <c:v>1.33</c:v>
                </c:pt>
                <c:pt idx="728">
                  <c:v>1.38</c:v>
                </c:pt>
                <c:pt idx="729">
                  <c:v>0.68</c:v>
                </c:pt>
                <c:pt idx="730">
                  <c:v>0.64</c:v>
                </c:pt>
                <c:pt idx="731">
                  <c:v>1.48</c:v>
                </c:pt>
                <c:pt idx="732">
                  <c:v>1.21</c:v>
                </c:pt>
                <c:pt idx="733">
                  <c:v>0.94</c:v>
                </c:pt>
                <c:pt idx="734">
                  <c:v>0.97</c:v>
                </c:pt>
                <c:pt idx="735">
                  <c:v>1.87</c:v>
                </c:pt>
                <c:pt idx="736">
                  <c:v>1.49</c:v>
                </c:pt>
                <c:pt idx="737">
                  <c:v>1.42</c:v>
                </c:pt>
                <c:pt idx="738">
                  <c:v>1.31</c:v>
                </c:pt>
                <c:pt idx="739">
                  <c:v>1.23</c:v>
                </c:pt>
                <c:pt idx="740">
                  <c:v>0.93</c:v>
                </c:pt>
                <c:pt idx="741">
                  <c:v>0.89</c:v>
                </c:pt>
                <c:pt idx="742">
                  <c:v>1.26</c:v>
                </c:pt>
                <c:pt idx="743">
                  <c:v>1.45</c:v>
                </c:pt>
                <c:pt idx="744">
                  <c:v>1.8</c:v>
                </c:pt>
                <c:pt idx="745">
                  <c:v>0.51</c:v>
                </c:pt>
                <c:pt idx="746">
                  <c:v>1.35</c:v>
                </c:pt>
                <c:pt idx="747">
                  <c:v>1.0900000000000001</c:v>
                </c:pt>
                <c:pt idx="748">
                  <c:v>1.98</c:v>
                </c:pt>
                <c:pt idx="749">
                  <c:v>1.24</c:v>
                </c:pt>
                <c:pt idx="750">
                  <c:v>1.31</c:v>
                </c:pt>
                <c:pt idx="751">
                  <c:v>0.91</c:v>
                </c:pt>
                <c:pt idx="752">
                  <c:v>0.96</c:v>
                </c:pt>
                <c:pt idx="753">
                  <c:v>0.72</c:v>
                </c:pt>
                <c:pt idx="754">
                  <c:v>1.27</c:v>
                </c:pt>
                <c:pt idx="755">
                  <c:v>1.37</c:v>
                </c:pt>
                <c:pt idx="756">
                  <c:v>1.37</c:v>
                </c:pt>
                <c:pt idx="757">
                  <c:v>1.87</c:v>
                </c:pt>
                <c:pt idx="758">
                  <c:v>1.8</c:v>
                </c:pt>
                <c:pt idx="759">
                  <c:v>1.29</c:v>
                </c:pt>
                <c:pt idx="760">
                  <c:v>0.77</c:v>
                </c:pt>
                <c:pt idx="761">
                  <c:v>1.31</c:v>
                </c:pt>
                <c:pt idx="762">
                  <c:v>1.24</c:v>
                </c:pt>
                <c:pt idx="763">
                  <c:v>1.48</c:v>
                </c:pt>
                <c:pt idx="764">
                  <c:v>0.81</c:v>
                </c:pt>
                <c:pt idx="765">
                  <c:v>1.49</c:v>
                </c:pt>
                <c:pt idx="766">
                  <c:v>1.38</c:v>
                </c:pt>
                <c:pt idx="767">
                  <c:v>1.56</c:v>
                </c:pt>
                <c:pt idx="768">
                  <c:v>0.9</c:v>
                </c:pt>
                <c:pt idx="769">
                  <c:v>0.92</c:v>
                </c:pt>
                <c:pt idx="770">
                  <c:v>1.1399999999999999</c:v>
                </c:pt>
                <c:pt idx="771">
                  <c:v>1.42</c:v>
                </c:pt>
                <c:pt idx="772">
                  <c:v>1.03</c:v>
                </c:pt>
                <c:pt idx="773">
                  <c:v>1.35</c:v>
                </c:pt>
                <c:pt idx="774">
                  <c:v>1.25</c:v>
                </c:pt>
                <c:pt idx="775">
                  <c:v>1.54</c:v>
                </c:pt>
                <c:pt idx="776">
                  <c:v>1.25</c:v>
                </c:pt>
                <c:pt idx="777">
                  <c:v>0.78</c:v>
                </c:pt>
                <c:pt idx="778">
                  <c:v>1.06</c:v>
                </c:pt>
                <c:pt idx="779">
                  <c:v>1.27</c:v>
                </c:pt>
                <c:pt idx="780">
                  <c:v>1.29</c:v>
                </c:pt>
                <c:pt idx="781">
                  <c:v>1.1000000000000001</c:v>
                </c:pt>
                <c:pt idx="782">
                  <c:v>1.45</c:v>
                </c:pt>
                <c:pt idx="783">
                  <c:v>1.03</c:v>
                </c:pt>
                <c:pt idx="784">
                  <c:v>0.68</c:v>
                </c:pt>
                <c:pt idx="785">
                  <c:v>1.41</c:v>
                </c:pt>
                <c:pt idx="786">
                  <c:v>1.1399999999999999</c:v>
                </c:pt>
                <c:pt idx="787">
                  <c:v>1.42</c:v>
                </c:pt>
                <c:pt idx="788">
                  <c:v>0.95</c:v>
                </c:pt>
                <c:pt idx="789">
                  <c:v>1.67</c:v>
                </c:pt>
                <c:pt idx="790">
                  <c:v>1.1000000000000001</c:v>
                </c:pt>
                <c:pt idx="791">
                  <c:v>1.1399999999999999</c:v>
                </c:pt>
                <c:pt idx="792">
                  <c:v>1.5</c:v>
                </c:pt>
                <c:pt idx="793">
                  <c:v>1.1299999999999999</c:v>
                </c:pt>
                <c:pt idx="794">
                  <c:v>1.27</c:v>
                </c:pt>
                <c:pt idx="795">
                  <c:v>1</c:v>
                </c:pt>
                <c:pt idx="796">
                  <c:v>1.38</c:v>
                </c:pt>
                <c:pt idx="797">
                  <c:v>0.75</c:v>
                </c:pt>
                <c:pt idx="798">
                  <c:v>1.38</c:v>
                </c:pt>
                <c:pt idx="799">
                  <c:v>1.03</c:v>
                </c:pt>
                <c:pt idx="800">
                  <c:v>1.48</c:v>
                </c:pt>
                <c:pt idx="801">
                  <c:v>1.29</c:v>
                </c:pt>
                <c:pt idx="802">
                  <c:v>1.34</c:v>
                </c:pt>
                <c:pt idx="803">
                  <c:v>0.79</c:v>
                </c:pt>
                <c:pt idx="804">
                  <c:v>1.41</c:v>
                </c:pt>
                <c:pt idx="805">
                  <c:v>1.33</c:v>
                </c:pt>
                <c:pt idx="806">
                  <c:v>1.04</c:v>
                </c:pt>
                <c:pt idx="807">
                  <c:v>1.1399999999999999</c:v>
                </c:pt>
                <c:pt idx="808">
                  <c:v>1.03</c:v>
                </c:pt>
                <c:pt idx="809">
                  <c:v>1.65</c:v>
                </c:pt>
                <c:pt idx="810">
                  <c:v>1.0900000000000001</c:v>
                </c:pt>
                <c:pt idx="811">
                  <c:v>0.56999999999999995</c:v>
                </c:pt>
                <c:pt idx="812">
                  <c:v>1.35</c:v>
                </c:pt>
                <c:pt idx="813">
                  <c:v>1.66</c:v>
                </c:pt>
                <c:pt idx="814">
                  <c:v>1.3</c:v>
                </c:pt>
                <c:pt idx="815">
                  <c:v>1.4</c:v>
                </c:pt>
                <c:pt idx="816">
                  <c:v>1.02</c:v>
                </c:pt>
                <c:pt idx="817">
                  <c:v>1.59</c:v>
                </c:pt>
                <c:pt idx="818">
                  <c:v>1.1499999999999999</c:v>
                </c:pt>
                <c:pt idx="819">
                  <c:v>1.29</c:v>
                </c:pt>
                <c:pt idx="820">
                  <c:v>1.19</c:v>
                </c:pt>
                <c:pt idx="821">
                  <c:v>1.02</c:v>
                </c:pt>
                <c:pt idx="822">
                  <c:v>1.48</c:v>
                </c:pt>
                <c:pt idx="823">
                  <c:v>1.26</c:v>
                </c:pt>
                <c:pt idx="824">
                  <c:v>1.2</c:v>
                </c:pt>
                <c:pt idx="825">
                  <c:v>1.67</c:v>
                </c:pt>
                <c:pt idx="826">
                  <c:v>1.01</c:v>
                </c:pt>
                <c:pt idx="827">
                  <c:v>1.26</c:v>
                </c:pt>
                <c:pt idx="828">
                  <c:v>1.24</c:v>
                </c:pt>
                <c:pt idx="829">
                  <c:v>1.74</c:v>
                </c:pt>
                <c:pt idx="830">
                  <c:v>1.4</c:v>
                </c:pt>
                <c:pt idx="831">
                  <c:v>1.46</c:v>
                </c:pt>
                <c:pt idx="832">
                  <c:v>0.55000000000000004</c:v>
                </c:pt>
                <c:pt idx="833">
                  <c:v>1.38</c:v>
                </c:pt>
                <c:pt idx="834">
                  <c:v>1.91</c:v>
                </c:pt>
                <c:pt idx="835">
                  <c:v>1.1299999999999999</c:v>
                </c:pt>
                <c:pt idx="836">
                  <c:v>1.46</c:v>
                </c:pt>
                <c:pt idx="837">
                  <c:v>1.46</c:v>
                </c:pt>
                <c:pt idx="838">
                  <c:v>1.23</c:v>
                </c:pt>
                <c:pt idx="839">
                  <c:v>1.02</c:v>
                </c:pt>
                <c:pt idx="840">
                  <c:v>1.06</c:v>
                </c:pt>
                <c:pt idx="841">
                  <c:v>1.41</c:v>
                </c:pt>
                <c:pt idx="842">
                  <c:v>1.58</c:v>
                </c:pt>
                <c:pt idx="843">
                  <c:v>1.1000000000000001</c:v>
                </c:pt>
                <c:pt idx="844">
                  <c:v>1.44</c:v>
                </c:pt>
                <c:pt idx="845">
                  <c:v>1</c:v>
                </c:pt>
                <c:pt idx="846">
                  <c:v>1.57</c:v>
                </c:pt>
                <c:pt idx="847">
                  <c:v>1.55</c:v>
                </c:pt>
                <c:pt idx="848">
                  <c:v>1</c:v>
                </c:pt>
                <c:pt idx="849">
                  <c:v>1.34</c:v>
                </c:pt>
                <c:pt idx="850">
                  <c:v>1.32</c:v>
                </c:pt>
                <c:pt idx="851">
                  <c:v>1.52</c:v>
                </c:pt>
                <c:pt idx="852">
                  <c:v>1.48</c:v>
                </c:pt>
                <c:pt idx="853">
                  <c:v>0.96</c:v>
                </c:pt>
                <c:pt idx="854">
                  <c:v>1.41</c:v>
                </c:pt>
                <c:pt idx="855">
                  <c:v>0.81</c:v>
                </c:pt>
                <c:pt idx="856">
                  <c:v>1</c:v>
                </c:pt>
                <c:pt idx="857">
                  <c:v>1.24</c:v>
                </c:pt>
                <c:pt idx="858">
                  <c:v>1.03</c:v>
                </c:pt>
                <c:pt idx="859">
                  <c:v>0.94</c:v>
                </c:pt>
                <c:pt idx="860">
                  <c:v>0.75</c:v>
                </c:pt>
                <c:pt idx="861">
                  <c:v>1.48</c:v>
                </c:pt>
                <c:pt idx="862">
                  <c:v>1.99</c:v>
                </c:pt>
                <c:pt idx="863">
                  <c:v>1.49</c:v>
                </c:pt>
                <c:pt idx="864">
                  <c:v>1.29</c:v>
                </c:pt>
                <c:pt idx="865">
                  <c:v>1.19</c:v>
                </c:pt>
                <c:pt idx="866">
                  <c:v>1.28</c:v>
                </c:pt>
                <c:pt idx="867">
                  <c:v>1.5</c:v>
                </c:pt>
                <c:pt idx="868">
                  <c:v>1.31</c:v>
                </c:pt>
                <c:pt idx="869">
                  <c:v>1.9</c:v>
                </c:pt>
                <c:pt idx="870">
                  <c:v>1.28</c:v>
                </c:pt>
                <c:pt idx="871">
                  <c:v>1.32</c:v>
                </c:pt>
                <c:pt idx="872">
                  <c:v>1.08</c:v>
                </c:pt>
                <c:pt idx="873">
                  <c:v>1.98</c:v>
                </c:pt>
                <c:pt idx="874">
                  <c:v>1.46</c:v>
                </c:pt>
                <c:pt idx="875">
                  <c:v>0.62</c:v>
                </c:pt>
                <c:pt idx="876">
                  <c:v>1.03</c:v>
                </c:pt>
                <c:pt idx="877">
                  <c:v>1.19</c:v>
                </c:pt>
                <c:pt idx="878">
                  <c:v>1.46</c:v>
                </c:pt>
                <c:pt idx="879">
                  <c:v>1.0900000000000001</c:v>
                </c:pt>
                <c:pt idx="880">
                  <c:v>1.18</c:v>
                </c:pt>
                <c:pt idx="881">
                  <c:v>1.1299999999999999</c:v>
                </c:pt>
                <c:pt idx="882">
                  <c:v>1.21</c:v>
                </c:pt>
                <c:pt idx="883">
                  <c:v>0.91</c:v>
                </c:pt>
                <c:pt idx="884">
                  <c:v>1.34</c:v>
                </c:pt>
                <c:pt idx="885">
                  <c:v>0.82</c:v>
                </c:pt>
                <c:pt idx="886">
                  <c:v>1.28</c:v>
                </c:pt>
                <c:pt idx="887">
                  <c:v>1.38</c:v>
                </c:pt>
                <c:pt idx="888">
                  <c:v>1.08</c:v>
                </c:pt>
                <c:pt idx="889">
                  <c:v>0.52</c:v>
                </c:pt>
                <c:pt idx="890">
                  <c:v>1.01</c:v>
                </c:pt>
                <c:pt idx="891">
                  <c:v>1.36</c:v>
                </c:pt>
                <c:pt idx="892">
                  <c:v>1.68</c:v>
                </c:pt>
                <c:pt idx="893">
                  <c:v>1.37</c:v>
                </c:pt>
                <c:pt idx="894">
                  <c:v>0.81</c:v>
                </c:pt>
                <c:pt idx="895">
                  <c:v>1.83</c:v>
                </c:pt>
                <c:pt idx="896">
                  <c:v>1.36</c:v>
                </c:pt>
                <c:pt idx="897">
                  <c:v>1.01</c:v>
                </c:pt>
                <c:pt idx="898">
                  <c:v>1.35</c:v>
                </c:pt>
                <c:pt idx="899">
                  <c:v>1.34</c:v>
                </c:pt>
                <c:pt idx="900">
                  <c:v>0.52</c:v>
                </c:pt>
                <c:pt idx="901">
                  <c:v>1.29</c:v>
                </c:pt>
                <c:pt idx="902">
                  <c:v>1.08</c:v>
                </c:pt>
                <c:pt idx="903">
                  <c:v>1.47</c:v>
                </c:pt>
                <c:pt idx="904">
                  <c:v>1.1299999999999999</c:v>
                </c:pt>
                <c:pt idx="905">
                  <c:v>1.03</c:v>
                </c:pt>
                <c:pt idx="906">
                  <c:v>1.45</c:v>
                </c:pt>
                <c:pt idx="907">
                  <c:v>1.1000000000000001</c:v>
                </c:pt>
                <c:pt idx="908">
                  <c:v>1.29</c:v>
                </c:pt>
                <c:pt idx="909">
                  <c:v>1.08</c:v>
                </c:pt>
                <c:pt idx="910">
                  <c:v>1.18</c:v>
                </c:pt>
                <c:pt idx="911">
                  <c:v>1.5</c:v>
                </c:pt>
                <c:pt idx="912">
                  <c:v>1.32</c:v>
                </c:pt>
                <c:pt idx="913">
                  <c:v>1.26</c:v>
                </c:pt>
                <c:pt idx="914">
                  <c:v>0.83</c:v>
                </c:pt>
                <c:pt idx="915">
                  <c:v>1.3</c:v>
                </c:pt>
                <c:pt idx="916">
                  <c:v>0.63</c:v>
                </c:pt>
                <c:pt idx="917">
                  <c:v>1</c:v>
                </c:pt>
                <c:pt idx="918">
                  <c:v>1.41</c:v>
                </c:pt>
                <c:pt idx="919">
                  <c:v>1.02</c:v>
                </c:pt>
                <c:pt idx="920">
                  <c:v>1.24</c:v>
                </c:pt>
                <c:pt idx="921">
                  <c:v>1.42</c:v>
                </c:pt>
                <c:pt idx="922">
                  <c:v>0.79</c:v>
                </c:pt>
                <c:pt idx="923">
                  <c:v>1.37</c:v>
                </c:pt>
                <c:pt idx="924">
                  <c:v>1.28</c:v>
                </c:pt>
                <c:pt idx="925">
                  <c:v>0.54</c:v>
                </c:pt>
                <c:pt idx="926">
                  <c:v>1.03</c:v>
                </c:pt>
                <c:pt idx="927">
                  <c:v>0.72</c:v>
                </c:pt>
                <c:pt idx="928">
                  <c:v>0.93</c:v>
                </c:pt>
                <c:pt idx="929">
                  <c:v>1.26</c:v>
                </c:pt>
                <c:pt idx="930">
                  <c:v>1.1000000000000001</c:v>
                </c:pt>
                <c:pt idx="931">
                  <c:v>1.22</c:v>
                </c:pt>
                <c:pt idx="932">
                  <c:v>1.66</c:v>
                </c:pt>
                <c:pt idx="933">
                  <c:v>1.32</c:v>
                </c:pt>
                <c:pt idx="934">
                  <c:v>0.79</c:v>
                </c:pt>
                <c:pt idx="935">
                  <c:v>1.08</c:v>
                </c:pt>
                <c:pt idx="936">
                  <c:v>1.0900000000000001</c:v>
                </c:pt>
                <c:pt idx="937">
                  <c:v>1.47</c:v>
                </c:pt>
                <c:pt idx="938">
                  <c:v>1.26</c:v>
                </c:pt>
                <c:pt idx="939">
                  <c:v>1.76</c:v>
                </c:pt>
                <c:pt idx="940">
                  <c:v>1.22</c:v>
                </c:pt>
                <c:pt idx="941">
                  <c:v>0.54</c:v>
                </c:pt>
                <c:pt idx="942">
                  <c:v>1.49</c:v>
                </c:pt>
                <c:pt idx="943">
                  <c:v>1.1499999999999999</c:v>
                </c:pt>
                <c:pt idx="944">
                  <c:v>1.28</c:v>
                </c:pt>
                <c:pt idx="945">
                  <c:v>1.2</c:v>
                </c:pt>
                <c:pt idx="946">
                  <c:v>1.28</c:v>
                </c:pt>
                <c:pt idx="947">
                  <c:v>1.05</c:v>
                </c:pt>
                <c:pt idx="948">
                  <c:v>1.93</c:v>
                </c:pt>
                <c:pt idx="949">
                  <c:v>1.19</c:v>
                </c:pt>
                <c:pt idx="950">
                  <c:v>1.36</c:v>
                </c:pt>
                <c:pt idx="951">
                  <c:v>1.31</c:v>
                </c:pt>
                <c:pt idx="952">
                  <c:v>1.97</c:v>
                </c:pt>
                <c:pt idx="953">
                  <c:v>0.81</c:v>
                </c:pt>
                <c:pt idx="954">
                  <c:v>1.48</c:v>
                </c:pt>
                <c:pt idx="955">
                  <c:v>1.38</c:v>
                </c:pt>
                <c:pt idx="956">
                  <c:v>1.37</c:v>
                </c:pt>
                <c:pt idx="957">
                  <c:v>1</c:v>
                </c:pt>
                <c:pt idx="958">
                  <c:v>1.03</c:v>
                </c:pt>
                <c:pt idx="959">
                  <c:v>1.39</c:v>
                </c:pt>
                <c:pt idx="960">
                  <c:v>0.56999999999999995</c:v>
                </c:pt>
                <c:pt idx="961">
                  <c:v>0.57999999999999996</c:v>
                </c:pt>
                <c:pt idx="962">
                  <c:v>0.9</c:v>
                </c:pt>
                <c:pt idx="963">
                  <c:v>1.07</c:v>
                </c:pt>
                <c:pt idx="964">
                  <c:v>0.53</c:v>
                </c:pt>
                <c:pt idx="965">
                  <c:v>1.24</c:v>
                </c:pt>
                <c:pt idx="966">
                  <c:v>1.1200000000000001</c:v>
                </c:pt>
                <c:pt idx="967">
                  <c:v>1.1000000000000001</c:v>
                </c:pt>
                <c:pt idx="968">
                  <c:v>0.77</c:v>
                </c:pt>
                <c:pt idx="969">
                  <c:v>0.77</c:v>
                </c:pt>
                <c:pt idx="970">
                  <c:v>1.35</c:v>
                </c:pt>
                <c:pt idx="971">
                  <c:v>1.2</c:v>
                </c:pt>
                <c:pt idx="972">
                  <c:v>0.77</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5091-43B5-921D-D60EDD1D028D}"/>
            </c:ext>
          </c:extLst>
        </c:ser>
        <c:dLbls>
          <c:showLegendKey val="0"/>
          <c:showVal val="0"/>
          <c:showCatName val="0"/>
          <c:showSerName val="0"/>
          <c:showPercent val="0"/>
          <c:showBubbleSize val="0"/>
        </c:dLbls>
        <c:axId val="1666490303"/>
        <c:axId val="1666485023"/>
      </c:scatterChart>
      <c:valAx>
        <c:axId val="1666490303"/>
        <c:scaling>
          <c:orientation val="minMax"/>
        </c:scaling>
        <c:delete val="0"/>
        <c:axPos val="b"/>
        <c:title>
          <c:tx>
            <c:rich>
              <a:bodyPr/>
              <a:lstStyle/>
              <a:p>
                <a:pPr>
                  <a:defRPr/>
                </a:pPr>
                <a:r>
                  <a:rPr lang="en-MY"/>
                  <a:t>Session Duration (Hours)</a:t>
                </a:r>
              </a:p>
            </c:rich>
          </c:tx>
          <c:overlay val="0"/>
        </c:title>
        <c:numFmt formatCode="General" sourceLinked="1"/>
        <c:majorTickMark val="out"/>
        <c:minorTickMark val="none"/>
        <c:tickLblPos val="nextTo"/>
        <c:crossAx val="1666485023"/>
        <c:crosses val="autoZero"/>
        <c:crossBetween val="midCat"/>
      </c:valAx>
      <c:valAx>
        <c:axId val="1666485023"/>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49030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Max BPM Line Fit  Plot</a:t>
            </a:r>
          </a:p>
        </c:rich>
      </c:tx>
      <c:overlay val="0"/>
    </c:title>
    <c:autoTitleDeleted val="0"/>
    <c:plotArea>
      <c:layout/>
      <c:scatterChart>
        <c:scatterStyle val="lineMarker"/>
        <c:varyColors val="0"/>
        <c:ser>
          <c:idx val="0"/>
          <c:order val="0"/>
          <c:tx>
            <c:v>Water Intake (Liters)</c:v>
          </c:tx>
          <c:spPr>
            <a:ln w="19050">
              <a:noFill/>
            </a:ln>
          </c:spPr>
          <c:xVal>
            <c:numRef>
              <c:f>'Sub-Dataset'!$DR$2:$DR$974</c:f>
              <c:numCache>
                <c:formatCode>General</c:formatCode>
                <c:ptCount val="973"/>
                <c:pt idx="0">
                  <c:v>167</c:v>
                </c:pt>
                <c:pt idx="1">
                  <c:v>179</c:v>
                </c:pt>
                <c:pt idx="2">
                  <c:v>184</c:v>
                </c:pt>
                <c:pt idx="3">
                  <c:v>182</c:v>
                </c:pt>
                <c:pt idx="4">
                  <c:v>177</c:v>
                </c:pt>
                <c:pt idx="5">
                  <c:v>171</c:v>
                </c:pt>
                <c:pt idx="6">
                  <c:v>179</c:v>
                </c:pt>
                <c:pt idx="7">
                  <c:v>189</c:v>
                </c:pt>
                <c:pt idx="8">
                  <c:v>185</c:v>
                </c:pt>
                <c:pt idx="9">
                  <c:v>183</c:v>
                </c:pt>
                <c:pt idx="10">
                  <c:v>175</c:v>
                </c:pt>
                <c:pt idx="11">
                  <c:v>175</c:v>
                </c:pt>
                <c:pt idx="12">
                  <c:v>176</c:v>
                </c:pt>
                <c:pt idx="13">
                  <c:v>198</c:v>
                </c:pt>
                <c:pt idx="14">
                  <c:v>179</c:v>
                </c:pt>
                <c:pt idx="15">
                  <c:v>184</c:v>
                </c:pt>
                <c:pt idx="16">
                  <c:v>175</c:v>
                </c:pt>
                <c:pt idx="17">
                  <c:v>180</c:v>
                </c:pt>
                <c:pt idx="18">
                  <c:v>198</c:v>
                </c:pt>
                <c:pt idx="19">
                  <c:v>161</c:v>
                </c:pt>
                <c:pt idx="20">
                  <c:v>178</c:v>
                </c:pt>
                <c:pt idx="21">
                  <c:v>175</c:v>
                </c:pt>
                <c:pt idx="22">
                  <c:v>173</c:v>
                </c:pt>
                <c:pt idx="23">
                  <c:v>164</c:v>
                </c:pt>
                <c:pt idx="24">
                  <c:v>168</c:v>
                </c:pt>
                <c:pt idx="25">
                  <c:v>168</c:v>
                </c:pt>
                <c:pt idx="26">
                  <c:v>197</c:v>
                </c:pt>
                <c:pt idx="27">
                  <c:v>179</c:v>
                </c:pt>
                <c:pt idx="28">
                  <c:v>184</c:v>
                </c:pt>
                <c:pt idx="29">
                  <c:v>172</c:v>
                </c:pt>
                <c:pt idx="30">
                  <c:v>173</c:v>
                </c:pt>
                <c:pt idx="31">
                  <c:v>164</c:v>
                </c:pt>
                <c:pt idx="32">
                  <c:v>189</c:v>
                </c:pt>
                <c:pt idx="33">
                  <c:v>191</c:v>
                </c:pt>
                <c:pt idx="34">
                  <c:v>177</c:v>
                </c:pt>
                <c:pt idx="35">
                  <c:v>170</c:v>
                </c:pt>
                <c:pt idx="36">
                  <c:v>181</c:v>
                </c:pt>
                <c:pt idx="37">
                  <c:v>189</c:v>
                </c:pt>
                <c:pt idx="38">
                  <c:v>179</c:v>
                </c:pt>
                <c:pt idx="39">
                  <c:v>184</c:v>
                </c:pt>
                <c:pt idx="40">
                  <c:v>191</c:v>
                </c:pt>
                <c:pt idx="41">
                  <c:v>164</c:v>
                </c:pt>
                <c:pt idx="42">
                  <c:v>185</c:v>
                </c:pt>
                <c:pt idx="43">
                  <c:v>172</c:v>
                </c:pt>
                <c:pt idx="44">
                  <c:v>197</c:v>
                </c:pt>
                <c:pt idx="45">
                  <c:v>186</c:v>
                </c:pt>
                <c:pt idx="46">
                  <c:v>176</c:v>
                </c:pt>
                <c:pt idx="47">
                  <c:v>173</c:v>
                </c:pt>
                <c:pt idx="48">
                  <c:v>180</c:v>
                </c:pt>
                <c:pt idx="49">
                  <c:v>178</c:v>
                </c:pt>
                <c:pt idx="50">
                  <c:v>177</c:v>
                </c:pt>
                <c:pt idx="51">
                  <c:v>171</c:v>
                </c:pt>
                <c:pt idx="52">
                  <c:v>161</c:v>
                </c:pt>
                <c:pt idx="53">
                  <c:v>170</c:v>
                </c:pt>
                <c:pt idx="54">
                  <c:v>190</c:v>
                </c:pt>
                <c:pt idx="55">
                  <c:v>188</c:v>
                </c:pt>
                <c:pt idx="56">
                  <c:v>184</c:v>
                </c:pt>
                <c:pt idx="57">
                  <c:v>197</c:v>
                </c:pt>
                <c:pt idx="58">
                  <c:v>180</c:v>
                </c:pt>
                <c:pt idx="59">
                  <c:v>165</c:v>
                </c:pt>
                <c:pt idx="60">
                  <c:v>171</c:v>
                </c:pt>
                <c:pt idx="61">
                  <c:v>168</c:v>
                </c:pt>
                <c:pt idx="62">
                  <c:v>194</c:v>
                </c:pt>
                <c:pt idx="63">
                  <c:v>186</c:v>
                </c:pt>
                <c:pt idx="64">
                  <c:v>161</c:v>
                </c:pt>
                <c:pt idx="65">
                  <c:v>190</c:v>
                </c:pt>
                <c:pt idx="66">
                  <c:v>186</c:v>
                </c:pt>
                <c:pt idx="67">
                  <c:v>180</c:v>
                </c:pt>
                <c:pt idx="68">
                  <c:v>165</c:v>
                </c:pt>
                <c:pt idx="69">
                  <c:v>172</c:v>
                </c:pt>
                <c:pt idx="70">
                  <c:v>167</c:v>
                </c:pt>
                <c:pt idx="71">
                  <c:v>171</c:v>
                </c:pt>
                <c:pt idx="72">
                  <c:v>182</c:v>
                </c:pt>
                <c:pt idx="73">
                  <c:v>174</c:v>
                </c:pt>
                <c:pt idx="74">
                  <c:v>181</c:v>
                </c:pt>
                <c:pt idx="75">
                  <c:v>175</c:v>
                </c:pt>
                <c:pt idx="76">
                  <c:v>174</c:v>
                </c:pt>
                <c:pt idx="77">
                  <c:v>179</c:v>
                </c:pt>
                <c:pt idx="78">
                  <c:v>178</c:v>
                </c:pt>
                <c:pt idx="79">
                  <c:v>172</c:v>
                </c:pt>
                <c:pt idx="80">
                  <c:v>177</c:v>
                </c:pt>
                <c:pt idx="81">
                  <c:v>186</c:v>
                </c:pt>
                <c:pt idx="82">
                  <c:v>165</c:v>
                </c:pt>
                <c:pt idx="83">
                  <c:v>163</c:v>
                </c:pt>
                <c:pt idx="84">
                  <c:v>169</c:v>
                </c:pt>
                <c:pt idx="85">
                  <c:v>170</c:v>
                </c:pt>
                <c:pt idx="86">
                  <c:v>199</c:v>
                </c:pt>
                <c:pt idx="87">
                  <c:v>180</c:v>
                </c:pt>
                <c:pt idx="88">
                  <c:v>183</c:v>
                </c:pt>
                <c:pt idx="89">
                  <c:v>161</c:v>
                </c:pt>
                <c:pt idx="90">
                  <c:v>162</c:v>
                </c:pt>
                <c:pt idx="91">
                  <c:v>179</c:v>
                </c:pt>
                <c:pt idx="92">
                  <c:v>165</c:v>
                </c:pt>
                <c:pt idx="93">
                  <c:v>165</c:v>
                </c:pt>
                <c:pt idx="94">
                  <c:v>166</c:v>
                </c:pt>
                <c:pt idx="95">
                  <c:v>190</c:v>
                </c:pt>
                <c:pt idx="96">
                  <c:v>190</c:v>
                </c:pt>
                <c:pt idx="97">
                  <c:v>188</c:v>
                </c:pt>
                <c:pt idx="98">
                  <c:v>199</c:v>
                </c:pt>
                <c:pt idx="99">
                  <c:v>179</c:v>
                </c:pt>
                <c:pt idx="100">
                  <c:v>190</c:v>
                </c:pt>
                <c:pt idx="101">
                  <c:v>163</c:v>
                </c:pt>
                <c:pt idx="102">
                  <c:v>181</c:v>
                </c:pt>
                <c:pt idx="103">
                  <c:v>170</c:v>
                </c:pt>
                <c:pt idx="104">
                  <c:v>167</c:v>
                </c:pt>
                <c:pt idx="105">
                  <c:v>169</c:v>
                </c:pt>
                <c:pt idx="106">
                  <c:v>194</c:v>
                </c:pt>
                <c:pt idx="107">
                  <c:v>170</c:v>
                </c:pt>
                <c:pt idx="108">
                  <c:v>173</c:v>
                </c:pt>
                <c:pt idx="109">
                  <c:v>178</c:v>
                </c:pt>
                <c:pt idx="110">
                  <c:v>181</c:v>
                </c:pt>
                <c:pt idx="111">
                  <c:v>180</c:v>
                </c:pt>
                <c:pt idx="112">
                  <c:v>182</c:v>
                </c:pt>
                <c:pt idx="113">
                  <c:v>164</c:v>
                </c:pt>
                <c:pt idx="114">
                  <c:v>187</c:v>
                </c:pt>
                <c:pt idx="115">
                  <c:v>167</c:v>
                </c:pt>
                <c:pt idx="116">
                  <c:v>167</c:v>
                </c:pt>
                <c:pt idx="117">
                  <c:v>176</c:v>
                </c:pt>
                <c:pt idx="118">
                  <c:v>173</c:v>
                </c:pt>
                <c:pt idx="119">
                  <c:v>186</c:v>
                </c:pt>
                <c:pt idx="120">
                  <c:v>174</c:v>
                </c:pt>
                <c:pt idx="121">
                  <c:v>187</c:v>
                </c:pt>
                <c:pt idx="122">
                  <c:v>199</c:v>
                </c:pt>
                <c:pt idx="123">
                  <c:v>166</c:v>
                </c:pt>
                <c:pt idx="124">
                  <c:v>188</c:v>
                </c:pt>
                <c:pt idx="125">
                  <c:v>187</c:v>
                </c:pt>
                <c:pt idx="126">
                  <c:v>177</c:v>
                </c:pt>
                <c:pt idx="127">
                  <c:v>163</c:v>
                </c:pt>
                <c:pt idx="128">
                  <c:v>185</c:v>
                </c:pt>
                <c:pt idx="129">
                  <c:v>196</c:v>
                </c:pt>
                <c:pt idx="130">
                  <c:v>193</c:v>
                </c:pt>
                <c:pt idx="131">
                  <c:v>187</c:v>
                </c:pt>
                <c:pt idx="132">
                  <c:v>184</c:v>
                </c:pt>
                <c:pt idx="133">
                  <c:v>182</c:v>
                </c:pt>
                <c:pt idx="134">
                  <c:v>166</c:v>
                </c:pt>
                <c:pt idx="135">
                  <c:v>178</c:v>
                </c:pt>
                <c:pt idx="136">
                  <c:v>168</c:v>
                </c:pt>
                <c:pt idx="137">
                  <c:v>184</c:v>
                </c:pt>
                <c:pt idx="138">
                  <c:v>174</c:v>
                </c:pt>
                <c:pt idx="139">
                  <c:v>178</c:v>
                </c:pt>
                <c:pt idx="140">
                  <c:v>169</c:v>
                </c:pt>
                <c:pt idx="141">
                  <c:v>188</c:v>
                </c:pt>
                <c:pt idx="142">
                  <c:v>161</c:v>
                </c:pt>
                <c:pt idx="143">
                  <c:v>161</c:v>
                </c:pt>
                <c:pt idx="144">
                  <c:v>192</c:v>
                </c:pt>
                <c:pt idx="145">
                  <c:v>191</c:v>
                </c:pt>
                <c:pt idx="146">
                  <c:v>164</c:v>
                </c:pt>
                <c:pt idx="147">
                  <c:v>174</c:v>
                </c:pt>
                <c:pt idx="148">
                  <c:v>179</c:v>
                </c:pt>
                <c:pt idx="149">
                  <c:v>162</c:v>
                </c:pt>
                <c:pt idx="150">
                  <c:v>193</c:v>
                </c:pt>
                <c:pt idx="151">
                  <c:v>197</c:v>
                </c:pt>
                <c:pt idx="152">
                  <c:v>167</c:v>
                </c:pt>
                <c:pt idx="153">
                  <c:v>196</c:v>
                </c:pt>
                <c:pt idx="154">
                  <c:v>193</c:v>
                </c:pt>
                <c:pt idx="155">
                  <c:v>172</c:v>
                </c:pt>
                <c:pt idx="156">
                  <c:v>179</c:v>
                </c:pt>
                <c:pt idx="157">
                  <c:v>184</c:v>
                </c:pt>
                <c:pt idx="158">
                  <c:v>184</c:v>
                </c:pt>
                <c:pt idx="159">
                  <c:v>198</c:v>
                </c:pt>
                <c:pt idx="160">
                  <c:v>175</c:v>
                </c:pt>
                <c:pt idx="161">
                  <c:v>198</c:v>
                </c:pt>
                <c:pt idx="162">
                  <c:v>171</c:v>
                </c:pt>
                <c:pt idx="163">
                  <c:v>184</c:v>
                </c:pt>
                <c:pt idx="164">
                  <c:v>183</c:v>
                </c:pt>
                <c:pt idx="165">
                  <c:v>174</c:v>
                </c:pt>
                <c:pt idx="166">
                  <c:v>167</c:v>
                </c:pt>
                <c:pt idx="167">
                  <c:v>184</c:v>
                </c:pt>
                <c:pt idx="168">
                  <c:v>172</c:v>
                </c:pt>
                <c:pt idx="169">
                  <c:v>183</c:v>
                </c:pt>
                <c:pt idx="170">
                  <c:v>187</c:v>
                </c:pt>
                <c:pt idx="171">
                  <c:v>183</c:v>
                </c:pt>
                <c:pt idx="172">
                  <c:v>174</c:v>
                </c:pt>
                <c:pt idx="173">
                  <c:v>174</c:v>
                </c:pt>
                <c:pt idx="174">
                  <c:v>169</c:v>
                </c:pt>
                <c:pt idx="175">
                  <c:v>166</c:v>
                </c:pt>
                <c:pt idx="176">
                  <c:v>195</c:v>
                </c:pt>
                <c:pt idx="177">
                  <c:v>188</c:v>
                </c:pt>
                <c:pt idx="178">
                  <c:v>170</c:v>
                </c:pt>
                <c:pt idx="179">
                  <c:v>192</c:v>
                </c:pt>
                <c:pt idx="180">
                  <c:v>164</c:v>
                </c:pt>
                <c:pt idx="181">
                  <c:v>172</c:v>
                </c:pt>
                <c:pt idx="182">
                  <c:v>172</c:v>
                </c:pt>
                <c:pt idx="183">
                  <c:v>188</c:v>
                </c:pt>
                <c:pt idx="184">
                  <c:v>172</c:v>
                </c:pt>
                <c:pt idx="185">
                  <c:v>161</c:v>
                </c:pt>
                <c:pt idx="186">
                  <c:v>165</c:v>
                </c:pt>
                <c:pt idx="187">
                  <c:v>183</c:v>
                </c:pt>
                <c:pt idx="188">
                  <c:v>172</c:v>
                </c:pt>
                <c:pt idx="189">
                  <c:v>162</c:v>
                </c:pt>
                <c:pt idx="190">
                  <c:v>198</c:v>
                </c:pt>
                <c:pt idx="191">
                  <c:v>175</c:v>
                </c:pt>
                <c:pt idx="192">
                  <c:v>169</c:v>
                </c:pt>
                <c:pt idx="193">
                  <c:v>182</c:v>
                </c:pt>
                <c:pt idx="194">
                  <c:v>177</c:v>
                </c:pt>
                <c:pt idx="195">
                  <c:v>164</c:v>
                </c:pt>
                <c:pt idx="196">
                  <c:v>164</c:v>
                </c:pt>
                <c:pt idx="197">
                  <c:v>183</c:v>
                </c:pt>
                <c:pt idx="198">
                  <c:v>172</c:v>
                </c:pt>
                <c:pt idx="199">
                  <c:v>194</c:v>
                </c:pt>
                <c:pt idx="200">
                  <c:v>180</c:v>
                </c:pt>
                <c:pt idx="201">
                  <c:v>186</c:v>
                </c:pt>
                <c:pt idx="202">
                  <c:v>171</c:v>
                </c:pt>
                <c:pt idx="203">
                  <c:v>185</c:v>
                </c:pt>
                <c:pt idx="204">
                  <c:v>193</c:v>
                </c:pt>
                <c:pt idx="205">
                  <c:v>189</c:v>
                </c:pt>
                <c:pt idx="206">
                  <c:v>160</c:v>
                </c:pt>
                <c:pt idx="207">
                  <c:v>177</c:v>
                </c:pt>
                <c:pt idx="208">
                  <c:v>190</c:v>
                </c:pt>
                <c:pt idx="209">
                  <c:v>169</c:v>
                </c:pt>
                <c:pt idx="210">
                  <c:v>181</c:v>
                </c:pt>
                <c:pt idx="211">
                  <c:v>199</c:v>
                </c:pt>
                <c:pt idx="212">
                  <c:v>192</c:v>
                </c:pt>
                <c:pt idx="213">
                  <c:v>197</c:v>
                </c:pt>
                <c:pt idx="214">
                  <c:v>186</c:v>
                </c:pt>
                <c:pt idx="215">
                  <c:v>182</c:v>
                </c:pt>
                <c:pt idx="216">
                  <c:v>172</c:v>
                </c:pt>
                <c:pt idx="217">
                  <c:v>195</c:v>
                </c:pt>
                <c:pt idx="218">
                  <c:v>183</c:v>
                </c:pt>
                <c:pt idx="219">
                  <c:v>161</c:v>
                </c:pt>
                <c:pt idx="220">
                  <c:v>168</c:v>
                </c:pt>
                <c:pt idx="221">
                  <c:v>178</c:v>
                </c:pt>
                <c:pt idx="222">
                  <c:v>186</c:v>
                </c:pt>
                <c:pt idx="223">
                  <c:v>185</c:v>
                </c:pt>
                <c:pt idx="224">
                  <c:v>188</c:v>
                </c:pt>
                <c:pt idx="225">
                  <c:v>194</c:v>
                </c:pt>
                <c:pt idx="226">
                  <c:v>188</c:v>
                </c:pt>
                <c:pt idx="227">
                  <c:v>197</c:v>
                </c:pt>
                <c:pt idx="228">
                  <c:v>160</c:v>
                </c:pt>
                <c:pt idx="229">
                  <c:v>184</c:v>
                </c:pt>
                <c:pt idx="230">
                  <c:v>169</c:v>
                </c:pt>
                <c:pt idx="231">
                  <c:v>173</c:v>
                </c:pt>
                <c:pt idx="232">
                  <c:v>182</c:v>
                </c:pt>
                <c:pt idx="233">
                  <c:v>177</c:v>
                </c:pt>
                <c:pt idx="234">
                  <c:v>179</c:v>
                </c:pt>
                <c:pt idx="235">
                  <c:v>175</c:v>
                </c:pt>
                <c:pt idx="236">
                  <c:v>175</c:v>
                </c:pt>
                <c:pt idx="237">
                  <c:v>173</c:v>
                </c:pt>
                <c:pt idx="238">
                  <c:v>184</c:v>
                </c:pt>
                <c:pt idx="239">
                  <c:v>196</c:v>
                </c:pt>
                <c:pt idx="240">
                  <c:v>185</c:v>
                </c:pt>
                <c:pt idx="241">
                  <c:v>176</c:v>
                </c:pt>
                <c:pt idx="242">
                  <c:v>171</c:v>
                </c:pt>
                <c:pt idx="243">
                  <c:v>182</c:v>
                </c:pt>
                <c:pt idx="244">
                  <c:v>195</c:v>
                </c:pt>
                <c:pt idx="245">
                  <c:v>189</c:v>
                </c:pt>
                <c:pt idx="246">
                  <c:v>188</c:v>
                </c:pt>
                <c:pt idx="247">
                  <c:v>188</c:v>
                </c:pt>
                <c:pt idx="248">
                  <c:v>194</c:v>
                </c:pt>
                <c:pt idx="249">
                  <c:v>196</c:v>
                </c:pt>
                <c:pt idx="250">
                  <c:v>190</c:v>
                </c:pt>
                <c:pt idx="251">
                  <c:v>188</c:v>
                </c:pt>
                <c:pt idx="252">
                  <c:v>189</c:v>
                </c:pt>
                <c:pt idx="253">
                  <c:v>189</c:v>
                </c:pt>
                <c:pt idx="254">
                  <c:v>191</c:v>
                </c:pt>
                <c:pt idx="255">
                  <c:v>192</c:v>
                </c:pt>
                <c:pt idx="256">
                  <c:v>182</c:v>
                </c:pt>
                <c:pt idx="257">
                  <c:v>192</c:v>
                </c:pt>
                <c:pt idx="258">
                  <c:v>198</c:v>
                </c:pt>
                <c:pt idx="259">
                  <c:v>193</c:v>
                </c:pt>
                <c:pt idx="260">
                  <c:v>189</c:v>
                </c:pt>
                <c:pt idx="261">
                  <c:v>187</c:v>
                </c:pt>
                <c:pt idx="262">
                  <c:v>197</c:v>
                </c:pt>
                <c:pt idx="263">
                  <c:v>176</c:v>
                </c:pt>
                <c:pt idx="264">
                  <c:v>192</c:v>
                </c:pt>
                <c:pt idx="265">
                  <c:v>196</c:v>
                </c:pt>
                <c:pt idx="266">
                  <c:v>198</c:v>
                </c:pt>
                <c:pt idx="267">
                  <c:v>199</c:v>
                </c:pt>
                <c:pt idx="268">
                  <c:v>184</c:v>
                </c:pt>
                <c:pt idx="269">
                  <c:v>192</c:v>
                </c:pt>
                <c:pt idx="270">
                  <c:v>192</c:v>
                </c:pt>
                <c:pt idx="271">
                  <c:v>193</c:v>
                </c:pt>
                <c:pt idx="272">
                  <c:v>193</c:v>
                </c:pt>
                <c:pt idx="273">
                  <c:v>190</c:v>
                </c:pt>
                <c:pt idx="274">
                  <c:v>188</c:v>
                </c:pt>
                <c:pt idx="275">
                  <c:v>177</c:v>
                </c:pt>
                <c:pt idx="276">
                  <c:v>196</c:v>
                </c:pt>
                <c:pt idx="277">
                  <c:v>189</c:v>
                </c:pt>
                <c:pt idx="278">
                  <c:v>183</c:v>
                </c:pt>
                <c:pt idx="279">
                  <c:v>195</c:v>
                </c:pt>
                <c:pt idx="280">
                  <c:v>193</c:v>
                </c:pt>
                <c:pt idx="281">
                  <c:v>198</c:v>
                </c:pt>
                <c:pt idx="282">
                  <c:v>178</c:v>
                </c:pt>
                <c:pt idx="283">
                  <c:v>190</c:v>
                </c:pt>
                <c:pt idx="284">
                  <c:v>193</c:v>
                </c:pt>
                <c:pt idx="285">
                  <c:v>199</c:v>
                </c:pt>
                <c:pt idx="286">
                  <c:v>181</c:v>
                </c:pt>
                <c:pt idx="287">
                  <c:v>195</c:v>
                </c:pt>
                <c:pt idx="288">
                  <c:v>192</c:v>
                </c:pt>
                <c:pt idx="289">
                  <c:v>186</c:v>
                </c:pt>
                <c:pt idx="290">
                  <c:v>199</c:v>
                </c:pt>
                <c:pt idx="291">
                  <c:v>172</c:v>
                </c:pt>
                <c:pt idx="292">
                  <c:v>187</c:v>
                </c:pt>
                <c:pt idx="293">
                  <c:v>173</c:v>
                </c:pt>
                <c:pt idx="294">
                  <c:v>163</c:v>
                </c:pt>
                <c:pt idx="295">
                  <c:v>173</c:v>
                </c:pt>
                <c:pt idx="296">
                  <c:v>168</c:v>
                </c:pt>
                <c:pt idx="297">
                  <c:v>181</c:v>
                </c:pt>
                <c:pt idx="298">
                  <c:v>161</c:v>
                </c:pt>
                <c:pt idx="299">
                  <c:v>160</c:v>
                </c:pt>
                <c:pt idx="300">
                  <c:v>187</c:v>
                </c:pt>
                <c:pt idx="301">
                  <c:v>193</c:v>
                </c:pt>
                <c:pt idx="302">
                  <c:v>166</c:v>
                </c:pt>
                <c:pt idx="303">
                  <c:v>161</c:v>
                </c:pt>
                <c:pt idx="304">
                  <c:v>161</c:v>
                </c:pt>
                <c:pt idx="305">
                  <c:v>165</c:v>
                </c:pt>
                <c:pt idx="306">
                  <c:v>172</c:v>
                </c:pt>
                <c:pt idx="307">
                  <c:v>163</c:v>
                </c:pt>
                <c:pt idx="308">
                  <c:v>173</c:v>
                </c:pt>
                <c:pt idx="309">
                  <c:v>196</c:v>
                </c:pt>
                <c:pt idx="310">
                  <c:v>166</c:v>
                </c:pt>
                <c:pt idx="311">
                  <c:v>171</c:v>
                </c:pt>
                <c:pt idx="312">
                  <c:v>191</c:v>
                </c:pt>
                <c:pt idx="313">
                  <c:v>176</c:v>
                </c:pt>
                <c:pt idx="314">
                  <c:v>162</c:v>
                </c:pt>
                <c:pt idx="315">
                  <c:v>162</c:v>
                </c:pt>
                <c:pt idx="316">
                  <c:v>175</c:v>
                </c:pt>
                <c:pt idx="317">
                  <c:v>162</c:v>
                </c:pt>
                <c:pt idx="318">
                  <c:v>169</c:v>
                </c:pt>
                <c:pt idx="319">
                  <c:v>167</c:v>
                </c:pt>
                <c:pt idx="320">
                  <c:v>164</c:v>
                </c:pt>
                <c:pt idx="321">
                  <c:v>161</c:v>
                </c:pt>
                <c:pt idx="322">
                  <c:v>161</c:v>
                </c:pt>
                <c:pt idx="323">
                  <c:v>164</c:v>
                </c:pt>
                <c:pt idx="324">
                  <c:v>174</c:v>
                </c:pt>
                <c:pt idx="325">
                  <c:v>160</c:v>
                </c:pt>
                <c:pt idx="326">
                  <c:v>162</c:v>
                </c:pt>
                <c:pt idx="327">
                  <c:v>171</c:v>
                </c:pt>
                <c:pt idx="328">
                  <c:v>162</c:v>
                </c:pt>
                <c:pt idx="329">
                  <c:v>177</c:v>
                </c:pt>
                <c:pt idx="330">
                  <c:v>168</c:v>
                </c:pt>
                <c:pt idx="331">
                  <c:v>165</c:v>
                </c:pt>
                <c:pt idx="332">
                  <c:v>165</c:v>
                </c:pt>
                <c:pt idx="333">
                  <c:v>182</c:v>
                </c:pt>
                <c:pt idx="334">
                  <c:v>184</c:v>
                </c:pt>
                <c:pt idx="335">
                  <c:v>171</c:v>
                </c:pt>
                <c:pt idx="336">
                  <c:v>193</c:v>
                </c:pt>
                <c:pt idx="337">
                  <c:v>164</c:v>
                </c:pt>
                <c:pt idx="338">
                  <c:v>183</c:v>
                </c:pt>
                <c:pt idx="339">
                  <c:v>161</c:v>
                </c:pt>
                <c:pt idx="340">
                  <c:v>161</c:v>
                </c:pt>
                <c:pt idx="341">
                  <c:v>173</c:v>
                </c:pt>
                <c:pt idx="342">
                  <c:v>160</c:v>
                </c:pt>
                <c:pt idx="343">
                  <c:v>165</c:v>
                </c:pt>
                <c:pt idx="344">
                  <c:v>181</c:v>
                </c:pt>
                <c:pt idx="345">
                  <c:v>170</c:v>
                </c:pt>
                <c:pt idx="346">
                  <c:v>179</c:v>
                </c:pt>
                <c:pt idx="347">
                  <c:v>195</c:v>
                </c:pt>
                <c:pt idx="348">
                  <c:v>187</c:v>
                </c:pt>
                <c:pt idx="349">
                  <c:v>185</c:v>
                </c:pt>
                <c:pt idx="350">
                  <c:v>162</c:v>
                </c:pt>
                <c:pt idx="351">
                  <c:v>178</c:v>
                </c:pt>
                <c:pt idx="352">
                  <c:v>188</c:v>
                </c:pt>
                <c:pt idx="353">
                  <c:v>178</c:v>
                </c:pt>
                <c:pt idx="354">
                  <c:v>185</c:v>
                </c:pt>
                <c:pt idx="355">
                  <c:v>181</c:v>
                </c:pt>
                <c:pt idx="356">
                  <c:v>172</c:v>
                </c:pt>
                <c:pt idx="357">
                  <c:v>178</c:v>
                </c:pt>
                <c:pt idx="358">
                  <c:v>198</c:v>
                </c:pt>
                <c:pt idx="359">
                  <c:v>173</c:v>
                </c:pt>
                <c:pt idx="360">
                  <c:v>177</c:v>
                </c:pt>
                <c:pt idx="361">
                  <c:v>182</c:v>
                </c:pt>
                <c:pt idx="362">
                  <c:v>188</c:v>
                </c:pt>
                <c:pt idx="363">
                  <c:v>185</c:v>
                </c:pt>
                <c:pt idx="364">
                  <c:v>196</c:v>
                </c:pt>
                <c:pt idx="365">
                  <c:v>179</c:v>
                </c:pt>
                <c:pt idx="366">
                  <c:v>178</c:v>
                </c:pt>
                <c:pt idx="367">
                  <c:v>175</c:v>
                </c:pt>
                <c:pt idx="368">
                  <c:v>196</c:v>
                </c:pt>
                <c:pt idx="369">
                  <c:v>189</c:v>
                </c:pt>
                <c:pt idx="370">
                  <c:v>176</c:v>
                </c:pt>
                <c:pt idx="371">
                  <c:v>187</c:v>
                </c:pt>
                <c:pt idx="372">
                  <c:v>178</c:v>
                </c:pt>
                <c:pt idx="373">
                  <c:v>182</c:v>
                </c:pt>
                <c:pt idx="374">
                  <c:v>180</c:v>
                </c:pt>
                <c:pt idx="375">
                  <c:v>171</c:v>
                </c:pt>
                <c:pt idx="376">
                  <c:v>186</c:v>
                </c:pt>
                <c:pt idx="377">
                  <c:v>185</c:v>
                </c:pt>
                <c:pt idx="378">
                  <c:v>198</c:v>
                </c:pt>
                <c:pt idx="379">
                  <c:v>187</c:v>
                </c:pt>
                <c:pt idx="380">
                  <c:v>171</c:v>
                </c:pt>
                <c:pt idx="381">
                  <c:v>174</c:v>
                </c:pt>
                <c:pt idx="382">
                  <c:v>199</c:v>
                </c:pt>
                <c:pt idx="383">
                  <c:v>193</c:v>
                </c:pt>
                <c:pt idx="384">
                  <c:v>181</c:v>
                </c:pt>
                <c:pt idx="385">
                  <c:v>174</c:v>
                </c:pt>
                <c:pt idx="386">
                  <c:v>170</c:v>
                </c:pt>
                <c:pt idx="387">
                  <c:v>198</c:v>
                </c:pt>
                <c:pt idx="388">
                  <c:v>171</c:v>
                </c:pt>
                <c:pt idx="389">
                  <c:v>186</c:v>
                </c:pt>
                <c:pt idx="390">
                  <c:v>199</c:v>
                </c:pt>
                <c:pt idx="391">
                  <c:v>173</c:v>
                </c:pt>
                <c:pt idx="392">
                  <c:v>165</c:v>
                </c:pt>
                <c:pt idx="393">
                  <c:v>172</c:v>
                </c:pt>
                <c:pt idx="394">
                  <c:v>181</c:v>
                </c:pt>
                <c:pt idx="395">
                  <c:v>188</c:v>
                </c:pt>
                <c:pt idx="396">
                  <c:v>180</c:v>
                </c:pt>
                <c:pt idx="397">
                  <c:v>163</c:v>
                </c:pt>
                <c:pt idx="398">
                  <c:v>173</c:v>
                </c:pt>
                <c:pt idx="399">
                  <c:v>187</c:v>
                </c:pt>
                <c:pt idx="400">
                  <c:v>177</c:v>
                </c:pt>
                <c:pt idx="401">
                  <c:v>192</c:v>
                </c:pt>
                <c:pt idx="402">
                  <c:v>162</c:v>
                </c:pt>
                <c:pt idx="403">
                  <c:v>170</c:v>
                </c:pt>
                <c:pt idx="404">
                  <c:v>193</c:v>
                </c:pt>
                <c:pt idx="405">
                  <c:v>177</c:v>
                </c:pt>
                <c:pt idx="406">
                  <c:v>165</c:v>
                </c:pt>
                <c:pt idx="407">
                  <c:v>185</c:v>
                </c:pt>
                <c:pt idx="408">
                  <c:v>181</c:v>
                </c:pt>
                <c:pt idx="409">
                  <c:v>192</c:v>
                </c:pt>
                <c:pt idx="410">
                  <c:v>194</c:v>
                </c:pt>
                <c:pt idx="411">
                  <c:v>184</c:v>
                </c:pt>
                <c:pt idx="412">
                  <c:v>186</c:v>
                </c:pt>
                <c:pt idx="413">
                  <c:v>174</c:v>
                </c:pt>
                <c:pt idx="414">
                  <c:v>176</c:v>
                </c:pt>
                <c:pt idx="415">
                  <c:v>172</c:v>
                </c:pt>
                <c:pt idx="416">
                  <c:v>185</c:v>
                </c:pt>
                <c:pt idx="417">
                  <c:v>178</c:v>
                </c:pt>
                <c:pt idx="418">
                  <c:v>170</c:v>
                </c:pt>
                <c:pt idx="419">
                  <c:v>173</c:v>
                </c:pt>
                <c:pt idx="420">
                  <c:v>198</c:v>
                </c:pt>
                <c:pt idx="421">
                  <c:v>190</c:v>
                </c:pt>
                <c:pt idx="422">
                  <c:v>199</c:v>
                </c:pt>
                <c:pt idx="423">
                  <c:v>197</c:v>
                </c:pt>
                <c:pt idx="424">
                  <c:v>171</c:v>
                </c:pt>
                <c:pt idx="425">
                  <c:v>197</c:v>
                </c:pt>
                <c:pt idx="426">
                  <c:v>199</c:v>
                </c:pt>
                <c:pt idx="427">
                  <c:v>176</c:v>
                </c:pt>
                <c:pt idx="428">
                  <c:v>196</c:v>
                </c:pt>
                <c:pt idx="429">
                  <c:v>194</c:v>
                </c:pt>
                <c:pt idx="430">
                  <c:v>188</c:v>
                </c:pt>
                <c:pt idx="431">
                  <c:v>170</c:v>
                </c:pt>
                <c:pt idx="432">
                  <c:v>169</c:v>
                </c:pt>
                <c:pt idx="433">
                  <c:v>168</c:v>
                </c:pt>
                <c:pt idx="434">
                  <c:v>164</c:v>
                </c:pt>
                <c:pt idx="435">
                  <c:v>177</c:v>
                </c:pt>
                <c:pt idx="436">
                  <c:v>196</c:v>
                </c:pt>
                <c:pt idx="437">
                  <c:v>198</c:v>
                </c:pt>
                <c:pt idx="438">
                  <c:v>179</c:v>
                </c:pt>
                <c:pt idx="439">
                  <c:v>185</c:v>
                </c:pt>
                <c:pt idx="440">
                  <c:v>183</c:v>
                </c:pt>
                <c:pt idx="441">
                  <c:v>165</c:v>
                </c:pt>
                <c:pt idx="442">
                  <c:v>199</c:v>
                </c:pt>
                <c:pt idx="443">
                  <c:v>191</c:v>
                </c:pt>
                <c:pt idx="444">
                  <c:v>198</c:v>
                </c:pt>
                <c:pt idx="445">
                  <c:v>177</c:v>
                </c:pt>
                <c:pt idx="446">
                  <c:v>195</c:v>
                </c:pt>
                <c:pt idx="447">
                  <c:v>187</c:v>
                </c:pt>
                <c:pt idx="448">
                  <c:v>181</c:v>
                </c:pt>
                <c:pt idx="449">
                  <c:v>195</c:v>
                </c:pt>
                <c:pt idx="450">
                  <c:v>184</c:v>
                </c:pt>
                <c:pt idx="451">
                  <c:v>162</c:v>
                </c:pt>
                <c:pt idx="452">
                  <c:v>177</c:v>
                </c:pt>
                <c:pt idx="453">
                  <c:v>171</c:v>
                </c:pt>
                <c:pt idx="454">
                  <c:v>167</c:v>
                </c:pt>
                <c:pt idx="455">
                  <c:v>192</c:v>
                </c:pt>
                <c:pt idx="456">
                  <c:v>164</c:v>
                </c:pt>
                <c:pt idx="457">
                  <c:v>184</c:v>
                </c:pt>
                <c:pt idx="458">
                  <c:v>188</c:v>
                </c:pt>
                <c:pt idx="459">
                  <c:v>164</c:v>
                </c:pt>
                <c:pt idx="460">
                  <c:v>177</c:v>
                </c:pt>
                <c:pt idx="461">
                  <c:v>193</c:v>
                </c:pt>
                <c:pt idx="462">
                  <c:v>177</c:v>
                </c:pt>
                <c:pt idx="463">
                  <c:v>182</c:v>
                </c:pt>
                <c:pt idx="464">
                  <c:v>199</c:v>
                </c:pt>
                <c:pt idx="465">
                  <c:v>176</c:v>
                </c:pt>
                <c:pt idx="466">
                  <c:v>184</c:v>
                </c:pt>
                <c:pt idx="467">
                  <c:v>198</c:v>
                </c:pt>
                <c:pt idx="468">
                  <c:v>192</c:v>
                </c:pt>
                <c:pt idx="469">
                  <c:v>174</c:v>
                </c:pt>
                <c:pt idx="470">
                  <c:v>196</c:v>
                </c:pt>
                <c:pt idx="471">
                  <c:v>185</c:v>
                </c:pt>
                <c:pt idx="472">
                  <c:v>195</c:v>
                </c:pt>
                <c:pt idx="473">
                  <c:v>177</c:v>
                </c:pt>
                <c:pt idx="474">
                  <c:v>168</c:v>
                </c:pt>
                <c:pt idx="475">
                  <c:v>190</c:v>
                </c:pt>
                <c:pt idx="476">
                  <c:v>183</c:v>
                </c:pt>
                <c:pt idx="477">
                  <c:v>193</c:v>
                </c:pt>
                <c:pt idx="478">
                  <c:v>182</c:v>
                </c:pt>
                <c:pt idx="479">
                  <c:v>187</c:v>
                </c:pt>
                <c:pt idx="480">
                  <c:v>177</c:v>
                </c:pt>
                <c:pt idx="481">
                  <c:v>186</c:v>
                </c:pt>
                <c:pt idx="482">
                  <c:v>173</c:v>
                </c:pt>
                <c:pt idx="483">
                  <c:v>178</c:v>
                </c:pt>
                <c:pt idx="484">
                  <c:v>175</c:v>
                </c:pt>
                <c:pt idx="485">
                  <c:v>173</c:v>
                </c:pt>
                <c:pt idx="486">
                  <c:v>166</c:v>
                </c:pt>
                <c:pt idx="487">
                  <c:v>160</c:v>
                </c:pt>
                <c:pt idx="488">
                  <c:v>190</c:v>
                </c:pt>
                <c:pt idx="489">
                  <c:v>189</c:v>
                </c:pt>
                <c:pt idx="490">
                  <c:v>172</c:v>
                </c:pt>
                <c:pt idx="491">
                  <c:v>174</c:v>
                </c:pt>
                <c:pt idx="492">
                  <c:v>187</c:v>
                </c:pt>
                <c:pt idx="493">
                  <c:v>184</c:v>
                </c:pt>
                <c:pt idx="494">
                  <c:v>183</c:v>
                </c:pt>
                <c:pt idx="495">
                  <c:v>176</c:v>
                </c:pt>
                <c:pt idx="496">
                  <c:v>172</c:v>
                </c:pt>
                <c:pt idx="497">
                  <c:v>189</c:v>
                </c:pt>
                <c:pt idx="498">
                  <c:v>198</c:v>
                </c:pt>
                <c:pt idx="499">
                  <c:v>174</c:v>
                </c:pt>
                <c:pt idx="500">
                  <c:v>161</c:v>
                </c:pt>
                <c:pt idx="501">
                  <c:v>198</c:v>
                </c:pt>
                <c:pt idx="502">
                  <c:v>192</c:v>
                </c:pt>
                <c:pt idx="503">
                  <c:v>183</c:v>
                </c:pt>
                <c:pt idx="504">
                  <c:v>180</c:v>
                </c:pt>
                <c:pt idx="505">
                  <c:v>177</c:v>
                </c:pt>
                <c:pt idx="506">
                  <c:v>189</c:v>
                </c:pt>
                <c:pt idx="507">
                  <c:v>174</c:v>
                </c:pt>
                <c:pt idx="508">
                  <c:v>194</c:v>
                </c:pt>
                <c:pt idx="509">
                  <c:v>183</c:v>
                </c:pt>
                <c:pt idx="510">
                  <c:v>181</c:v>
                </c:pt>
                <c:pt idx="511">
                  <c:v>179</c:v>
                </c:pt>
                <c:pt idx="512">
                  <c:v>164</c:v>
                </c:pt>
                <c:pt idx="513">
                  <c:v>178</c:v>
                </c:pt>
                <c:pt idx="514">
                  <c:v>183</c:v>
                </c:pt>
                <c:pt idx="515">
                  <c:v>184</c:v>
                </c:pt>
                <c:pt idx="516">
                  <c:v>163</c:v>
                </c:pt>
                <c:pt idx="517">
                  <c:v>185</c:v>
                </c:pt>
                <c:pt idx="518">
                  <c:v>187</c:v>
                </c:pt>
                <c:pt idx="519">
                  <c:v>193</c:v>
                </c:pt>
                <c:pt idx="520">
                  <c:v>168</c:v>
                </c:pt>
                <c:pt idx="521">
                  <c:v>185</c:v>
                </c:pt>
                <c:pt idx="522">
                  <c:v>182</c:v>
                </c:pt>
                <c:pt idx="523">
                  <c:v>194</c:v>
                </c:pt>
                <c:pt idx="524">
                  <c:v>191</c:v>
                </c:pt>
                <c:pt idx="525">
                  <c:v>178</c:v>
                </c:pt>
                <c:pt idx="526">
                  <c:v>192</c:v>
                </c:pt>
                <c:pt idx="527">
                  <c:v>187</c:v>
                </c:pt>
                <c:pt idx="528">
                  <c:v>194</c:v>
                </c:pt>
                <c:pt idx="529">
                  <c:v>195</c:v>
                </c:pt>
                <c:pt idx="530">
                  <c:v>182</c:v>
                </c:pt>
                <c:pt idx="531">
                  <c:v>186</c:v>
                </c:pt>
                <c:pt idx="532">
                  <c:v>179</c:v>
                </c:pt>
                <c:pt idx="533">
                  <c:v>191</c:v>
                </c:pt>
                <c:pt idx="534">
                  <c:v>182</c:v>
                </c:pt>
                <c:pt idx="535">
                  <c:v>189</c:v>
                </c:pt>
                <c:pt idx="536">
                  <c:v>190</c:v>
                </c:pt>
                <c:pt idx="537">
                  <c:v>176</c:v>
                </c:pt>
                <c:pt idx="538">
                  <c:v>171</c:v>
                </c:pt>
                <c:pt idx="539">
                  <c:v>188</c:v>
                </c:pt>
                <c:pt idx="540">
                  <c:v>196</c:v>
                </c:pt>
                <c:pt idx="541">
                  <c:v>196</c:v>
                </c:pt>
                <c:pt idx="542">
                  <c:v>197</c:v>
                </c:pt>
                <c:pt idx="543">
                  <c:v>193</c:v>
                </c:pt>
                <c:pt idx="544">
                  <c:v>189</c:v>
                </c:pt>
                <c:pt idx="545">
                  <c:v>182</c:v>
                </c:pt>
                <c:pt idx="546">
                  <c:v>183</c:v>
                </c:pt>
                <c:pt idx="547">
                  <c:v>175</c:v>
                </c:pt>
                <c:pt idx="548">
                  <c:v>179</c:v>
                </c:pt>
                <c:pt idx="549">
                  <c:v>199</c:v>
                </c:pt>
                <c:pt idx="550">
                  <c:v>182</c:v>
                </c:pt>
                <c:pt idx="551">
                  <c:v>188</c:v>
                </c:pt>
                <c:pt idx="552">
                  <c:v>180</c:v>
                </c:pt>
                <c:pt idx="553">
                  <c:v>196</c:v>
                </c:pt>
                <c:pt idx="554">
                  <c:v>166</c:v>
                </c:pt>
                <c:pt idx="555">
                  <c:v>170</c:v>
                </c:pt>
                <c:pt idx="556">
                  <c:v>172</c:v>
                </c:pt>
                <c:pt idx="557">
                  <c:v>162</c:v>
                </c:pt>
                <c:pt idx="558">
                  <c:v>170</c:v>
                </c:pt>
                <c:pt idx="559">
                  <c:v>187</c:v>
                </c:pt>
                <c:pt idx="560">
                  <c:v>169</c:v>
                </c:pt>
                <c:pt idx="561">
                  <c:v>167</c:v>
                </c:pt>
                <c:pt idx="562">
                  <c:v>170</c:v>
                </c:pt>
                <c:pt idx="563">
                  <c:v>166</c:v>
                </c:pt>
                <c:pt idx="564">
                  <c:v>170</c:v>
                </c:pt>
                <c:pt idx="565">
                  <c:v>181</c:v>
                </c:pt>
                <c:pt idx="566">
                  <c:v>161</c:v>
                </c:pt>
                <c:pt idx="567">
                  <c:v>193</c:v>
                </c:pt>
                <c:pt idx="568">
                  <c:v>185</c:v>
                </c:pt>
                <c:pt idx="569">
                  <c:v>167</c:v>
                </c:pt>
                <c:pt idx="570">
                  <c:v>192</c:v>
                </c:pt>
                <c:pt idx="571">
                  <c:v>168</c:v>
                </c:pt>
                <c:pt idx="572">
                  <c:v>180</c:v>
                </c:pt>
                <c:pt idx="573">
                  <c:v>174</c:v>
                </c:pt>
                <c:pt idx="574">
                  <c:v>199</c:v>
                </c:pt>
                <c:pt idx="575">
                  <c:v>197</c:v>
                </c:pt>
                <c:pt idx="576">
                  <c:v>190</c:v>
                </c:pt>
                <c:pt idx="577">
                  <c:v>192</c:v>
                </c:pt>
                <c:pt idx="578">
                  <c:v>186</c:v>
                </c:pt>
                <c:pt idx="579">
                  <c:v>195</c:v>
                </c:pt>
                <c:pt idx="580">
                  <c:v>169</c:v>
                </c:pt>
                <c:pt idx="581">
                  <c:v>195</c:v>
                </c:pt>
                <c:pt idx="582">
                  <c:v>192</c:v>
                </c:pt>
                <c:pt idx="583">
                  <c:v>187</c:v>
                </c:pt>
                <c:pt idx="584">
                  <c:v>195</c:v>
                </c:pt>
                <c:pt idx="585">
                  <c:v>195</c:v>
                </c:pt>
                <c:pt idx="586">
                  <c:v>177</c:v>
                </c:pt>
                <c:pt idx="587">
                  <c:v>195</c:v>
                </c:pt>
                <c:pt idx="588">
                  <c:v>196</c:v>
                </c:pt>
                <c:pt idx="589">
                  <c:v>190</c:v>
                </c:pt>
                <c:pt idx="590">
                  <c:v>192</c:v>
                </c:pt>
                <c:pt idx="591">
                  <c:v>182</c:v>
                </c:pt>
                <c:pt idx="592">
                  <c:v>193</c:v>
                </c:pt>
                <c:pt idx="593">
                  <c:v>195</c:v>
                </c:pt>
                <c:pt idx="594">
                  <c:v>167</c:v>
                </c:pt>
                <c:pt idx="595">
                  <c:v>185</c:v>
                </c:pt>
                <c:pt idx="596">
                  <c:v>192</c:v>
                </c:pt>
                <c:pt idx="597">
                  <c:v>196</c:v>
                </c:pt>
                <c:pt idx="598">
                  <c:v>171</c:v>
                </c:pt>
                <c:pt idx="599">
                  <c:v>187</c:v>
                </c:pt>
                <c:pt idx="600">
                  <c:v>185</c:v>
                </c:pt>
                <c:pt idx="601">
                  <c:v>175</c:v>
                </c:pt>
                <c:pt idx="602">
                  <c:v>192</c:v>
                </c:pt>
                <c:pt idx="603">
                  <c:v>194</c:v>
                </c:pt>
                <c:pt idx="604">
                  <c:v>194</c:v>
                </c:pt>
                <c:pt idx="605">
                  <c:v>195</c:v>
                </c:pt>
                <c:pt idx="606">
                  <c:v>183</c:v>
                </c:pt>
                <c:pt idx="607">
                  <c:v>185</c:v>
                </c:pt>
                <c:pt idx="608">
                  <c:v>187</c:v>
                </c:pt>
                <c:pt idx="609">
                  <c:v>199</c:v>
                </c:pt>
                <c:pt idx="610">
                  <c:v>181</c:v>
                </c:pt>
                <c:pt idx="611">
                  <c:v>187</c:v>
                </c:pt>
                <c:pt idx="612">
                  <c:v>182</c:v>
                </c:pt>
                <c:pt idx="613">
                  <c:v>198</c:v>
                </c:pt>
                <c:pt idx="614">
                  <c:v>192</c:v>
                </c:pt>
                <c:pt idx="615">
                  <c:v>198</c:v>
                </c:pt>
                <c:pt idx="616">
                  <c:v>191</c:v>
                </c:pt>
                <c:pt idx="617">
                  <c:v>195</c:v>
                </c:pt>
                <c:pt idx="618">
                  <c:v>185</c:v>
                </c:pt>
                <c:pt idx="619">
                  <c:v>192</c:v>
                </c:pt>
                <c:pt idx="620">
                  <c:v>180</c:v>
                </c:pt>
                <c:pt idx="621">
                  <c:v>198</c:v>
                </c:pt>
                <c:pt idx="622">
                  <c:v>183</c:v>
                </c:pt>
                <c:pt idx="623">
                  <c:v>184</c:v>
                </c:pt>
                <c:pt idx="624">
                  <c:v>191</c:v>
                </c:pt>
                <c:pt idx="625">
                  <c:v>191</c:v>
                </c:pt>
                <c:pt idx="626">
                  <c:v>196</c:v>
                </c:pt>
                <c:pt idx="627">
                  <c:v>189</c:v>
                </c:pt>
                <c:pt idx="628">
                  <c:v>187</c:v>
                </c:pt>
                <c:pt idx="629">
                  <c:v>196</c:v>
                </c:pt>
                <c:pt idx="630">
                  <c:v>187</c:v>
                </c:pt>
                <c:pt idx="631">
                  <c:v>198</c:v>
                </c:pt>
                <c:pt idx="632">
                  <c:v>191</c:v>
                </c:pt>
                <c:pt idx="633">
                  <c:v>173</c:v>
                </c:pt>
                <c:pt idx="634">
                  <c:v>194</c:v>
                </c:pt>
                <c:pt idx="635">
                  <c:v>191</c:v>
                </c:pt>
                <c:pt idx="636">
                  <c:v>187</c:v>
                </c:pt>
                <c:pt idx="637">
                  <c:v>191</c:v>
                </c:pt>
                <c:pt idx="638">
                  <c:v>194</c:v>
                </c:pt>
                <c:pt idx="639">
                  <c:v>189</c:v>
                </c:pt>
                <c:pt idx="640">
                  <c:v>167</c:v>
                </c:pt>
                <c:pt idx="641">
                  <c:v>198</c:v>
                </c:pt>
                <c:pt idx="642">
                  <c:v>192</c:v>
                </c:pt>
                <c:pt idx="643">
                  <c:v>189</c:v>
                </c:pt>
                <c:pt idx="644">
                  <c:v>181</c:v>
                </c:pt>
                <c:pt idx="645">
                  <c:v>170</c:v>
                </c:pt>
                <c:pt idx="646">
                  <c:v>171</c:v>
                </c:pt>
                <c:pt idx="647">
                  <c:v>188</c:v>
                </c:pt>
                <c:pt idx="648">
                  <c:v>191</c:v>
                </c:pt>
                <c:pt idx="649">
                  <c:v>192</c:v>
                </c:pt>
                <c:pt idx="650">
                  <c:v>188</c:v>
                </c:pt>
                <c:pt idx="651">
                  <c:v>194</c:v>
                </c:pt>
                <c:pt idx="652">
                  <c:v>190</c:v>
                </c:pt>
                <c:pt idx="653">
                  <c:v>182</c:v>
                </c:pt>
                <c:pt idx="654">
                  <c:v>191</c:v>
                </c:pt>
                <c:pt idx="655">
                  <c:v>190</c:v>
                </c:pt>
                <c:pt idx="656">
                  <c:v>194</c:v>
                </c:pt>
                <c:pt idx="657">
                  <c:v>198</c:v>
                </c:pt>
                <c:pt idx="658">
                  <c:v>177</c:v>
                </c:pt>
                <c:pt idx="659">
                  <c:v>195</c:v>
                </c:pt>
                <c:pt idx="660">
                  <c:v>197</c:v>
                </c:pt>
                <c:pt idx="661">
                  <c:v>164</c:v>
                </c:pt>
                <c:pt idx="662">
                  <c:v>160</c:v>
                </c:pt>
                <c:pt idx="663">
                  <c:v>162</c:v>
                </c:pt>
                <c:pt idx="664">
                  <c:v>179</c:v>
                </c:pt>
                <c:pt idx="665">
                  <c:v>160</c:v>
                </c:pt>
                <c:pt idx="666">
                  <c:v>160</c:v>
                </c:pt>
                <c:pt idx="667">
                  <c:v>191</c:v>
                </c:pt>
                <c:pt idx="668">
                  <c:v>191</c:v>
                </c:pt>
                <c:pt idx="669">
                  <c:v>170</c:v>
                </c:pt>
                <c:pt idx="670">
                  <c:v>161</c:v>
                </c:pt>
                <c:pt idx="671">
                  <c:v>160</c:v>
                </c:pt>
                <c:pt idx="672">
                  <c:v>168</c:v>
                </c:pt>
                <c:pt idx="673">
                  <c:v>176</c:v>
                </c:pt>
                <c:pt idx="674">
                  <c:v>168</c:v>
                </c:pt>
                <c:pt idx="675">
                  <c:v>174</c:v>
                </c:pt>
                <c:pt idx="676">
                  <c:v>163</c:v>
                </c:pt>
                <c:pt idx="677">
                  <c:v>167</c:v>
                </c:pt>
                <c:pt idx="678">
                  <c:v>194</c:v>
                </c:pt>
                <c:pt idx="679">
                  <c:v>173</c:v>
                </c:pt>
                <c:pt idx="680">
                  <c:v>168</c:v>
                </c:pt>
                <c:pt idx="681">
                  <c:v>183</c:v>
                </c:pt>
                <c:pt idx="682">
                  <c:v>194</c:v>
                </c:pt>
                <c:pt idx="683">
                  <c:v>178</c:v>
                </c:pt>
                <c:pt idx="684">
                  <c:v>165</c:v>
                </c:pt>
                <c:pt idx="685">
                  <c:v>170</c:v>
                </c:pt>
                <c:pt idx="686">
                  <c:v>196</c:v>
                </c:pt>
                <c:pt idx="687">
                  <c:v>166</c:v>
                </c:pt>
                <c:pt idx="688">
                  <c:v>169</c:v>
                </c:pt>
                <c:pt idx="689">
                  <c:v>166</c:v>
                </c:pt>
                <c:pt idx="690">
                  <c:v>198</c:v>
                </c:pt>
                <c:pt idx="691">
                  <c:v>166</c:v>
                </c:pt>
                <c:pt idx="692">
                  <c:v>177</c:v>
                </c:pt>
                <c:pt idx="693">
                  <c:v>163</c:v>
                </c:pt>
                <c:pt idx="694">
                  <c:v>164</c:v>
                </c:pt>
                <c:pt idx="695">
                  <c:v>175</c:v>
                </c:pt>
                <c:pt idx="696">
                  <c:v>161</c:v>
                </c:pt>
                <c:pt idx="697">
                  <c:v>162</c:v>
                </c:pt>
                <c:pt idx="698">
                  <c:v>160</c:v>
                </c:pt>
                <c:pt idx="699">
                  <c:v>161</c:v>
                </c:pt>
                <c:pt idx="700">
                  <c:v>164</c:v>
                </c:pt>
                <c:pt idx="701">
                  <c:v>191</c:v>
                </c:pt>
                <c:pt idx="702">
                  <c:v>164</c:v>
                </c:pt>
                <c:pt idx="703">
                  <c:v>161</c:v>
                </c:pt>
                <c:pt idx="704">
                  <c:v>190</c:v>
                </c:pt>
                <c:pt idx="705">
                  <c:v>169</c:v>
                </c:pt>
                <c:pt idx="706">
                  <c:v>166</c:v>
                </c:pt>
                <c:pt idx="707">
                  <c:v>161</c:v>
                </c:pt>
                <c:pt idx="708">
                  <c:v>162</c:v>
                </c:pt>
                <c:pt idx="709">
                  <c:v>188</c:v>
                </c:pt>
                <c:pt idx="710">
                  <c:v>169</c:v>
                </c:pt>
                <c:pt idx="711">
                  <c:v>172</c:v>
                </c:pt>
                <c:pt idx="712">
                  <c:v>177</c:v>
                </c:pt>
                <c:pt idx="713">
                  <c:v>165</c:v>
                </c:pt>
                <c:pt idx="714">
                  <c:v>172</c:v>
                </c:pt>
                <c:pt idx="715">
                  <c:v>161</c:v>
                </c:pt>
                <c:pt idx="716">
                  <c:v>174</c:v>
                </c:pt>
                <c:pt idx="717">
                  <c:v>185</c:v>
                </c:pt>
                <c:pt idx="718">
                  <c:v>179</c:v>
                </c:pt>
                <c:pt idx="719">
                  <c:v>166</c:v>
                </c:pt>
                <c:pt idx="720">
                  <c:v>165</c:v>
                </c:pt>
                <c:pt idx="721">
                  <c:v>162</c:v>
                </c:pt>
                <c:pt idx="722">
                  <c:v>197</c:v>
                </c:pt>
                <c:pt idx="723">
                  <c:v>172</c:v>
                </c:pt>
                <c:pt idx="724">
                  <c:v>178</c:v>
                </c:pt>
                <c:pt idx="725">
                  <c:v>175</c:v>
                </c:pt>
                <c:pt idx="726">
                  <c:v>167</c:v>
                </c:pt>
                <c:pt idx="727">
                  <c:v>168</c:v>
                </c:pt>
                <c:pt idx="728">
                  <c:v>169</c:v>
                </c:pt>
                <c:pt idx="729">
                  <c:v>167</c:v>
                </c:pt>
                <c:pt idx="730">
                  <c:v>174</c:v>
                </c:pt>
                <c:pt idx="731">
                  <c:v>190</c:v>
                </c:pt>
                <c:pt idx="732">
                  <c:v>190</c:v>
                </c:pt>
                <c:pt idx="733">
                  <c:v>170</c:v>
                </c:pt>
                <c:pt idx="734">
                  <c:v>171</c:v>
                </c:pt>
                <c:pt idx="735">
                  <c:v>164</c:v>
                </c:pt>
                <c:pt idx="736">
                  <c:v>174</c:v>
                </c:pt>
                <c:pt idx="737">
                  <c:v>173</c:v>
                </c:pt>
                <c:pt idx="738">
                  <c:v>166</c:v>
                </c:pt>
                <c:pt idx="739">
                  <c:v>169</c:v>
                </c:pt>
                <c:pt idx="740">
                  <c:v>177</c:v>
                </c:pt>
                <c:pt idx="741">
                  <c:v>197</c:v>
                </c:pt>
                <c:pt idx="742">
                  <c:v>170</c:v>
                </c:pt>
                <c:pt idx="743">
                  <c:v>175</c:v>
                </c:pt>
                <c:pt idx="744">
                  <c:v>160</c:v>
                </c:pt>
                <c:pt idx="745">
                  <c:v>162</c:v>
                </c:pt>
                <c:pt idx="746">
                  <c:v>182</c:v>
                </c:pt>
                <c:pt idx="747">
                  <c:v>163</c:v>
                </c:pt>
                <c:pt idx="748">
                  <c:v>175</c:v>
                </c:pt>
                <c:pt idx="749">
                  <c:v>164</c:v>
                </c:pt>
                <c:pt idx="750">
                  <c:v>163</c:v>
                </c:pt>
                <c:pt idx="751">
                  <c:v>166</c:v>
                </c:pt>
                <c:pt idx="752">
                  <c:v>196</c:v>
                </c:pt>
                <c:pt idx="753">
                  <c:v>171</c:v>
                </c:pt>
                <c:pt idx="754">
                  <c:v>163</c:v>
                </c:pt>
                <c:pt idx="755">
                  <c:v>173</c:v>
                </c:pt>
                <c:pt idx="756">
                  <c:v>163</c:v>
                </c:pt>
                <c:pt idx="757">
                  <c:v>162</c:v>
                </c:pt>
                <c:pt idx="758">
                  <c:v>162</c:v>
                </c:pt>
                <c:pt idx="759">
                  <c:v>163</c:v>
                </c:pt>
                <c:pt idx="760">
                  <c:v>164</c:v>
                </c:pt>
                <c:pt idx="761">
                  <c:v>162</c:v>
                </c:pt>
                <c:pt idx="762">
                  <c:v>168</c:v>
                </c:pt>
                <c:pt idx="763">
                  <c:v>160</c:v>
                </c:pt>
                <c:pt idx="764">
                  <c:v>177</c:v>
                </c:pt>
                <c:pt idx="765">
                  <c:v>167</c:v>
                </c:pt>
                <c:pt idx="766">
                  <c:v>184</c:v>
                </c:pt>
                <c:pt idx="767">
                  <c:v>168</c:v>
                </c:pt>
                <c:pt idx="768">
                  <c:v>161</c:v>
                </c:pt>
                <c:pt idx="769">
                  <c:v>162</c:v>
                </c:pt>
                <c:pt idx="770">
                  <c:v>165</c:v>
                </c:pt>
                <c:pt idx="771">
                  <c:v>168</c:v>
                </c:pt>
                <c:pt idx="772">
                  <c:v>185</c:v>
                </c:pt>
                <c:pt idx="773">
                  <c:v>196</c:v>
                </c:pt>
                <c:pt idx="774">
                  <c:v>168</c:v>
                </c:pt>
                <c:pt idx="775">
                  <c:v>162</c:v>
                </c:pt>
                <c:pt idx="776">
                  <c:v>180</c:v>
                </c:pt>
                <c:pt idx="777">
                  <c:v>197</c:v>
                </c:pt>
                <c:pt idx="778">
                  <c:v>164</c:v>
                </c:pt>
                <c:pt idx="779">
                  <c:v>172</c:v>
                </c:pt>
                <c:pt idx="780">
                  <c:v>166</c:v>
                </c:pt>
                <c:pt idx="781">
                  <c:v>163</c:v>
                </c:pt>
                <c:pt idx="782">
                  <c:v>161</c:v>
                </c:pt>
                <c:pt idx="783">
                  <c:v>175</c:v>
                </c:pt>
                <c:pt idx="784">
                  <c:v>165</c:v>
                </c:pt>
                <c:pt idx="785">
                  <c:v>168</c:v>
                </c:pt>
                <c:pt idx="786">
                  <c:v>160</c:v>
                </c:pt>
                <c:pt idx="787">
                  <c:v>176</c:v>
                </c:pt>
                <c:pt idx="788">
                  <c:v>168</c:v>
                </c:pt>
                <c:pt idx="789">
                  <c:v>167</c:v>
                </c:pt>
                <c:pt idx="790">
                  <c:v>161</c:v>
                </c:pt>
                <c:pt idx="791">
                  <c:v>168</c:v>
                </c:pt>
                <c:pt idx="792">
                  <c:v>168</c:v>
                </c:pt>
                <c:pt idx="793">
                  <c:v>165</c:v>
                </c:pt>
                <c:pt idx="794">
                  <c:v>176</c:v>
                </c:pt>
                <c:pt idx="795">
                  <c:v>160</c:v>
                </c:pt>
                <c:pt idx="796">
                  <c:v>196</c:v>
                </c:pt>
                <c:pt idx="797">
                  <c:v>170</c:v>
                </c:pt>
                <c:pt idx="798">
                  <c:v>161</c:v>
                </c:pt>
                <c:pt idx="799">
                  <c:v>173</c:v>
                </c:pt>
                <c:pt idx="800">
                  <c:v>177</c:v>
                </c:pt>
                <c:pt idx="801">
                  <c:v>166</c:v>
                </c:pt>
                <c:pt idx="802">
                  <c:v>164</c:v>
                </c:pt>
                <c:pt idx="803">
                  <c:v>162</c:v>
                </c:pt>
                <c:pt idx="804">
                  <c:v>184</c:v>
                </c:pt>
                <c:pt idx="805">
                  <c:v>174</c:v>
                </c:pt>
                <c:pt idx="806">
                  <c:v>166</c:v>
                </c:pt>
                <c:pt idx="807">
                  <c:v>164</c:v>
                </c:pt>
                <c:pt idx="808">
                  <c:v>160</c:v>
                </c:pt>
                <c:pt idx="809">
                  <c:v>170</c:v>
                </c:pt>
                <c:pt idx="810">
                  <c:v>169</c:v>
                </c:pt>
                <c:pt idx="811">
                  <c:v>184</c:v>
                </c:pt>
                <c:pt idx="812">
                  <c:v>180</c:v>
                </c:pt>
                <c:pt idx="813">
                  <c:v>166</c:v>
                </c:pt>
                <c:pt idx="814">
                  <c:v>168</c:v>
                </c:pt>
                <c:pt idx="815">
                  <c:v>183</c:v>
                </c:pt>
                <c:pt idx="816">
                  <c:v>164</c:v>
                </c:pt>
                <c:pt idx="817">
                  <c:v>168</c:v>
                </c:pt>
                <c:pt idx="818">
                  <c:v>175</c:v>
                </c:pt>
                <c:pt idx="819">
                  <c:v>177</c:v>
                </c:pt>
                <c:pt idx="820">
                  <c:v>182</c:v>
                </c:pt>
                <c:pt idx="821">
                  <c:v>191</c:v>
                </c:pt>
                <c:pt idx="822">
                  <c:v>188</c:v>
                </c:pt>
                <c:pt idx="823">
                  <c:v>182</c:v>
                </c:pt>
                <c:pt idx="824">
                  <c:v>186</c:v>
                </c:pt>
                <c:pt idx="825">
                  <c:v>181</c:v>
                </c:pt>
                <c:pt idx="826">
                  <c:v>186</c:v>
                </c:pt>
                <c:pt idx="827">
                  <c:v>185</c:v>
                </c:pt>
                <c:pt idx="828">
                  <c:v>179</c:v>
                </c:pt>
                <c:pt idx="829">
                  <c:v>171</c:v>
                </c:pt>
                <c:pt idx="830">
                  <c:v>186</c:v>
                </c:pt>
                <c:pt idx="831">
                  <c:v>182</c:v>
                </c:pt>
                <c:pt idx="832">
                  <c:v>191</c:v>
                </c:pt>
                <c:pt idx="833">
                  <c:v>174</c:v>
                </c:pt>
                <c:pt idx="834">
                  <c:v>183</c:v>
                </c:pt>
                <c:pt idx="835">
                  <c:v>180</c:v>
                </c:pt>
                <c:pt idx="836">
                  <c:v>180</c:v>
                </c:pt>
                <c:pt idx="837">
                  <c:v>176</c:v>
                </c:pt>
                <c:pt idx="838">
                  <c:v>196</c:v>
                </c:pt>
                <c:pt idx="839">
                  <c:v>192</c:v>
                </c:pt>
                <c:pt idx="840">
                  <c:v>193</c:v>
                </c:pt>
                <c:pt idx="841">
                  <c:v>199</c:v>
                </c:pt>
                <c:pt idx="842">
                  <c:v>176</c:v>
                </c:pt>
                <c:pt idx="843">
                  <c:v>169</c:v>
                </c:pt>
                <c:pt idx="844">
                  <c:v>177</c:v>
                </c:pt>
                <c:pt idx="845">
                  <c:v>178</c:v>
                </c:pt>
                <c:pt idx="846">
                  <c:v>171</c:v>
                </c:pt>
                <c:pt idx="847">
                  <c:v>184</c:v>
                </c:pt>
                <c:pt idx="848">
                  <c:v>186</c:v>
                </c:pt>
                <c:pt idx="849">
                  <c:v>198</c:v>
                </c:pt>
                <c:pt idx="850">
                  <c:v>165</c:v>
                </c:pt>
                <c:pt idx="851">
                  <c:v>180</c:v>
                </c:pt>
                <c:pt idx="852">
                  <c:v>199</c:v>
                </c:pt>
                <c:pt idx="853">
                  <c:v>185</c:v>
                </c:pt>
                <c:pt idx="854">
                  <c:v>198</c:v>
                </c:pt>
                <c:pt idx="855">
                  <c:v>174</c:v>
                </c:pt>
                <c:pt idx="856">
                  <c:v>187</c:v>
                </c:pt>
                <c:pt idx="857">
                  <c:v>172</c:v>
                </c:pt>
                <c:pt idx="858">
                  <c:v>185</c:v>
                </c:pt>
                <c:pt idx="859">
                  <c:v>188</c:v>
                </c:pt>
                <c:pt idx="860">
                  <c:v>166</c:v>
                </c:pt>
                <c:pt idx="861">
                  <c:v>185</c:v>
                </c:pt>
                <c:pt idx="862">
                  <c:v>181</c:v>
                </c:pt>
                <c:pt idx="863">
                  <c:v>199</c:v>
                </c:pt>
                <c:pt idx="864">
                  <c:v>194</c:v>
                </c:pt>
                <c:pt idx="865">
                  <c:v>171</c:v>
                </c:pt>
                <c:pt idx="866">
                  <c:v>194</c:v>
                </c:pt>
                <c:pt idx="867">
                  <c:v>196</c:v>
                </c:pt>
                <c:pt idx="868">
                  <c:v>194</c:v>
                </c:pt>
                <c:pt idx="869">
                  <c:v>181</c:v>
                </c:pt>
                <c:pt idx="870">
                  <c:v>195</c:v>
                </c:pt>
                <c:pt idx="871">
                  <c:v>199</c:v>
                </c:pt>
                <c:pt idx="872">
                  <c:v>194</c:v>
                </c:pt>
                <c:pt idx="873">
                  <c:v>182</c:v>
                </c:pt>
                <c:pt idx="874">
                  <c:v>194</c:v>
                </c:pt>
                <c:pt idx="875">
                  <c:v>195</c:v>
                </c:pt>
                <c:pt idx="876">
                  <c:v>173</c:v>
                </c:pt>
                <c:pt idx="877">
                  <c:v>191</c:v>
                </c:pt>
                <c:pt idx="878">
                  <c:v>188</c:v>
                </c:pt>
                <c:pt idx="879">
                  <c:v>185</c:v>
                </c:pt>
                <c:pt idx="880">
                  <c:v>184</c:v>
                </c:pt>
                <c:pt idx="881">
                  <c:v>194</c:v>
                </c:pt>
                <c:pt idx="882">
                  <c:v>172</c:v>
                </c:pt>
                <c:pt idx="883">
                  <c:v>194</c:v>
                </c:pt>
                <c:pt idx="884">
                  <c:v>171</c:v>
                </c:pt>
                <c:pt idx="885">
                  <c:v>190</c:v>
                </c:pt>
                <c:pt idx="886">
                  <c:v>179</c:v>
                </c:pt>
                <c:pt idx="887">
                  <c:v>175</c:v>
                </c:pt>
                <c:pt idx="888">
                  <c:v>183</c:v>
                </c:pt>
                <c:pt idx="889">
                  <c:v>171</c:v>
                </c:pt>
                <c:pt idx="890">
                  <c:v>193</c:v>
                </c:pt>
                <c:pt idx="891">
                  <c:v>189</c:v>
                </c:pt>
                <c:pt idx="892">
                  <c:v>188</c:v>
                </c:pt>
                <c:pt idx="893">
                  <c:v>173</c:v>
                </c:pt>
                <c:pt idx="894">
                  <c:v>199</c:v>
                </c:pt>
                <c:pt idx="895">
                  <c:v>189</c:v>
                </c:pt>
                <c:pt idx="896">
                  <c:v>198</c:v>
                </c:pt>
                <c:pt idx="897">
                  <c:v>189</c:v>
                </c:pt>
                <c:pt idx="898">
                  <c:v>199</c:v>
                </c:pt>
                <c:pt idx="899">
                  <c:v>185</c:v>
                </c:pt>
                <c:pt idx="900">
                  <c:v>188</c:v>
                </c:pt>
                <c:pt idx="901">
                  <c:v>175</c:v>
                </c:pt>
                <c:pt idx="902">
                  <c:v>194</c:v>
                </c:pt>
                <c:pt idx="903">
                  <c:v>195</c:v>
                </c:pt>
                <c:pt idx="904">
                  <c:v>184</c:v>
                </c:pt>
                <c:pt idx="905">
                  <c:v>198</c:v>
                </c:pt>
                <c:pt idx="906">
                  <c:v>195</c:v>
                </c:pt>
                <c:pt idx="907">
                  <c:v>198</c:v>
                </c:pt>
                <c:pt idx="908">
                  <c:v>183</c:v>
                </c:pt>
                <c:pt idx="909">
                  <c:v>169</c:v>
                </c:pt>
                <c:pt idx="910">
                  <c:v>181</c:v>
                </c:pt>
                <c:pt idx="911">
                  <c:v>175</c:v>
                </c:pt>
                <c:pt idx="912">
                  <c:v>167</c:v>
                </c:pt>
                <c:pt idx="913">
                  <c:v>161</c:v>
                </c:pt>
                <c:pt idx="914">
                  <c:v>164</c:v>
                </c:pt>
                <c:pt idx="915">
                  <c:v>197</c:v>
                </c:pt>
                <c:pt idx="916">
                  <c:v>167</c:v>
                </c:pt>
                <c:pt idx="917">
                  <c:v>170</c:v>
                </c:pt>
                <c:pt idx="918">
                  <c:v>161</c:v>
                </c:pt>
                <c:pt idx="919">
                  <c:v>170</c:v>
                </c:pt>
                <c:pt idx="920">
                  <c:v>192</c:v>
                </c:pt>
                <c:pt idx="921">
                  <c:v>181</c:v>
                </c:pt>
                <c:pt idx="922">
                  <c:v>167</c:v>
                </c:pt>
                <c:pt idx="923">
                  <c:v>163</c:v>
                </c:pt>
                <c:pt idx="924">
                  <c:v>162</c:v>
                </c:pt>
                <c:pt idx="925">
                  <c:v>175</c:v>
                </c:pt>
                <c:pt idx="926">
                  <c:v>160</c:v>
                </c:pt>
                <c:pt idx="927">
                  <c:v>162</c:v>
                </c:pt>
                <c:pt idx="928">
                  <c:v>183</c:v>
                </c:pt>
                <c:pt idx="929">
                  <c:v>180</c:v>
                </c:pt>
                <c:pt idx="930">
                  <c:v>161</c:v>
                </c:pt>
                <c:pt idx="931">
                  <c:v>198</c:v>
                </c:pt>
                <c:pt idx="932">
                  <c:v>197</c:v>
                </c:pt>
                <c:pt idx="933">
                  <c:v>165</c:v>
                </c:pt>
                <c:pt idx="934">
                  <c:v>160</c:v>
                </c:pt>
                <c:pt idx="935">
                  <c:v>186</c:v>
                </c:pt>
                <c:pt idx="936">
                  <c:v>187</c:v>
                </c:pt>
                <c:pt idx="937">
                  <c:v>199</c:v>
                </c:pt>
                <c:pt idx="938">
                  <c:v>174</c:v>
                </c:pt>
                <c:pt idx="939">
                  <c:v>196</c:v>
                </c:pt>
                <c:pt idx="940">
                  <c:v>192</c:v>
                </c:pt>
                <c:pt idx="941">
                  <c:v>182</c:v>
                </c:pt>
                <c:pt idx="942">
                  <c:v>198</c:v>
                </c:pt>
                <c:pt idx="943">
                  <c:v>188</c:v>
                </c:pt>
                <c:pt idx="944">
                  <c:v>186</c:v>
                </c:pt>
                <c:pt idx="945">
                  <c:v>198</c:v>
                </c:pt>
                <c:pt idx="946">
                  <c:v>194</c:v>
                </c:pt>
                <c:pt idx="947">
                  <c:v>169</c:v>
                </c:pt>
                <c:pt idx="948">
                  <c:v>199</c:v>
                </c:pt>
                <c:pt idx="949">
                  <c:v>189</c:v>
                </c:pt>
                <c:pt idx="950">
                  <c:v>193</c:v>
                </c:pt>
                <c:pt idx="951">
                  <c:v>188</c:v>
                </c:pt>
                <c:pt idx="952">
                  <c:v>166</c:v>
                </c:pt>
                <c:pt idx="953">
                  <c:v>199</c:v>
                </c:pt>
                <c:pt idx="954">
                  <c:v>189</c:v>
                </c:pt>
                <c:pt idx="955">
                  <c:v>188</c:v>
                </c:pt>
                <c:pt idx="956">
                  <c:v>177</c:v>
                </c:pt>
                <c:pt idx="957">
                  <c:v>176</c:v>
                </c:pt>
                <c:pt idx="958">
                  <c:v>171</c:v>
                </c:pt>
                <c:pt idx="959">
                  <c:v>180</c:v>
                </c:pt>
                <c:pt idx="960">
                  <c:v>183</c:v>
                </c:pt>
                <c:pt idx="961">
                  <c:v>164</c:v>
                </c:pt>
                <c:pt idx="962">
                  <c:v>199</c:v>
                </c:pt>
                <c:pt idx="963">
                  <c:v>188</c:v>
                </c:pt>
                <c:pt idx="964">
                  <c:v>198</c:v>
                </c:pt>
                <c:pt idx="965">
                  <c:v>168</c:v>
                </c:pt>
                <c:pt idx="966">
                  <c:v>173</c:v>
                </c:pt>
                <c:pt idx="967">
                  <c:v>168</c:v>
                </c:pt>
                <c:pt idx="968">
                  <c:v>198</c:v>
                </c:pt>
                <c:pt idx="969">
                  <c:v>180</c:v>
                </c:pt>
                <c:pt idx="970">
                  <c:v>187</c:v>
                </c:pt>
                <c:pt idx="971">
                  <c:v>179</c:v>
                </c:pt>
                <c:pt idx="972">
                  <c:v>163</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53BE-4C4A-A2E6-79F6177E1118}"/>
            </c:ext>
          </c:extLst>
        </c:ser>
        <c:ser>
          <c:idx val="1"/>
          <c:order val="1"/>
          <c:tx>
            <c:v>Predicted Water Intake (Liters)</c:v>
          </c:tx>
          <c:spPr>
            <a:ln w="19050">
              <a:noFill/>
            </a:ln>
          </c:spPr>
          <c:xVal>
            <c:numRef>
              <c:f>'Sub-Dataset'!$DR$2:$DR$974</c:f>
              <c:numCache>
                <c:formatCode>General</c:formatCode>
                <c:ptCount val="973"/>
                <c:pt idx="0">
                  <c:v>167</c:v>
                </c:pt>
                <c:pt idx="1">
                  <c:v>179</c:v>
                </c:pt>
                <c:pt idx="2">
                  <c:v>184</c:v>
                </c:pt>
                <c:pt idx="3">
                  <c:v>182</c:v>
                </c:pt>
                <c:pt idx="4">
                  <c:v>177</c:v>
                </c:pt>
                <c:pt idx="5">
                  <c:v>171</c:v>
                </c:pt>
                <c:pt idx="6">
                  <c:v>179</c:v>
                </c:pt>
                <c:pt idx="7">
                  <c:v>189</c:v>
                </c:pt>
                <c:pt idx="8">
                  <c:v>185</c:v>
                </c:pt>
                <c:pt idx="9">
                  <c:v>183</c:v>
                </c:pt>
                <c:pt idx="10">
                  <c:v>175</c:v>
                </c:pt>
                <c:pt idx="11">
                  <c:v>175</c:v>
                </c:pt>
                <c:pt idx="12">
                  <c:v>176</c:v>
                </c:pt>
                <c:pt idx="13">
                  <c:v>198</c:v>
                </c:pt>
                <c:pt idx="14">
                  <c:v>179</c:v>
                </c:pt>
                <c:pt idx="15">
                  <c:v>184</c:v>
                </c:pt>
                <c:pt idx="16">
                  <c:v>175</c:v>
                </c:pt>
                <c:pt idx="17">
                  <c:v>180</c:v>
                </c:pt>
                <c:pt idx="18">
                  <c:v>198</c:v>
                </c:pt>
                <c:pt idx="19">
                  <c:v>161</c:v>
                </c:pt>
                <c:pt idx="20">
                  <c:v>178</c:v>
                </c:pt>
                <c:pt idx="21">
                  <c:v>175</c:v>
                </c:pt>
                <c:pt idx="22">
                  <c:v>173</c:v>
                </c:pt>
                <c:pt idx="23">
                  <c:v>164</c:v>
                </c:pt>
                <c:pt idx="24">
                  <c:v>168</c:v>
                </c:pt>
                <c:pt idx="25">
                  <c:v>168</c:v>
                </c:pt>
                <c:pt idx="26">
                  <c:v>197</c:v>
                </c:pt>
                <c:pt idx="27">
                  <c:v>179</c:v>
                </c:pt>
                <c:pt idx="28">
                  <c:v>184</c:v>
                </c:pt>
                <c:pt idx="29">
                  <c:v>172</c:v>
                </c:pt>
                <c:pt idx="30">
                  <c:v>173</c:v>
                </c:pt>
                <c:pt idx="31">
                  <c:v>164</c:v>
                </c:pt>
                <c:pt idx="32">
                  <c:v>189</c:v>
                </c:pt>
                <c:pt idx="33">
                  <c:v>191</c:v>
                </c:pt>
                <c:pt idx="34">
                  <c:v>177</c:v>
                </c:pt>
                <c:pt idx="35">
                  <c:v>170</c:v>
                </c:pt>
                <c:pt idx="36">
                  <c:v>181</c:v>
                </c:pt>
                <c:pt idx="37">
                  <c:v>189</c:v>
                </c:pt>
                <c:pt idx="38">
                  <c:v>179</c:v>
                </c:pt>
                <c:pt idx="39">
                  <c:v>184</c:v>
                </c:pt>
                <c:pt idx="40">
                  <c:v>191</c:v>
                </c:pt>
                <c:pt idx="41">
                  <c:v>164</c:v>
                </c:pt>
                <c:pt idx="42">
                  <c:v>185</c:v>
                </c:pt>
                <c:pt idx="43">
                  <c:v>172</c:v>
                </c:pt>
                <c:pt idx="44">
                  <c:v>197</c:v>
                </c:pt>
                <c:pt idx="45">
                  <c:v>186</c:v>
                </c:pt>
                <c:pt idx="46">
                  <c:v>176</c:v>
                </c:pt>
                <c:pt idx="47">
                  <c:v>173</c:v>
                </c:pt>
                <c:pt idx="48">
                  <c:v>180</c:v>
                </c:pt>
                <c:pt idx="49">
                  <c:v>178</c:v>
                </c:pt>
                <c:pt idx="50">
                  <c:v>177</c:v>
                </c:pt>
                <c:pt idx="51">
                  <c:v>171</c:v>
                </c:pt>
                <c:pt idx="52">
                  <c:v>161</c:v>
                </c:pt>
                <c:pt idx="53">
                  <c:v>170</c:v>
                </c:pt>
                <c:pt idx="54">
                  <c:v>190</c:v>
                </c:pt>
                <c:pt idx="55">
                  <c:v>188</c:v>
                </c:pt>
                <c:pt idx="56">
                  <c:v>184</c:v>
                </c:pt>
                <c:pt idx="57">
                  <c:v>197</c:v>
                </c:pt>
                <c:pt idx="58">
                  <c:v>180</c:v>
                </c:pt>
                <c:pt idx="59">
                  <c:v>165</c:v>
                </c:pt>
                <c:pt idx="60">
                  <c:v>171</c:v>
                </c:pt>
                <c:pt idx="61">
                  <c:v>168</c:v>
                </c:pt>
                <c:pt idx="62">
                  <c:v>194</c:v>
                </c:pt>
                <c:pt idx="63">
                  <c:v>186</c:v>
                </c:pt>
                <c:pt idx="64">
                  <c:v>161</c:v>
                </c:pt>
                <c:pt idx="65">
                  <c:v>190</c:v>
                </c:pt>
                <c:pt idx="66">
                  <c:v>186</c:v>
                </c:pt>
                <c:pt idx="67">
                  <c:v>180</c:v>
                </c:pt>
                <c:pt idx="68">
                  <c:v>165</c:v>
                </c:pt>
                <c:pt idx="69">
                  <c:v>172</c:v>
                </c:pt>
                <c:pt idx="70">
                  <c:v>167</c:v>
                </c:pt>
                <c:pt idx="71">
                  <c:v>171</c:v>
                </c:pt>
                <c:pt idx="72">
                  <c:v>182</c:v>
                </c:pt>
                <c:pt idx="73">
                  <c:v>174</c:v>
                </c:pt>
                <c:pt idx="74">
                  <c:v>181</c:v>
                </c:pt>
                <c:pt idx="75">
                  <c:v>175</c:v>
                </c:pt>
                <c:pt idx="76">
                  <c:v>174</c:v>
                </c:pt>
                <c:pt idx="77">
                  <c:v>179</c:v>
                </c:pt>
                <c:pt idx="78">
                  <c:v>178</c:v>
                </c:pt>
                <c:pt idx="79">
                  <c:v>172</c:v>
                </c:pt>
                <c:pt idx="80">
                  <c:v>177</c:v>
                </c:pt>
                <c:pt idx="81">
                  <c:v>186</c:v>
                </c:pt>
                <c:pt idx="82">
                  <c:v>165</c:v>
                </c:pt>
                <c:pt idx="83">
                  <c:v>163</c:v>
                </c:pt>
                <c:pt idx="84">
                  <c:v>169</c:v>
                </c:pt>
                <c:pt idx="85">
                  <c:v>170</c:v>
                </c:pt>
                <c:pt idx="86">
                  <c:v>199</c:v>
                </c:pt>
                <c:pt idx="87">
                  <c:v>180</c:v>
                </c:pt>
                <c:pt idx="88">
                  <c:v>183</c:v>
                </c:pt>
                <c:pt idx="89">
                  <c:v>161</c:v>
                </c:pt>
                <c:pt idx="90">
                  <c:v>162</c:v>
                </c:pt>
                <c:pt idx="91">
                  <c:v>179</c:v>
                </c:pt>
                <c:pt idx="92">
                  <c:v>165</c:v>
                </c:pt>
                <c:pt idx="93">
                  <c:v>165</c:v>
                </c:pt>
                <c:pt idx="94">
                  <c:v>166</c:v>
                </c:pt>
                <c:pt idx="95">
                  <c:v>190</c:v>
                </c:pt>
                <c:pt idx="96">
                  <c:v>190</c:v>
                </c:pt>
                <c:pt idx="97">
                  <c:v>188</c:v>
                </c:pt>
                <c:pt idx="98">
                  <c:v>199</c:v>
                </c:pt>
                <c:pt idx="99">
                  <c:v>179</c:v>
                </c:pt>
                <c:pt idx="100">
                  <c:v>190</c:v>
                </c:pt>
                <c:pt idx="101">
                  <c:v>163</c:v>
                </c:pt>
                <c:pt idx="102">
                  <c:v>181</c:v>
                </c:pt>
                <c:pt idx="103">
                  <c:v>170</c:v>
                </c:pt>
                <c:pt idx="104">
                  <c:v>167</c:v>
                </c:pt>
                <c:pt idx="105">
                  <c:v>169</c:v>
                </c:pt>
                <c:pt idx="106">
                  <c:v>194</c:v>
                </c:pt>
                <c:pt idx="107">
                  <c:v>170</c:v>
                </c:pt>
                <c:pt idx="108">
                  <c:v>173</c:v>
                </c:pt>
                <c:pt idx="109">
                  <c:v>178</c:v>
                </c:pt>
                <c:pt idx="110">
                  <c:v>181</c:v>
                </c:pt>
                <c:pt idx="111">
                  <c:v>180</c:v>
                </c:pt>
                <c:pt idx="112">
                  <c:v>182</c:v>
                </c:pt>
                <c:pt idx="113">
                  <c:v>164</c:v>
                </c:pt>
                <c:pt idx="114">
                  <c:v>187</c:v>
                </c:pt>
                <c:pt idx="115">
                  <c:v>167</c:v>
                </c:pt>
                <c:pt idx="116">
                  <c:v>167</c:v>
                </c:pt>
                <c:pt idx="117">
                  <c:v>176</c:v>
                </c:pt>
                <c:pt idx="118">
                  <c:v>173</c:v>
                </c:pt>
                <c:pt idx="119">
                  <c:v>186</c:v>
                </c:pt>
                <c:pt idx="120">
                  <c:v>174</c:v>
                </c:pt>
                <c:pt idx="121">
                  <c:v>187</c:v>
                </c:pt>
                <c:pt idx="122">
                  <c:v>199</c:v>
                </c:pt>
                <c:pt idx="123">
                  <c:v>166</c:v>
                </c:pt>
                <c:pt idx="124">
                  <c:v>188</c:v>
                </c:pt>
                <c:pt idx="125">
                  <c:v>187</c:v>
                </c:pt>
                <c:pt idx="126">
                  <c:v>177</c:v>
                </c:pt>
                <c:pt idx="127">
                  <c:v>163</c:v>
                </c:pt>
                <c:pt idx="128">
                  <c:v>185</c:v>
                </c:pt>
                <c:pt idx="129">
                  <c:v>196</c:v>
                </c:pt>
                <c:pt idx="130">
                  <c:v>193</c:v>
                </c:pt>
                <c:pt idx="131">
                  <c:v>187</c:v>
                </c:pt>
                <c:pt idx="132">
                  <c:v>184</c:v>
                </c:pt>
                <c:pt idx="133">
                  <c:v>182</c:v>
                </c:pt>
                <c:pt idx="134">
                  <c:v>166</c:v>
                </c:pt>
                <c:pt idx="135">
                  <c:v>178</c:v>
                </c:pt>
                <c:pt idx="136">
                  <c:v>168</c:v>
                </c:pt>
                <c:pt idx="137">
                  <c:v>184</c:v>
                </c:pt>
                <c:pt idx="138">
                  <c:v>174</c:v>
                </c:pt>
                <c:pt idx="139">
                  <c:v>178</c:v>
                </c:pt>
                <c:pt idx="140">
                  <c:v>169</c:v>
                </c:pt>
                <c:pt idx="141">
                  <c:v>188</c:v>
                </c:pt>
                <c:pt idx="142">
                  <c:v>161</c:v>
                </c:pt>
                <c:pt idx="143">
                  <c:v>161</c:v>
                </c:pt>
                <c:pt idx="144">
                  <c:v>192</c:v>
                </c:pt>
                <c:pt idx="145">
                  <c:v>191</c:v>
                </c:pt>
                <c:pt idx="146">
                  <c:v>164</c:v>
                </c:pt>
                <c:pt idx="147">
                  <c:v>174</c:v>
                </c:pt>
                <c:pt idx="148">
                  <c:v>179</c:v>
                </c:pt>
                <c:pt idx="149">
                  <c:v>162</c:v>
                </c:pt>
                <c:pt idx="150">
                  <c:v>193</c:v>
                </c:pt>
                <c:pt idx="151">
                  <c:v>197</c:v>
                </c:pt>
                <c:pt idx="152">
                  <c:v>167</c:v>
                </c:pt>
                <c:pt idx="153">
                  <c:v>196</c:v>
                </c:pt>
                <c:pt idx="154">
                  <c:v>193</c:v>
                </c:pt>
                <c:pt idx="155">
                  <c:v>172</c:v>
                </c:pt>
                <c:pt idx="156">
                  <c:v>179</c:v>
                </c:pt>
                <c:pt idx="157">
                  <c:v>184</c:v>
                </c:pt>
                <c:pt idx="158">
                  <c:v>184</c:v>
                </c:pt>
                <c:pt idx="159">
                  <c:v>198</c:v>
                </c:pt>
                <c:pt idx="160">
                  <c:v>175</c:v>
                </c:pt>
                <c:pt idx="161">
                  <c:v>198</c:v>
                </c:pt>
                <c:pt idx="162">
                  <c:v>171</c:v>
                </c:pt>
                <c:pt idx="163">
                  <c:v>184</c:v>
                </c:pt>
                <c:pt idx="164">
                  <c:v>183</c:v>
                </c:pt>
                <c:pt idx="165">
                  <c:v>174</c:v>
                </c:pt>
                <c:pt idx="166">
                  <c:v>167</c:v>
                </c:pt>
                <c:pt idx="167">
                  <c:v>184</c:v>
                </c:pt>
                <c:pt idx="168">
                  <c:v>172</c:v>
                </c:pt>
                <c:pt idx="169">
                  <c:v>183</c:v>
                </c:pt>
                <c:pt idx="170">
                  <c:v>187</c:v>
                </c:pt>
                <c:pt idx="171">
                  <c:v>183</c:v>
                </c:pt>
                <c:pt idx="172">
                  <c:v>174</c:v>
                </c:pt>
                <c:pt idx="173">
                  <c:v>174</c:v>
                </c:pt>
                <c:pt idx="174">
                  <c:v>169</c:v>
                </c:pt>
                <c:pt idx="175">
                  <c:v>166</c:v>
                </c:pt>
                <c:pt idx="176">
                  <c:v>195</c:v>
                </c:pt>
                <c:pt idx="177">
                  <c:v>188</c:v>
                </c:pt>
                <c:pt idx="178">
                  <c:v>170</c:v>
                </c:pt>
                <c:pt idx="179">
                  <c:v>192</c:v>
                </c:pt>
                <c:pt idx="180">
                  <c:v>164</c:v>
                </c:pt>
                <c:pt idx="181">
                  <c:v>172</c:v>
                </c:pt>
                <c:pt idx="182">
                  <c:v>172</c:v>
                </c:pt>
                <c:pt idx="183">
                  <c:v>188</c:v>
                </c:pt>
                <c:pt idx="184">
                  <c:v>172</c:v>
                </c:pt>
                <c:pt idx="185">
                  <c:v>161</c:v>
                </c:pt>
                <c:pt idx="186">
                  <c:v>165</c:v>
                </c:pt>
                <c:pt idx="187">
                  <c:v>183</c:v>
                </c:pt>
                <c:pt idx="188">
                  <c:v>172</c:v>
                </c:pt>
                <c:pt idx="189">
                  <c:v>162</c:v>
                </c:pt>
                <c:pt idx="190">
                  <c:v>198</c:v>
                </c:pt>
                <c:pt idx="191">
                  <c:v>175</c:v>
                </c:pt>
                <c:pt idx="192">
                  <c:v>169</c:v>
                </c:pt>
                <c:pt idx="193">
                  <c:v>182</c:v>
                </c:pt>
                <c:pt idx="194">
                  <c:v>177</c:v>
                </c:pt>
                <c:pt idx="195">
                  <c:v>164</c:v>
                </c:pt>
                <c:pt idx="196">
                  <c:v>164</c:v>
                </c:pt>
                <c:pt idx="197">
                  <c:v>183</c:v>
                </c:pt>
                <c:pt idx="198">
                  <c:v>172</c:v>
                </c:pt>
                <c:pt idx="199">
                  <c:v>194</c:v>
                </c:pt>
                <c:pt idx="200">
                  <c:v>180</c:v>
                </c:pt>
                <c:pt idx="201">
                  <c:v>186</c:v>
                </c:pt>
                <c:pt idx="202">
                  <c:v>171</c:v>
                </c:pt>
                <c:pt idx="203">
                  <c:v>185</c:v>
                </c:pt>
                <c:pt idx="204">
                  <c:v>193</c:v>
                </c:pt>
                <c:pt idx="205">
                  <c:v>189</c:v>
                </c:pt>
                <c:pt idx="206">
                  <c:v>160</c:v>
                </c:pt>
                <c:pt idx="207">
                  <c:v>177</c:v>
                </c:pt>
                <c:pt idx="208">
                  <c:v>190</c:v>
                </c:pt>
                <c:pt idx="209">
                  <c:v>169</c:v>
                </c:pt>
                <c:pt idx="210">
                  <c:v>181</c:v>
                </c:pt>
                <c:pt idx="211">
                  <c:v>199</c:v>
                </c:pt>
                <c:pt idx="212">
                  <c:v>192</c:v>
                </c:pt>
                <c:pt idx="213">
                  <c:v>197</c:v>
                </c:pt>
                <c:pt idx="214">
                  <c:v>186</c:v>
                </c:pt>
                <c:pt idx="215">
                  <c:v>182</c:v>
                </c:pt>
                <c:pt idx="216">
                  <c:v>172</c:v>
                </c:pt>
                <c:pt idx="217">
                  <c:v>195</c:v>
                </c:pt>
                <c:pt idx="218">
                  <c:v>183</c:v>
                </c:pt>
                <c:pt idx="219">
                  <c:v>161</c:v>
                </c:pt>
                <c:pt idx="220">
                  <c:v>168</c:v>
                </c:pt>
                <c:pt idx="221">
                  <c:v>178</c:v>
                </c:pt>
                <c:pt idx="222">
                  <c:v>186</c:v>
                </c:pt>
                <c:pt idx="223">
                  <c:v>185</c:v>
                </c:pt>
                <c:pt idx="224">
                  <c:v>188</c:v>
                </c:pt>
                <c:pt idx="225">
                  <c:v>194</c:v>
                </c:pt>
                <c:pt idx="226">
                  <c:v>188</c:v>
                </c:pt>
                <c:pt idx="227">
                  <c:v>197</c:v>
                </c:pt>
                <c:pt idx="228">
                  <c:v>160</c:v>
                </c:pt>
                <c:pt idx="229">
                  <c:v>184</c:v>
                </c:pt>
                <c:pt idx="230">
                  <c:v>169</c:v>
                </c:pt>
                <c:pt idx="231">
                  <c:v>173</c:v>
                </c:pt>
                <c:pt idx="232">
                  <c:v>182</c:v>
                </c:pt>
                <c:pt idx="233">
                  <c:v>177</c:v>
                </c:pt>
                <c:pt idx="234">
                  <c:v>179</c:v>
                </c:pt>
                <c:pt idx="235">
                  <c:v>175</c:v>
                </c:pt>
                <c:pt idx="236">
                  <c:v>175</c:v>
                </c:pt>
                <c:pt idx="237">
                  <c:v>173</c:v>
                </c:pt>
                <c:pt idx="238">
                  <c:v>184</c:v>
                </c:pt>
                <c:pt idx="239">
                  <c:v>196</c:v>
                </c:pt>
                <c:pt idx="240">
                  <c:v>185</c:v>
                </c:pt>
                <c:pt idx="241">
                  <c:v>176</c:v>
                </c:pt>
                <c:pt idx="242">
                  <c:v>171</c:v>
                </c:pt>
                <c:pt idx="243">
                  <c:v>182</c:v>
                </c:pt>
                <c:pt idx="244">
                  <c:v>195</c:v>
                </c:pt>
                <c:pt idx="245">
                  <c:v>189</c:v>
                </c:pt>
                <c:pt idx="246">
                  <c:v>188</c:v>
                </c:pt>
                <c:pt idx="247">
                  <c:v>188</c:v>
                </c:pt>
                <c:pt idx="248">
                  <c:v>194</c:v>
                </c:pt>
                <c:pt idx="249">
                  <c:v>196</c:v>
                </c:pt>
                <c:pt idx="250">
                  <c:v>190</c:v>
                </c:pt>
                <c:pt idx="251">
                  <c:v>188</c:v>
                </c:pt>
                <c:pt idx="252">
                  <c:v>189</c:v>
                </c:pt>
                <c:pt idx="253">
                  <c:v>189</c:v>
                </c:pt>
                <c:pt idx="254">
                  <c:v>191</c:v>
                </c:pt>
                <c:pt idx="255">
                  <c:v>192</c:v>
                </c:pt>
                <c:pt idx="256">
                  <c:v>182</c:v>
                </c:pt>
                <c:pt idx="257">
                  <c:v>192</c:v>
                </c:pt>
                <c:pt idx="258">
                  <c:v>198</c:v>
                </c:pt>
                <c:pt idx="259">
                  <c:v>193</c:v>
                </c:pt>
                <c:pt idx="260">
                  <c:v>189</c:v>
                </c:pt>
                <c:pt idx="261">
                  <c:v>187</c:v>
                </c:pt>
                <c:pt idx="262">
                  <c:v>197</c:v>
                </c:pt>
                <c:pt idx="263">
                  <c:v>176</c:v>
                </c:pt>
                <c:pt idx="264">
                  <c:v>192</c:v>
                </c:pt>
                <c:pt idx="265">
                  <c:v>196</c:v>
                </c:pt>
                <c:pt idx="266">
                  <c:v>198</c:v>
                </c:pt>
                <c:pt idx="267">
                  <c:v>199</c:v>
                </c:pt>
                <c:pt idx="268">
                  <c:v>184</c:v>
                </c:pt>
                <c:pt idx="269">
                  <c:v>192</c:v>
                </c:pt>
                <c:pt idx="270">
                  <c:v>192</c:v>
                </c:pt>
                <c:pt idx="271">
                  <c:v>193</c:v>
                </c:pt>
                <c:pt idx="272">
                  <c:v>193</c:v>
                </c:pt>
                <c:pt idx="273">
                  <c:v>190</c:v>
                </c:pt>
                <c:pt idx="274">
                  <c:v>188</c:v>
                </c:pt>
                <c:pt idx="275">
                  <c:v>177</c:v>
                </c:pt>
                <c:pt idx="276">
                  <c:v>196</c:v>
                </c:pt>
                <c:pt idx="277">
                  <c:v>189</c:v>
                </c:pt>
                <c:pt idx="278">
                  <c:v>183</c:v>
                </c:pt>
                <c:pt idx="279">
                  <c:v>195</c:v>
                </c:pt>
                <c:pt idx="280">
                  <c:v>193</c:v>
                </c:pt>
                <c:pt idx="281">
                  <c:v>198</c:v>
                </c:pt>
                <c:pt idx="282">
                  <c:v>178</c:v>
                </c:pt>
                <c:pt idx="283">
                  <c:v>190</c:v>
                </c:pt>
                <c:pt idx="284">
                  <c:v>193</c:v>
                </c:pt>
                <c:pt idx="285">
                  <c:v>199</c:v>
                </c:pt>
                <c:pt idx="286">
                  <c:v>181</c:v>
                </c:pt>
                <c:pt idx="287">
                  <c:v>195</c:v>
                </c:pt>
                <c:pt idx="288">
                  <c:v>192</c:v>
                </c:pt>
                <c:pt idx="289">
                  <c:v>186</c:v>
                </c:pt>
                <c:pt idx="290">
                  <c:v>199</c:v>
                </c:pt>
                <c:pt idx="291">
                  <c:v>172</c:v>
                </c:pt>
                <c:pt idx="292">
                  <c:v>187</c:v>
                </c:pt>
                <c:pt idx="293">
                  <c:v>173</c:v>
                </c:pt>
                <c:pt idx="294">
                  <c:v>163</c:v>
                </c:pt>
                <c:pt idx="295">
                  <c:v>173</c:v>
                </c:pt>
                <c:pt idx="296">
                  <c:v>168</c:v>
                </c:pt>
                <c:pt idx="297">
                  <c:v>181</c:v>
                </c:pt>
                <c:pt idx="298">
                  <c:v>161</c:v>
                </c:pt>
                <c:pt idx="299">
                  <c:v>160</c:v>
                </c:pt>
                <c:pt idx="300">
                  <c:v>187</c:v>
                </c:pt>
                <c:pt idx="301">
                  <c:v>193</c:v>
                </c:pt>
                <c:pt idx="302">
                  <c:v>166</c:v>
                </c:pt>
                <c:pt idx="303">
                  <c:v>161</c:v>
                </c:pt>
                <c:pt idx="304">
                  <c:v>161</c:v>
                </c:pt>
                <c:pt idx="305">
                  <c:v>165</c:v>
                </c:pt>
                <c:pt idx="306">
                  <c:v>172</c:v>
                </c:pt>
                <c:pt idx="307">
                  <c:v>163</c:v>
                </c:pt>
                <c:pt idx="308">
                  <c:v>173</c:v>
                </c:pt>
                <c:pt idx="309">
                  <c:v>196</c:v>
                </c:pt>
                <c:pt idx="310">
                  <c:v>166</c:v>
                </c:pt>
                <c:pt idx="311">
                  <c:v>171</c:v>
                </c:pt>
                <c:pt idx="312">
                  <c:v>191</c:v>
                </c:pt>
                <c:pt idx="313">
                  <c:v>176</c:v>
                </c:pt>
                <c:pt idx="314">
                  <c:v>162</c:v>
                </c:pt>
                <c:pt idx="315">
                  <c:v>162</c:v>
                </c:pt>
                <c:pt idx="316">
                  <c:v>175</c:v>
                </c:pt>
                <c:pt idx="317">
                  <c:v>162</c:v>
                </c:pt>
                <c:pt idx="318">
                  <c:v>169</c:v>
                </c:pt>
                <c:pt idx="319">
                  <c:v>167</c:v>
                </c:pt>
                <c:pt idx="320">
                  <c:v>164</c:v>
                </c:pt>
                <c:pt idx="321">
                  <c:v>161</c:v>
                </c:pt>
                <c:pt idx="322">
                  <c:v>161</c:v>
                </c:pt>
                <c:pt idx="323">
                  <c:v>164</c:v>
                </c:pt>
                <c:pt idx="324">
                  <c:v>174</c:v>
                </c:pt>
                <c:pt idx="325">
                  <c:v>160</c:v>
                </c:pt>
                <c:pt idx="326">
                  <c:v>162</c:v>
                </c:pt>
                <c:pt idx="327">
                  <c:v>171</c:v>
                </c:pt>
                <c:pt idx="328">
                  <c:v>162</c:v>
                </c:pt>
                <c:pt idx="329">
                  <c:v>177</c:v>
                </c:pt>
                <c:pt idx="330">
                  <c:v>168</c:v>
                </c:pt>
                <c:pt idx="331">
                  <c:v>165</c:v>
                </c:pt>
                <c:pt idx="332">
                  <c:v>165</c:v>
                </c:pt>
                <c:pt idx="333">
                  <c:v>182</c:v>
                </c:pt>
                <c:pt idx="334">
                  <c:v>184</c:v>
                </c:pt>
                <c:pt idx="335">
                  <c:v>171</c:v>
                </c:pt>
                <c:pt idx="336">
                  <c:v>193</c:v>
                </c:pt>
                <c:pt idx="337">
                  <c:v>164</c:v>
                </c:pt>
                <c:pt idx="338">
                  <c:v>183</c:v>
                </c:pt>
                <c:pt idx="339">
                  <c:v>161</c:v>
                </c:pt>
                <c:pt idx="340">
                  <c:v>161</c:v>
                </c:pt>
                <c:pt idx="341">
                  <c:v>173</c:v>
                </c:pt>
                <c:pt idx="342">
                  <c:v>160</c:v>
                </c:pt>
                <c:pt idx="343">
                  <c:v>165</c:v>
                </c:pt>
                <c:pt idx="344">
                  <c:v>181</c:v>
                </c:pt>
                <c:pt idx="345">
                  <c:v>170</c:v>
                </c:pt>
                <c:pt idx="346">
                  <c:v>179</c:v>
                </c:pt>
                <c:pt idx="347">
                  <c:v>195</c:v>
                </c:pt>
                <c:pt idx="348">
                  <c:v>187</c:v>
                </c:pt>
                <c:pt idx="349">
                  <c:v>185</c:v>
                </c:pt>
                <c:pt idx="350">
                  <c:v>162</c:v>
                </c:pt>
                <c:pt idx="351">
                  <c:v>178</c:v>
                </c:pt>
                <c:pt idx="352">
                  <c:v>188</c:v>
                </c:pt>
                <c:pt idx="353">
                  <c:v>178</c:v>
                </c:pt>
                <c:pt idx="354">
                  <c:v>185</c:v>
                </c:pt>
                <c:pt idx="355">
                  <c:v>181</c:v>
                </c:pt>
                <c:pt idx="356">
                  <c:v>172</c:v>
                </c:pt>
                <c:pt idx="357">
                  <c:v>178</c:v>
                </c:pt>
                <c:pt idx="358">
                  <c:v>198</c:v>
                </c:pt>
                <c:pt idx="359">
                  <c:v>173</c:v>
                </c:pt>
                <c:pt idx="360">
                  <c:v>177</c:v>
                </c:pt>
                <c:pt idx="361">
                  <c:v>182</c:v>
                </c:pt>
                <c:pt idx="362">
                  <c:v>188</c:v>
                </c:pt>
                <c:pt idx="363">
                  <c:v>185</c:v>
                </c:pt>
                <c:pt idx="364">
                  <c:v>196</c:v>
                </c:pt>
                <c:pt idx="365">
                  <c:v>179</c:v>
                </c:pt>
                <c:pt idx="366">
                  <c:v>178</c:v>
                </c:pt>
                <c:pt idx="367">
                  <c:v>175</c:v>
                </c:pt>
                <c:pt idx="368">
                  <c:v>196</c:v>
                </c:pt>
                <c:pt idx="369">
                  <c:v>189</c:v>
                </c:pt>
                <c:pt idx="370">
                  <c:v>176</c:v>
                </c:pt>
                <c:pt idx="371">
                  <c:v>187</c:v>
                </c:pt>
                <c:pt idx="372">
                  <c:v>178</c:v>
                </c:pt>
                <c:pt idx="373">
                  <c:v>182</c:v>
                </c:pt>
                <c:pt idx="374">
                  <c:v>180</c:v>
                </c:pt>
                <c:pt idx="375">
                  <c:v>171</c:v>
                </c:pt>
                <c:pt idx="376">
                  <c:v>186</c:v>
                </c:pt>
                <c:pt idx="377">
                  <c:v>185</c:v>
                </c:pt>
                <c:pt idx="378">
                  <c:v>198</c:v>
                </c:pt>
                <c:pt idx="379">
                  <c:v>187</c:v>
                </c:pt>
                <c:pt idx="380">
                  <c:v>171</c:v>
                </c:pt>
                <c:pt idx="381">
                  <c:v>174</c:v>
                </c:pt>
                <c:pt idx="382">
                  <c:v>199</c:v>
                </c:pt>
                <c:pt idx="383">
                  <c:v>193</c:v>
                </c:pt>
                <c:pt idx="384">
                  <c:v>181</c:v>
                </c:pt>
                <c:pt idx="385">
                  <c:v>174</c:v>
                </c:pt>
                <c:pt idx="386">
                  <c:v>170</c:v>
                </c:pt>
                <c:pt idx="387">
                  <c:v>198</c:v>
                </c:pt>
                <c:pt idx="388">
                  <c:v>171</c:v>
                </c:pt>
                <c:pt idx="389">
                  <c:v>186</c:v>
                </c:pt>
                <c:pt idx="390">
                  <c:v>199</c:v>
                </c:pt>
                <c:pt idx="391">
                  <c:v>173</c:v>
                </c:pt>
                <c:pt idx="392">
                  <c:v>165</c:v>
                </c:pt>
                <c:pt idx="393">
                  <c:v>172</c:v>
                </c:pt>
                <c:pt idx="394">
                  <c:v>181</c:v>
                </c:pt>
                <c:pt idx="395">
                  <c:v>188</c:v>
                </c:pt>
                <c:pt idx="396">
                  <c:v>180</c:v>
                </c:pt>
                <c:pt idx="397">
                  <c:v>163</c:v>
                </c:pt>
                <c:pt idx="398">
                  <c:v>173</c:v>
                </c:pt>
                <c:pt idx="399">
                  <c:v>187</c:v>
                </c:pt>
                <c:pt idx="400">
                  <c:v>177</c:v>
                </c:pt>
                <c:pt idx="401">
                  <c:v>192</c:v>
                </c:pt>
                <c:pt idx="402">
                  <c:v>162</c:v>
                </c:pt>
                <c:pt idx="403">
                  <c:v>170</c:v>
                </c:pt>
                <c:pt idx="404">
                  <c:v>193</c:v>
                </c:pt>
                <c:pt idx="405">
                  <c:v>177</c:v>
                </c:pt>
                <c:pt idx="406">
                  <c:v>165</c:v>
                </c:pt>
                <c:pt idx="407">
                  <c:v>185</c:v>
                </c:pt>
                <c:pt idx="408">
                  <c:v>181</c:v>
                </c:pt>
                <c:pt idx="409">
                  <c:v>192</c:v>
                </c:pt>
                <c:pt idx="410">
                  <c:v>194</c:v>
                </c:pt>
                <c:pt idx="411">
                  <c:v>184</c:v>
                </c:pt>
                <c:pt idx="412">
                  <c:v>186</c:v>
                </c:pt>
                <c:pt idx="413">
                  <c:v>174</c:v>
                </c:pt>
                <c:pt idx="414">
                  <c:v>176</c:v>
                </c:pt>
                <c:pt idx="415">
                  <c:v>172</c:v>
                </c:pt>
                <c:pt idx="416">
                  <c:v>185</c:v>
                </c:pt>
                <c:pt idx="417">
                  <c:v>178</c:v>
                </c:pt>
                <c:pt idx="418">
                  <c:v>170</c:v>
                </c:pt>
                <c:pt idx="419">
                  <c:v>173</c:v>
                </c:pt>
                <c:pt idx="420">
                  <c:v>198</c:v>
                </c:pt>
                <c:pt idx="421">
                  <c:v>190</c:v>
                </c:pt>
                <c:pt idx="422">
                  <c:v>199</c:v>
                </c:pt>
                <c:pt idx="423">
                  <c:v>197</c:v>
                </c:pt>
                <c:pt idx="424">
                  <c:v>171</c:v>
                </c:pt>
                <c:pt idx="425">
                  <c:v>197</c:v>
                </c:pt>
                <c:pt idx="426">
                  <c:v>199</c:v>
                </c:pt>
                <c:pt idx="427">
                  <c:v>176</c:v>
                </c:pt>
                <c:pt idx="428">
                  <c:v>196</c:v>
                </c:pt>
                <c:pt idx="429">
                  <c:v>194</c:v>
                </c:pt>
                <c:pt idx="430">
                  <c:v>188</c:v>
                </c:pt>
                <c:pt idx="431">
                  <c:v>170</c:v>
                </c:pt>
                <c:pt idx="432">
                  <c:v>169</c:v>
                </c:pt>
                <c:pt idx="433">
                  <c:v>168</c:v>
                </c:pt>
                <c:pt idx="434">
                  <c:v>164</c:v>
                </c:pt>
                <c:pt idx="435">
                  <c:v>177</c:v>
                </c:pt>
                <c:pt idx="436">
                  <c:v>196</c:v>
                </c:pt>
                <c:pt idx="437">
                  <c:v>198</c:v>
                </c:pt>
                <c:pt idx="438">
                  <c:v>179</c:v>
                </c:pt>
                <c:pt idx="439">
                  <c:v>185</c:v>
                </c:pt>
                <c:pt idx="440">
                  <c:v>183</c:v>
                </c:pt>
                <c:pt idx="441">
                  <c:v>165</c:v>
                </c:pt>
                <c:pt idx="442">
                  <c:v>199</c:v>
                </c:pt>
                <c:pt idx="443">
                  <c:v>191</c:v>
                </c:pt>
                <c:pt idx="444">
                  <c:v>198</c:v>
                </c:pt>
                <c:pt idx="445">
                  <c:v>177</c:v>
                </c:pt>
                <c:pt idx="446">
                  <c:v>195</c:v>
                </c:pt>
                <c:pt idx="447">
                  <c:v>187</c:v>
                </c:pt>
                <c:pt idx="448">
                  <c:v>181</c:v>
                </c:pt>
                <c:pt idx="449">
                  <c:v>195</c:v>
                </c:pt>
                <c:pt idx="450">
                  <c:v>184</c:v>
                </c:pt>
                <c:pt idx="451">
                  <c:v>162</c:v>
                </c:pt>
                <c:pt idx="452">
                  <c:v>177</c:v>
                </c:pt>
                <c:pt idx="453">
                  <c:v>171</c:v>
                </c:pt>
                <c:pt idx="454">
                  <c:v>167</c:v>
                </c:pt>
                <c:pt idx="455">
                  <c:v>192</c:v>
                </c:pt>
                <c:pt idx="456">
                  <c:v>164</c:v>
                </c:pt>
                <c:pt idx="457">
                  <c:v>184</c:v>
                </c:pt>
                <c:pt idx="458">
                  <c:v>188</c:v>
                </c:pt>
                <c:pt idx="459">
                  <c:v>164</c:v>
                </c:pt>
                <c:pt idx="460">
                  <c:v>177</c:v>
                </c:pt>
                <c:pt idx="461">
                  <c:v>193</c:v>
                </c:pt>
                <c:pt idx="462">
                  <c:v>177</c:v>
                </c:pt>
                <c:pt idx="463">
                  <c:v>182</c:v>
                </c:pt>
                <c:pt idx="464">
                  <c:v>199</c:v>
                </c:pt>
                <c:pt idx="465">
                  <c:v>176</c:v>
                </c:pt>
                <c:pt idx="466">
                  <c:v>184</c:v>
                </c:pt>
                <c:pt idx="467">
                  <c:v>198</c:v>
                </c:pt>
                <c:pt idx="468">
                  <c:v>192</c:v>
                </c:pt>
                <c:pt idx="469">
                  <c:v>174</c:v>
                </c:pt>
                <c:pt idx="470">
                  <c:v>196</c:v>
                </c:pt>
                <c:pt idx="471">
                  <c:v>185</c:v>
                </c:pt>
                <c:pt idx="472">
                  <c:v>195</c:v>
                </c:pt>
                <c:pt idx="473">
                  <c:v>177</c:v>
                </c:pt>
                <c:pt idx="474">
                  <c:v>168</c:v>
                </c:pt>
                <c:pt idx="475">
                  <c:v>190</c:v>
                </c:pt>
                <c:pt idx="476">
                  <c:v>183</c:v>
                </c:pt>
                <c:pt idx="477">
                  <c:v>193</c:v>
                </c:pt>
                <c:pt idx="478">
                  <c:v>182</c:v>
                </c:pt>
                <c:pt idx="479">
                  <c:v>187</c:v>
                </c:pt>
                <c:pt idx="480">
                  <c:v>177</c:v>
                </c:pt>
                <c:pt idx="481">
                  <c:v>186</c:v>
                </c:pt>
                <c:pt idx="482">
                  <c:v>173</c:v>
                </c:pt>
                <c:pt idx="483">
                  <c:v>178</c:v>
                </c:pt>
                <c:pt idx="484">
                  <c:v>175</c:v>
                </c:pt>
                <c:pt idx="485">
                  <c:v>173</c:v>
                </c:pt>
                <c:pt idx="486">
                  <c:v>166</c:v>
                </c:pt>
                <c:pt idx="487">
                  <c:v>160</c:v>
                </c:pt>
                <c:pt idx="488">
                  <c:v>190</c:v>
                </c:pt>
                <c:pt idx="489">
                  <c:v>189</c:v>
                </c:pt>
                <c:pt idx="490">
                  <c:v>172</c:v>
                </c:pt>
                <c:pt idx="491">
                  <c:v>174</c:v>
                </c:pt>
                <c:pt idx="492">
                  <c:v>187</c:v>
                </c:pt>
                <c:pt idx="493">
                  <c:v>184</c:v>
                </c:pt>
                <c:pt idx="494">
                  <c:v>183</c:v>
                </c:pt>
                <c:pt idx="495">
                  <c:v>176</c:v>
                </c:pt>
                <c:pt idx="496">
                  <c:v>172</c:v>
                </c:pt>
                <c:pt idx="497">
                  <c:v>189</c:v>
                </c:pt>
                <c:pt idx="498">
                  <c:v>198</c:v>
                </c:pt>
                <c:pt idx="499">
                  <c:v>174</c:v>
                </c:pt>
                <c:pt idx="500">
                  <c:v>161</c:v>
                </c:pt>
                <c:pt idx="501">
                  <c:v>198</c:v>
                </c:pt>
                <c:pt idx="502">
                  <c:v>192</c:v>
                </c:pt>
                <c:pt idx="503">
                  <c:v>183</c:v>
                </c:pt>
                <c:pt idx="504">
                  <c:v>180</c:v>
                </c:pt>
                <c:pt idx="505">
                  <c:v>177</c:v>
                </c:pt>
                <c:pt idx="506">
                  <c:v>189</c:v>
                </c:pt>
                <c:pt idx="507">
                  <c:v>174</c:v>
                </c:pt>
                <c:pt idx="508">
                  <c:v>194</c:v>
                </c:pt>
                <c:pt idx="509">
                  <c:v>183</c:v>
                </c:pt>
                <c:pt idx="510">
                  <c:v>181</c:v>
                </c:pt>
                <c:pt idx="511">
                  <c:v>179</c:v>
                </c:pt>
                <c:pt idx="512">
                  <c:v>164</c:v>
                </c:pt>
                <c:pt idx="513">
                  <c:v>178</c:v>
                </c:pt>
                <c:pt idx="514">
                  <c:v>183</c:v>
                </c:pt>
                <c:pt idx="515">
                  <c:v>184</c:v>
                </c:pt>
                <c:pt idx="516">
                  <c:v>163</c:v>
                </c:pt>
                <c:pt idx="517">
                  <c:v>185</c:v>
                </c:pt>
                <c:pt idx="518">
                  <c:v>187</c:v>
                </c:pt>
                <c:pt idx="519">
                  <c:v>193</c:v>
                </c:pt>
                <c:pt idx="520">
                  <c:v>168</c:v>
                </c:pt>
                <c:pt idx="521">
                  <c:v>185</c:v>
                </c:pt>
                <c:pt idx="522">
                  <c:v>182</c:v>
                </c:pt>
                <c:pt idx="523">
                  <c:v>194</c:v>
                </c:pt>
                <c:pt idx="524">
                  <c:v>191</c:v>
                </c:pt>
                <c:pt idx="525">
                  <c:v>178</c:v>
                </c:pt>
                <c:pt idx="526">
                  <c:v>192</c:v>
                </c:pt>
                <c:pt idx="527">
                  <c:v>187</c:v>
                </c:pt>
                <c:pt idx="528">
                  <c:v>194</c:v>
                </c:pt>
                <c:pt idx="529">
                  <c:v>195</c:v>
                </c:pt>
                <c:pt idx="530">
                  <c:v>182</c:v>
                </c:pt>
                <c:pt idx="531">
                  <c:v>186</c:v>
                </c:pt>
                <c:pt idx="532">
                  <c:v>179</c:v>
                </c:pt>
                <c:pt idx="533">
                  <c:v>191</c:v>
                </c:pt>
                <c:pt idx="534">
                  <c:v>182</c:v>
                </c:pt>
                <c:pt idx="535">
                  <c:v>189</c:v>
                </c:pt>
                <c:pt idx="536">
                  <c:v>190</c:v>
                </c:pt>
                <c:pt idx="537">
                  <c:v>176</c:v>
                </c:pt>
                <c:pt idx="538">
                  <c:v>171</c:v>
                </c:pt>
                <c:pt idx="539">
                  <c:v>188</c:v>
                </c:pt>
                <c:pt idx="540">
                  <c:v>196</c:v>
                </c:pt>
                <c:pt idx="541">
                  <c:v>196</c:v>
                </c:pt>
                <c:pt idx="542">
                  <c:v>197</c:v>
                </c:pt>
                <c:pt idx="543">
                  <c:v>193</c:v>
                </c:pt>
                <c:pt idx="544">
                  <c:v>189</c:v>
                </c:pt>
                <c:pt idx="545">
                  <c:v>182</c:v>
                </c:pt>
                <c:pt idx="546">
                  <c:v>183</c:v>
                </c:pt>
                <c:pt idx="547">
                  <c:v>175</c:v>
                </c:pt>
                <c:pt idx="548">
                  <c:v>179</c:v>
                </c:pt>
                <c:pt idx="549">
                  <c:v>199</c:v>
                </c:pt>
                <c:pt idx="550">
                  <c:v>182</c:v>
                </c:pt>
                <c:pt idx="551">
                  <c:v>188</c:v>
                </c:pt>
                <c:pt idx="552">
                  <c:v>180</c:v>
                </c:pt>
                <c:pt idx="553">
                  <c:v>196</c:v>
                </c:pt>
                <c:pt idx="554">
                  <c:v>166</c:v>
                </c:pt>
                <c:pt idx="555">
                  <c:v>170</c:v>
                </c:pt>
                <c:pt idx="556">
                  <c:v>172</c:v>
                </c:pt>
                <c:pt idx="557">
                  <c:v>162</c:v>
                </c:pt>
                <c:pt idx="558">
                  <c:v>170</c:v>
                </c:pt>
                <c:pt idx="559">
                  <c:v>187</c:v>
                </c:pt>
                <c:pt idx="560">
                  <c:v>169</c:v>
                </c:pt>
                <c:pt idx="561">
                  <c:v>167</c:v>
                </c:pt>
                <c:pt idx="562">
                  <c:v>170</c:v>
                </c:pt>
                <c:pt idx="563">
                  <c:v>166</c:v>
                </c:pt>
                <c:pt idx="564">
                  <c:v>170</c:v>
                </c:pt>
                <c:pt idx="565">
                  <c:v>181</c:v>
                </c:pt>
                <c:pt idx="566">
                  <c:v>161</c:v>
                </c:pt>
                <c:pt idx="567">
                  <c:v>193</c:v>
                </c:pt>
                <c:pt idx="568">
                  <c:v>185</c:v>
                </c:pt>
                <c:pt idx="569">
                  <c:v>167</c:v>
                </c:pt>
                <c:pt idx="570">
                  <c:v>192</c:v>
                </c:pt>
                <c:pt idx="571">
                  <c:v>168</c:v>
                </c:pt>
                <c:pt idx="572">
                  <c:v>180</c:v>
                </c:pt>
                <c:pt idx="573">
                  <c:v>174</c:v>
                </c:pt>
                <c:pt idx="574">
                  <c:v>199</c:v>
                </c:pt>
                <c:pt idx="575">
                  <c:v>197</c:v>
                </c:pt>
                <c:pt idx="576">
                  <c:v>190</c:v>
                </c:pt>
                <c:pt idx="577">
                  <c:v>192</c:v>
                </c:pt>
                <c:pt idx="578">
                  <c:v>186</c:v>
                </c:pt>
                <c:pt idx="579">
                  <c:v>195</c:v>
                </c:pt>
                <c:pt idx="580">
                  <c:v>169</c:v>
                </c:pt>
                <c:pt idx="581">
                  <c:v>195</c:v>
                </c:pt>
                <c:pt idx="582">
                  <c:v>192</c:v>
                </c:pt>
                <c:pt idx="583">
                  <c:v>187</c:v>
                </c:pt>
                <c:pt idx="584">
                  <c:v>195</c:v>
                </c:pt>
                <c:pt idx="585">
                  <c:v>195</c:v>
                </c:pt>
                <c:pt idx="586">
                  <c:v>177</c:v>
                </c:pt>
                <c:pt idx="587">
                  <c:v>195</c:v>
                </c:pt>
                <c:pt idx="588">
                  <c:v>196</c:v>
                </c:pt>
                <c:pt idx="589">
                  <c:v>190</c:v>
                </c:pt>
                <c:pt idx="590">
                  <c:v>192</c:v>
                </c:pt>
                <c:pt idx="591">
                  <c:v>182</c:v>
                </c:pt>
                <c:pt idx="592">
                  <c:v>193</c:v>
                </c:pt>
                <c:pt idx="593">
                  <c:v>195</c:v>
                </c:pt>
                <c:pt idx="594">
                  <c:v>167</c:v>
                </c:pt>
                <c:pt idx="595">
                  <c:v>185</c:v>
                </c:pt>
                <c:pt idx="596">
                  <c:v>192</c:v>
                </c:pt>
                <c:pt idx="597">
                  <c:v>196</c:v>
                </c:pt>
                <c:pt idx="598">
                  <c:v>171</c:v>
                </c:pt>
                <c:pt idx="599">
                  <c:v>187</c:v>
                </c:pt>
                <c:pt idx="600">
                  <c:v>185</c:v>
                </c:pt>
                <c:pt idx="601">
                  <c:v>175</c:v>
                </c:pt>
                <c:pt idx="602">
                  <c:v>192</c:v>
                </c:pt>
                <c:pt idx="603">
                  <c:v>194</c:v>
                </c:pt>
                <c:pt idx="604">
                  <c:v>194</c:v>
                </c:pt>
                <c:pt idx="605">
                  <c:v>195</c:v>
                </c:pt>
                <c:pt idx="606">
                  <c:v>183</c:v>
                </c:pt>
                <c:pt idx="607">
                  <c:v>185</c:v>
                </c:pt>
                <c:pt idx="608">
                  <c:v>187</c:v>
                </c:pt>
                <c:pt idx="609">
                  <c:v>199</c:v>
                </c:pt>
                <c:pt idx="610">
                  <c:v>181</c:v>
                </c:pt>
                <c:pt idx="611">
                  <c:v>187</c:v>
                </c:pt>
                <c:pt idx="612">
                  <c:v>182</c:v>
                </c:pt>
                <c:pt idx="613">
                  <c:v>198</c:v>
                </c:pt>
                <c:pt idx="614">
                  <c:v>192</c:v>
                </c:pt>
                <c:pt idx="615">
                  <c:v>198</c:v>
                </c:pt>
                <c:pt idx="616">
                  <c:v>191</c:v>
                </c:pt>
                <c:pt idx="617">
                  <c:v>195</c:v>
                </c:pt>
                <c:pt idx="618">
                  <c:v>185</c:v>
                </c:pt>
                <c:pt idx="619">
                  <c:v>192</c:v>
                </c:pt>
                <c:pt idx="620">
                  <c:v>180</c:v>
                </c:pt>
                <c:pt idx="621">
                  <c:v>198</c:v>
                </c:pt>
                <c:pt idx="622">
                  <c:v>183</c:v>
                </c:pt>
                <c:pt idx="623">
                  <c:v>184</c:v>
                </c:pt>
                <c:pt idx="624">
                  <c:v>191</c:v>
                </c:pt>
                <c:pt idx="625">
                  <c:v>191</c:v>
                </c:pt>
                <c:pt idx="626">
                  <c:v>196</c:v>
                </c:pt>
                <c:pt idx="627">
                  <c:v>189</c:v>
                </c:pt>
                <c:pt idx="628">
                  <c:v>187</c:v>
                </c:pt>
                <c:pt idx="629">
                  <c:v>196</c:v>
                </c:pt>
                <c:pt idx="630">
                  <c:v>187</c:v>
                </c:pt>
                <c:pt idx="631">
                  <c:v>198</c:v>
                </c:pt>
                <c:pt idx="632">
                  <c:v>191</c:v>
                </c:pt>
                <c:pt idx="633">
                  <c:v>173</c:v>
                </c:pt>
                <c:pt idx="634">
                  <c:v>194</c:v>
                </c:pt>
                <c:pt idx="635">
                  <c:v>191</c:v>
                </c:pt>
                <c:pt idx="636">
                  <c:v>187</c:v>
                </c:pt>
                <c:pt idx="637">
                  <c:v>191</c:v>
                </c:pt>
                <c:pt idx="638">
                  <c:v>194</c:v>
                </c:pt>
                <c:pt idx="639">
                  <c:v>189</c:v>
                </c:pt>
                <c:pt idx="640">
                  <c:v>167</c:v>
                </c:pt>
                <c:pt idx="641">
                  <c:v>198</c:v>
                </c:pt>
                <c:pt idx="642">
                  <c:v>192</c:v>
                </c:pt>
                <c:pt idx="643">
                  <c:v>189</c:v>
                </c:pt>
                <c:pt idx="644">
                  <c:v>181</c:v>
                </c:pt>
                <c:pt idx="645">
                  <c:v>170</c:v>
                </c:pt>
                <c:pt idx="646">
                  <c:v>171</c:v>
                </c:pt>
                <c:pt idx="647">
                  <c:v>188</c:v>
                </c:pt>
                <c:pt idx="648">
                  <c:v>191</c:v>
                </c:pt>
                <c:pt idx="649">
                  <c:v>192</c:v>
                </c:pt>
                <c:pt idx="650">
                  <c:v>188</c:v>
                </c:pt>
                <c:pt idx="651">
                  <c:v>194</c:v>
                </c:pt>
                <c:pt idx="652">
                  <c:v>190</c:v>
                </c:pt>
                <c:pt idx="653">
                  <c:v>182</c:v>
                </c:pt>
                <c:pt idx="654">
                  <c:v>191</c:v>
                </c:pt>
                <c:pt idx="655">
                  <c:v>190</c:v>
                </c:pt>
                <c:pt idx="656">
                  <c:v>194</c:v>
                </c:pt>
                <c:pt idx="657">
                  <c:v>198</c:v>
                </c:pt>
                <c:pt idx="658">
                  <c:v>177</c:v>
                </c:pt>
                <c:pt idx="659">
                  <c:v>195</c:v>
                </c:pt>
                <c:pt idx="660">
                  <c:v>197</c:v>
                </c:pt>
                <c:pt idx="661">
                  <c:v>164</c:v>
                </c:pt>
                <c:pt idx="662">
                  <c:v>160</c:v>
                </c:pt>
                <c:pt idx="663">
                  <c:v>162</c:v>
                </c:pt>
                <c:pt idx="664">
                  <c:v>179</c:v>
                </c:pt>
                <c:pt idx="665">
                  <c:v>160</c:v>
                </c:pt>
                <c:pt idx="666">
                  <c:v>160</c:v>
                </c:pt>
                <c:pt idx="667">
                  <c:v>191</c:v>
                </c:pt>
                <c:pt idx="668">
                  <c:v>191</c:v>
                </c:pt>
                <c:pt idx="669">
                  <c:v>170</c:v>
                </c:pt>
                <c:pt idx="670">
                  <c:v>161</c:v>
                </c:pt>
                <c:pt idx="671">
                  <c:v>160</c:v>
                </c:pt>
                <c:pt idx="672">
                  <c:v>168</c:v>
                </c:pt>
                <c:pt idx="673">
                  <c:v>176</c:v>
                </c:pt>
                <c:pt idx="674">
                  <c:v>168</c:v>
                </c:pt>
                <c:pt idx="675">
                  <c:v>174</c:v>
                </c:pt>
                <c:pt idx="676">
                  <c:v>163</c:v>
                </c:pt>
                <c:pt idx="677">
                  <c:v>167</c:v>
                </c:pt>
                <c:pt idx="678">
                  <c:v>194</c:v>
                </c:pt>
                <c:pt idx="679">
                  <c:v>173</c:v>
                </c:pt>
                <c:pt idx="680">
                  <c:v>168</c:v>
                </c:pt>
                <c:pt idx="681">
                  <c:v>183</c:v>
                </c:pt>
                <c:pt idx="682">
                  <c:v>194</c:v>
                </c:pt>
                <c:pt idx="683">
                  <c:v>178</c:v>
                </c:pt>
                <c:pt idx="684">
                  <c:v>165</c:v>
                </c:pt>
                <c:pt idx="685">
                  <c:v>170</c:v>
                </c:pt>
                <c:pt idx="686">
                  <c:v>196</c:v>
                </c:pt>
                <c:pt idx="687">
                  <c:v>166</c:v>
                </c:pt>
                <c:pt idx="688">
                  <c:v>169</c:v>
                </c:pt>
                <c:pt idx="689">
                  <c:v>166</c:v>
                </c:pt>
                <c:pt idx="690">
                  <c:v>198</c:v>
                </c:pt>
                <c:pt idx="691">
                  <c:v>166</c:v>
                </c:pt>
                <c:pt idx="692">
                  <c:v>177</c:v>
                </c:pt>
                <c:pt idx="693">
                  <c:v>163</c:v>
                </c:pt>
                <c:pt idx="694">
                  <c:v>164</c:v>
                </c:pt>
                <c:pt idx="695">
                  <c:v>175</c:v>
                </c:pt>
                <c:pt idx="696">
                  <c:v>161</c:v>
                </c:pt>
                <c:pt idx="697">
                  <c:v>162</c:v>
                </c:pt>
                <c:pt idx="698">
                  <c:v>160</c:v>
                </c:pt>
                <c:pt idx="699">
                  <c:v>161</c:v>
                </c:pt>
                <c:pt idx="700">
                  <c:v>164</c:v>
                </c:pt>
                <c:pt idx="701">
                  <c:v>191</c:v>
                </c:pt>
                <c:pt idx="702">
                  <c:v>164</c:v>
                </c:pt>
                <c:pt idx="703">
                  <c:v>161</c:v>
                </c:pt>
                <c:pt idx="704">
                  <c:v>190</c:v>
                </c:pt>
                <c:pt idx="705">
                  <c:v>169</c:v>
                </c:pt>
                <c:pt idx="706">
                  <c:v>166</c:v>
                </c:pt>
                <c:pt idx="707">
                  <c:v>161</c:v>
                </c:pt>
                <c:pt idx="708">
                  <c:v>162</c:v>
                </c:pt>
                <c:pt idx="709">
                  <c:v>188</c:v>
                </c:pt>
                <c:pt idx="710">
                  <c:v>169</c:v>
                </c:pt>
                <c:pt idx="711">
                  <c:v>172</c:v>
                </c:pt>
                <c:pt idx="712">
                  <c:v>177</c:v>
                </c:pt>
                <c:pt idx="713">
                  <c:v>165</c:v>
                </c:pt>
                <c:pt idx="714">
                  <c:v>172</c:v>
                </c:pt>
                <c:pt idx="715">
                  <c:v>161</c:v>
                </c:pt>
                <c:pt idx="716">
                  <c:v>174</c:v>
                </c:pt>
                <c:pt idx="717">
                  <c:v>185</c:v>
                </c:pt>
                <c:pt idx="718">
                  <c:v>179</c:v>
                </c:pt>
                <c:pt idx="719">
                  <c:v>166</c:v>
                </c:pt>
                <c:pt idx="720">
                  <c:v>165</c:v>
                </c:pt>
                <c:pt idx="721">
                  <c:v>162</c:v>
                </c:pt>
                <c:pt idx="722">
                  <c:v>197</c:v>
                </c:pt>
                <c:pt idx="723">
                  <c:v>172</c:v>
                </c:pt>
                <c:pt idx="724">
                  <c:v>178</c:v>
                </c:pt>
                <c:pt idx="725">
                  <c:v>175</c:v>
                </c:pt>
                <c:pt idx="726">
                  <c:v>167</c:v>
                </c:pt>
                <c:pt idx="727">
                  <c:v>168</c:v>
                </c:pt>
                <c:pt idx="728">
                  <c:v>169</c:v>
                </c:pt>
                <c:pt idx="729">
                  <c:v>167</c:v>
                </c:pt>
                <c:pt idx="730">
                  <c:v>174</c:v>
                </c:pt>
                <c:pt idx="731">
                  <c:v>190</c:v>
                </c:pt>
                <c:pt idx="732">
                  <c:v>190</c:v>
                </c:pt>
                <c:pt idx="733">
                  <c:v>170</c:v>
                </c:pt>
                <c:pt idx="734">
                  <c:v>171</c:v>
                </c:pt>
                <c:pt idx="735">
                  <c:v>164</c:v>
                </c:pt>
                <c:pt idx="736">
                  <c:v>174</c:v>
                </c:pt>
                <c:pt idx="737">
                  <c:v>173</c:v>
                </c:pt>
                <c:pt idx="738">
                  <c:v>166</c:v>
                </c:pt>
                <c:pt idx="739">
                  <c:v>169</c:v>
                </c:pt>
                <c:pt idx="740">
                  <c:v>177</c:v>
                </c:pt>
                <c:pt idx="741">
                  <c:v>197</c:v>
                </c:pt>
                <c:pt idx="742">
                  <c:v>170</c:v>
                </c:pt>
                <c:pt idx="743">
                  <c:v>175</c:v>
                </c:pt>
                <c:pt idx="744">
                  <c:v>160</c:v>
                </c:pt>
                <c:pt idx="745">
                  <c:v>162</c:v>
                </c:pt>
                <c:pt idx="746">
                  <c:v>182</c:v>
                </c:pt>
                <c:pt idx="747">
                  <c:v>163</c:v>
                </c:pt>
                <c:pt idx="748">
                  <c:v>175</c:v>
                </c:pt>
                <c:pt idx="749">
                  <c:v>164</c:v>
                </c:pt>
                <c:pt idx="750">
                  <c:v>163</c:v>
                </c:pt>
                <c:pt idx="751">
                  <c:v>166</c:v>
                </c:pt>
                <c:pt idx="752">
                  <c:v>196</c:v>
                </c:pt>
                <c:pt idx="753">
                  <c:v>171</c:v>
                </c:pt>
                <c:pt idx="754">
                  <c:v>163</c:v>
                </c:pt>
                <c:pt idx="755">
                  <c:v>173</c:v>
                </c:pt>
                <c:pt idx="756">
                  <c:v>163</c:v>
                </c:pt>
                <c:pt idx="757">
                  <c:v>162</c:v>
                </c:pt>
                <c:pt idx="758">
                  <c:v>162</c:v>
                </c:pt>
                <c:pt idx="759">
                  <c:v>163</c:v>
                </c:pt>
                <c:pt idx="760">
                  <c:v>164</c:v>
                </c:pt>
                <c:pt idx="761">
                  <c:v>162</c:v>
                </c:pt>
                <c:pt idx="762">
                  <c:v>168</c:v>
                </c:pt>
                <c:pt idx="763">
                  <c:v>160</c:v>
                </c:pt>
                <c:pt idx="764">
                  <c:v>177</c:v>
                </c:pt>
                <c:pt idx="765">
                  <c:v>167</c:v>
                </c:pt>
                <c:pt idx="766">
                  <c:v>184</c:v>
                </c:pt>
                <c:pt idx="767">
                  <c:v>168</c:v>
                </c:pt>
                <c:pt idx="768">
                  <c:v>161</c:v>
                </c:pt>
                <c:pt idx="769">
                  <c:v>162</c:v>
                </c:pt>
                <c:pt idx="770">
                  <c:v>165</c:v>
                </c:pt>
                <c:pt idx="771">
                  <c:v>168</c:v>
                </c:pt>
                <c:pt idx="772">
                  <c:v>185</c:v>
                </c:pt>
                <c:pt idx="773">
                  <c:v>196</c:v>
                </c:pt>
                <c:pt idx="774">
                  <c:v>168</c:v>
                </c:pt>
                <c:pt idx="775">
                  <c:v>162</c:v>
                </c:pt>
                <c:pt idx="776">
                  <c:v>180</c:v>
                </c:pt>
                <c:pt idx="777">
                  <c:v>197</c:v>
                </c:pt>
                <c:pt idx="778">
                  <c:v>164</c:v>
                </c:pt>
                <c:pt idx="779">
                  <c:v>172</c:v>
                </c:pt>
                <c:pt idx="780">
                  <c:v>166</c:v>
                </c:pt>
                <c:pt idx="781">
                  <c:v>163</c:v>
                </c:pt>
                <c:pt idx="782">
                  <c:v>161</c:v>
                </c:pt>
                <c:pt idx="783">
                  <c:v>175</c:v>
                </c:pt>
                <c:pt idx="784">
                  <c:v>165</c:v>
                </c:pt>
                <c:pt idx="785">
                  <c:v>168</c:v>
                </c:pt>
                <c:pt idx="786">
                  <c:v>160</c:v>
                </c:pt>
                <c:pt idx="787">
                  <c:v>176</c:v>
                </c:pt>
                <c:pt idx="788">
                  <c:v>168</c:v>
                </c:pt>
                <c:pt idx="789">
                  <c:v>167</c:v>
                </c:pt>
                <c:pt idx="790">
                  <c:v>161</c:v>
                </c:pt>
                <c:pt idx="791">
                  <c:v>168</c:v>
                </c:pt>
                <c:pt idx="792">
                  <c:v>168</c:v>
                </c:pt>
                <c:pt idx="793">
                  <c:v>165</c:v>
                </c:pt>
                <c:pt idx="794">
                  <c:v>176</c:v>
                </c:pt>
                <c:pt idx="795">
                  <c:v>160</c:v>
                </c:pt>
                <c:pt idx="796">
                  <c:v>196</c:v>
                </c:pt>
                <c:pt idx="797">
                  <c:v>170</c:v>
                </c:pt>
                <c:pt idx="798">
                  <c:v>161</c:v>
                </c:pt>
                <c:pt idx="799">
                  <c:v>173</c:v>
                </c:pt>
                <c:pt idx="800">
                  <c:v>177</c:v>
                </c:pt>
                <c:pt idx="801">
                  <c:v>166</c:v>
                </c:pt>
                <c:pt idx="802">
                  <c:v>164</c:v>
                </c:pt>
                <c:pt idx="803">
                  <c:v>162</c:v>
                </c:pt>
                <c:pt idx="804">
                  <c:v>184</c:v>
                </c:pt>
                <c:pt idx="805">
                  <c:v>174</c:v>
                </c:pt>
                <c:pt idx="806">
                  <c:v>166</c:v>
                </c:pt>
                <c:pt idx="807">
                  <c:v>164</c:v>
                </c:pt>
                <c:pt idx="808">
                  <c:v>160</c:v>
                </c:pt>
                <c:pt idx="809">
                  <c:v>170</c:v>
                </c:pt>
                <c:pt idx="810">
                  <c:v>169</c:v>
                </c:pt>
                <c:pt idx="811">
                  <c:v>184</c:v>
                </c:pt>
                <c:pt idx="812">
                  <c:v>180</c:v>
                </c:pt>
                <c:pt idx="813">
                  <c:v>166</c:v>
                </c:pt>
                <c:pt idx="814">
                  <c:v>168</c:v>
                </c:pt>
                <c:pt idx="815">
                  <c:v>183</c:v>
                </c:pt>
                <c:pt idx="816">
                  <c:v>164</c:v>
                </c:pt>
                <c:pt idx="817">
                  <c:v>168</c:v>
                </c:pt>
                <c:pt idx="818">
                  <c:v>175</c:v>
                </c:pt>
                <c:pt idx="819">
                  <c:v>177</c:v>
                </c:pt>
                <c:pt idx="820">
                  <c:v>182</c:v>
                </c:pt>
                <c:pt idx="821">
                  <c:v>191</c:v>
                </c:pt>
                <c:pt idx="822">
                  <c:v>188</c:v>
                </c:pt>
                <c:pt idx="823">
                  <c:v>182</c:v>
                </c:pt>
                <c:pt idx="824">
                  <c:v>186</c:v>
                </c:pt>
                <c:pt idx="825">
                  <c:v>181</c:v>
                </c:pt>
                <c:pt idx="826">
                  <c:v>186</c:v>
                </c:pt>
                <c:pt idx="827">
                  <c:v>185</c:v>
                </c:pt>
                <c:pt idx="828">
                  <c:v>179</c:v>
                </c:pt>
                <c:pt idx="829">
                  <c:v>171</c:v>
                </c:pt>
                <c:pt idx="830">
                  <c:v>186</c:v>
                </c:pt>
                <c:pt idx="831">
                  <c:v>182</c:v>
                </c:pt>
                <c:pt idx="832">
                  <c:v>191</c:v>
                </c:pt>
                <c:pt idx="833">
                  <c:v>174</c:v>
                </c:pt>
                <c:pt idx="834">
                  <c:v>183</c:v>
                </c:pt>
                <c:pt idx="835">
                  <c:v>180</c:v>
                </c:pt>
                <c:pt idx="836">
                  <c:v>180</c:v>
                </c:pt>
                <c:pt idx="837">
                  <c:v>176</c:v>
                </c:pt>
                <c:pt idx="838">
                  <c:v>196</c:v>
                </c:pt>
                <c:pt idx="839">
                  <c:v>192</c:v>
                </c:pt>
                <c:pt idx="840">
                  <c:v>193</c:v>
                </c:pt>
                <c:pt idx="841">
                  <c:v>199</c:v>
                </c:pt>
                <c:pt idx="842">
                  <c:v>176</c:v>
                </c:pt>
                <c:pt idx="843">
                  <c:v>169</c:v>
                </c:pt>
                <c:pt idx="844">
                  <c:v>177</c:v>
                </c:pt>
                <c:pt idx="845">
                  <c:v>178</c:v>
                </c:pt>
                <c:pt idx="846">
                  <c:v>171</c:v>
                </c:pt>
                <c:pt idx="847">
                  <c:v>184</c:v>
                </c:pt>
                <c:pt idx="848">
                  <c:v>186</c:v>
                </c:pt>
                <c:pt idx="849">
                  <c:v>198</c:v>
                </c:pt>
                <c:pt idx="850">
                  <c:v>165</c:v>
                </c:pt>
                <c:pt idx="851">
                  <c:v>180</c:v>
                </c:pt>
                <c:pt idx="852">
                  <c:v>199</c:v>
                </c:pt>
                <c:pt idx="853">
                  <c:v>185</c:v>
                </c:pt>
                <c:pt idx="854">
                  <c:v>198</c:v>
                </c:pt>
                <c:pt idx="855">
                  <c:v>174</c:v>
                </c:pt>
                <c:pt idx="856">
                  <c:v>187</c:v>
                </c:pt>
                <c:pt idx="857">
                  <c:v>172</c:v>
                </c:pt>
                <c:pt idx="858">
                  <c:v>185</c:v>
                </c:pt>
                <c:pt idx="859">
                  <c:v>188</c:v>
                </c:pt>
                <c:pt idx="860">
                  <c:v>166</c:v>
                </c:pt>
                <c:pt idx="861">
                  <c:v>185</c:v>
                </c:pt>
                <c:pt idx="862">
                  <c:v>181</c:v>
                </c:pt>
                <c:pt idx="863">
                  <c:v>199</c:v>
                </c:pt>
                <c:pt idx="864">
                  <c:v>194</c:v>
                </c:pt>
                <c:pt idx="865">
                  <c:v>171</c:v>
                </c:pt>
                <c:pt idx="866">
                  <c:v>194</c:v>
                </c:pt>
                <c:pt idx="867">
                  <c:v>196</c:v>
                </c:pt>
                <c:pt idx="868">
                  <c:v>194</c:v>
                </c:pt>
                <c:pt idx="869">
                  <c:v>181</c:v>
                </c:pt>
                <c:pt idx="870">
                  <c:v>195</c:v>
                </c:pt>
                <c:pt idx="871">
                  <c:v>199</c:v>
                </c:pt>
                <c:pt idx="872">
                  <c:v>194</c:v>
                </c:pt>
                <c:pt idx="873">
                  <c:v>182</c:v>
                </c:pt>
                <c:pt idx="874">
                  <c:v>194</c:v>
                </c:pt>
                <c:pt idx="875">
                  <c:v>195</c:v>
                </c:pt>
                <c:pt idx="876">
                  <c:v>173</c:v>
                </c:pt>
                <c:pt idx="877">
                  <c:v>191</c:v>
                </c:pt>
                <c:pt idx="878">
                  <c:v>188</c:v>
                </c:pt>
                <c:pt idx="879">
                  <c:v>185</c:v>
                </c:pt>
                <c:pt idx="880">
                  <c:v>184</c:v>
                </c:pt>
                <c:pt idx="881">
                  <c:v>194</c:v>
                </c:pt>
                <c:pt idx="882">
                  <c:v>172</c:v>
                </c:pt>
                <c:pt idx="883">
                  <c:v>194</c:v>
                </c:pt>
                <c:pt idx="884">
                  <c:v>171</c:v>
                </c:pt>
                <c:pt idx="885">
                  <c:v>190</c:v>
                </c:pt>
                <c:pt idx="886">
                  <c:v>179</c:v>
                </c:pt>
                <c:pt idx="887">
                  <c:v>175</c:v>
                </c:pt>
                <c:pt idx="888">
                  <c:v>183</c:v>
                </c:pt>
                <c:pt idx="889">
                  <c:v>171</c:v>
                </c:pt>
                <c:pt idx="890">
                  <c:v>193</c:v>
                </c:pt>
                <c:pt idx="891">
                  <c:v>189</c:v>
                </c:pt>
                <c:pt idx="892">
                  <c:v>188</c:v>
                </c:pt>
                <c:pt idx="893">
                  <c:v>173</c:v>
                </c:pt>
                <c:pt idx="894">
                  <c:v>199</c:v>
                </c:pt>
                <c:pt idx="895">
                  <c:v>189</c:v>
                </c:pt>
                <c:pt idx="896">
                  <c:v>198</c:v>
                </c:pt>
                <c:pt idx="897">
                  <c:v>189</c:v>
                </c:pt>
                <c:pt idx="898">
                  <c:v>199</c:v>
                </c:pt>
                <c:pt idx="899">
                  <c:v>185</c:v>
                </c:pt>
                <c:pt idx="900">
                  <c:v>188</c:v>
                </c:pt>
                <c:pt idx="901">
                  <c:v>175</c:v>
                </c:pt>
                <c:pt idx="902">
                  <c:v>194</c:v>
                </c:pt>
                <c:pt idx="903">
                  <c:v>195</c:v>
                </c:pt>
                <c:pt idx="904">
                  <c:v>184</c:v>
                </c:pt>
                <c:pt idx="905">
                  <c:v>198</c:v>
                </c:pt>
                <c:pt idx="906">
                  <c:v>195</c:v>
                </c:pt>
                <c:pt idx="907">
                  <c:v>198</c:v>
                </c:pt>
                <c:pt idx="908">
                  <c:v>183</c:v>
                </c:pt>
                <c:pt idx="909">
                  <c:v>169</c:v>
                </c:pt>
                <c:pt idx="910">
                  <c:v>181</c:v>
                </c:pt>
                <c:pt idx="911">
                  <c:v>175</c:v>
                </c:pt>
                <c:pt idx="912">
                  <c:v>167</c:v>
                </c:pt>
                <c:pt idx="913">
                  <c:v>161</c:v>
                </c:pt>
                <c:pt idx="914">
                  <c:v>164</c:v>
                </c:pt>
                <c:pt idx="915">
                  <c:v>197</c:v>
                </c:pt>
                <c:pt idx="916">
                  <c:v>167</c:v>
                </c:pt>
                <c:pt idx="917">
                  <c:v>170</c:v>
                </c:pt>
                <c:pt idx="918">
                  <c:v>161</c:v>
                </c:pt>
                <c:pt idx="919">
                  <c:v>170</c:v>
                </c:pt>
                <c:pt idx="920">
                  <c:v>192</c:v>
                </c:pt>
                <c:pt idx="921">
                  <c:v>181</c:v>
                </c:pt>
                <c:pt idx="922">
                  <c:v>167</c:v>
                </c:pt>
                <c:pt idx="923">
                  <c:v>163</c:v>
                </c:pt>
                <c:pt idx="924">
                  <c:v>162</c:v>
                </c:pt>
                <c:pt idx="925">
                  <c:v>175</c:v>
                </c:pt>
                <c:pt idx="926">
                  <c:v>160</c:v>
                </c:pt>
                <c:pt idx="927">
                  <c:v>162</c:v>
                </c:pt>
                <c:pt idx="928">
                  <c:v>183</c:v>
                </c:pt>
                <c:pt idx="929">
                  <c:v>180</c:v>
                </c:pt>
                <c:pt idx="930">
                  <c:v>161</c:v>
                </c:pt>
                <c:pt idx="931">
                  <c:v>198</c:v>
                </c:pt>
                <c:pt idx="932">
                  <c:v>197</c:v>
                </c:pt>
                <c:pt idx="933">
                  <c:v>165</c:v>
                </c:pt>
                <c:pt idx="934">
                  <c:v>160</c:v>
                </c:pt>
                <c:pt idx="935">
                  <c:v>186</c:v>
                </c:pt>
                <c:pt idx="936">
                  <c:v>187</c:v>
                </c:pt>
                <c:pt idx="937">
                  <c:v>199</c:v>
                </c:pt>
                <c:pt idx="938">
                  <c:v>174</c:v>
                </c:pt>
                <c:pt idx="939">
                  <c:v>196</c:v>
                </c:pt>
                <c:pt idx="940">
                  <c:v>192</c:v>
                </c:pt>
                <c:pt idx="941">
                  <c:v>182</c:v>
                </c:pt>
                <c:pt idx="942">
                  <c:v>198</c:v>
                </c:pt>
                <c:pt idx="943">
                  <c:v>188</c:v>
                </c:pt>
                <c:pt idx="944">
                  <c:v>186</c:v>
                </c:pt>
                <c:pt idx="945">
                  <c:v>198</c:v>
                </c:pt>
                <c:pt idx="946">
                  <c:v>194</c:v>
                </c:pt>
                <c:pt idx="947">
                  <c:v>169</c:v>
                </c:pt>
                <c:pt idx="948">
                  <c:v>199</c:v>
                </c:pt>
                <c:pt idx="949">
                  <c:v>189</c:v>
                </c:pt>
                <c:pt idx="950">
                  <c:v>193</c:v>
                </c:pt>
                <c:pt idx="951">
                  <c:v>188</c:v>
                </c:pt>
                <c:pt idx="952">
                  <c:v>166</c:v>
                </c:pt>
                <c:pt idx="953">
                  <c:v>199</c:v>
                </c:pt>
                <c:pt idx="954">
                  <c:v>189</c:v>
                </c:pt>
                <c:pt idx="955">
                  <c:v>188</c:v>
                </c:pt>
                <c:pt idx="956">
                  <c:v>177</c:v>
                </c:pt>
                <c:pt idx="957">
                  <c:v>176</c:v>
                </c:pt>
                <c:pt idx="958">
                  <c:v>171</c:v>
                </c:pt>
                <c:pt idx="959">
                  <c:v>180</c:v>
                </c:pt>
                <c:pt idx="960">
                  <c:v>183</c:v>
                </c:pt>
                <c:pt idx="961">
                  <c:v>164</c:v>
                </c:pt>
                <c:pt idx="962">
                  <c:v>199</c:v>
                </c:pt>
                <c:pt idx="963">
                  <c:v>188</c:v>
                </c:pt>
                <c:pt idx="964">
                  <c:v>198</c:v>
                </c:pt>
                <c:pt idx="965">
                  <c:v>168</c:v>
                </c:pt>
                <c:pt idx="966">
                  <c:v>173</c:v>
                </c:pt>
                <c:pt idx="967">
                  <c:v>168</c:v>
                </c:pt>
                <c:pt idx="968">
                  <c:v>198</c:v>
                </c:pt>
                <c:pt idx="969">
                  <c:v>180</c:v>
                </c:pt>
                <c:pt idx="970">
                  <c:v>187</c:v>
                </c:pt>
                <c:pt idx="971">
                  <c:v>179</c:v>
                </c:pt>
                <c:pt idx="972">
                  <c:v>163</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53BE-4C4A-A2E6-79F6177E1118}"/>
            </c:ext>
          </c:extLst>
        </c:ser>
        <c:dLbls>
          <c:showLegendKey val="0"/>
          <c:showVal val="0"/>
          <c:showCatName val="0"/>
          <c:showSerName val="0"/>
          <c:showPercent val="0"/>
          <c:showBubbleSize val="0"/>
        </c:dLbls>
        <c:axId val="1666491743"/>
        <c:axId val="1666486943"/>
      </c:scatterChart>
      <c:valAx>
        <c:axId val="1666491743"/>
        <c:scaling>
          <c:orientation val="minMax"/>
        </c:scaling>
        <c:delete val="0"/>
        <c:axPos val="b"/>
        <c:title>
          <c:tx>
            <c:rich>
              <a:bodyPr/>
              <a:lstStyle/>
              <a:p>
                <a:pPr>
                  <a:defRPr/>
                </a:pPr>
                <a:r>
                  <a:rPr lang="en-MY"/>
                  <a:t>Max BPM</a:t>
                </a:r>
              </a:p>
            </c:rich>
          </c:tx>
          <c:overlay val="0"/>
        </c:title>
        <c:numFmt formatCode="General" sourceLinked="1"/>
        <c:majorTickMark val="out"/>
        <c:minorTickMark val="none"/>
        <c:tickLblPos val="nextTo"/>
        <c:crossAx val="1666486943"/>
        <c:crosses val="autoZero"/>
        <c:crossBetween val="midCat"/>
      </c:valAx>
      <c:valAx>
        <c:axId val="1666486943"/>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49174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Avg BPM Line Fit  Plot</a:t>
            </a:r>
          </a:p>
        </c:rich>
      </c:tx>
      <c:overlay val="0"/>
    </c:title>
    <c:autoTitleDeleted val="0"/>
    <c:plotArea>
      <c:layout/>
      <c:scatterChart>
        <c:scatterStyle val="lineMarker"/>
        <c:varyColors val="0"/>
        <c:ser>
          <c:idx val="0"/>
          <c:order val="0"/>
          <c:tx>
            <c:v>Water Intake (Liters)</c:v>
          </c:tx>
          <c:spPr>
            <a:ln w="19050">
              <a:noFill/>
            </a:ln>
          </c:spPr>
          <c:xVal>
            <c:numRef>
              <c:f>'Sub-Dataset'!$DS$2:$DS$974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162</c:v>
                </c:pt>
                <c:pt idx="323">
                  <c:v>132</c:v>
                </c:pt>
                <c:pt idx="324">
                  <c:v>144</c:v>
                </c:pt>
                <c:pt idx="325">
                  <c:v>151</c:v>
                </c:pt>
                <c:pt idx="326">
                  <c:v>162</c:v>
                </c:pt>
                <c:pt idx="327">
                  <c:v>155</c:v>
                </c:pt>
                <c:pt idx="328">
                  <c:v>161</c:v>
                </c:pt>
                <c:pt idx="329">
                  <c:v>146</c:v>
                </c:pt>
                <c:pt idx="330">
                  <c:v>159</c:v>
                </c:pt>
                <c:pt idx="331">
                  <c:v>130</c:v>
                </c:pt>
                <c:pt idx="332">
                  <c:v>129</c:v>
                </c:pt>
                <c:pt idx="333">
                  <c:v>142</c:v>
                </c:pt>
                <c:pt idx="334">
                  <c:v>156</c:v>
                </c:pt>
                <c:pt idx="335">
                  <c:v>163</c:v>
                </c:pt>
                <c:pt idx="336">
                  <c:v>145</c:v>
                </c:pt>
                <c:pt idx="337">
                  <c:v>131</c:v>
                </c:pt>
                <c:pt idx="338">
                  <c:v>128</c:v>
                </c:pt>
                <c:pt idx="339">
                  <c:v>165</c:v>
                </c:pt>
                <c:pt idx="340">
                  <c:v>130</c:v>
                </c:pt>
                <c:pt idx="341">
                  <c:v>134</c:v>
                </c:pt>
                <c:pt idx="342">
                  <c:v>137</c:v>
                </c:pt>
                <c:pt idx="343">
                  <c:v>153</c:v>
                </c:pt>
                <c:pt idx="344">
                  <c:v>167</c:v>
                </c:pt>
                <c:pt idx="345">
                  <c:v>132</c:v>
                </c:pt>
                <c:pt idx="346">
                  <c:v>151</c:v>
                </c:pt>
                <c:pt idx="347">
                  <c:v>165</c:v>
                </c:pt>
                <c:pt idx="348">
                  <c:v>161</c:v>
                </c:pt>
                <c:pt idx="349">
                  <c:v>149</c:v>
                </c:pt>
                <c:pt idx="350">
                  <c:v>148</c:v>
                </c:pt>
                <c:pt idx="351">
                  <c:v>153</c:v>
                </c:pt>
                <c:pt idx="352">
                  <c:v>152</c:v>
                </c:pt>
                <c:pt idx="353">
                  <c:v>133</c:v>
                </c:pt>
                <c:pt idx="354">
                  <c:v>165</c:v>
                </c:pt>
                <c:pt idx="355">
                  <c:v>151</c:v>
                </c:pt>
                <c:pt idx="356">
                  <c:v>128</c:v>
                </c:pt>
                <c:pt idx="357">
                  <c:v>165</c:v>
                </c:pt>
                <c:pt idx="358">
                  <c:v>168</c:v>
                </c:pt>
                <c:pt idx="359">
                  <c:v>153</c:v>
                </c:pt>
                <c:pt idx="360">
                  <c:v>161</c:v>
                </c:pt>
                <c:pt idx="361">
                  <c:v>121</c:v>
                </c:pt>
                <c:pt idx="362">
                  <c:v>157</c:v>
                </c:pt>
                <c:pt idx="363">
                  <c:v>169</c:v>
                </c:pt>
                <c:pt idx="364">
                  <c:v>157</c:v>
                </c:pt>
                <c:pt idx="365">
                  <c:v>154</c:v>
                </c:pt>
                <c:pt idx="366">
                  <c:v>138</c:v>
                </c:pt>
                <c:pt idx="367">
                  <c:v>162</c:v>
                </c:pt>
                <c:pt idx="368">
                  <c:v>158</c:v>
                </c:pt>
                <c:pt idx="369">
                  <c:v>142</c:v>
                </c:pt>
                <c:pt idx="370">
                  <c:v>152</c:v>
                </c:pt>
                <c:pt idx="371">
                  <c:v>155</c:v>
                </c:pt>
                <c:pt idx="372">
                  <c:v>168</c:v>
                </c:pt>
                <c:pt idx="373">
                  <c:v>151</c:v>
                </c:pt>
                <c:pt idx="374">
                  <c:v>155</c:v>
                </c:pt>
                <c:pt idx="375">
                  <c:v>168</c:v>
                </c:pt>
                <c:pt idx="376">
                  <c:v>166</c:v>
                </c:pt>
                <c:pt idx="377">
                  <c:v>142</c:v>
                </c:pt>
                <c:pt idx="378">
                  <c:v>120</c:v>
                </c:pt>
                <c:pt idx="379">
                  <c:v>156</c:v>
                </c:pt>
                <c:pt idx="380">
                  <c:v>147</c:v>
                </c:pt>
                <c:pt idx="381">
                  <c:v>150</c:v>
                </c:pt>
                <c:pt idx="382">
                  <c:v>157</c:v>
                </c:pt>
                <c:pt idx="383">
                  <c:v>167</c:v>
                </c:pt>
                <c:pt idx="384">
                  <c:v>164</c:v>
                </c:pt>
                <c:pt idx="385">
                  <c:v>133</c:v>
                </c:pt>
                <c:pt idx="386">
                  <c:v>127</c:v>
                </c:pt>
                <c:pt idx="387">
                  <c:v>163</c:v>
                </c:pt>
                <c:pt idx="388">
                  <c:v>130</c:v>
                </c:pt>
                <c:pt idx="389">
                  <c:v>153</c:v>
                </c:pt>
                <c:pt idx="390">
                  <c:v>144</c:v>
                </c:pt>
                <c:pt idx="391">
                  <c:v>132</c:v>
                </c:pt>
                <c:pt idx="392">
                  <c:v>149</c:v>
                </c:pt>
                <c:pt idx="393">
                  <c:v>168</c:v>
                </c:pt>
                <c:pt idx="394">
                  <c:v>168</c:v>
                </c:pt>
                <c:pt idx="395">
                  <c:v>166</c:v>
                </c:pt>
                <c:pt idx="396">
                  <c:v>149</c:v>
                </c:pt>
                <c:pt idx="397">
                  <c:v>168</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165</c:v>
                </c:pt>
                <c:pt idx="435">
                  <c:v>144</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163</c:v>
                </c:pt>
                <c:pt idx="564">
                  <c:v>126</c:v>
                </c:pt>
                <c:pt idx="565">
                  <c:v>166</c:v>
                </c:pt>
                <c:pt idx="566">
                  <c:v>144</c:v>
                </c:pt>
                <c:pt idx="567">
                  <c:v>144</c:v>
                </c:pt>
                <c:pt idx="568">
                  <c:v>160</c:v>
                </c:pt>
                <c:pt idx="569">
                  <c:v>155</c:v>
                </c:pt>
                <c:pt idx="570">
                  <c:v>135</c:v>
                </c:pt>
                <c:pt idx="571">
                  <c:v>167</c:v>
                </c:pt>
                <c:pt idx="572">
                  <c:v>157</c:v>
                </c:pt>
                <c:pt idx="573">
                  <c:v>154</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167</c:v>
                </c:pt>
                <c:pt idx="658">
                  <c:v>150</c:v>
                </c:pt>
                <c:pt idx="659">
                  <c:v>160</c:v>
                </c:pt>
                <c:pt idx="660">
                  <c:v>163</c:v>
                </c:pt>
                <c:pt idx="661">
                  <c:v>150</c:v>
                </c:pt>
                <c:pt idx="662">
                  <c:v>167</c:v>
                </c:pt>
                <c:pt idx="663">
                  <c:v>158</c:v>
                </c:pt>
                <c:pt idx="664">
                  <c:v>148</c:v>
                </c:pt>
                <c:pt idx="665">
                  <c:v>144</c:v>
                </c:pt>
                <c:pt idx="666">
                  <c:v>141</c:v>
                </c:pt>
                <c:pt idx="667">
                  <c:v>158</c:v>
                </c:pt>
                <c:pt idx="668">
                  <c:v>160</c:v>
                </c:pt>
                <c:pt idx="669">
                  <c:v>165</c:v>
                </c:pt>
                <c:pt idx="670">
                  <c:v>139</c:v>
                </c:pt>
                <c:pt idx="671">
                  <c:v>155</c:v>
                </c:pt>
                <c:pt idx="672">
                  <c:v>164</c:v>
                </c:pt>
                <c:pt idx="673">
                  <c:v>152</c:v>
                </c:pt>
                <c:pt idx="674">
                  <c:v>143</c:v>
                </c:pt>
                <c:pt idx="675">
                  <c:v>153</c:v>
                </c:pt>
                <c:pt idx="676">
                  <c:v>132</c:v>
                </c:pt>
                <c:pt idx="677">
                  <c:v>163</c:v>
                </c:pt>
                <c:pt idx="678">
                  <c:v>154</c:v>
                </c:pt>
                <c:pt idx="679">
                  <c:v>159</c:v>
                </c:pt>
                <c:pt idx="680">
                  <c:v>168</c:v>
                </c:pt>
                <c:pt idx="681">
                  <c:v>156</c:v>
                </c:pt>
                <c:pt idx="682">
                  <c:v>153</c:v>
                </c:pt>
                <c:pt idx="683">
                  <c:v>153</c:v>
                </c:pt>
                <c:pt idx="684">
                  <c:v>122</c:v>
                </c:pt>
                <c:pt idx="685">
                  <c:v>156</c:v>
                </c:pt>
                <c:pt idx="686">
                  <c:v>164</c:v>
                </c:pt>
                <c:pt idx="687">
                  <c:v>144</c:v>
                </c:pt>
                <c:pt idx="688">
                  <c:v>140</c:v>
                </c:pt>
                <c:pt idx="689">
                  <c:v>146</c:v>
                </c:pt>
                <c:pt idx="690">
                  <c:v>167</c:v>
                </c:pt>
                <c:pt idx="691">
                  <c:v>162</c:v>
                </c:pt>
                <c:pt idx="692">
                  <c:v>165</c:v>
                </c:pt>
                <c:pt idx="693">
                  <c:v>161</c:v>
                </c:pt>
                <c:pt idx="694">
                  <c:v>169</c:v>
                </c:pt>
                <c:pt idx="695">
                  <c:v>150</c:v>
                </c:pt>
                <c:pt idx="696">
                  <c:v>147</c:v>
                </c:pt>
                <c:pt idx="697">
                  <c:v>126</c:v>
                </c:pt>
                <c:pt idx="698">
                  <c:v>145</c:v>
                </c:pt>
                <c:pt idx="699">
                  <c:v>140</c:v>
                </c:pt>
                <c:pt idx="700">
                  <c:v>143</c:v>
                </c:pt>
                <c:pt idx="701">
                  <c:v>166</c:v>
                </c:pt>
                <c:pt idx="702">
                  <c:v>139</c:v>
                </c:pt>
                <c:pt idx="703">
                  <c:v>121</c:v>
                </c:pt>
                <c:pt idx="704">
                  <c:v>144</c:v>
                </c:pt>
                <c:pt idx="705">
                  <c:v>166</c:v>
                </c:pt>
                <c:pt idx="706">
                  <c:v>142</c:v>
                </c:pt>
                <c:pt idx="707">
                  <c:v>153</c:v>
                </c:pt>
                <c:pt idx="708">
                  <c:v>139</c:v>
                </c:pt>
                <c:pt idx="709">
                  <c:v>167</c:v>
                </c:pt>
                <c:pt idx="710">
                  <c:v>144</c:v>
                </c:pt>
                <c:pt idx="711">
                  <c:v>166</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169</c:v>
                </c:pt>
                <c:pt idx="737">
                  <c:v>169</c:v>
                </c:pt>
                <c:pt idx="738">
                  <c:v>163</c:v>
                </c:pt>
                <c:pt idx="739">
                  <c:v>151</c:v>
                </c:pt>
                <c:pt idx="740">
                  <c:v>125</c:v>
                </c:pt>
                <c:pt idx="741">
                  <c:v>134</c:v>
                </c:pt>
                <c:pt idx="742">
                  <c:v>120</c:v>
                </c:pt>
                <c:pt idx="743">
                  <c:v>169</c:v>
                </c:pt>
                <c:pt idx="744">
                  <c:v>152</c:v>
                </c:pt>
                <c:pt idx="745">
                  <c:v>168</c:v>
                </c:pt>
                <c:pt idx="746">
                  <c:v>138</c:v>
                </c:pt>
                <c:pt idx="747">
                  <c:v>163</c:v>
                </c:pt>
                <c:pt idx="748">
                  <c:v>166</c:v>
                </c:pt>
                <c:pt idx="749">
                  <c:v>156</c:v>
                </c:pt>
                <c:pt idx="750">
                  <c:v>159</c:v>
                </c:pt>
                <c:pt idx="751">
                  <c:v>133</c:v>
                </c:pt>
                <c:pt idx="752">
                  <c:v>150</c:v>
                </c:pt>
                <c:pt idx="753">
                  <c:v>149</c:v>
                </c:pt>
                <c:pt idx="754">
                  <c:v>149</c:v>
                </c:pt>
                <c:pt idx="755">
                  <c:v>152</c:v>
                </c:pt>
                <c:pt idx="756">
                  <c:v>158</c:v>
                </c:pt>
                <c:pt idx="757">
                  <c:v>160</c:v>
                </c:pt>
                <c:pt idx="758">
                  <c:v>145</c:v>
                </c:pt>
                <c:pt idx="759">
                  <c:v>162</c:v>
                </c:pt>
                <c:pt idx="760">
                  <c:v>152</c:v>
                </c:pt>
                <c:pt idx="761">
                  <c:v>156</c:v>
                </c:pt>
                <c:pt idx="762">
                  <c:v>120</c:v>
                </c:pt>
                <c:pt idx="763">
                  <c:v>167</c:v>
                </c:pt>
                <c:pt idx="764">
                  <c:v>162</c:v>
                </c:pt>
                <c:pt idx="765">
                  <c:v>159</c:v>
                </c:pt>
                <c:pt idx="766">
                  <c:v>166</c:v>
                </c:pt>
                <c:pt idx="767">
                  <c:v>169</c:v>
                </c:pt>
                <c:pt idx="768">
                  <c:v>160</c:v>
                </c:pt>
                <c:pt idx="769">
                  <c:v>167</c:v>
                </c:pt>
                <c:pt idx="770">
                  <c:v>157</c:v>
                </c:pt>
                <c:pt idx="771">
                  <c:v>165</c:v>
                </c:pt>
                <c:pt idx="772">
                  <c:v>127</c:v>
                </c:pt>
                <c:pt idx="773">
                  <c:v>161</c:v>
                </c:pt>
                <c:pt idx="774">
                  <c:v>159</c:v>
                </c:pt>
                <c:pt idx="775">
                  <c:v>153</c:v>
                </c:pt>
                <c:pt idx="776">
                  <c:v>168</c:v>
                </c:pt>
                <c:pt idx="777">
                  <c:v>168</c:v>
                </c:pt>
                <c:pt idx="778">
                  <c:v>149</c:v>
                </c:pt>
                <c:pt idx="779">
                  <c:v>138</c:v>
                </c:pt>
                <c:pt idx="780">
                  <c:v>167</c:v>
                </c:pt>
                <c:pt idx="781">
                  <c:v>166</c:v>
                </c:pt>
                <c:pt idx="782">
                  <c:v>134</c:v>
                </c:pt>
                <c:pt idx="783">
                  <c:v>163</c:v>
                </c:pt>
                <c:pt idx="784">
                  <c:v>156</c:v>
                </c:pt>
                <c:pt idx="785">
                  <c:v>155</c:v>
                </c:pt>
                <c:pt idx="786">
                  <c:v>147</c:v>
                </c:pt>
                <c:pt idx="787">
                  <c:v>161</c:v>
                </c:pt>
                <c:pt idx="788">
                  <c:v>160</c:v>
                </c:pt>
                <c:pt idx="789">
                  <c:v>165</c:v>
                </c:pt>
                <c:pt idx="790">
                  <c:v>166</c:v>
                </c:pt>
                <c:pt idx="791">
                  <c:v>169</c:v>
                </c:pt>
                <c:pt idx="792">
                  <c:v>158</c:v>
                </c:pt>
                <c:pt idx="793">
                  <c:v>134</c:v>
                </c:pt>
                <c:pt idx="794">
                  <c:v>169</c:v>
                </c:pt>
                <c:pt idx="795">
                  <c:v>129</c:v>
                </c:pt>
                <c:pt idx="796">
                  <c:v>159</c:v>
                </c:pt>
                <c:pt idx="797">
                  <c:v>159</c:v>
                </c:pt>
                <c:pt idx="798">
                  <c:v>125</c:v>
                </c:pt>
                <c:pt idx="799">
                  <c:v>160</c:v>
                </c:pt>
                <c:pt idx="800">
                  <c:v>157</c:v>
                </c:pt>
                <c:pt idx="801">
                  <c:v>159</c:v>
                </c:pt>
                <c:pt idx="802">
                  <c:v>160</c:v>
                </c:pt>
                <c:pt idx="803">
                  <c:v>166</c:v>
                </c:pt>
                <c:pt idx="804">
                  <c:v>160</c:v>
                </c:pt>
                <c:pt idx="805">
                  <c:v>150</c:v>
                </c:pt>
                <c:pt idx="806">
                  <c:v>130</c:v>
                </c:pt>
                <c:pt idx="807">
                  <c:v>141</c:v>
                </c:pt>
                <c:pt idx="808">
                  <c:v>163</c:v>
                </c:pt>
                <c:pt idx="809">
                  <c:v>167</c:v>
                </c:pt>
                <c:pt idx="810">
                  <c:v>151</c:v>
                </c:pt>
                <c:pt idx="811">
                  <c:v>143</c:v>
                </c:pt>
                <c:pt idx="812">
                  <c:v>162</c:v>
                </c:pt>
                <c:pt idx="813">
                  <c:v>152</c:v>
                </c:pt>
                <c:pt idx="814">
                  <c:v>150</c:v>
                </c:pt>
                <c:pt idx="815">
                  <c:v>152</c:v>
                </c:pt>
                <c:pt idx="816">
                  <c:v>135</c:v>
                </c:pt>
                <c:pt idx="817">
                  <c:v>156</c:v>
                </c:pt>
                <c:pt idx="818">
                  <c:v>152</c:v>
                </c:pt>
                <c:pt idx="819">
                  <c:v>156</c:v>
                </c:pt>
                <c:pt idx="820">
                  <c:v>165</c:v>
                </c:pt>
                <c:pt idx="821">
                  <c:v>167</c:v>
                </c:pt>
                <c:pt idx="822">
                  <c:v>157</c:v>
                </c:pt>
                <c:pt idx="823">
                  <c:v>155</c:v>
                </c:pt>
                <c:pt idx="824">
                  <c:v>161</c:v>
                </c:pt>
                <c:pt idx="825">
                  <c:v>153</c:v>
                </c:pt>
                <c:pt idx="826">
                  <c:v>153</c:v>
                </c:pt>
                <c:pt idx="827">
                  <c:v>163</c:v>
                </c:pt>
                <c:pt idx="828">
                  <c:v>160</c:v>
                </c:pt>
                <c:pt idx="829">
                  <c:v>163</c:v>
                </c:pt>
                <c:pt idx="830">
                  <c:v>140</c:v>
                </c:pt>
                <c:pt idx="831">
                  <c:v>134</c:v>
                </c:pt>
                <c:pt idx="832">
                  <c:v>164</c:v>
                </c:pt>
                <c:pt idx="833">
                  <c:v>122</c:v>
                </c:pt>
                <c:pt idx="834">
                  <c:v>159</c:v>
                </c:pt>
                <c:pt idx="835">
                  <c:v>121</c:v>
                </c:pt>
                <c:pt idx="836">
                  <c:v>158</c:v>
                </c:pt>
                <c:pt idx="837">
                  <c:v>168</c:v>
                </c:pt>
                <c:pt idx="838">
                  <c:v>165</c:v>
                </c:pt>
                <c:pt idx="839">
                  <c:v>155</c:v>
                </c:pt>
                <c:pt idx="840">
                  <c:v>133</c:v>
                </c:pt>
                <c:pt idx="841">
                  <c:v>123</c:v>
                </c:pt>
                <c:pt idx="842">
                  <c:v>154</c:v>
                </c:pt>
                <c:pt idx="843">
                  <c:v>155</c:v>
                </c:pt>
                <c:pt idx="844">
                  <c:v>158</c:v>
                </c:pt>
                <c:pt idx="845">
                  <c:v>127</c:v>
                </c:pt>
                <c:pt idx="846">
                  <c:v>143</c:v>
                </c:pt>
                <c:pt idx="847">
                  <c:v>158</c:v>
                </c:pt>
                <c:pt idx="848">
                  <c:v>146</c:v>
                </c:pt>
                <c:pt idx="849">
                  <c:v>146</c:v>
                </c:pt>
                <c:pt idx="850">
                  <c:v>152</c:v>
                </c:pt>
                <c:pt idx="851">
                  <c:v>155</c:v>
                </c:pt>
                <c:pt idx="852">
                  <c:v>155</c:v>
                </c:pt>
                <c:pt idx="853">
                  <c:v>135</c:v>
                </c:pt>
                <c:pt idx="854">
                  <c:v>165</c:v>
                </c:pt>
                <c:pt idx="855">
                  <c:v>146</c:v>
                </c:pt>
                <c:pt idx="856">
                  <c:v>152</c:v>
                </c:pt>
                <c:pt idx="857">
                  <c:v>134</c:v>
                </c:pt>
                <c:pt idx="858">
                  <c:v>154</c:v>
                </c:pt>
                <c:pt idx="859">
                  <c:v>134</c:v>
                </c:pt>
                <c:pt idx="860">
                  <c:v>146</c:v>
                </c:pt>
                <c:pt idx="861">
                  <c:v>162</c:v>
                </c:pt>
                <c:pt idx="862">
                  <c:v>162</c:v>
                </c:pt>
                <c:pt idx="863">
                  <c:v>164</c:v>
                </c:pt>
                <c:pt idx="864">
                  <c:v>126</c:v>
                </c:pt>
                <c:pt idx="865">
                  <c:v>155</c:v>
                </c:pt>
                <c:pt idx="866">
                  <c:v>130</c:v>
                </c:pt>
                <c:pt idx="867">
                  <c:v>160</c:v>
                </c:pt>
                <c:pt idx="868">
                  <c:v>150</c:v>
                </c:pt>
                <c:pt idx="869">
                  <c:v>160</c:v>
                </c:pt>
                <c:pt idx="870">
                  <c:v>125</c:v>
                </c:pt>
                <c:pt idx="871">
                  <c:v>166</c:v>
                </c:pt>
                <c:pt idx="872">
                  <c:v>140</c:v>
                </c:pt>
                <c:pt idx="873">
                  <c:v>153</c:v>
                </c:pt>
                <c:pt idx="874">
                  <c:v>128</c:v>
                </c:pt>
                <c:pt idx="875">
                  <c:v>161</c:v>
                </c:pt>
                <c:pt idx="876">
                  <c:v>130</c:v>
                </c:pt>
                <c:pt idx="877">
                  <c:v>156</c:v>
                </c:pt>
                <c:pt idx="878">
                  <c:v>125</c:v>
                </c:pt>
                <c:pt idx="879">
                  <c:v>126</c:v>
                </c:pt>
                <c:pt idx="880">
                  <c:v>156</c:v>
                </c:pt>
                <c:pt idx="881">
                  <c:v>123</c:v>
                </c:pt>
                <c:pt idx="882">
                  <c:v>161</c:v>
                </c:pt>
                <c:pt idx="883">
                  <c:v>161</c:v>
                </c:pt>
                <c:pt idx="884">
                  <c:v>149</c:v>
                </c:pt>
                <c:pt idx="885">
                  <c:v>147</c:v>
                </c:pt>
                <c:pt idx="886">
                  <c:v>153</c:v>
                </c:pt>
                <c:pt idx="887">
                  <c:v>165</c:v>
                </c:pt>
                <c:pt idx="888">
                  <c:v>155</c:v>
                </c:pt>
                <c:pt idx="889">
                  <c:v>137</c:v>
                </c:pt>
                <c:pt idx="890">
                  <c:v>136</c:v>
                </c:pt>
                <c:pt idx="891">
                  <c:v>141</c:v>
                </c:pt>
                <c:pt idx="892">
                  <c:v>158</c:v>
                </c:pt>
                <c:pt idx="893">
                  <c:v>156</c:v>
                </c:pt>
                <c:pt idx="894">
                  <c:v>133</c:v>
                </c:pt>
                <c:pt idx="895">
                  <c:v>162</c:v>
                </c:pt>
                <c:pt idx="896">
                  <c:v>144</c:v>
                </c:pt>
                <c:pt idx="897">
                  <c:v>140</c:v>
                </c:pt>
                <c:pt idx="898">
                  <c:v>132</c:v>
                </c:pt>
                <c:pt idx="899">
                  <c:v>120</c:v>
                </c:pt>
                <c:pt idx="900">
                  <c:v>136</c:v>
                </c:pt>
                <c:pt idx="901">
                  <c:v>146</c:v>
                </c:pt>
                <c:pt idx="902">
                  <c:v>153</c:v>
                </c:pt>
                <c:pt idx="903">
                  <c:v>168</c:v>
                </c:pt>
                <c:pt idx="904">
                  <c:v>123</c:v>
                </c:pt>
                <c:pt idx="905">
                  <c:v>167</c:v>
                </c:pt>
                <c:pt idx="906">
                  <c:v>127</c:v>
                </c:pt>
                <c:pt idx="907">
                  <c:v>146</c:v>
                </c:pt>
                <c:pt idx="908">
                  <c:v>158</c:v>
                </c:pt>
                <c:pt idx="909">
                  <c:v>136</c:v>
                </c:pt>
                <c:pt idx="910">
                  <c:v>152</c:v>
                </c:pt>
                <c:pt idx="911">
                  <c:v>127</c:v>
                </c:pt>
                <c:pt idx="912">
                  <c:v>160</c:v>
                </c:pt>
                <c:pt idx="913">
                  <c:v>151</c:v>
                </c:pt>
                <c:pt idx="914">
                  <c:v>132</c:v>
                </c:pt>
                <c:pt idx="915">
                  <c:v>161</c:v>
                </c:pt>
                <c:pt idx="916">
                  <c:v>145</c:v>
                </c:pt>
                <c:pt idx="917">
                  <c:v>130</c:v>
                </c:pt>
                <c:pt idx="918">
                  <c:v>136</c:v>
                </c:pt>
                <c:pt idx="919">
                  <c:v>156</c:v>
                </c:pt>
                <c:pt idx="920">
                  <c:v>161</c:v>
                </c:pt>
                <c:pt idx="921">
                  <c:v>169</c:v>
                </c:pt>
                <c:pt idx="922">
                  <c:v>160</c:v>
                </c:pt>
                <c:pt idx="923">
                  <c:v>121</c:v>
                </c:pt>
                <c:pt idx="924">
                  <c:v>135</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169</c:v>
                </c:pt>
                <c:pt idx="962">
                  <c:v>150</c:v>
                </c:pt>
                <c:pt idx="963">
                  <c:v>167</c:v>
                </c:pt>
                <c:pt idx="964">
                  <c:v>148</c:v>
                </c:pt>
                <c:pt idx="965">
                  <c:v>149</c:v>
                </c:pt>
                <c:pt idx="966">
                  <c:v>169</c:v>
                </c:pt>
                <c:pt idx="967">
                  <c:v>146</c:v>
                </c:pt>
                <c:pt idx="968">
                  <c:v>157</c:v>
                </c:pt>
                <c:pt idx="969">
                  <c:v>167</c:v>
                </c:pt>
                <c:pt idx="970">
                  <c:v>168</c:v>
                </c:pt>
                <c:pt idx="971">
                  <c:v>167</c:v>
                </c:pt>
                <c:pt idx="972">
                  <c:v>168</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487E-4741-BD97-32010079F38F}"/>
            </c:ext>
          </c:extLst>
        </c:ser>
        <c:ser>
          <c:idx val="1"/>
          <c:order val="1"/>
          <c:tx>
            <c:v>Predicted Water Intake (Liters)</c:v>
          </c:tx>
          <c:spPr>
            <a:ln w="19050">
              <a:noFill/>
            </a:ln>
          </c:spPr>
          <c:xVal>
            <c:numRef>
              <c:f>'Sub-Dataset'!$DS$2:$DS$974</c:f>
              <c:numCache>
                <c:formatCode>General</c:formatCode>
                <c:ptCount val="973"/>
                <c:pt idx="0">
                  <c:v>122</c:v>
                </c:pt>
                <c:pt idx="1">
                  <c:v>136</c:v>
                </c:pt>
                <c:pt idx="2">
                  <c:v>128</c:v>
                </c:pt>
                <c:pt idx="3">
                  <c:v>131</c:v>
                </c:pt>
                <c:pt idx="4">
                  <c:v>125</c:v>
                </c:pt>
                <c:pt idx="5">
                  <c:v>154</c:v>
                </c:pt>
                <c:pt idx="6">
                  <c:v>124</c:v>
                </c:pt>
                <c:pt idx="7">
                  <c:v>150</c:v>
                </c:pt>
                <c:pt idx="8">
                  <c:v>125</c:v>
                </c:pt>
                <c:pt idx="9">
                  <c:v>135</c:v>
                </c:pt>
                <c:pt idx="10">
                  <c:v>127</c:v>
                </c:pt>
                <c:pt idx="11">
                  <c:v>133</c:v>
                </c:pt>
                <c:pt idx="12">
                  <c:v>158</c:v>
                </c:pt>
                <c:pt idx="13">
                  <c:v>122</c:v>
                </c:pt>
                <c:pt idx="14">
                  <c:v>146</c:v>
                </c:pt>
                <c:pt idx="15">
                  <c:v>160</c:v>
                </c:pt>
                <c:pt idx="16">
                  <c:v>137</c:v>
                </c:pt>
                <c:pt idx="17">
                  <c:v>135</c:v>
                </c:pt>
                <c:pt idx="18">
                  <c:v>137</c:v>
                </c:pt>
                <c:pt idx="19">
                  <c:v>120</c:v>
                </c:pt>
                <c:pt idx="20">
                  <c:v>126</c:v>
                </c:pt>
                <c:pt idx="21">
                  <c:v>148</c:v>
                </c:pt>
                <c:pt idx="22">
                  <c:v>143</c:v>
                </c:pt>
                <c:pt idx="23">
                  <c:v>131</c:v>
                </c:pt>
                <c:pt idx="24">
                  <c:v>142</c:v>
                </c:pt>
                <c:pt idx="25">
                  <c:v>143</c:v>
                </c:pt>
                <c:pt idx="26">
                  <c:v>158</c:v>
                </c:pt>
                <c:pt idx="27">
                  <c:v>130</c:v>
                </c:pt>
                <c:pt idx="28">
                  <c:v>148</c:v>
                </c:pt>
                <c:pt idx="29">
                  <c:v>135</c:v>
                </c:pt>
                <c:pt idx="30">
                  <c:v>132</c:v>
                </c:pt>
                <c:pt idx="31">
                  <c:v>157</c:v>
                </c:pt>
                <c:pt idx="32">
                  <c:v>130</c:v>
                </c:pt>
                <c:pt idx="33">
                  <c:v>126</c:v>
                </c:pt>
                <c:pt idx="34">
                  <c:v>128</c:v>
                </c:pt>
                <c:pt idx="35">
                  <c:v>150</c:v>
                </c:pt>
                <c:pt idx="36">
                  <c:v>136</c:v>
                </c:pt>
                <c:pt idx="37">
                  <c:v>144</c:v>
                </c:pt>
                <c:pt idx="38">
                  <c:v>123</c:v>
                </c:pt>
                <c:pt idx="39">
                  <c:v>125</c:v>
                </c:pt>
                <c:pt idx="40">
                  <c:v>152</c:v>
                </c:pt>
                <c:pt idx="41">
                  <c:v>137</c:v>
                </c:pt>
                <c:pt idx="42">
                  <c:v>141</c:v>
                </c:pt>
                <c:pt idx="43">
                  <c:v>132</c:v>
                </c:pt>
                <c:pt idx="44">
                  <c:v>133</c:v>
                </c:pt>
                <c:pt idx="45">
                  <c:v>136</c:v>
                </c:pt>
                <c:pt idx="46">
                  <c:v>142</c:v>
                </c:pt>
                <c:pt idx="47">
                  <c:v>131</c:v>
                </c:pt>
                <c:pt idx="48">
                  <c:v>120</c:v>
                </c:pt>
                <c:pt idx="49">
                  <c:v>125</c:v>
                </c:pt>
                <c:pt idx="50">
                  <c:v>150</c:v>
                </c:pt>
                <c:pt idx="51">
                  <c:v>152</c:v>
                </c:pt>
                <c:pt idx="52">
                  <c:v>137</c:v>
                </c:pt>
                <c:pt idx="53">
                  <c:v>121</c:v>
                </c:pt>
                <c:pt idx="54">
                  <c:v>162</c:v>
                </c:pt>
                <c:pt idx="55">
                  <c:v>169</c:v>
                </c:pt>
                <c:pt idx="56">
                  <c:v>137</c:v>
                </c:pt>
                <c:pt idx="57">
                  <c:v>139</c:v>
                </c:pt>
                <c:pt idx="58">
                  <c:v>126</c:v>
                </c:pt>
                <c:pt idx="59">
                  <c:v>149</c:v>
                </c:pt>
                <c:pt idx="60">
                  <c:v>121</c:v>
                </c:pt>
                <c:pt idx="61">
                  <c:v>123</c:v>
                </c:pt>
                <c:pt idx="62">
                  <c:v>137</c:v>
                </c:pt>
                <c:pt idx="63">
                  <c:v>120</c:v>
                </c:pt>
                <c:pt idx="64">
                  <c:v>149</c:v>
                </c:pt>
                <c:pt idx="65">
                  <c:v>150</c:v>
                </c:pt>
                <c:pt idx="66">
                  <c:v>143</c:v>
                </c:pt>
                <c:pt idx="67">
                  <c:v>165</c:v>
                </c:pt>
                <c:pt idx="68">
                  <c:v>147</c:v>
                </c:pt>
                <c:pt idx="69">
                  <c:v>120</c:v>
                </c:pt>
                <c:pt idx="70">
                  <c:v>128</c:v>
                </c:pt>
                <c:pt idx="71">
                  <c:v>168</c:v>
                </c:pt>
                <c:pt idx="72">
                  <c:v>123</c:v>
                </c:pt>
                <c:pt idx="73">
                  <c:v>141</c:v>
                </c:pt>
                <c:pt idx="74">
                  <c:v>161</c:v>
                </c:pt>
                <c:pt idx="75">
                  <c:v>124</c:v>
                </c:pt>
                <c:pt idx="76">
                  <c:v>136</c:v>
                </c:pt>
                <c:pt idx="77">
                  <c:v>137</c:v>
                </c:pt>
                <c:pt idx="78">
                  <c:v>129</c:v>
                </c:pt>
                <c:pt idx="79">
                  <c:v>123</c:v>
                </c:pt>
                <c:pt idx="80">
                  <c:v>156</c:v>
                </c:pt>
                <c:pt idx="81">
                  <c:v>128</c:v>
                </c:pt>
                <c:pt idx="82">
                  <c:v>147</c:v>
                </c:pt>
                <c:pt idx="83">
                  <c:v>140</c:v>
                </c:pt>
                <c:pt idx="84">
                  <c:v>128</c:v>
                </c:pt>
                <c:pt idx="85">
                  <c:v>124</c:v>
                </c:pt>
                <c:pt idx="86">
                  <c:v>160</c:v>
                </c:pt>
                <c:pt idx="87">
                  <c:v>128</c:v>
                </c:pt>
                <c:pt idx="88">
                  <c:v>150</c:v>
                </c:pt>
                <c:pt idx="89">
                  <c:v>133</c:v>
                </c:pt>
                <c:pt idx="90">
                  <c:v>127</c:v>
                </c:pt>
                <c:pt idx="91">
                  <c:v>145</c:v>
                </c:pt>
                <c:pt idx="92">
                  <c:v>155</c:v>
                </c:pt>
                <c:pt idx="93">
                  <c:v>135</c:v>
                </c:pt>
                <c:pt idx="94">
                  <c:v>157</c:v>
                </c:pt>
                <c:pt idx="95">
                  <c:v>161</c:v>
                </c:pt>
                <c:pt idx="96">
                  <c:v>148</c:v>
                </c:pt>
                <c:pt idx="97">
                  <c:v>137</c:v>
                </c:pt>
                <c:pt idx="98">
                  <c:v>137</c:v>
                </c:pt>
                <c:pt idx="99">
                  <c:v>167</c:v>
                </c:pt>
                <c:pt idx="100">
                  <c:v>132</c:v>
                </c:pt>
                <c:pt idx="101">
                  <c:v>130</c:v>
                </c:pt>
                <c:pt idx="102">
                  <c:v>147</c:v>
                </c:pt>
                <c:pt idx="103">
                  <c:v>150</c:v>
                </c:pt>
                <c:pt idx="104">
                  <c:v>128</c:v>
                </c:pt>
                <c:pt idx="105">
                  <c:v>124</c:v>
                </c:pt>
                <c:pt idx="106">
                  <c:v>150</c:v>
                </c:pt>
                <c:pt idx="107">
                  <c:v>136</c:v>
                </c:pt>
                <c:pt idx="108">
                  <c:v>128</c:v>
                </c:pt>
                <c:pt idx="109">
                  <c:v>128</c:v>
                </c:pt>
                <c:pt idx="110">
                  <c:v>141</c:v>
                </c:pt>
                <c:pt idx="111">
                  <c:v>142</c:v>
                </c:pt>
                <c:pt idx="112">
                  <c:v>129</c:v>
                </c:pt>
                <c:pt idx="113">
                  <c:v>162</c:v>
                </c:pt>
                <c:pt idx="114">
                  <c:v>149</c:v>
                </c:pt>
                <c:pt idx="115">
                  <c:v>125</c:v>
                </c:pt>
                <c:pt idx="116">
                  <c:v>135</c:v>
                </c:pt>
                <c:pt idx="117">
                  <c:v>131</c:v>
                </c:pt>
                <c:pt idx="118">
                  <c:v>140</c:v>
                </c:pt>
                <c:pt idx="119">
                  <c:v>128</c:v>
                </c:pt>
                <c:pt idx="120">
                  <c:v>145</c:v>
                </c:pt>
                <c:pt idx="121">
                  <c:v>125</c:v>
                </c:pt>
                <c:pt idx="122">
                  <c:v>148</c:v>
                </c:pt>
                <c:pt idx="123">
                  <c:v>130</c:v>
                </c:pt>
                <c:pt idx="124">
                  <c:v>145</c:v>
                </c:pt>
                <c:pt idx="125">
                  <c:v>141</c:v>
                </c:pt>
                <c:pt idx="126">
                  <c:v>150</c:v>
                </c:pt>
                <c:pt idx="127">
                  <c:v>142</c:v>
                </c:pt>
                <c:pt idx="128">
                  <c:v>132</c:v>
                </c:pt>
                <c:pt idx="129">
                  <c:v>154</c:v>
                </c:pt>
                <c:pt idx="130">
                  <c:v>160</c:v>
                </c:pt>
                <c:pt idx="131">
                  <c:v>127</c:v>
                </c:pt>
                <c:pt idx="132">
                  <c:v>151</c:v>
                </c:pt>
                <c:pt idx="133">
                  <c:v>157</c:v>
                </c:pt>
                <c:pt idx="134">
                  <c:v>131</c:v>
                </c:pt>
                <c:pt idx="135">
                  <c:v>136</c:v>
                </c:pt>
                <c:pt idx="136">
                  <c:v>135</c:v>
                </c:pt>
                <c:pt idx="137">
                  <c:v>121</c:v>
                </c:pt>
                <c:pt idx="138">
                  <c:v>137</c:v>
                </c:pt>
                <c:pt idx="139">
                  <c:v>150</c:v>
                </c:pt>
                <c:pt idx="140">
                  <c:v>144</c:v>
                </c:pt>
                <c:pt idx="141">
                  <c:v>136</c:v>
                </c:pt>
                <c:pt idx="142">
                  <c:v>128</c:v>
                </c:pt>
                <c:pt idx="143">
                  <c:v>140</c:v>
                </c:pt>
                <c:pt idx="144">
                  <c:v>156</c:v>
                </c:pt>
                <c:pt idx="145">
                  <c:v>123</c:v>
                </c:pt>
                <c:pt idx="146">
                  <c:v>149</c:v>
                </c:pt>
                <c:pt idx="147">
                  <c:v>130</c:v>
                </c:pt>
                <c:pt idx="148">
                  <c:v>132</c:v>
                </c:pt>
                <c:pt idx="149">
                  <c:v>123</c:v>
                </c:pt>
                <c:pt idx="150">
                  <c:v>128</c:v>
                </c:pt>
                <c:pt idx="151">
                  <c:v>132</c:v>
                </c:pt>
                <c:pt idx="152">
                  <c:v>158</c:v>
                </c:pt>
                <c:pt idx="153">
                  <c:v>147</c:v>
                </c:pt>
                <c:pt idx="154">
                  <c:v>168</c:v>
                </c:pt>
                <c:pt idx="155">
                  <c:v>136</c:v>
                </c:pt>
                <c:pt idx="156">
                  <c:v>149</c:v>
                </c:pt>
                <c:pt idx="157">
                  <c:v>162</c:v>
                </c:pt>
                <c:pt idx="158">
                  <c:v>127</c:v>
                </c:pt>
                <c:pt idx="159">
                  <c:v>139</c:v>
                </c:pt>
                <c:pt idx="160">
                  <c:v>149</c:v>
                </c:pt>
                <c:pt idx="161">
                  <c:v>165</c:v>
                </c:pt>
                <c:pt idx="162">
                  <c:v>157</c:v>
                </c:pt>
                <c:pt idx="163">
                  <c:v>121</c:v>
                </c:pt>
                <c:pt idx="164">
                  <c:v>141</c:v>
                </c:pt>
                <c:pt idx="165">
                  <c:v>142</c:v>
                </c:pt>
                <c:pt idx="166">
                  <c:v>122</c:v>
                </c:pt>
                <c:pt idx="167">
                  <c:v>137</c:v>
                </c:pt>
                <c:pt idx="168">
                  <c:v>168</c:v>
                </c:pt>
                <c:pt idx="169">
                  <c:v>135</c:v>
                </c:pt>
                <c:pt idx="170">
                  <c:v>157</c:v>
                </c:pt>
                <c:pt idx="171">
                  <c:v>131</c:v>
                </c:pt>
                <c:pt idx="172">
                  <c:v>156</c:v>
                </c:pt>
                <c:pt idx="173">
                  <c:v>153</c:v>
                </c:pt>
                <c:pt idx="174">
                  <c:v>142</c:v>
                </c:pt>
                <c:pt idx="175">
                  <c:v>137</c:v>
                </c:pt>
                <c:pt idx="176">
                  <c:v>161</c:v>
                </c:pt>
                <c:pt idx="177">
                  <c:v>130</c:v>
                </c:pt>
                <c:pt idx="178">
                  <c:v>134</c:v>
                </c:pt>
                <c:pt idx="179">
                  <c:v>156</c:v>
                </c:pt>
                <c:pt idx="180">
                  <c:v>126</c:v>
                </c:pt>
                <c:pt idx="181">
                  <c:v>121</c:v>
                </c:pt>
                <c:pt idx="182">
                  <c:v>144</c:v>
                </c:pt>
                <c:pt idx="183">
                  <c:v>135</c:v>
                </c:pt>
                <c:pt idx="184">
                  <c:v>166</c:v>
                </c:pt>
                <c:pt idx="185">
                  <c:v>131</c:v>
                </c:pt>
                <c:pt idx="186">
                  <c:v>147</c:v>
                </c:pt>
                <c:pt idx="187">
                  <c:v>148</c:v>
                </c:pt>
                <c:pt idx="188">
                  <c:v>144</c:v>
                </c:pt>
                <c:pt idx="189">
                  <c:v>154</c:v>
                </c:pt>
                <c:pt idx="190">
                  <c:v>120</c:v>
                </c:pt>
                <c:pt idx="191">
                  <c:v>143</c:v>
                </c:pt>
                <c:pt idx="192">
                  <c:v>125</c:v>
                </c:pt>
                <c:pt idx="193">
                  <c:v>164</c:v>
                </c:pt>
                <c:pt idx="194">
                  <c:v>121</c:v>
                </c:pt>
                <c:pt idx="195">
                  <c:v>120</c:v>
                </c:pt>
                <c:pt idx="196">
                  <c:v>129</c:v>
                </c:pt>
                <c:pt idx="197">
                  <c:v>158</c:v>
                </c:pt>
                <c:pt idx="198">
                  <c:v>120</c:v>
                </c:pt>
                <c:pt idx="199">
                  <c:v>135</c:v>
                </c:pt>
                <c:pt idx="200">
                  <c:v>154</c:v>
                </c:pt>
                <c:pt idx="201">
                  <c:v>160</c:v>
                </c:pt>
                <c:pt idx="202">
                  <c:v>125</c:v>
                </c:pt>
                <c:pt idx="203">
                  <c:v>154</c:v>
                </c:pt>
                <c:pt idx="204">
                  <c:v>127</c:v>
                </c:pt>
                <c:pt idx="205">
                  <c:v>137</c:v>
                </c:pt>
                <c:pt idx="206">
                  <c:v>136</c:v>
                </c:pt>
                <c:pt idx="207">
                  <c:v>138</c:v>
                </c:pt>
                <c:pt idx="208">
                  <c:v>160</c:v>
                </c:pt>
                <c:pt idx="209">
                  <c:v>151</c:v>
                </c:pt>
                <c:pt idx="210">
                  <c:v>132</c:v>
                </c:pt>
                <c:pt idx="211">
                  <c:v>138</c:v>
                </c:pt>
                <c:pt idx="212">
                  <c:v>128</c:v>
                </c:pt>
                <c:pt idx="213">
                  <c:v>147</c:v>
                </c:pt>
                <c:pt idx="214">
                  <c:v>155</c:v>
                </c:pt>
                <c:pt idx="215">
                  <c:v>163</c:v>
                </c:pt>
                <c:pt idx="216">
                  <c:v>139</c:v>
                </c:pt>
                <c:pt idx="217">
                  <c:v>168</c:v>
                </c:pt>
                <c:pt idx="218">
                  <c:v>120</c:v>
                </c:pt>
                <c:pt idx="219">
                  <c:v>133</c:v>
                </c:pt>
                <c:pt idx="220">
                  <c:v>124</c:v>
                </c:pt>
                <c:pt idx="221">
                  <c:v>158</c:v>
                </c:pt>
                <c:pt idx="222">
                  <c:v>152</c:v>
                </c:pt>
                <c:pt idx="223">
                  <c:v>138</c:v>
                </c:pt>
                <c:pt idx="224">
                  <c:v>139</c:v>
                </c:pt>
                <c:pt idx="225">
                  <c:v>145</c:v>
                </c:pt>
                <c:pt idx="226">
                  <c:v>130</c:v>
                </c:pt>
                <c:pt idx="227">
                  <c:v>162</c:v>
                </c:pt>
                <c:pt idx="228">
                  <c:v>122</c:v>
                </c:pt>
                <c:pt idx="229">
                  <c:v>166</c:v>
                </c:pt>
                <c:pt idx="230">
                  <c:v>158</c:v>
                </c:pt>
                <c:pt idx="231">
                  <c:v>166</c:v>
                </c:pt>
                <c:pt idx="232">
                  <c:v>123</c:v>
                </c:pt>
                <c:pt idx="233">
                  <c:v>137</c:v>
                </c:pt>
                <c:pt idx="234">
                  <c:v>120</c:v>
                </c:pt>
                <c:pt idx="235">
                  <c:v>141</c:v>
                </c:pt>
                <c:pt idx="236">
                  <c:v>126</c:v>
                </c:pt>
                <c:pt idx="237">
                  <c:v>158</c:v>
                </c:pt>
                <c:pt idx="238">
                  <c:v>120</c:v>
                </c:pt>
                <c:pt idx="239">
                  <c:v>167</c:v>
                </c:pt>
                <c:pt idx="240">
                  <c:v>168</c:v>
                </c:pt>
                <c:pt idx="241">
                  <c:v>163</c:v>
                </c:pt>
                <c:pt idx="242">
                  <c:v>136</c:v>
                </c:pt>
                <c:pt idx="243">
                  <c:v>142</c:v>
                </c:pt>
                <c:pt idx="244">
                  <c:v>138</c:v>
                </c:pt>
                <c:pt idx="245">
                  <c:v>141</c:v>
                </c:pt>
                <c:pt idx="246">
                  <c:v>146</c:v>
                </c:pt>
                <c:pt idx="247">
                  <c:v>145</c:v>
                </c:pt>
                <c:pt idx="248">
                  <c:v>148</c:v>
                </c:pt>
                <c:pt idx="249">
                  <c:v>129</c:v>
                </c:pt>
                <c:pt idx="250">
                  <c:v>129</c:v>
                </c:pt>
                <c:pt idx="251">
                  <c:v>135</c:v>
                </c:pt>
                <c:pt idx="252">
                  <c:v>158</c:v>
                </c:pt>
                <c:pt idx="253">
                  <c:v>147</c:v>
                </c:pt>
                <c:pt idx="254">
                  <c:v>155</c:v>
                </c:pt>
                <c:pt idx="255">
                  <c:v>127</c:v>
                </c:pt>
                <c:pt idx="256">
                  <c:v>122</c:v>
                </c:pt>
                <c:pt idx="257">
                  <c:v>132</c:v>
                </c:pt>
                <c:pt idx="258">
                  <c:v>125</c:v>
                </c:pt>
                <c:pt idx="259">
                  <c:v>134</c:v>
                </c:pt>
                <c:pt idx="260">
                  <c:v>131</c:v>
                </c:pt>
                <c:pt idx="261">
                  <c:v>130</c:v>
                </c:pt>
                <c:pt idx="262">
                  <c:v>129</c:v>
                </c:pt>
                <c:pt idx="263">
                  <c:v>130</c:v>
                </c:pt>
                <c:pt idx="264">
                  <c:v>133</c:v>
                </c:pt>
                <c:pt idx="265">
                  <c:v>130</c:v>
                </c:pt>
                <c:pt idx="266">
                  <c:v>145</c:v>
                </c:pt>
                <c:pt idx="267">
                  <c:v>126</c:v>
                </c:pt>
                <c:pt idx="268">
                  <c:v>141</c:v>
                </c:pt>
                <c:pt idx="269">
                  <c:v>132</c:v>
                </c:pt>
                <c:pt idx="270">
                  <c:v>121</c:v>
                </c:pt>
                <c:pt idx="271">
                  <c:v>129</c:v>
                </c:pt>
                <c:pt idx="272">
                  <c:v>141</c:v>
                </c:pt>
                <c:pt idx="273">
                  <c:v>142</c:v>
                </c:pt>
                <c:pt idx="274">
                  <c:v>129</c:v>
                </c:pt>
                <c:pt idx="275">
                  <c:v>132</c:v>
                </c:pt>
                <c:pt idx="276">
                  <c:v>149</c:v>
                </c:pt>
                <c:pt idx="277">
                  <c:v>139</c:v>
                </c:pt>
                <c:pt idx="278">
                  <c:v>145</c:v>
                </c:pt>
                <c:pt idx="279">
                  <c:v>132</c:v>
                </c:pt>
                <c:pt idx="280">
                  <c:v>121</c:v>
                </c:pt>
                <c:pt idx="281">
                  <c:v>151</c:v>
                </c:pt>
                <c:pt idx="282">
                  <c:v>122</c:v>
                </c:pt>
                <c:pt idx="283">
                  <c:v>164</c:v>
                </c:pt>
                <c:pt idx="284">
                  <c:v>130</c:v>
                </c:pt>
                <c:pt idx="285">
                  <c:v>130</c:v>
                </c:pt>
                <c:pt idx="286">
                  <c:v>131</c:v>
                </c:pt>
                <c:pt idx="287">
                  <c:v>131</c:v>
                </c:pt>
                <c:pt idx="288">
                  <c:v>134</c:v>
                </c:pt>
                <c:pt idx="289">
                  <c:v>136</c:v>
                </c:pt>
                <c:pt idx="290">
                  <c:v>148</c:v>
                </c:pt>
                <c:pt idx="291">
                  <c:v>143</c:v>
                </c:pt>
                <c:pt idx="292">
                  <c:v>128</c:v>
                </c:pt>
                <c:pt idx="293">
                  <c:v>133</c:v>
                </c:pt>
                <c:pt idx="294">
                  <c:v>153</c:v>
                </c:pt>
                <c:pt idx="295">
                  <c:v>168</c:v>
                </c:pt>
                <c:pt idx="296">
                  <c:v>132</c:v>
                </c:pt>
                <c:pt idx="297">
                  <c:v>147</c:v>
                </c:pt>
                <c:pt idx="298">
                  <c:v>162</c:v>
                </c:pt>
                <c:pt idx="299">
                  <c:v>124</c:v>
                </c:pt>
                <c:pt idx="300">
                  <c:v>165</c:v>
                </c:pt>
                <c:pt idx="301">
                  <c:v>144</c:v>
                </c:pt>
                <c:pt idx="302">
                  <c:v>139</c:v>
                </c:pt>
                <c:pt idx="303">
                  <c:v>156</c:v>
                </c:pt>
                <c:pt idx="304">
                  <c:v>149</c:v>
                </c:pt>
                <c:pt idx="305">
                  <c:v>152</c:v>
                </c:pt>
                <c:pt idx="306">
                  <c:v>153</c:v>
                </c:pt>
                <c:pt idx="307">
                  <c:v>129</c:v>
                </c:pt>
                <c:pt idx="308">
                  <c:v>126</c:v>
                </c:pt>
                <c:pt idx="309">
                  <c:v>161</c:v>
                </c:pt>
                <c:pt idx="310">
                  <c:v>126</c:v>
                </c:pt>
                <c:pt idx="311">
                  <c:v>130</c:v>
                </c:pt>
                <c:pt idx="312">
                  <c:v>123</c:v>
                </c:pt>
                <c:pt idx="313">
                  <c:v>147</c:v>
                </c:pt>
                <c:pt idx="314">
                  <c:v>134</c:v>
                </c:pt>
                <c:pt idx="315">
                  <c:v>127</c:v>
                </c:pt>
                <c:pt idx="316">
                  <c:v>158</c:v>
                </c:pt>
                <c:pt idx="317">
                  <c:v>148</c:v>
                </c:pt>
                <c:pt idx="318">
                  <c:v>120</c:v>
                </c:pt>
                <c:pt idx="319">
                  <c:v>139</c:v>
                </c:pt>
                <c:pt idx="320">
                  <c:v>134</c:v>
                </c:pt>
                <c:pt idx="321">
                  <c:v>152</c:v>
                </c:pt>
                <c:pt idx="322">
                  <c:v>162</c:v>
                </c:pt>
                <c:pt idx="323">
                  <c:v>132</c:v>
                </c:pt>
                <c:pt idx="324">
                  <c:v>144</c:v>
                </c:pt>
                <c:pt idx="325">
                  <c:v>151</c:v>
                </c:pt>
                <c:pt idx="326">
                  <c:v>162</c:v>
                </c:pt>
                <c:pt idx="327">
                  <c:v>155</c:v>
                </c:pt>
                <c:pt idx="328">
                  <c:v>161</c:v>
                </c:pt>
                <c:pt idx="329">
                  <c:v>146</c:v>
                </c:pt>
                <c:pt idx="330">
                  <c:v>159</c:v>
                </c:pt>
                <c:pt idx="331">
                  <c:v>130</c:v>
                </c:pt>
                <c:pt idx="332">
                  <c:v>129</c:v>
                </c:pt>
                <c:pt idx="333">
                  <c:v>142</c:v>
                </c:pt>
                <c:pt idx="334">
                  <c:v>156</c:v>
                </c:pt>
                <c:pt idx="335">
                  <c:v>163</c:v>
                </c:pt>
                <c:pt idx="336">
                  <c:v>145</c:v>
                </c:pt>
                <c:pt idx="337">
                  <c:v>131</c:v>
                </c:pt>
                <c:pt idx="338">
                  <c:v>128</c:v>
                </c:pt>
                <c:pt idx="339">
                  <c:v>165</c:v>
                </c:pt>
                <c:pt idx="340">
                  <c:v>130</c:v>
                </c:pt>
                <c:pt idx="341">
                  <c:v>134</c:v>
                </c:pt>
                <c:pt idx="342">
                  <c:v>137</c:v>
                </c:pt>
                <c:pt idx="343">
                  <c:v>153</c:v>
                </c:pt>
                <c:pt idx="344">
                  <c:v>167</c:v>
                </c:pt>
                <c:pt idx="345">
                  <c:v>132</c:v>
                </c:pt>
                <c:pt idx="346">
                  <c:v>151</c:v>
                </c:pt>
                <c:pt idx="347">
                  <c:v>165</c:v>
                </c:pt>
                <c:pt idx="348">
                  <c:v>161</c:v>
                </c:pt>
                <c:pt idx="349">
                  <c:v>149</c:v>
                </c:pt>
                <c:pt idx="350">
                  <c:v>148</c:v>
                </c:pt>
                <c:pt idx="351">
                  <c:v>153</c:v>
                </c:pt>
                <c:pt idx="352">
                  <c:v>152</c:v>
                </c:pt>
                <c:pt idx="353">
                  <c:v>133</c:v>
                </c:pt>
                <c:pt idx="354">
                  <c:v>165</c:v>
                </c:pt>
                <c:pt idx="355">
                  <c:v>151</c:v>
                </c:pt>
                <c:pt idx="356">
                  <c:v>128</c:v>
                </c:pt>
                <c:pt idx="357">
                  <c:v>165</c:v>
                </c:pt>
                <c:pt idx="358">
                  <c:v>168</c:v>
                </c:pt>
                <c:pt idx="359">
                  <c:v>153</c:v>
                </c:pt>
                <c:pt idx="360">
                  <c:v>161</c:v>
                </c:pt>
                <c:pt idx="361">
                  <c:v>121</c:v>
                </c:pt>
                <c:pt idx="362">
                  <c:v>157</c:v>
                </c:pt>
                <c:pt idx="363">
                  <c:v>169</c:v>
                </c:pt>
                <c:pt idx="364">
                  <c:v>157</c:v>
                </c:pt>
                <c:pt idx="365">
                  <c:v>154</c:v>
                </c:pt>
                <c:pt idx="366">
                  <c:v>138</c:v>
                </c:pt>
                <c:pt idx="367">
                  <c:v>162</c:v>
                </c:pt>
                <c:pt idx="368">
                  <c:v>158</c:v>
                </c:pt>
                <c:pt idx="369">
                  <c:v>142</c:v>
                </c:pt>
                <c:pt idx="370">
                  <c:v>152</c:v>
                </c:pt>
                <c:pt idx="371">
                  <c:v>155</c:v>
                </c:pt>
                <c:pt idx="372">
                  <c:v>168</c:v>
                </c:pt>
                <c:pt idx="373">
                  <c:v>151</c:v>
                </c:pt>
                <c:pt idx="374">
                  <c:v>155</c:v>
                </c:pt>
                <c:pt idx="375">
                  <c:v>168</c:v>
                </c:pt>
                <c:pt idx="376">
                  <c:v>166</c:v>
                </c:pt>
                <c:pt idx="377">
                  <c:v>142</c:v>
                </c:pt>
                <c:pt idx="378">
                  <c:v>120</c:v>
                </c:pt>
                <c:pt idx="379">
                  <c:v>156</c:v>
                </c:pt>
                <c:pt idx="380">
                  <c:v>147</c:v>
                </c:pt>
                <c:pt idx="381">
                  <c:v>150</c:v>
                </c:pt>
                <c:pt idx="382">
                  <c:v>157</c:v>
                </c:pt>
                <c:pt idx="383">
                  <c:v>167</c:v>
                </c:pt>
                <c:pt idx="384">
                  <c:v>164</c:v>
                </c:pt>
                <c:pt idx="385">
                  <c:v>133</c:v>
                </c:pt>
                <c:pt idx="386">
                  <c:v>127</c:v>
                </c:pt>
                <c:pt idx="387">
                  <c:v>163</c:v>
                </c:pt>
                <c:pt idx="388">
                  <c:v>130</c:v>
                </c:pt>
                <c:pt idx="389">
                  <c:v>153</c:v>
                </c:pt>
                <c:pt idx="390">
                  <c:v>144</c:v>
                </c:pt>
                <c:pt idx="391">
                  <c:v>132</c:v>
                </c:pt>
                <c:pt idx="392">
                  <c:v>149</c:v>
                </c:pt>
                <c:pt idx="393">
                  <c:v>168</c:v>
                </c:pt>
                <c:pt idx="394">
                  <c:v>168</c:v>
                </c:pt>
                <c:pt idx="395">
                  <c:v>166</c:v>
                </c:pt>
                <c:pt idx="396">
                  <c:v>149</c:v>
                </c:pt>
                <c:pt idx="397">
                  <c:v>168</c:v>
                </c:pt>
                <c:pt idx="398">
                  <c:v>138</c:v>
                </c:pt>
                <c:pt idx="399">
                  <c:v>145</c:v>
                </c:pt>
                <c:pt idx="400">
                  <c:v>136</c:v>
                </c:pt>
                <c:pt idx="401">
                  <c:v>121</c:v>
                </c:pt>
                <c:pt idx="402">
                  <c:v>153</c:v>
                </c:pt>
                <c:pt idx="403">
                  <c:v>154</c:v>
                </c:pt>
                <c:pt idx="404">
                  <c:v>164</c:v>
                </c:pt>
                <c:pt idx="405">
                  <c:v>122</c:v>
                </c:pt>
                <c:pt idx="406">
                  <c:v>136</c:v>
                </c:pt>
                <c:pt idx="407">
                  <c:v>125</c:v>
                </c:pt>
                <c:pt idx="408">
                  <c:v>129</c:v>
                </c:pt>
                <c:pt idx="409">
                  <c:v>159</c:v>
                </c:pt>
                <c:pt idx="410">
                  <c:v>134</c:v>
                </c:pt>
                <c:pt idx="411">
                  <c:v>128</c:v>
                </c:pt>
                <c:pt idx="412">
                  <c:v>138</c:v>
                </c:pt>
                <c:pt idx="413">
                  <c:v>132</c:v>
                </c:pt>
                <c:pt idx="414">
                  <c:v>147</c:v>
                </c:pt>
                <c:pt idx="415">
                  <c:v>133</c:v>
                </c:pt>
                <c:pt idx="416">
                  <c:v>161</c:v>
                </c:pt>
                <c:pt idx="417">
                  <c:v>138</c:v>
                </c:pt>
                <c:pt idx="418">
                  <c:v>129</c:v>
                </c:pt>
                <c:pt idx="419">
                  <c:v>133</c:v>
                </c:pt>
                <c:pt idx="420">
                  <c:v>135</c:v>
                </c:pt>
                <c:pt idx="421">
                  <c:v>131</c:v>
                </c:pt>
                <c:pt idx="422">
                  <c:v>145</c:v>
                </c:pt>
                <c:pt idx="423">
                  <c:v>143</c:v>
                </c:pt>
                <c:pt idx="424">
                  <c:v>120</c:v>
                </c:pt>
                <c:pt idx="425">
                  <c:v>125</c:v>
                </c:pt>
                <c:pt idx="426">
                  <c:v>133</c:v>
                </c:pt>
                <c:pt idx="427">
                  <c:v>139</c:v>
                </c:pt>
                <c:pt idx="428">
                  <c:v>122</c:v>
                </c:pt>
                <c:pt idx="429">
                  <c:v>139</c:v>
                </c:pt>
                <c:pt idx="430">
                  <c:v>158</c:v>
                </c:pt>
                <c:pt idx="431">
                  <c:v>141</c:v>
                </c:pt>
                <c:pt idx="432">
                  <c:v>166</c:v>
                </c:pt>
                <c:pt idx="433">
                  <c:v>135</c:v>
                </c:pt>
                <c:pt idx="434">
                  <c:v>165</c:v>
                </c:pt>
                <c:pt idx="435">
                  <c:v>144</c:v>
                </c:pt>
                <c:pt idx="436">
                  <c:v>157</c:v>
                </c:pt>
                <c:pt idx="437">
                  <c:v>137</c:v>
                </c:pt>
                <c:pt idx="438">
                  <c:v>127</c:v>
                </c:pt>
                <c:pt idx="439">
                  <c:v>127</c:v>
                </c:pt>
                <c:pt idx="440">
                  <c:v>142</c:v>
                </c:pt>
                <c:pt idx="441">
                  <c:v>137</c:v>
                </c:pt>
                <c:pt idx="442">
                  <c:v>139</c:v>
                </c:pt>
                <c:pt idx="443">
                  <c:v>155</c:v>
                </c:pt>
                <c:pt idx="444">
                  <c:v>153</c:v>
                </c:pt>
                <c:pt idx="445">
                  <c:v>122</c:v>
                </c:pt>
                <c:pt idx="446">
                  <c:v>156</c:v>
                </c:pt>
                <c:pt idx="447">
                  <c:v>136</c:v>
                </c:pt>
                <c:pt idx="448">
                  <c:v>136</c:v>
                </c:pt>
                <c:pt idx="449">
                  <c:v>131</c:v>
                </c:pt>
                <c:pt idx="450">
                  <c:v>125</c:v>
                </c:pt>
                <c:pt idx="451">
                  <c:v>120</c:v>
                </c:pt>
                <c:pt idx="452">
                  <c:v>148</c:v>
                </c:pt>
                <c:pt idx="453">
                  <c:v>126</c:v>
                </c:pt>
                <c:pt idx="454">
                  <c:v>134</c:v>
                </c:pt>
                <c:pt idx="455">
                  <c:v>138</c:v>
                </c:pt>
                <c:pt idx="456">
                  <c:v>151</c:v>
                </c:pt>
                <c:pt idx="457">
                  <c:v>131</c:v>
                </c:pt>
                <c:pt idx="458">
                  <c:v>148</c:v>
                </c:pt>
                <c:pt idx="459">
                  <c:v>131</c:v>
                </c:pt>
                <c:pt idx="460">
                  <c:v>123</c:v>
                </c:pt>
                <c:pt idx="461">
                  <c:v>138</c:v>
                </c:pt>
                <c:pt idx="462">
                  <c:v>138</c:v>
                </c:pt>
                <c:pt idx="463">
                  <c:v>138</c:v>
                </c:pt>
                <c:pt idx="464">
                  <c:v>132</c:v>
                </c:pt>
                <c:pt idx="465">
                  <c:v>152</c:v>
                </c:pt>
                <c:pt idx="466">
                  <c:v>161</c:v>
                </c:pt>
                <c:pt idx="467">
                  <c:v>138</c:v>
                </c:pt>
                <c:pt idx="468">
                  <c:v>140</c:v>
                </c:pt>
                <c:pt idx="469">
                  <c:v>131</c:v>
                </c:pt>
                <c:pt idx="470">
                  <c:v>129</c:v>
                </c:pt>
                <c:pt idx="471">
                  <c:v>135</c:v>
                </c:pt>
                <c:pt idx="472">
                  <c:v>120</c:v>
                </c:pt>
                <c:pt idx="473">
                  <c:v>123</c:v>
                </c:pt>
                <c:pt idx="474">
                  <c:v>149</c:v>
                </c:pt>
                <c:pt idx="475">
                  <c:v>120</c:v>
                </c:pt>
                <c:pt idx="476">
                  <c:v>123</c:v>
                </c:pt>
                <c:pt idx="477">
                  <c:v>141</c:v>
                </c:pt>
                <c:pt idx="478">
                  <c:v>135</c:v>
                </c:pt>
                <c:pt idx="479">
                  <c:v>140</c:v>
                </c:pt>
                <c:pt idx="480">
                  <c:v>154</c:v>
                </c:pt>
                <c:pt idx="481">
                  <c:v>140</c:v>
                </c:pt>
                <c:pt idx="482">
                  <c:v>130</c:v>
                </c:pt>
                <c:pt idx="483">
                  <c:v>147</c:v>
                </c:pt>
                <c:pt idx="484">
                  <c:v>139</c:v>
                </c:pt>
                <c:pt idx="485">
                  <c:v>137</c:v>
                </c:pt>
                <c:pt idx="486">
                  <c:v>123</c:v>
                </c:pt>
                <c:pt idx="487">
                  <c:v>143</c:v>
                </c:pt>
                <c:pt idx="488">
                  <c:v>137</c:v>
                </c:pt>
                <c:pt idx="489">
                  <c:v>133</c:v>
                </c:pt>
                <c:pt idx="490">
                  <c:v>127</c:v>
                </c:pt>
                <c:pt idx="491">
                  <c:v>127</c:v>
                </c:pt>
                <c:pt idx="492">
                  <c:v>158</c:v>
                </c:pt>
                <c:pt idx="493">
                  <c:v>144</c:v>
                </c:pt>
                <c:pt idx="494">
                  <c:v>135</c:v>
                </c:pt>
                <c:pt idx="495">
                  <c:v>145</c:v>
                </c:pt>
                <c:pt idx="496">
                  <c:v>132</c:v>
                </c:pt>
                <c:pt idx="497">
                  <c:v>157</c:v>
                </c:pt>
                <c:pt idx="498">
                  <c:v>121</c:v>
                </c:pt>
                <c:pt idx="499">
                  <c:v>122</c:v>
                </c:pt>
                <c:pt idx="500">
                  <c:v>143</c:v>
                </c:pt>
                <c:pt idx="501">
                  <c:v>138</c:v>
                </c:pt>
                <c:pt idx="502">
                  <c:v>162</c:v>
                </c:pt>
                <c:pt idx="503">
                  <c:v>128</c:v>
                </c:pt>
                <c:pt idx="504">
                  <c:v>131</c:v>
                </c:pt>
                <c:pt idx="505">
                  <c:v>139</c:v>
                </c:pt>
                <c:pt idx="506">
                  <c:v>124</c:v>
                </c:pt>
                <c:pt idx="507">
                  <c:v>162</c:v>
                </c:pt>
                <c:pt idx="508">
                  <c:v>125</c:v>
                </c:pt>
                <c:pt idx="509">
                  <c:v>158</c:v>
                </c:pt>
                <c:pt idx="510">
                  <c:v>130</c:v>
                </c:pt>
                <c:pt idx="511">
                  <c:v>121</c:v>
                </c:pt>
                <c:pt idx="512">
                  <c:v>144</c:v>
                </c:pt>
                <c:pt idx="513">
                  <c:v>123</c:v>
                </c:pt>
                <c:pt idx="514">
                  <c:v>141</c:v>
                </c:pt>
                <c:pt idx="515">
                  <c:v>139</c:v>
                </c:pt>
                <c:pt idx="516">
                  <c:v>133</c:v>
                </c:pt>
                <c:pt idx="517">
                  <c:v>130</c:v>
                </c:pt>
                <c:pt idx="518">
                  <c:v>148</c:v>
                </c:pt>
                <c:pt idx="519">
                  <c:v>130</c:v>
                </c:pt>
                <c:pt idx="520">
                  <c:v>138</c:v>
                </c:pt>
                <c:pt idx="521">
                  <c:v>139</c:v>
                </c:pt>
                <c:pt idx="522">
                  <c:v>139</c:v>
                </c:pt>
                <c:pt idx="523">
                  <c:v>144</c:v>
                </c:pt>
                <c:pt idx="524">
                  <c:v>125</c:v>
                </c:pt>
                <c:pt idx="525">
                  <c:v>139</c:v>
                </c:pt>
                <c:pt idx="526">
                  <c:v>124</c:v>
                </c:pt>
                <c:pt idx="527">
                  <c:v>129</c:v>
                </c:pt>
                <c:pt idx="528">
                  <c:v>139</c:v>
                </c:pt>
                <c:pt idx="529">
                  <c:v>124</c:v>
                </c:pt>
                <c:pt idx="530">
                  <c:v>145</c:v>
                </c:pt>
                <c:pt idx="531">
                  <c:v>126</c:v>
                </c:pt>
                <c:pt idx="532">
                  <c:v>132</c:v>
                </c:pt>
                <c:pt idx="533">
                  <c:v>122</c:v>
                </c:pt>
                <c:pt idx="534">
                  <c:v>142</c:v>
                </c:pt>
                <c:pt idx="535">
                  <c:v>151</c:v>
                </c:pt>
                <c:pt idx="536">
                  <c:v>136</c:v>
                </c:pt>
                <c:pt idx="537">
                  <c:v>149</c:v>
                </c:pt>
                <c:pt idx="538">
                  <c:v>129</c:v>
                </c:pt>
                <c:pt idx="539">
                  <c:v>139</c:v>
                </c:pt>
                <c:pt idx="540">
                  <c:v>123</c:v>
                </c:pt>
                <c:pt idx="541">
                  <c:v>161</c:v>
                </c:pt>
                <c:pt idx="542">
                  <c:v>147</c:v>
                </c:pt>
                <c:pt idx="543">
                  <c:v>144</c:v>
                </c:pt>
                <c:pt idx="544">
                  <c:v>133</c:v>
                </c:pt>
                <c:pt idx="545">
                  <c:v>140</c:v>
                </c:pt>
                <c:pt idx="546">
                  <c:v>131</c:v>
                </c:pt>
                <c:pt idx="547">
                  <c:v>129</c:v>
                </c:pt>
                <c:pt idx="548">
                  <c:v>129</c:v>
                </c:pt>
                <c:pt idx="549">
                  <c:v>129</c:v>
                </c:pt>
                <c:pt idx="550">
                  <c:v>130</c:v>
                </c:pt>
                <c:pt idx="551">
                  <c:v>152</c:v>
                </c:pt>
                <c:pt idx="552">
                  <c:v>139</c:v>
                </c:pt>
                <c:pt idx="553">
                  <c:v>134</c:v>
                </c:pt>
                <c:pt idx="554">
                  <c:v>167</c:v>
                </c:pt>
                <c:pt idx="555">
                  <c:v>159</c:v>
                </c:pt>
                <c:pt idx="556">
                  <c:v>125</c:v>
                </c:pt>
                <c:pt idx="557">
                  <c:v>157</c:v>
                </c:pt>
                <c:pt idx="558">
                  <c:v>166</c:v>
                </c:pt>
                <c:pt idx="559">
                  <c:v>143</c:v>
                </c:pt>
                <c:pt idx="560">
                  <c:v>153</c:v>
                </c:pt>
                <c:pt idx="561">
                  <c:v>167</c:v>
                </c:pt>
                <c:pt idx="562">
                  <c:v>121</c:v>
                </c:pt>
                <c:pt idx="563">
                  <c:v>163</c:v>
                </c:pt>
                <c:pt idx="564">
                  <c:v>126</c:v>
                </c:pt>
                <c:pt idx="565">
                  <c:v>166</c:v>
                </c:pt>
                <c:pt idx="566">
                  <c:v>144</c:v>
                </c:pt>
                <c:pt idx="567">
                  <c:v>144</c:v>
                </c:pt>
                <c:pt idx="568">
                  <c:v>160</c:v>
                </c:pt>
                <c:pt idx="569">
                  <c:v>155</c:v>
                </c:pt>
                <c:pt idx="570">
                  <c:v>135</c:v>
                </c:pt>
                <c:pt idx="571">
                  <c:v>167</c:v>
                </c:pt>
                <c:pt idx="572">
                  <c:v>157</c:v>
                </c:pt>
                <c:pt idx="573">
                  <c:v>154</c:v>
                </c:pt>
                <c:pt idx="574">
                  <c:v>146</c:v>
                </c:pt>
                <c:pt idx="575">
                  <c:v>142</c:v>
                </c:pt>
                <c:pt idx="576">
                  <c:v>148</c:v>
                </c:pt>
                <c:pt idx="577">
                  <c:v>139</c:v>
                </c:pt>
                <c:pt idx="578">
                  <c:v>136</c:v>
                </c:pt>
                <c:pt idx="579">
                  <c:v>131</c:v>
                </c:pt>
                <c:pt idx="580">
                  <c:v>128</c:v>
                </c:pt>
                <c:pt idx="581">
                  <c:v>141</c:v>
                </c:pt>
                <c:pt idx="582">
                  <c:v>136</c:v>
                </c:pt>
                <c:pt idx="583">
                  <c:v>142</c:v>
                </c:pt>
                <c:pt idx="584">
                  <c:v>140</c:v>
                </c:pt>
                <c:pt idx="585">
                  <c:v>138</c:v>
                </c:pt>
                <c:pt idx="586">
                  <c:v>138</c:v>
                </c:pt>
                <c:pt idx="587">
                  <c:v>127</c:v>
                </c:pt>
                <c:pt idx="588">
                  <c:v>140</c:v>
                </c:pt>
                <c:pt idx="589">
                  <c:v>127</c:v>
                </c:pt>
                <c:pt idx="590">
                  <c:v>121</c:v>
                </c:pt>
                <c:pt idx="591">
                  <c:v>125</c:v>
                </c:pt>
                <c:pt idx="592">
                  <c:v>137</c:v>
                </c:pt>
                <c:pt idx="593">
                  <c:v>156</c:v>
                </c:pt>
                <c:pt idx="594">
                  <c:v>121</c:v>
                </c:pt>
                <c:pt idx="595">
                  <c:v>136</c:v>
                </c:pt>
                <c:pt idx="596">
                  <c:v>135</c:v>
                </c:pt>
                <c:pt idx="597">
                  <c:v>148</c:v>
                </c:pt>
                <c:pt idx="598">
                  <c:v>121</c:v>
                </c:pt>
                <c:pt idx="599">
                  <c:v>129</c:v>
                </c:pt>
                <c:pt idx="600">
                  <c:v>143</c:v>
                </c:pt>
                <c:pt idx="601">
                  <c:v>122</c:v>
                </c:pt>
                <c:pt idx="602">
                  <c:v>149</c:v>
                </c:pt>
                <c:pt idx="603">
                  <c:v>143</c:v>
                </c:pt>
                <c:pt idx="604">
                  <c:v>127</c:v>
                </c:pt>
                <c:pt idx="605">
                  <c:v>129</c:v>
                </c:pt>
                <c:pt idx="606">
                  <c:v>134</c:v>
                </c:pt>
                <c:pt idx="607">
                  <c:v>143</c:v>
                </c:pt>
                <c:pt idx="608">
                  <c:v>124</c:v>
                </c:pt>
                <c:pt idx="609">
                  <c:v>120</c:v>
                </c:pt>
                <c:pt idx="610">
                  <c:v>139</c:v>
                </c:pt>
                <c:pt idx="611">
                  <c:v>143</c:v>
                </c:pt>
                <c:pt idx="612">
                  <c:v>135</c:v>
                </c:pt>
                <c:pt idx="613">
                  <c:v>135</c:v>
                </c:pt>
                <c:pt idx="614">
                  <c:v>146</c:v>
                </c:pt>
                <c:pt idx="615">
                  <c:v>128</c:v>
                </c:pt>
                <c:pt idx="616">
                  <c:v>138</c:v>
                </c:pt>
                <c:pt idx="617">
                  <c:v>137</c:v>
                </c:pt>
                <c:pt idx="618">
                  <c:v>126</c:v>
                </c:pt>
                <c:pt idx="619">
                  <c:v>145</c:v>
                </c:pt>
                <c:pt idx="620">
                  <c:v>127</c:v>
                </c:pt>
                <c:pt idx="621">
                  <c:v>143</c:v>
                </c:pt>
                <c:pt idx="622">
                  <c:v>134</c:v>
                </c:pt>
                <c:pt idx="623">
                  <c:v>148</c:v>
                </c:pt>
                <c:pt idx="624">
                  <c:v>129</c:v>
                </c:pt>
                <c:pt idx="625">
                  <c:v>134</c:v>
                </c:pt>
                <c:pt idx="626">
                  <c:v>129</c:v>
                </c:pt>
                <c:pt idx="627">
                  <c:v>135</c:v>
                </c:pt>
                <c:pt idx="628">
                  <c:v>136</c:v>
                </c:pt>
                <c:pt idx="629">
                  <c:v>140</c:v>
                </c:pt>
                <c:pt idx="630">
                  <c:v>121</c:v>
                </c:pt>
                <c:pt idx="631">
                  <c:v>120</c:v>
                </c:pt>
                <c:pt idx="632">
                  <c:v>131</c:v>
                </c:pt>
                <c:pt idx="633">
                  <c:v>141</c:v>
                </c:pt>
                <c:pt idx="634">
                  <c:v>121</c:v>
                </c:pt>
                <c:pt idx="635">
                  <c:v>130</c:v>
                </c:pt>
                <c:pt idx="636">
                  <c:v>139</c:v>
                </c:pt>
                <c:pt idx="637">
                  <c:v>129</c:v>
                </c:pt>
                <c:pt idx="638">
                  <c:v>126</c:v>
                </c:pt>
                <c:pt idx="639">
                  <c:v>135</c:v>
                </c:pt>
                <c:pt idx="640">
                  <c:v>128</c:v>
                </c:pt>
                <c:pt idx="641">
                  <c:v>147</c:v>
                </c:pt>
                <c:pt idx="642">
                  <c:v>149</c:v>
                </c:pt>
                <c:pt idx="643">
                  <c:v>127</c:v>
                </c:pt>
                <c:pt idx="644">
                  <c:v>147</c:v>
                </c:pt>
                <c:pt idx="645">
                  <c:v>122</c:v>
                </c:pt>
                <c:pt idx="646">
                  <c:v>141</c:v>
                </c:pt>
                <c:pt idx="647">
                  <c:v>131</c:v>
                </c:pt>
                <c:pt idx="648">
                  <c:v>132</c:v>
                </c:pt>
                <c:pt idx="649">
                  <c:v>121</c:v>
                </c:pt>
                <c:pt idx="650">
                  <c:v>141</c:v>
                </c:pt>
                <c:pt idx="651">
                  <c:v>131</c:v>
                </c:pt>
                <c:pt idx="652">
                  <c:v>124</c:v>
                </c:pt>
                <c:pt idx="653">
                  <c:v>141</c:v>
                </c:pt>
                <c:pt idx="654">
                  <c:v>157</c:v>
                </c:pt>
                <c:pt idx="655">
                  <c:v>137</c:v>
                </c:pt>
                <c:pt idx="656">
                  <c:v>120</c:v>
                </c:pt>
                <c:pt idx="657">
                  <c:v>167</c:v>
                </c:pt>
                <c:pt idx="658">
                  <c:v>150</c:v>
                </c:pt>
                <c:pt idx="659">
                  <c:v>160</c:v>
                </c:pt>
                <c:pt idx="660">
                  <c:v>163</c:v>
                </c:pt>
                <c:pt idx="661">
                  <c:v>150</c:v>
                </c:pt>
                <c:pt idx="662">
                  <c:v>167</c:v>
                </c:pt>
                <c:pt idx="663">
                  <c:v>158</c:v>
                </c:pt>
                <c:pt idx="664">
                  <c:v>148</c:v>
                </c:pt>
                <c:pt idx="665">
                  <c:v>144</c:v>
                </c:pt>
                <c:pt idx="666">
                  <c:v>141</c:v>
                </c:pt>
                <c:pt idx="667">
                  <c:v>158</c:v>
                </c:pt>
                <c:pt idx="668">
                  <c:v>160</c:v>
                </c:pt>
                <c:pt idx="669">
                  <c:v>165</c:v>
                </c:pt>
                <c:pt idx="670">
                  <c:v>139</c:v>
                </c:pt>
                <c:pt idx="671">
                  <c:v>155</c:v>
                </c:pt>
                <c:pt idx="672">
                  <c:v>164</c:v>
                </c:pt>
                <c:pt idx="673">
                  <c:v>152</c:v>
                </c:pt>
                <c:pt idx="674">
                  <c:v>143</c:v>
                </c:pt>
                <c:pt idx="675">
                  <c:v>153</c:v>
                </c:pt>
                <c:pt idx="676">
                  <c:v>132</c:v>
                </c:pt>
                <c:pt idx="677">
                  <c:v>163</c:v>
                </c:pt>
                <c:pt idx="678">
                  <c:v>154</c:v>
                </c:pt>
                <c:pt idx="679">
                  <c:v>159</c:v>
                </c:pt>
                <c:pt idx="680">
                  <c:v>168</c:v>
                </c:pt>
                <c:pt idx="681">
                  <c:v>156</c:v>
                </c:pt>
                <c:pt idx="682">
                  <c:v>153</c:v>
                </c:pt>
                <c:pt idx="683">
                  <c:v>153</c:v>
                </c:pt>
                <c:pt idx="684">
                  <c:v>122</c:v>
                </c:pt>
                <c:pt idx="685">
                  <c:v>156</c:v>
                </c:pt>
                <c:pt idx="686">
                  <c:v>164</c:v>
                </c:pt>
                <c:pt idx="687">
                  <c:v>144</c:v>
                </c:pt>
                <c:pt idx="688">
                  <c:v>140</c:v>
                </c:pt>
                <c:pt idx="689">
                  <c:v>146</c:v>
                </c:pt>
                <c:pt idx="690">
                  <c:v>167</c:v>
                </c:pt>
                <c:pt idx="691">
                  <c:v>162</c:v>
                </c:pt>
                <c:pt idx="692">
                  <c:v>165</c:v>
                </c:pt>
                <c:pt idx="693">
                  <c:v>161</c:v>
                </c:pt>
                <c:pt idx="694">
                  <c:v>169</c:v>
                </c:pt>
                <c:pt idx="695">
                  <c:v>150</c:v>
                </c:pt>
                <c:pt idx="696">
                  <c:v>147</c:v>
                </c:pt>
                <c:pt idx="697">
                  <c:v>126</c:v>
                </c:pt>
                <c:pt idx="698">
                  <c:v>145</c:v>
                </c:pt>
                <c:pt idx="699">
                  <c:v>140</c:v>
                </c:pt>
                <c:pt idx="700">
                  <c:v>143</c:v>
                </c:pt>
                <c:pt idx="701">
                  <c:v>166</c:v>
                </c:pt>
                <c:pt idx="702">
                  <c:v>139</c:v>
                </c:pt>
                <c:pt idx="703">
                  <c:v>121</c:v>
                </c:pt>
                <c:pt idx="704">
                  <c:v>144</c:v>
                </c:pt>
                <c:pt idx="705">
                  <c:v>166</c:v>
                </c:pt>
                <c:pt idx="706">
                  <c:v>142</c:v>
                </c:pt>
                <c:pt idx="707">
                  <c:v>153</c:v>
                </c:pt>
                <c:pt idx="708">
                  <c:v>139</c:v>
                </c:pt>
                <c:pt idx="709">
                  <c:v>167</c:v>
                </c:pt>
                <c:pt idx="710">
                  <c:v>144</c:v>
                </c:pt>
                <c:pt idx="711">
                  <c:v>166</c:v>
                </c:pt>
                <c:pt idx="712">
                  <c:v>126</c:v>
                </c:pt>
                <c:pt idx="713">
                  <c:v>167</c:v>
                </c:pt>
                <c:pt idx="714">
                  <c:v>151</c:v>
                </c:pt>
                <c:pt idx="715">
                  <c:v>124</c:v>
                </c:pt>
                <c:pt idx="716">
                  <c:v>169</c:v>
                </c:pt>
                <c:pt idx="717">
                  <c:v>162</c:v>
                </c:pt>
                <c:pt idx="718">
                  <c:v>143</c:v>
                </c:pt>
                <c:pt idx="719">
                  <c:v>132</c:v>
                </c:pt>
                <c:pt idx="720">
                  <c:v>126</c:v>
                </c:pt>
                <c:pt idx="721">
                  <c:v>120</c:v>
                </c:pt>
                <c:pt idx="722">
                  <c:v>121</c:v>
                </c:pt>
                <c:pt idx="723">
                  <c:v>132</c:v>
                </c:pt>
                <c:pt idx="724">
                  <c:v>140</c:v>
                </c:pt>
                <c:pt idx="725">
                  <c:v>143</c:v>
                </c:pt>
                <c:pt idx="726">
                  <c:v>145</c:v>
                </c:pt>
                <c:pt idx="727">
                  <c:v>132</c:v>
                </c:pt>
                <c:pt idx="728">
                  <c:v>125</c:v>
                </c:pt>
                <c:pt idx="729">
                  <c:v>132</c:v>
                </c:pt>
                <c:pt idx="730">
                  <c:v>141</c:v>
                </c:pt>
                <c:pt idx="731">
                  <c:v>157</c:v>
                </c:pt>
                <c:pt idx="732">
                  <c:v>143</c:v>
                </c:pt>
                <c:pt idx="733">
                  <c:v>122</c:v>
                </c:pt>
                <c:pt idx="734">
                  <c:v>131</c:v>
                </c:pt>
                <c:pt idx="735">
                  <c:v>129</c:v>
                </c:pt>
                <c:pt idx="736">
                  <c:v>169</c:v>
                </c:pt>
                <c:pt idx="737">
                  <c:v>169</c:v>
                </c:pt>
                <c:pt idx="738">
                  <c:v>163</c:v>
                </c:pt>
                <c:pt idx="739">
                  <c:v>151</c:v>
                </c:pt>
                <c:pt idx="740">
                  <c:v>125</c:v>
                </c:pt>
                <c:pt idx="741">
                  <c:v>134</c:v>
                </c:pt>
                <c:pt idx="742">
                  <c:v>120</c:v>
                </c:pt>
                <c:pt idx="743">
                  <c:v>169</c:v>
                </c:pt>
                <c:pt idx="744">
                  <c:v>152</c:v>
                </c:pt>
                <c:pt idx="745">
                  <c:v>168</c:v>
                </c:pt>
                <c:pt idx="746">
                  <c:v>138</c:v>
                </c:pt>
                <c:pt idx="747">
                  <c:v>163</c:v>
                </c:pt>
                <c:pt idx="748">
                  <c:v>166</c:v>
                </c:pt>
                <c:pt idx="749">
                  <c:v>156</c:v>
                </c:pt>
                <c:pt idx="750">
                  <c:v>159</c:v>
                </c:pt>
                <c:pt idx="751">
                  <c:v>133</c:v>
                </c:pt>
                <c:pt idx="752">
                  <c:v>150</c:v>
                </c:pt>
                <c:pt idx="753">
                  <c:v>149</c:v>
                </c:pt>
                <c:pt idx="754">
                  <c:v>149</c:v>
                </c:pt>
                <c:pt idx="755">
                  <c:v>152</c:v>
                </c:pt>
                <c:pt idx="756">
                  <c:v>158</c:v>
                </c:pt>
                <c:pt idx="757">
                  <c:v>160</c:v>
                </c:pt>
                <c:pt idx="758">
                  <c:v>145</c:v>
                </c:pt>
                <c:pt idx="759">
                  <c:v>162</c:v>
                </c:pt>
                <c:pt idx="760">
                  <c:v>152</c:v>
                </c:pt>
                <c:pt idx="761">
                  <c:v>156</c:v>
                </c:pt>
                <c:pt idx="762">
                  <c:v>120</c:v>
                </c:pt>
                <c:pt idx="763">
                  <c:v>167</c:v>
                </c:pt>
                <c:pt idx="764">
                  <c:v>162</c:v>
                </c:pt>
                <c:pt idx="765">
                  <c:v>159</c:v>
                </c:pt>
                <c:pt idx="766">
                  <c:v>166</c:v>
                </c:pt>
                <c:pt idx="767">
                  <c:v>169</c:v>
                </c:pt>
                <c:pt idx="768">
                  <c:v>160</c:v>
                </c:pt>
                <c:pt idx="769">
                  <c:v>167</c:v>
                </c:pt>
                <c:pt idx="770">
                  <c:v>157</c:v>
                </c:pt>
                <c:pt idx="771">
                  <c:v>165</c:v>
                </c:pt>
                <c:pt idx="772">
                  <c:v>127</c:v>
                </c:pt>
                <c:pt idx="773">
                  <c:v>161</c:v>
                </c:pt>
                <c:pt idx="774">
                  <c:v>159</c:v>
                </c:pt>
                <c:pt idx="775">
                  <c:v>153</c:v>
                </c:pt>
                <c:pt idx="776">
                  <c:v>168</c:v>
                </c:pt>
                <c:pt idx="777">
                  <c:v>168</c:v>
                </c:pt>
                <c:pt idx="778">
                  <c:v>149</c:v>
                </c:pt>
                <c:pt idx="779">
                  <c:v>138</c:v>
                </c:pt>
                <c:pt idx="780">
                  <c:v>167</c:v>
                </c:pt>
                <c:pt idx="781">
                  <c:v>166</c:v>
                </c:pt>
                <c:pt idx="782">
                  <c:v>134</c:v>
                </c:pt>
                <c:pt idx="783">
                  <c:v>163</c:v>
                </c:pt>
                <c:pt idx="784">
                  <c:v>156</c:v>
                </c:pt>
                <c:pt idx="785">
                  <c:v>155</c:v>
                </c:pt>
                <c:pt idx="786">
                  <c:v>147</c:v>
                </c:pt>
                <c:pt idx="787">
                  <c:v>161</c:v>
                </c:pt>
                <c:pt idx="788">
                  <c:v>160</c:v>
                </c:pt>
                <c:pt idx="789">
                  <c:v>165</c:v>
                </c:pt>
                <c:pt idx="790">
                  <c:v>166</c:v>
                </c:pt>
                <c:pt idx="791">
                  <c:v>169</c:v>
                </c:pt>
                <c:pt idx="792">
                  <c:v>158</c:v>
                </c:pt>
                <c:pt idx="793">
                  <c:v>134</c:v>
                </c:pt>
                <c:pt idx="794">
                  <c:v>169</c:v>
                </c:pt>
                <c:pt idx="795">
                  <c:v>129</c:v>
                </c:pt>
                <c:pt idx="796">
                  <c:v>159</c:v>
                </c:pt>
                <c:pt idx="797">
                  <c:v>159</c:v>
                </c:pt>
                <c:pt idx="798">
                  <c:v>125</c:v>
                </c:pt>
                <c:pt idx="799">
                  <c:v>160</c:v>
                </c:pt>
                <c:pt idx="800">
                  <c:v>157</c:v>
                </c:pt>
                <c:pt idx="801">
                  <c:v>159</c:v>
                </c:pt>
                <c:pt idx="802">
                  <c:v>160</c:v>
                </c:pt>
                <c:pt idx="803">
                  <c:v>166</c:v>
                </c:pt>
                <c:pt idx="804">
                  <c:v>160</c:v>
                </c:pt>
                <c:pt idx="805">
                  <c:v>150</c:v>
                </c:pt>
                <c:pt idx="806">
                  <c:v>130</c:v>
                </c:pt>
                <c:pt idx="807">
                  <c:v>141</c:v>
                </c:pt>
                <c:pt idx="808">
                  <c:v>163</c:v>
                </c:pt>
                <c:pt idx="809">
                  <c:v>167</c:v>
                </c:pt>
                <c:pt idx="810">
                  <c:v>151</c:v>
                </c:pt>
                <c:pt idx="811">
                  <c:v>143</c:v>
                </c:pt>
                <c:pt idx="812">
                  <c:v>162</c:v>
                </c:pt>
                <c:pt idx="813">
                  <c:v>152</c:v>
                </c:pt>
                <c:pt idx="814">
                  <c:v>150</c:v>
                </c:pt>
                <c:pt idx="815">
                  <c:v>152</c:v>
                </c:pt>
                <c:pt idx="816">
                  <c:v>135</c:v>
                </c:pt>
                <c:pt idx="817">
                  <c:v>156</c:v>
                </c:pt>
                <c:pt idx="818">
                  <c:v>152</c:v>
                </c:pt>
                <c:pt idx="819">
                  <c:v>156</c:v>
                </c:pt>
                <c:pt idx="820">
                  <c:v>165</c:v>
                </c:pt>
                <c:pt idx="821">
                  <c:v>167</c:v>
                </c:pt>
                <c:pt idx="822">
                  <c:v>157</c:v>
                </c:pt>
                <c:pt idx="823">
                  <c:v>155</c:v>
                </c:pt>
                <c:pt idx="824">
                  <c:v>161</c:v>
                </c:pt>
                <c:pt idx="825">
                  <c:v>153</c:v>
                </c:pt>
                <c:pt idx="826">
                  <c:v>153</c:v>
                </c:pt>
                <c:pt idx="827">
                  <c:v>163</c:v>
                </c:pt>
                <c:pt idx="828">
                  <c:v>160</c:v>
                </c:pt>
                <c:pt idx="829">
                  <c:v>163</c:v>
                </c:pt>
                <c:pt idx="830">
                  <c:v>140</c:v>
                </c:pt>
                <c:pt idx="831">
                  <c:v>134</c:v>
                </c:pt>
                <c:pt idx="832">
                  <c:v>164</c:v>
                </c:pt>
                <c:pt idx="833">
                  <c:v>122</c:v>
                </c:pt>
                <c:pt idx="834">
                  <c:v>159</c:v>
                </c:pt>
                <c:pt idx="835">
                  <c:v>121</c:v>
                </c:pt>
                <c:pt idx="836">
                  <c:v>158</c:v>
                </c:pt>
                <c:pt idx="837">
                  <c:v>168</c:v>
                </c:pt>
                <c:pt idx="838">
                  <c:v>165</c:v>
                </c:pt>
                <c:pt idx="839">
                  <c:v>155</c:v>
                </c:pt>
                <c:pt idx="840">
                  <c:v>133</c:v>
                </c:pt>
                <c:pt idx="841">
                  <c:v>123</c:v>
                </c:pt>
                <c:pt idx="842">
                  <c:v>154</c:v>
                </c:pt>
                <c:pt idx="843">
                  <c:v>155</c:v>
                </c:pt>
                <c:pt idx="844">
                  <c:v>158</c:v>
                </c:pt>
                <c:pt idx="845">
                  <c:v>127</c:v>
                </c:pt>
                <c:pt idx="846">
                  <c:v>143</c:v>
                </c:pt>
                <c:pt idx="847">
                  <c:v>158</c:v>
                </c:pt>
                <c:pt idx="848">
                  <c:v>146</c:v>
                </c:pt>
                <c:pt idx="849">
                  <c:v>146</c:v>
                </c:pt>
                <c:pt idx="850">
                  <c:v>152</c:v>
                </c:pt>
                <c:pt idx="851">
                  <c:v>155</c:v>
                </c:pt>
                <c:pt idx="852">
                  <c:v>155</c:v>
                </c:pt>
                <c:pt idx="853">
                  <c:v>135</c:v>
                </c:pt>
                <c:pt idx="854">
                  <c:v>165</c:v>
                </c:pt>
                <c:pt idx="855">
                  <c:v>146</c:v>
                </c:pt>
                <c:pt idx="856">
                  <c:v>152</c:v>
                </c:pt>
                <c:pt idx="857">
                  <c:v>134</c:v>
                </c:pt>
                <c:pt idx="858">
                  <c:v>154</c:v>
                </c:pt>
                <c:pt idx="859">
                  <c:v>134</c:v>
                </c:pt>
                <c:pt idx="860">
                  <c:v>146</c:v>
                </c:pt>
                <c:pt idx="861">
                  <c:v>162</c:v>
                </c:pt>
                <c:pt idx="862">
                  <c:v>162</c:v>
                </c:pt>
                <c:pt idx="863">
                  <c:v>164</c:v>
                </c:pt>
                <c:pt idx="864">
                  <c:v>126</c:v>
                </c:pt>
                <c:pt idx="865">
                  <c:v>155</c:v>
                </c:pt>
                <c:pt idx="866">
                  <c:v>130</c:v>
                </c:pt>
                <c:pt idx="867">
                  <c:v>160</c:v>
                </c:pt>
                <c:pt idx="868">
                  <c:v>150</c:v>
                </c:pt>
                <c:pt idx="869">
                  <c:v>160</c:v>
                </c:pt>
                <c:pt idx="870">
                  <c:v>125</c:v>
                </c:pt>
                <c:pt idx="871">
                  <c:v>166</c:v>
                </c:pt>
                <c:pt idx="872">
                  <c:v>140</c:v>
                </c:pt>
                <c:pt idx="873">
                  <c:v>153</c:v>
                </c:pt>
                <c:pt idx="874">
                  <c:v>128</c:v>
                </c:pt>
                <c:pt idx="875">
                  <c:v>161</c:v>
                </c:pt>
                <c:pt idx="876">
                  <c:v>130</c:v>
                </c:pt>
                <c:pt idx="877">
                  <c:v>156</c:v>
                </c:pt>
                <c:pt idx="878">
                  <c:v>125</c:v>
                </c:pt>
                <c:pt idx="879">
                  <c:v>126</c:v>
                </c:pt>
                <c:pt idx="880">
                  <c:v>156</c:v>
                </c:pt>
                <c:pt idx="881">
                  <c:v>123</c:v>
                </c:pt>
                <c:pt idx="882">
                  <c:v>161</c:v>
                </c:pt>
                <c:pt idx="883">
                  <c:v>161</c:v>
                </c:pt>
                <c:pt idx="884">
                  <c:v>149</c:v>
                </c:pt>
                <c:pt idx="885">
                  <c:v>147</c:v>
                </c:pt>
                <c:pt idx="886">
                  <c:v>153</c:v>
                </c:pt>
                <c:pt idx="887">
                  <c:v>165</c:v>
                </c:pt>
                <c:pt idx="888">
                  <c:v>155</c:v>
                </c:pt>
                <c:pt idx="889">
                  <c:v>137</c:v>
                </c:pt>
                <c:pt idx="890">
                  <c:v>136</c:v>
                </c:pt>
                <c:pt idx="891">
                  <c:v>141</c:v>
                </c:pt>
                <c:pt idx="892">
                  <c:v>158</c:v>
                </c:pt>
                <c:pt idx="893">
                  <c:v>156</c:v>
                </c:pt>
                <c:pt idx="894">
                  <c:v>133</c:v>
                </c:pt>
                <c:pt idx="895">
                  <c:v>162</c:v>
                </c:pt>
                <c:pt idx="896">
                  <c:v>144</c:v>
                </c:pt>
                <c:pt idx="897">
                  <c:v>140</c:v>
                </c:pt>
                <c:pt idx="898">
                  <c:v>132</c:v>
                </c:pt>
                <c:pt idx="899">
                  <c:v>120</c:v>
                </c:pt>
                <c:pt idx="900">
                  <c:v>136</c:v>
                </c:pt>
                <c:pt idx="901">
                  <c:v>146</c:v>
                </c:pt>
                <c:pt idx="902">
                  <c:v>153</c:v>
                </c:pt>
                <c:pt idx="903">
                  <c:v>168</c:v>
                </c:pt>
                <c:pt idx="904">
                  <c:v>123</c:v>
                </c:pt>
                <c:pt idx="905">
                  <c:v>167</c:v>
                </c:pt>
                <c:pt idx="906">
                  <c:v>127</c:v>
                </c:pt>
                <c:pt idx="907">
                  <c:v>146</c:v>
                </c:pt>
                <c:pt idx="908">
                  <c:v>158</c:v>
                </c:pt>
                <c:pt idx="909">
                  <c:v>136</c:v>
                </c:pt>
                <c:pt idx="910">
                  <c:v>152</c:v>
                </c:pt>
                <c:pt idx="911">
                  <c:v>127</c:v>
                </c:pt>
                <c:pt idx="912">
                  <c:v>160</c:v>
                </c:pt>
                <c:pt idx="913">
                  <c:v>151</c:v>
                </c:pt>
                <c:pt idx="914">
                  <c:v>132</c:v>
                </c:pt>
                <c:pt idx="915">
                  <c:v>161</c:v>
                </c:pt>
                <c:pt idx="916">
                  <c:v>145</c:v>
                </c:pt>
                <c:pt idx="917">
                  <c:v>130</c:v>
                </c:pt>
                <c:pt idx="918">
                  <c:v>136</c:v>
                </c:pt>
                <c:pt idx="919">
                  <c:v>156</c:v>
                </c:pt>
                <c:pt idx="920">
                  <c:v>161</c:v>
                </c:pt>
                <c:pt idx="921">
                  <c:v>169</c:v>
                </c:pt>
                <c:pt idx="922">
                  <c:v>160</c:v>
                </c:pt>
                <c:pt idx="923">
                  <c:v>121</c:v>
                </c:pt>
                <c:pt idx="924">
                  <c:v>135</c:v>
                </c:pt>
                <c:pt idx="925">
                  <c:v>168</c:v>
                </c:pt>
                <c:pt idx="926">
                  <c:v>158</c:v>
                </c:pt>
                <c:pt idx="927">
                  <c:v>160</c:v>
                </c:pt>
                <c:pt idx="928">
                  <c:v>161</c:v>
                </c:pt>
                <c:pt idx="929">
                  <c:v>161</c:v>
                </c:pt>
                <c:pt idx="930">
                  <c:v>163</c:v>
                </c:pt>
                <c:pt idx="931">
                  <c:v>153</c:v>
                </c:pt>
                <c:pt idx="932">
                  <c:v>167</c:v>
                </c:pt>
                <c:pt idx="933">
                  <c:v>165</c:v>
                </c:pt>
                <c:pt idx="934">
                  <c:v>162</c:v>
                </c:pt>
                <c:pt idx="935">
                  <c:v>166</c:v>
                </c:pt>
                <c:pt idx="936">
                  <c:v>159</c:v>
                </c:pt>
                <c:pt idx="937">
                  <c:v>155</c:v>
                </c:pt>
                <c:pt idx="938">
                  <c:v>150</c:v>
                </c:pt>
                <c:pt idx="939">
                  <c:v>154</c:v>
                </c:pt>
                <c:pt idx="940">
                  <c:v>166</c:v>
                </c:pt>
                <c:pt idx="941">
                  <c:v>157</c:v>
                </c:pt>
                <c:pt idx="942">
                  <c:v>156</c:v>
                </c:pt>
                <c:pt idx="943">
                  <c:v>155</c:v>
                </c:pt>
                <c:pt idx="944">
                  <c:v>157</c:v>
                </c:pt>
                <c:pt idx="945">
                  <c:v>155</c:v>
                </c:pt>
                <c:pt idx="946">
                  <c:v>161</c:v>
                </c:pt>
                <c:pt idx="947">
                  <c:v>151</c:v>
                </c:pt>
                <c:pt idx="948">
                  <c:v>168</c:v>
                </c:pt>
                <c:pt idx="949">
                  <c:v>152</c:v>
                </c:pt>
                <c:pt idx="950">
                  <c:v>161</c:v>
                </c:pt>
                <c:pt idx="951">
                  <c:v>161</c:v>
                </c:pt>
                <c:pt idx="952">
                  <c:v>165</c:v>
                </c:pt>
                <c:pt idx="953">
                  <c:v>164</c:v>
                </c:pt>
                <c:pt idx="954">
                  <c:v>158</c:v>
                </c:pt>
                <c:pt idx="955">
                  <c:v>165</c:v>
                </c:pt>
                <c:pt idx="956">
                  <c:v>151</c:v>
                </c:pt>
                <c:pt idx="957">
                  <c:v>157</c:v>
                </c:pt>
                <c:pt idx="958">
                  <c:v>164</c:v>
                </c:pt>
                <c:pt idx="959">
                  <c:v>160</c:v>
                </c:pt>
                <c:pt idx="960">
                  <c:v>150</c:v>
                </c:pt>
                <c:pt idx="961">
                  <c:v>169</c:v>
                </c:pt>
                <c:pt idx="962">
                  <c:v>150</c:v>
                </c:pt>
                <c:pt idx="963">
                  <c:v>167</c:v>
                </c:pt>
                <c:pt idx="964">
                  <c:v>148</c:v>
                </c:pt>
                <c:pt idx="965">
                  <c:v>149</c:v>
                </c:pt>
                <c:pt idx="966">
                  <c:v>169</c:v>
                </c:pt>
                <c:pt idx="967">
                  <c:v>146</c:v>
                </c:pt>
                <c:pt idx="968">
                  <c:v>157</c:v>
                </c:pt>
                <c:pt idx="969">
                  <c:v>167</c:v>
                </c:pt>
                <c:pt idx="970">
                  <c:v>168</c:v>
                </c:pt>
                <c:pt idx="971">
                  <c:v>167</c:v>
                </c:pt>
                <c:pt idx="972">
                  <c:v>168</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487E-4741-BD97-32010079F38F}"/>
            </c:ext>
          </c:extLst>
        </c:ser>
        <c:dLbls>
          <c:showLegendKey val="0"/>
          <c:showVal val="0"/>
          <c:showCatName val="0"/>
          <c:showSerName val="0"/>
          <c:showPercent val="0"/>
          <c:showBubbleSize val="0"/>
        </c:dLbls>
        <c:axId val="1666490783"/>
        <c:axId val="1666491743"/>
      </c:scatterChart>
      <c:valAx>
        <c:axId val="1666490783"/>
        <c:scaling>
          <c:orientation val="minMax"/>
        </c:scaling>
        <c:delete val="0"/>
        <c:axPos val="b"/>
        <c:title>
          <c:tx>
            <c:rich>
              <a:bodyPr/>
              <a:lstStyle/>
              <a:p>
                <a:pPr>
                  <a:defRPr/>
                </a:pPr>
                <a:r>
                  <a:rPr lang="en-MY"/>
                  <a:t>Avg BPM</a:t>
                </a:r>
              </a:p>
            </c:rich>
          </c:tx>
          <c:overlay val="0"/>
        </c:title>
        <c:numFmt formatCode="General" sourceLinked="1"/>
        <c:majorTickMark val="out"/>
        <c:minorTickMark val="none"/>
        <c:tickLblPos val="nextTo"/>
        <c:crossAx val="1666491743"/>
        <c:crosses val="autoZero"/>
        <c:crossBetween val="midCat"/>
      </c:valAx>
      <c:valAx>
        <c:axId val="1666491743"/>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49078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Resting BPM Line Fit  Plot</a:t>
            </a:r>
          </a:p>
        </c:rich>
      </c:tx>
      <c:overlay val="0"/>
    </c:title>
    <c:autoTitleDeleted val="0"/>
    <c:plotArea>
      <c:layout/>
      <c:scatterChart>
        <c:scatterStyle val="lineMarker"/>
        <c:varyColors val="0"/>
        <c:ser>
          <c:idx val="0"/>
          <c:order val="0"/>
          <c:tx>
            <c:v>Water Intake (Liters)</c:v>
          </c:tx>
          <c:spPr>
            <a:ln w="19050">
              <a:noFill/>
            </a:ln>
          </c:spPr>
          <c:xVal>
            <c:numRef>
              <c:f>'Sub-Dataset'!$DT$2:$DT$974</c:f>
              <c:numCache>
                <c:formatCode>General</c:formatCode>
                <c:ptCount val="973"/>
                <c:pt idx="0">
                  <c:v>54</c:v>
                </c:pt>
                <c:pt idx="1">
                  <c:v>69</c:v>
                </c:pt>
                <c:pt idx="2">
                  <c:v>53</c:v>
                </c:pt>
                <c:pt idx="3">
                  <c:v>68</c:v>
                </c:pt>
                <c:pt idx="4">
                  <c:v>61</c:v>
                </c:pt>
                <c:pt idx="5">
                  <c:v>67</c:v>
                </c:pt>
                <c:pt idx="6">
                  <c:v>54</c:v>
                </c:pt>
                <c:pt idx="7">
                  <c:v>67</c:v>
                </c:pt>
                <c:pt idx="8">
                  <c:v>63</c:v>
                </c:pt>
                <c:pt idx="9">
                  <c:v>54</c:v>
                </c:pt>
                <c:pt idx="10">
                  <c:v>68</c:v>
                </c:pt>
                <c:pt idx="11">
                  <c:v>58</c:v>
                </c:pt>
                <c:pt idx="12">
                  <c:v>71</c:v>
                </c:pt>
                <c:pt idx="13">
                  <c:v>72</c:v>
                </c:pt>
                <c:pt idx="14">
                  <c:v>59</c:v>
                </c:pt>
                <c:pt idx="15">
                  <c:v>64</c:v>
                </c:pt>
                <c:pt idx="16">
                  <c:v>69</c:v>
                </c:pt>
                <c:pt idx="17">
                  <c:v>59</c:v>
                </c:pt>
                <c:pt idx="18">
                  <c:v>64</c:v>
                </c:pt>
                <c:pt idx="19">
                  <c:v>59</c:v>
                </c:pt>
                <c:pt idx="20">
                  <c:v>59</c:v>
                </c:pt>
                <c:pt idx="21">
                  <c:v>54</c:v>
                </c:pt>
                <c:pt idx="22">
                  <c:v>64</c:v>
                </c:pt>
                <c:pt idx="23">
                  <c:v>54</c:v>
                </c:pt>
                <c:pt idx="24">
                  <c:v>56</c:v>
                </c:pt>
                <c:pt idx="25">
                  <c:v>61</c:v>
                </c:pt>
                <c:pt idx="26">
                  <c:v>56</c:v>
                </c:pt>
                <c:pt idx="27">
                  <c:v>71</c:v>
                </c:pt>
                <c:pt idx="28">
                  <c:v>59</c:v>
                </c:pt>
                <c:pt idx="29">
                  <c:v>74</c:v>
                </c:pt>
                <c:pt idx="30">
                  <c:v>58</c:v>
                </c:pt>
                <c:pt idx="31">
                  <c:v>70</c:v>
                </c:pt>
                <c:pt idx="32">
                  <c:v>73</c:v>
                </c:pt>
                <c:pt idx="33">
                  <c:v>69</c:v>
                </c:pt>
                <c:pt idx="34">
                  <c:v>51</c:v>
                </c:pt>
                <c:pt idx="35">
                  <c:v>62</c:v>
                </c:pt>
                <c:pt idx="36">
                  <c:v>53</c:v>
                </c:pt>
                <c:pt idx="37">
                  <c:v>62</c:v>
                </c:pt>
                <c:pt idx="38">
                  <c:v>52</c:v>
                </c:pt>
                <c:pt idx="39">
                  <c:v>51</c:v>
                </c:pt>
                <c:pt idx="40">
                  <c:v>64</c:v>
                </c:pt>
                <c:pt idx="41">
                  <c:v>66</c:v>
                </c:pt>
                <c:pt idx="42">
                  <c:v>58</c:v>
                </c:pt>
                <c:pt idx="43">
                  <c:v>56</c:v>
                </c:pt>
                <c:pt idx="44">
                  <c:v>53</c:v>
                </c:pt>
                <c:pt idx="45">
                  <c:v>56</c:v>
                </c:pt>
                <c:pt idx="46">
                  <c:v>63</c:v>
                </c:pt>
                <c:pt idx="47">
                  <c:v>63</c:v>
                </c:pt>
                <c:pt idx="48">
                  <c:v>59</c:v>
                </c:pt>
                <c:pt idx="49">
                  <c:v>56</c:v>
                </c:pt>
                <c:pt idx="50">
                  <c:v>71</c:v>
                </c:pt>
                <c:pt idx="51">
                  <c:v>60</c:v>
                </c:pt>
                <c:pt idx="52">
                  <c:v>66</c:v>
                </c:pt>
                <c:pt idx="53">
                  <c:v>58</c:v>
                </c:pt>
                <c:pt idx="54">
                  <c:v>50</c:v>
                </c:pt>
                <c:pt idx="55">
                  <c:v>64</c:v>
                </c:pt>
                <c:pt idx="56">
                  <c:v>51</c:v>
                </c:pt>
                <c:pt idx="57">
                  <c:v>66</c:v>
                </c:pt>
                <c:pt idx="58">
                  <c:v>50</c:v>
                </c:pt>
                <c:pt idx="59">
                  <c:v>50</c:v>
                </c:pt>
                <c:pt idx="60">
                  <c:v>66</c:v>
                </c:pt>
                <c:pt idx="61">
                  <c:v>50</c:v>
                </c:pt>
                <c:pt idx="62">
                  <c:v>55</c:v>
                </c:pt>
                <c:pt idx="63">
                  <c:v>74</c:v>
                </c:pt>
                <c:pt idx="64">
                  <c:v>50</c:v>
                </c:pt>
                <c:pt idx="65">
                  <c:v>60</c:v>
                </c:pt>
                <c:pt idx="66">
                  <c:v>66</c:v>
                </c:pt>
                <c:pt idx="67">
                  <c:v>61</c:v>
                </c:pt>
                <c:pt idx="68">
                  <c:v>63</c:v>
                </c:pt>
                <c:pt idx="69">
                  <c:v>58</c:v>
                </c:pt>
                <c:pt idx="70">
                  <c:v>59</c:v>
                </c:pt>
                <c:pt idx="71">
                  <c:v>62</c:v>
                </c:pt>
                <c:pt idx="72">
                  <c:v>53</c:v>
                </c:pt>
                <c:pt idx="73">
                  <c:v>74</c:v>
                </c:pt>
                <c:pt idx="74">
                  <c:v>69</c:v>
                </c:pt>
                <c:pt idx="75">
                  <c:v>55</c:v>
                </c:pt>
                <c:pt idx="76">
                  <c:v>63</c:v>
                </c:pt>
                <c:pt idx="77">
                  <c:v>68</c:v>
                </c:pt>
                <c:pt idx="78">
                  <c:v>62</c:v>
                </c:pt>
                <c:pt idx="79">
                  <c:v>72</c:v>
                </c:pt>
                <c:pt idx="80">
                  <c:v>73</c:v>
                </c:pt>
                <c:pt idx="81">
                  <c:v>58</c:v>
                </c:pt>
                <c:pt idx="82">
                  <c:v>62</c:v>
                </c:pt>
                <c:pt idx="83">
                  <c:v>61</c:v>
                </c:pt>
                <c:pt idx="84">
                  <c:v>57</c:v>
                </c:pt>
                <c:pt idx="85">
                  <c:v>74</c:v>
                </c:pt>
                <c:pt idx="86">
                  <c:v>68</c:v>
                </c:pt>
                <c:pt idx="87">
                  <c:v>57</c:v>
                </c:pt>
                <c:pt idx="88">
                  <c:v>67</c:v>
                </c:pt>
                <c:pt idx="89">
                  <c:v>63</c:v>
                </c:pt>
                <c:pt idx="90">
                  <c:v>56</c:v>
                </c:pt>
                <c:pt idx="91">
                  <c:v>65</c:v>
                </c:pt>
                <c:pt idx="92">
                  <c:v>63</c:v>
                </c:pt>
                <c:pt idx="93">
                  <c:v>65</c:v>
                </c:pt>
                <c:pt idx="94">
                  <c:v>66</c:v>
                </c:pt>
                <c:pt idx="95">
                  <c:v>58</c:v>
                </c:pt>
                <c:pt idx="96">
                  <c:v>66</c:v>
                </c:pt>
                <c:pt idx="97">
                  <c:v>61</c:v>
                </c:pt>
                <c:pt idx="98">
                  <c:v>54</c:v>
                </c:pt>
                <c:pt idx="99">
                  <c:v>61</c:v>
                </c:pt>
                <c:pt idx="100">
                  <c:v>60</c:v>
                </c:pt>
                <c:pt idx="101">
                  <c:v>61</c:v>
                </c:pt>
                <c:pt idx="102">
                  <c:v>52</c:v>
                </c:pt>
                <c:pt idx="103">
                  <c:v>73</c:v>
                </c:pt>
                <c:pt idx="104">
                  <c:v>50</c:v>
                </c:pt>
                <c:pt idx="105">
                  <c:v>52</c:v>
                </c:pt>
                <c:pt idx="106">
                  <c:v>74</c:v>
                </c:pt>
                <c:pt idx="107">
                  <c:v>50</c:v>
                </c:pt>
                <c:pt idx="108">
                  <c:v>63</c:v>
                </c:pt>
                <c:pt idx="109">
                  <c:v>58</c:v>
                </c:pt>
                <c:pt idx="110">
                  <c:v>72</c:v>
                </c:pt>
                <c:pt idx="111">
                  <c:v>53</c:v>
                </c:pt>
                <c:pt idx="112">
                  <c:v>54</c:v>
                </c:pt>
                <c:pt idx="113">
                  <c:v>70</c:v>
                </c:pt>
                <c:pt idx="114">
                  <c:v>52</c:v>
                </c:pt>
                <c:pt idx="115">
                  <c:v>73</c:v>
                </c:pt>
                <c:pt idx="116">
                  <c:v>69</c:v>
                </c:pt>
                <c:pt idx="117">
                  <c:v>71</c:v>
                </c:pt>
                <c:pt idx="118">
                  <c:v>50</c:v>
                </c:pt>
                <c:pt idx="119">
                  <c:v>63</c:v>
                </c:pt>
                <c:pt idx="120">
                  <c:v>62</c:v>
                </c:pt>
                <c:pt idx="121">
                  <c:v>72</c:v>
                </c:pt>
                <c:pt idx="122">
                  <c:v>62</c:v>
                </c:pt>
                <c:pt idx="123">
                  <c:v>62</c:v>
                </c:pt>
                <c:pt idx="124">
                  <c:v>52</c:v>
                </c:pt>
                <c:pt idx="125">
                  <c:v>56</c:v>
                </c:pt>
                <c:pt idx="126">
                  <c:v>62</c:v>
                </c:pt>
                <c:pt idx="127">
                  <c:v>56</c:v>
                </c:pt>
                <c:pt idx="128">
                  <c:v>54</c:v>
                </c:pt>
                <c:pt idx="129">
                  <c:v>50</c:v>
                </c:pt>
                <c:pt idx="130">
                  <c:v>74</c:v>
                </c:pt>
                <c:pt idx="131">
                  <c:v>56</c:v>
                </c:pt>
                <c:pt idx="132">
                  <c:v>69</c:v>
                </c:pt>
                <c:pt idx="133">
                  <c:v>52</c:v>
                </c:pt>
                <c:pt idx="134">
                  <c:v>68</c:v>
                </c:pt>
                <c:pt idx="135">
                  <c:v>59</c:v>
                </c:pt>
                <c:pt idx="136">
                  <c:v>68</c:v>
                </c:pt>
                <c:pt idx="137">
                  <c:v>73</c:v>
                </c:pt>
                <c:pt idx="138">
                  <c:v>50</c:v>
                </c:pt>
                <c:pt idx="139">
                  <c:v>56</c:v>
                </c:pt>
                <c:pt idx="140">
                  <c:v>64</c:v>
                </c:pt>
                <c:pt idx="141">
                  <c:v>74</c:v>
                </c:pt>
                <c:pt idx="142">
                  <c:v>51</c:v>
                </c:pt>
                <c:pt idx="143">
                  <c:v>63</c:v>
                </c:pt>
                <c:pt idx="144">
                  <c:v>59</c:v>
                </c:pt>
                <c:pt idx="145">
                  <c:v>52</c:v>
                </c:pt>
                <c:pt idx="146">
                  <c:v>57</c:v>
                </c:pt>
                <c:pt idx="147">
                  <c:v>71</c:v>
                </c:pt>
                <c:pt idx="148">
                  <c:v>73</c:v>
                </c:pt>
                <c:pt idx="149">
                  <c:v>52</c:v>
                </c:pt>
                <c:pt idx="150">
                  <c:v>56</c:v>
                </c:pt>
                <c:pt idx="151">
                  <c:v>57</c:v>
                </c:pt>
                <c:pt idx="152">
                  <c:v>74</c:v>
                </c:pt>
                <c:pt idx="153">
                  <c:v>55</c:v>
                </c:pt>
                <c:pt idx="154">
                  <c:v>69</c:v>
                </c:pt>
                <c:pt idx="155">
                  <c:v>58</c:v>
                </c:pt>
                <c:pt idx="156">
                  <c:v>58</c:v>
                </c:pt>
                <c:pt idx="157">
                  <c:v>50</c:v>
                </c:pt>
                <c:pt idx="158">
                  <c:v>50</c:v>
                </c:pt>
                <c:pt idx="159">
                  <c:v>58</c:v>
                </c:pt>
                <c:pt idx="160">
                  <c:v>57</c:v>
                </c:pt>
                <c:pt idx="161">
                  <c:v>67</c:v>
                </c:pt>
                <c:pt idx="162">
                  <c:v>74</c:v>
                </c:pt>
                <c:pt idx="163">
                  <c:v>60</c:v>
                </c:pt>
                <c:pt idx="164">
                  <c:v>70</c:v>
                </c:pt>
                <c:pt idx="165">
                  <c:v>61</c:v>
                </c:pt>
                <c:pt idx="166">
                  <c:v>52</c:v>
                </c:pt>
                <c:pt idx="167">
                  <c:v>71</c:v>
                </c:pt>
                <c:pt idx="168">
                  <c:v>67</c:v>
                </c:pt>
                <c:pt idx="169">
                  <c:v>55</c:v>
                </c:pt>
                <c:pt idx="170">
                  <c:v>68</c:v>
                </c:pt>
                <c:pt idx="171">
                  <c:v>69</c:v>
                </c:pt>
                <c:pt idx="172">
                  <c:v>67</c:v>
                </c:pt>
                <c:pt idx="173">
                  <c:v>50</c:v>
                </c:pt>
                <c:pt idx="174">
                  <c:v>65</c:v>
                </c:pt>
                <c:pt idx="175">
                  <c:v>53</c:v>
                </c:pt>
                <c:pt idx="176">
                  <c:v>72</c:v>
                </c:pt>
                <c:pt idx="177">
                  <c:v>71</c:v>
                </c:pt>
                <c:pt idx="178">
                  <c:v>67</c:v>
                </c:pt>
                <c:pt idx="179">
                  <c:v>56</c:v>
                </c:pt>
                <c:pt idx="180">
                  <c:v>50</c:v>
                </c:pt>
                <c:pt idx="181">
                  <c:v>63</c:v>
                </c:pt>
                <c:pt idx="182">
                  <c:v>55</c:v>
                </c:pt>
                <c:pt idx="183">
                  <c:v>72</c:v>
                </c:pt>
                <c:pt idx="184">
                  <c:v>62</c:v>
                </c:pt>
                <c:pt idx="185">
                  <c:v>60</c:v>
                </c:pt>
                <c:pt idx="186">
                  <c:v>54</c:v>
                </c:pt>
                <c:pt idx="187">
                  <c:v>66</c:v>
                </c:pt>
                <c:pt idx="188">
                  <c:v>63</c:v>
                </c:pt>
                <c:pt idx="189">
                  <c:v>53</c:v>
                </c:pt>
                <c:pt idx="190">
                  <c:v>73</c:v>
                </c:pt>
                <c:pt idx="191">
                  <c:v>73</c:v>
                </c:pt>
                <c:pt idx="192">
                  <c:v>55</c:v>
                </c:pt>
                <c:pt idx="193">
                  <c:v>71</c:v>
                </c:pt>
                <c:pt idx="194">
                  <c:v>59</c:v>
                </c:pt>
                <c:pt idx="195">
                  <c:v>69</c:v>
                </c:pt>
                <c:pt idx="196">
                  <c:v>65</c:v>
                </c:pt>
                <c:pt idx="197">
                  <c:v>64</c:v>
                </c:pt>
                <c:pt idx="198">
                  <c:v>52</c:v>
                </c:pt>
                <c:pt idx="199">
                  <c:v>71</c:v>
                </c:pt>
                <c:pt idx="200">
                  <c:v>62</c:v>
                </c:pt>
                <c:pt idx="201">
                  <c:v>66</c:v>
                </c:pt>
                <c:pt idx="202">
                  <c:v>62</c:v>
                </c:pt>
                <c:pt idx="203">
                  <c:v>59</c:v>
                </c:pt>
                <c:pt idx="204">
                  <c:v>63</c:v>
                </c:pt>
                <c:pt idx="205">
                  <c:v>50</c:v>
                </c:pt>
                <c:pt idx="206">
                  <c:v>51</c:v>
                </c:pt>
                <c:pt idx="207">
                  <c:v>66</c:v>
                </c:pt>
                <c:pt idx="208">
                  <c:v>72</c:v>
                </c:pt>
                <c:pt idx="209">
                  <c:v>58</c:v>
                </c:pt>
                <c:pt idx="210">
                  <c:v>50</c:v>
                </c:pt>
                <c:pt idx="211">
                  <c:v>68</c:v>
                </c:pt>
                <c:pt idx="212">
                  <c:v>60</c:v>
                </c:pt>
                <c:pt idx="213">
                  <c:v>74</c:v>
                </c:pt>
                <c:pt idx="214">
                  <c:v>74</c:v>
                </c:pt>
                <c:pt idx="215">
                  <c:v>60</c:v>
                </c:pt>
                <c:pt idx="216">
                  <c:v>50</c:v>
                </c:pt>
                <c:pt idx="217">
                  <c:v>50</c:v>
                </c:pt>
                <c:pt idx="218">
                  <c:v>68</c:v>
                </c:pt>
                <c:pt idx="219">
                  <c:v>73</c:v>
                </c:pt>
                <c:pt idx="220">
                  <c:v>74</c:v>
                </c:pt>
                <c:pt idx="221">
                  <c:v>52</c:v>
                </c:pt>
                <c:pt idx="222">
                  <c:v>67</c:v>
                </c:pt>
                <c:pt idx="223">
                  <c:v>73</c:v>
                </c:pt>
                <c:pt idx="224">
                  <c:v>62</c:v>
                </c:pt>
                <c:pt idx="225">
                  <c:v>63</c:v>
                </c:pt>
                <c:pt idx="226">
                  <c:v>52</c:v>
                </c:pt>
                <c:pt idx="227">
                  <c:v>74</c:v>
                </c:pt>
                <c:pt idx="228">
                  <c:v>50</c:v>
                </c:pt>
                <c:pt idx="229">
                  <c:v>55</c:v>
                </c:pt>
                <c:pt idx="230">
                  <c:v>71</c:v>
                </c:pt>
                <c:pt idx="231">
                  <c:v>74</c:v>
                </c:pt>
                <c:pt idx="232">
                  <c:v>50</c:v>
                </c:pt>
                <c:pt idx="233">
                  <c:v>54</c:v>
                </c:pt>
                <c:pt idx="234">
                  <c:v>51</c:v>
                </c:pt>
                <c:pt idx="235">
                  <c:v>56</c:v>
                </c:pt>
                <c:pt idx="236">
                  <c:v>69</c:v>
                </c:pt>
                <c:pt idx="237">
                  <c:v>71</c:v>
                </c:pt>
                <c:pt idx="238">
                  <c:v>52</c:v>
                </c:pt>
                <c:pt idx="239">
                  <c:v>53</c:v>
                </c:pt>
                <c:pt idx="240">
                  <c:v>70</c:v>
                </c:pt>
                <c:pt idx="241">
                  <c:v>66</c:v>
                </c:pt>
                <c:pt idx="242">
                  <c:v>65</c:v>
                </c:pt>
                <c:pt idx="243">
                  <c:v>54</c:v>
                </c:pt>
                <c:pt idx="244">
                  <c:v>63</c:v>
                </c:pt>
                <c:pt idx="245">
                  <c:v>64</c:v>
                </c:pt>
                <c:pt idx="246">
                  <c:v>54</c:v>
                </c:pt>
                <c:pt idx="247">
                  <c:v>72</c:v>
                </c:pt>
                <c:pt idx="248">
                  <c:v>54</c:v>
                </c:pt>
                <c:pt idx="249">
                  <c:v>66</c:v>
                </c:pt>
                <c:pt idx="250">
                  <c:v>63</c:v>
                </c:pt>
                <c:pt idx="251">
                  <c:v>71</c:v>
                </c:pt>
                <c:pt idx="252">
                  <c:v>69</c:v>
                </c:pt>
                <c:pt idx="253">
                  <c:v>73</c:v>
                </c:pt>
                <c:pt idx="254">
                  <c:v>50</c:v>
                </c:pt>
                <c:pt idx="255">
                  <c:v>57</c:v>
                </c:pt>
                <c:pt idx="256">
                  <c:v>67</c:v>
                </c:pt>
                <c:pt idx="257">
                  <c:v>73</c:v>
                </c:pt>
                <c:pt idx="258">
                  <c:v>59</c:v>
                </c:pt>
                <c:pt idx="259">
                  <c:v>74</c:v>
                </c:pt>
                <c:pt idx="260">
                  <c:v>73</c:v>
                </c:pt>
                <c:pt idx="261">
                  <c:v>67</c:v>
                </c:pt>
                <c:pt idx="262">
                  <c:v>64</c:v>
                </c:pt>
                <c:pt idx="263">
                  <c:v>62</c:v>
                </c:pt>
                <c:pt idx="264">
                  <c:v>59</c:v>
                </c:pt>
                <c:pt idx="265">
                  <c:v>66</c:v>
                </c:pt>
                <c:pt idx="266">
                  <c:v>73</c:v>
                </c:pt>
                <c:pt idx="267">
                  <c:v>68</c:v>
                </c:pt>
                <c:pt idx="268">
                  <c:v>52</c:v>
                </c:pt>
                <c:pt idx="269">
                  <c:v>61</c:v>
                </c:pt>
                <c:pt idx="270">
                  <c:v>66</c:v>
                </c:pt>
                <c:pt idx="271">
                  <c:v>65</c:v>
                </c:pt>
                <c:pt idx="272">
                  <c:v>68</c:v>
                </c:pt>
                <c:pt idx="273">
                  <c:v>54</c:v>
                </c:pt>
                <c:pt idx="274">
                  <c:v>52</c:v>
                </c:pt>
                <c:pt idx="275">
                  <c:v>50</c:v>
                </c:pt>
                <c:pt idx="276">
                  <c:v>64</c:v>
                </c:pt>
                <c:pt idx="277">
                  <c:v>55</c:v>
                </c:pt>
                <c:pt idx="278">
                  <c:v>74</c:v>
                </c:pt>
                <c:pt idx="279">
                  <c:v>54</c:v>
                </c:pt>
                <c:pt idx="280">
                  <c:v>64</c:v>
                </c:pt>
                <c:pt idx="281">
                  <c:v>50</c:v>
                </c:pt>
                <c:pt idx="282">
                  <c:v>52</c:v>
                </c:pt>
                <c:pt idx="283">
                  <c:v>56</c:v>
                </c:pt>
                <c:pt idx="284">
                  <c:v>59</c:v>
                </c:pt>
                <c:pt idx="285">
                  <c:v>53</c:v>
                </c:pt>
                <c:pt idx="286">
                  <c:v>52</c:v>
                </c:pt>
                <c:pt idx="287">
                  <c:v>55</c:v>
                </c:pt>
                <c:pt idx="288">
                  <c:v>50</c:v>
                </c:pt>
                <c:pt idx="289">
                  <c:v>61</c:v>
                </c:pt>
                <c:pt idx="290">
                  <c:v>64</c:v>
                </c:pt>
                <c:pt idx="291">
                  <c:v>56</c:v>
                </c:pt>
                <c:pt idx="292">
                  <c:v>69</c:v>
                </c:pt>
                <c:pt idx="293">
                  <c:v>50</c:v>
                </c:pt>
                <c:pt idx="294">
                  <c:v>65</c:v>
                </c:pt>
                <c:pt idx="295">
                  <c:v>71</c:v>
                </c:pt>
                <c:pt idx="296">
                  <c:v>51</c:v>
                </c:pt>
                <c:pt idx="297">
                  <c:v>66</c:v>
                </c:pt>
                <c:pt idx="298">
                  <c:v>70</c:v>
                </c:pt>
                <c:pt idx="299">
                  <c:v>66</c:v>
                </c:pt>
                <c:pt idx="300">
                  <c:v>58</c:v>
                </c:pt>
                <c:pt idx="301">
                  <c:v>64</c:v>
                </c:pt>
                <c:pt idx="302">
                  <c:v>68</c:v>
                </c:pt>
                <c:pt idx="303">
                  <c:v>69</c:v>
                </c:pt>
                <c:pt idx="304">
                  <c:v>54</c:v>
                </c:pt>
                <c:pt idx="305">
                  <c:v>63</c:v>
                </c:pt>
                <c:pt idx="306">
                  <c:v>60</c:v>
                </c:pt>
                <c:pt idx="307">
                  <c:v>58</c:v>
                </c:pt>
                <c:pt idx="308">
                  <c:v>61</c:v>
                </c:pt>
                <c:pt idx="309">
                  <c:v>65</c:v>
                </c:pt>
                <c:pt idx="310">
                  <c:v>60</c:v>
                </c:pt>
                <c:pt idx="311">
                  <c:v>70</c:v>
                </c:pt>
                <c:pt idx="312">
                  <c:v>61</c:v>
                </c:pt>
                <c:pt idx="313">
                  <c:v>64</c:v>
                </c:pt>
                <c:pt idx="314">
                  <c:v>66</c:v>
                </c:pt>
                <c:pt idx="315">
                  <c:v>70</c:v>
                </c:pt>
                <c:pt idx="316">
                  <c:v>56</c:v>
                </c:pt>
                <c:pt idx="317">
                  <c:v>71</c:v>
                </c:pt>
                <c:pt idx="318">
                  <c:v>72</c:v>
                </c:pt>
                <c:pt idx="319">
                  <c:v>55</c:v>
                </c:pt>
                <c:pt idx="320">
                  <c:v>68</c:v>
                </c:pt>
                <c:pt idx="321">
                  <c:v>74</c:v>
                </c:pt>
                <c:pt idx="322">
                  <c:v>61</c:v>
                </c:pt>
                <c:pt idx="323">
                  <c:v>74</c:v>
                </c:pt>
                <c:pt idx="324">
                  <c:v>55</c:v>
                </c:pt>
                <c:pt idx="325">
                  <c:v>74</c:v>
                </c:pt>
                <c:pt idx="326">
                  <c:v>74</c:v>
                </c:pt>
                <c:pt idx="327">
                  <c:v>53</c:v>
                </c:pt>
                <c:pt idx="328">
                  <c:v>71</c:v>
                </c:pt>
                <c:pt idx="329">
                  <c:v>51</c:v>
                </c:pt>
                <c:pt idx="330">
                  <c:v>65</c:v>
                </c:pt>
                <c:pt idx="331">
                  <c:v>60</c:v>
                </c:pt>
                <c:pt idx="332">
                  <c:v>73</c:v>
                </c:pt>
                <c:pt idx="333">
                  <c:v>67</c:v>
                </c:pt>
                <c:pt idx="334">
                  <c:v>50</c:v>
                </c:pt>
                <c:pt idx="335">
                  <c:v>74</c:v>
                </c:pt>
                <c:pt idx="336">
                  <c:v>64</c:v>
                </c:pt>
                <c:pt idx="337">
                  <c:v>56</c:v>
                </c:pt>
                <c:pt idx="338">
                  <c:v>64</c:v>
                </c:pt>
                <c:pt idx="339">
                  <c:v>65</c:v>
                </c:pt>
                <c:pt idx="340">
                  <c:v>71</c:v>
                </c:pt>
                <c:pt idx="341">
                  <c:v>53</c:v>
                </c:pt>
                <c:pt idx="342">
                  <c:v>56</c:v>
                </c:pt>
                <c:pt idx="343">
                  <c:v>65</c:v>
                </c:pt>
                <c:pt idx="344">
                  <c:v>67</c:v>
                </c:pt>
                <c:pt idx="345">
                  <c:v>67</c:v>
                </c:pt>
                <c:pt idx="346">
                  <c:v>66</c:v>
                </c:pt>
                <c:pt idx="347">
                  <c:v>61</c:v>
                </c:pt>
                <c:pt idx="348">
                  <c:v>70</c:v>
                </c:pt>
                <c:pt idx="349">
                  <c:v>52</c:v>
                </c:pt>
                <c:pt idx="350">
                  <c:v>59</c:v>
                </c:pt>
                <c:pt idx="351">
                  <c:v>51</c:v>
                </c:pt>
                <c:pt idx="352">
                  <c:v>67</c:v>
                </c:pt>
                <c:pt idx="353">
                  <c:v>72</c:v>
                </c:pt>
                <c:pt idx="354">
                  <c:v>67</c:v>
                </c:pt>
                <c:pt idx="355">
                  <c:v>73</c:v>
                </c:pt>
                <c:pt idx="356">
                  <c:v>69</c:v>
                </c:pt>
                <c:pt idx="357">
                  <c:v>52</c:v>
                </c:pt>
                <c:pt idx="358">
                  <c:v>57</c:v>
                </c:pt>
                <c:pt idx="359">
                  <c:v>62</c:v>
                </c:pt>
                <c:pt idx="360">
                  <c:v>67</c:v>
                </c:pt>
                <c:pt idx="361">
                  <c:v>65</c:v>
                </c:pt>
                <c:pt idx="362">
                  <c:v>60</c:v>
                </c:pt>
                <c:pt idx="363">
                  <c:v>63</c:v>
                </c:pt>
                <c:pt idx="364">
                  <c:v>66</c:v>
                </c:pt>
                <c:pt idx="365">
                  <c:v>60</c:v>
                </c:pt>
                <c:pt idx="366">
                  <c:v>70</c:v>
                </c:pt>
                <c:pt idx="367">
                  <c:v>53</c:v>
                </c:pt>
                <c:pt idx="368">
                  <c:v>65</c:v>
                </c:pt>
                <c:pt idx="369">
                  <c:v>52</c:v>
                </c:pt>
                <c:pt idx="370">
                  <c:v>67</c:v>
                </c:pt>
                <c:pt idx="371">
                  <c:v>60</c:v>
                </c:pt>
                <c:pt idx="372">
                  <c:v>59</c:v>
                </c:pt>
                <c:pt idx="373">
                  <c:v>64</c:v>
                </c:pt>
                <c:pt idx="374">
                  <c:v>52</c:v>
                </c:pt>
                <c:pt idx="375">
                  <c:v>68</c:v>
                </c:pt>
                <c:pt idx="376">
                  <c:v>50</c:v>
                </c:pt>
                <c:pt idx="377">
                  <c:v>56</c:v>
                </c:pt>
                <c:pt idx="378">
                  <c:v>69</c:v>
                </c:pt>
                <c:pt idx="379">
                  <c:v>62</c:v>
                </c:pt>
                <c:pt idx="380">
                  <c:v>57</c:v>
                </c:pt>
                <c:pt idx="381">
                  <c:v>64</c:v>
                </c:pt>
                <c:pt idx="382">
                  <c:v>73</c:v>
                </c:pt>
                <c:pt idx="383">
                  <c:v>62</c:v>
                </c:pt>
                <c:pt idx="384">
                  <c:v>67</c:v>
                </c:pt>
                <c:pt idx="385">
                  <c:v>66</c:v>
                </c:pt>
                <c:pt idx="386">
                  <c:v>70</c:v>
                </c:pt>
                <c:pt idx="387">
                  <c:v>65</c:v>
                </c:pt>
                <c:pt idx="388">
                  <c:v>53</c:v>
                </c:pt>
                <c:pt idx="389">
                  <c:v>65</c:v>
                </c:pt>
                <c:pt idx="390">
                  <c:v>54</c:v>
                </c:pt>
                <c:pt idx="391">
                  <c:v>63</c:v>
                </c:pt>
                <c:pt idx="392">
                  <c:v>65</c:v>
                </c:pt>
                <c:pt idx="393">
                  <c:v>61</c:v>
                </c:pt>
                <c:pt idx="394">
                  <c:v>54</c:v>
                </c:pt>
                <c:pt idx="395">
                  <c:v>66</c:v>
                </c:pt>
                <c:pt idx="396">
                  <c:v>51</c:v>
                </c:pt>
                <c:pt idx="397">
                  <c:v>51</c:v>
                </c:pt>
                <c:pt idx="398">
                  <c:v>71</c:v>
                </c:pt>
                <c:pt idx="399">
                  <c:v>72</c:v>
                </c:pt>
                <c:pt idx="400">
                  <c:v>56</c:v>
                </c:pt>
                <c:pt idx="401">
                  <c:v>57</c:v>
                </c:pt>
                <c:pt idx="402">
                  <c:v>55</c:v>
                </c:pt>
                <c:pt idx="403">
                  <c:v>59</c:v>
                </c:pt>
                <c:pt idx="404">
                  <c:v>58</c:v>
                </c:pt>
                <c:pt idx="405">
                  <c:v>69</c:v>
                </c:pt>
                <c:pt idx="406">
                  <c:v>58</c:v>
                </c:pt>
                <c:pt idx="407">
                  <c:v>50</c:v>
                </c:pt>
                <c:pt idx="408">
                  <c:v>71</c:v>
                </c:pt>
                <c:pt idx="409">
                  <c:v>67</c:v>
                </c:pt>
                <c:pt idx="410">
                  <c:v>60</c:v>
                </c:pt>
                <c:pt idx="411">
                  <c:v>63</c:v>
                </c:pt>
                <c:pt idx="412">
                  <c:v>71</c:v>
                </c:pt>
                <c:pt idx="413">
                  <c:v>73</c:v>
                </c:pt>
                <c:pt idx="414">
                  <c:v>63</c:v>
                </c:pt>
                <c:pt idx="415">
                  <c:v>69</c:v>
                </c:pt>
                <c:pt idx="416">
                  <c:v>54</c:v>
                </c:pt>
                <c:pt idx="417">
                  <c:v>71</c:v>
                </c:pt>
                <c:pt idx="418">
                  <c:v>52</c:v>
                </c:pt>
                <c:pt idx="419">
                  <c:v>54</c:v>
                </c:pt>
                <c:pt idx="420">
                  <c:v>65</c:v>
                </c:pt>
                <c:pt idx="421">
                  <c:v>61</c:v>
                </c:pt>
                <c:pt idx="422">
                  <c:v>66</c:v>
                </c:pt>
                <c:pt idx="423">
                  <c:v>73</c:v>
                </c:pt>
                <c:pt idx="424">
                  <c:v>58</c:v>
                </c:pt>
                <c:pt idx="425">
                  <c:v>73</c:v>
                </c:pt>
                <c:pt idx="426">
                  <c:v>58</c:v>
                </c:pt>
                <c:pt idx="427">
                  <c:v>65</c:v>
                </c:pt>
                <c:pt idx="428">
                  <c:v>58</c:v>
                </c:pt>
                <c:pt idx="429">
                  <c:v>62</c:v>
                </c:pt>
                <c:pt idx="430">
                  <c:v>68</c:v>
                </c:pt>
                <c:pt idx="431">
                  <c:v>54</c:v>
                </c:pt>
                <c:pt idx="432">
                  <c:v>61</c:v>
                </c:pt>
                <c:pt idx="433">
                  <c:v>69</c:v>
                </c:pt>
                <c:pt idx="434">
                  <c:v>68</c:v>
                </c:pt>
                <c:pt idx="435">
                  <c:v>73</c:v>
                </c:pt>
                <c:pt idx="436">
                  <c:v>65</c:v>
                </c:pt>
                <c:pt idx="437">
                  <c:v>69</c:v>
                </c:pt>
                <c:pt idx="438">
                  <c:v>61</c:v>
                </c:pt>
                <c:pt idx="439">
                  <c:v>50</c:v>
                </c:pt>
                <c:pt idx="440">
                  <c:v>74</c:v>
                </c:pt>
                <c:pt idx="441">
                  <c:v>69</c:v>
                </c:pt>
                <c:pt idx="442">
                  <c:v>72</c:v>
                </c:pt>
                <c:pt idx="443">
                  <c:v>53</c:v>
                </c:pt>
                <c:pt idx="444">
                  <c:v>57</c:v>
                </c:pt>
                <c:pt idx="445">
                  <c:v>58</c:v>
                </c:pt>
                <c:pt idx="446">
                  <c:v>62</c:v>
                </c:pt>
                <c:pt idx="447">
                  <c:v>58</c:v>
                </c:pt>
                <c:pt idx="448">
                  <c:v>62</c:v>
                </c:pt>
                <c:pt idx="449">
                  <c:v>71</c:v>
                </c:pt>
                <c:pt idx="450">
                  <c:v>68</c:v>
                </c:pt>
                <c:pt idx="451">
                  <c:v>73</c:v>
                </c:pt>
                <c:pt idx="452">
                  <c:v>61</c:v>
                </c:pt>
                <c:pt idx="453">
                  <c:v>52</c:v>
                </c:pt>
                <c:pt idx="454">
                  <c:v>59</c:v>
                </c:pt>
                <c:pt idx="455">
                  <c:v>59</c:v>
                </c:pt>
                <c:pt idx="456">
                  <c:v>51</c:v>
                </c:pt>
                <c:pt idx="457">
                  <c:v>68</c:v>
                </c:pt>
                <c:pt idx="458">
                  <c:v>74</c:v>
                </c:pt>
                <c:pt idx="459">
                  <c:v>65</c:v>
                </c:pt>
                <c:pt idx="460">
                  <c:v>72</c:v>
                </c:pt>
                <c:pt idx="461">
                  <c:v>52</c:v>
                </c:pt>
                <c:pt idx="462">
                  <c:v>66</c:v>
                </c:pt>
                <c:pt idx="463">
                  <c:v>68</c:v>
                </c:pt>
                <c:pt idx="464">
                  <c:v>60</c:v>
                </c:pt>
                <c:pt idx="465">
                  <c:v>55</c:v>
                </c:pt>
                <c:pt idx="466">
                  <c:v>59</c:v>
                </c:pt>
                <c:pt idx="467">
                  <c:v>68</c:v>
                </c:pt>
                <c:pt idx="468">
                  <c:v>63</c:v>
                </c:pt>
                <c:pt idx="469">
                  <c:v>66</c:v>
                </c:pt>
                <c:pt idx="470">
                  <c:v>70</c:v>
                </c:pt>
                <c:pt idx="471">
                  <c:v>55</c:v>
                </c:pt>
                <c:pt idx="472">
                  <c:v>60</c:v>
                </c:pt>
                <c:pt idx="473">
                  <c:v>72</c:v>
                </c:pt>
                <c:pt idx="474">
                  <c:v>68</c:v>
                </c:pt>
                <c:pt idx="475">
                  <c:v>68</c:v>
                </c:pt>
                <c:pt idx="476">
                  <c:v>59</c:v>
                </c:pt>
                <c:pt idx="477">
                  <c:v>59</c:v>
                </c:pt>
                <c:pt idx="478">
                  <c:v>50</c:v>
                </c:pt>
                <c:pt idx="479">
                  <c:v>51</c:v>
                </c:pt>
                <c:pt idx="480">
                  <c:v>65</c:v>
                </c:pt>
                <c:pt idx="481">
                  <c:v>56</c:v>
                </c:pt>
                <c:pt idx="482">
                  <c:v>67</c:v>
                </c:pt>
                <c:pt idx="483">
                  <c:v>64</c:v>
                </c:pt>
                <c:pt idx="484">
                  <c:v>67</c:v>
                </c:pt>
                <c:pt idx="485">
                  <c:v>68</c:v>
                </c:pt>
                <c:pt idx="486">
                  <c:v>53</c:v>
                </c:pt>
                <c:pt idx="487">
                  <c:v>58</c:v>
                </c:pt>
                <c:pt idx="488">
                  <c:v>52</c:v>
                </c:pt>
                <c:pt idx="489">
                  <c:v>74</c:v>
                </c:pt>
                <c:pt idx="490">
                  <c:v>55</c:v>
                </c:pt>
                <c:pt idx="491">
                  <c:v>74</c:v>
                </c:pt>
                <c:pt idx="492">
                  <c:v>67</c:v>
                </c:pt>
                <c:pt idx="493">
                  <c:v>59</c:v>
                </c:pt>
                <c:pt idx="494">
                  <c:v>74</c:v>
                </c:pt>
                <c:pt idx="495">
                  <c:v>60</c:v>
                </c:pt>
                <c:pt idx="496">
                  <c:v>59</c:v>
                </c:pt>
                <c:pt idx="497">
                  <c:v>72</c:v>
                </c:pt>
                <c:pt idx="498">
                  <c:v>67</c:v>
                </c:pt>
                <c:pt idx="499">
                  <c:v>55</c:v>
                </c:pt>
                <c:pt idx="500">
                  <c:v>58</c:v>
                </c:pt>
                <c:pt idx="501">
                  <c:v>74</c:v>
                </c:pt>
                <c:pt idx="502">
                  <c:v>64</c:v>
                </c:pt>
                <c:pt idx="503">
                  <c:v>71</c:v>
                </c:pt>
                <c:pt idx="504">
                  <c:v>61</c:v>
                </c:pt>
                <c:pt idx="505">
                  <c:v>74</c:v>
                </c:pt>
                <c:pt idx="506">
                  <c:v>52</c:v>
                </c:pt>
                <c:pt idx="507">
                  <c:v>69</c:v>
                </c:pt>
                <c:pt idx="508">
                  <c:v>54</c:v>
                </c:pt>
                <c:pt idx="509">
                  <c:v>69</c:v>
                </c:pt>
                <c:pt idx="510">
                  <c:v>54</c:v>
                </c:pt>
                <c:pt idx="511">
                  <c:v>61</c:v>
                </c:pt>
                <c:pt idx="512">
                  <c:v>66</c:v>
                </c:pt>
                <c:pt idx="513">
                  <c:v>69</c:v>
                </c:pt>
                <c:pt idx="514">
                  <c:v>61</c:v>
                </c:pt>
                <c:pt idx="515">
                  <c:v>63</c:v>
                </c:pt>
                <c:pt idx="516">
                  <c:v>72</c:v>
                </c:pt>
                <c:pt idx="517">
                  <c:v>65</c:v>
                </c:pt>
                <c:pt idx="518">
                  <c:v>58</c:v>
                </c:pt>
                <c:pt idx="519">
                  <c:v>51</c:v>
                </c:pt>
                <c:pt idx="520">
                  <c:v>68</c:v>
                </c:pt>
                <c:pt idx="521">
                  <c:v>61</c:v>
                </c:pt>
                <c:pt idx="522">
                  <c:v>74</c:v>
                </c:pt>
                <c:pt idx="523">
                  <c:v>56</c:v>
                </c:pt>
                <c:pt idx="524">
                  <c:v>72</c:v>
                </c:pt>
                <c:pt idx="525">
                  <c:v>54</c:v>
                </c:pt>
                <c:pt idx="526">
                  <c:v>69</c:v>
                </c:pt>
                <c:pt idx="527">
                  <c:v>70</c:v>
                </c:pt>
                <c:pt idx="528">
                  <c:v>69</c:v>
                </c:pt>
                <c:pt idx="529">
                  <c:v>52</c:v>
                </c:pt>
                <c:pt idx="530">
                  <c:v>56</c:v>
                </c:pt>
                <c:pt idx="531">
                  <c:v>60</c:v>
                </c:pt>
                <c:pt idx="532">
                  <c:v>64</c:v>
                </c:pt>
                <c:pt idx="533">
                  <c:v>62</c:v>
                </c:pt>
                <c:pt idx="534">
                  <c:v>66</c:v>
                </c:pt>
                <c:pt idx="535">
                  <c:v>65</c:v>
                </c:pt>
                <c:pt idx="536">
                  <c:v>66</c:v>
                </c:pt>
                <c:pt idx="537">
                  <c:v>70</c:v>
                </c:pt>
                <c:pt idx="538">
                  <c:v>61</c:v>
                </c:pt>
                <c:pt idx="539">
                  <c:v>53</c:v>
                </c:pt>
                <c:pt idx="540">
                  <c:v>60</c:v>
                </c:pt>
                <c:pt idx="541">
                  <c:v>69</c:v>
                </c:pt>
                <c:pt idx="542">
                  <c:v>70</c:v>
                </c:pt>
                <c:pt idx="543">
                  <c:v>50</c:v>
                </c:pt>
                <c:pt idx="544">
                  <c:v>50</c:v>
                </c:pt>
                <c:pt idx="545">
                  <c:v>50</c:v>
                </c:pt>
                <c:pt idx="546">
                  <c:v>54</c:v>
                </c:pt>
                <c:pt idx="547">
                  <c:v>59</c:v>
                </c:pt>
                <c:pt idx="548">
                  <c:v>67</c:v>
                </c:pt>
                <c:pt idx="549">
                  <c:v>61</c:v>
                </c:pt>
                <c:pt idx="550">
                  <c:v>59</c:v>
                </c:pt>
                <c:pt idx="551">
                  <c:v>65</c:v>
                </c:pt>
                <c:pt idx="552">
                  <c:v>65</c:v>
                </c:pt>
                <c:pt idx="553">
                  <c:v>54</c:v>
                </c:pt>
                <c:pt idx="554">
                  <c:v>58</c:v>
                </c:pt>
                <c:pt idx="555">
                  <c:v>63</c:v>
                </c:pt>
                <c:pt idx="556">
                  <c:v>56</c:v>
                </c:pt>
                <c:pt idx="557">
                  <c:v>64</c:v>
                </c:pt>
                <c:pt idx="558">
                  <c:v>52</c:v>
                </c:pt>
                <c:pt idx="559">
                  <c:v>51</c:v>
                </c:pt>
                <c:pt idx="560">
                  <c:v>62</c:v>
                </c:pt>
                <c:pt idx="561">
                  <c:v>54</c:v>
                </c:pt>
                <c:pt idx="562">
                  <c:v>57</c:v>
                </c:pt>
                <c:pt idx="563">
                  <c:v>59</c:v>
                </c:pt>
                <c:pt idx="564">
                  <c:v>70</c:v>
                </c:pt>
                <c:pt idx="565">
                  <c:v>66</c:v>
                </c:pt>
                <c:pt idx="566">
                  <c:v>59</c:v>
                </c:pt>
                <c:pt idx="567">
                  <c:v>58</c:v>
                </c:pt>
                <c:pt idx="568">
                  <c:v>73</c:v>
                </c:pt>
                <c:pt idx="569">
                  <c:v>70</c:v>
                </c:pt>
                <c:pt idx="570">
                  <c:v>62</c:v>
                </c:pt>
                <c:pt idx="571">
                  <c:v>74</c:v>
                </c:pt>
                <c:pt idx="572">
                  <c:v>60</c:v>
                </c:pt>
                <c:pt idx="573">
                  <c:v>57</c:v>
                </c:pt>
                <c:pt idx="574">
                  <c:v>56</c:v>
                </c:pt>
                <c:pt idx="575">
                  <c:v>72</c:v>
                </c:pt>
                <c:pt idx="576">
                  <c:v>58</c:v>
                </c:pt>
                <c:pt idx="577">
                  <c:v>68</c:v>
                </c:pt>
                <c:pt idx="578">
                  <c:v>66</c:v>
                </c:pt>
                <c:pt idx="579">
                  <c:v>60</c:v>
                </c:pt>
                <c:pt idx="580">
                  <c:v>57</c:v>
                </c:pt>
                <c:pt idx="581">
                  <c:v>52</c:v>
                </c:pt>
                <c:pt idx="582">
                  <c:v>72</c:v>
                </c:pt>
                <c:pt idx="583">
                  <c:v>50</c:v>
                </c:pt>
                <c:pt idx="584">
                  <c:v>64</c:v>
                </c:pt>
                <c:pt idx="585">
                  <c:v>58</c:v>
                </c:pt>
                <c:pt idx="586">
                  <c:v>50</c:v>
                </c:pt>
                <c:pt idx="587">
                  <c:v>54</c:v>
                </c:pt>
                <c:pt idx="588">
                  <c:v>62</c:v>
                </c:pt>
                <c:pt idx="589">
                  <c:v>69</c:v>
                </c:pt>
                <c:pt idx="590">
                  <c:v>52</c:v>
                </c:pt>
                <c:pt idx="591">
                  <c:v>64</c:v>
                </c:pt>
                <c:pt idx="592">
                  <c:v>58</c:v>
                </c:pt>
                <c:pt idx="593">
                  <c:v>59</c:v>
                </c:pt>
                <c:pt idx="594">
                  <c:v>53</c:v>
                </c:pt>
                <c:pt idx="595">
                  <c:v>65</c:v>
                </c:pt>
                <c:pt idx="596">
                  <c:v>58</c:v>
                </c:pt>
                <c:pt idx="597">
                  <c:v>68</c:v>
                </c:pt>
                <c:pt idx="598">
                  <c:v>56</c:v>
                </c:pt>
                <c:pt idx="599">
                  <c:v>63</c:v>
                </c:pt>
                <c:pt idx="600">
                  <c:v>72</c:v>
                </c:pt>
                <c:pt idx="601">
                  <c:v>65</c:v>
                </c:pt>
                <c:pt idx="602">
                  <c:v>55</c:v>
                </c:pt>
                <c:pt idx="603">
                  <c:v>66</c:v>
                </c:pt>
                <c:pt idx="604">
                  <c:v>51</c:v>
                </c:pt>
                <c:pt idx="605">
                  <c:v>62</c:v>
                </c:pt>
                <c:pt idx="606">
                  <c:v>73</c:v>
                </c:pt>
                <c:pt idx="607">
                  <c:v>65</c:v>
                </c:pt>
                <c:pt idx="608">
                  <c:v>74</c:v>
                </c:pt>
                <c:pt idx="609">
                  <c:v>50</c:v>
                </c:pt>
                <c:pt idx="610">
                  <c:v>57</c:v>
                </c:pt>
                <c:pt idx="611">
                  <c:v>68</c:v>
                </c:pt>
                <c:pt idx="612">
                  <c:v>51</c:v>
                </c:pt>
                <c:pt idx="613">
                  <c:v>66</c:v>
                </c:pt>
                <c:pt idx="614">
                  <c:v>71</c:v>
                </c:pt>
                <c:pt idx="615">
                  <c:v>70</c:v>
                </c:pt>
                <c:pt idx="616">
                  <c:v>70</c:v>
                </c:pt>
                <c:pt idx="617">
                  <c:v>60</c:v>
                </c:pt>
                <c:pt idx="618">
                  <c:v>52</c:v>
                </c:pt>
                <c:pt idx="619">
                  <c:v>66</c:v>
                </c:pt>
                <c:pt idx="620">
                  <c:v>53</c:v>
                </c:pt>
                <c:pt idx="621">
                  <c:v>71</c:v>
                </c:pt>
                <c:pt idx="622">
                  <c:v>59</c:v>
                </c:pt>
                <c:pt idx="623">
                  <c:v>50</c:v>
                </c:pt>
                <c:pt idx="624">
                  <c:v>72</c:v>
                </c:pt>
                <c:pt idx="625">
                  <c:v>73</c:v>
                </c:pt>
                <c:pt idx="626">
                  <c:v>66</c:v>
                </c:pt>
                <c:pt idx="627">
                  <c:v>66</c:v>
                </c:pt>
                <c:pt idx="628">
                  <c:v>72</c:v>
                </c:pt>
                <c:pt idx="629">
                  <c:v>61</c:v>
                </c:pt>
                <c:pt idx="630">
                  <c:v>67</c:v>
                </c:pt>
                <c:pt idx="631">
                  <c:v>71</c:v>
                </c:pt>
                <c:pt idx="632">
                  <c:v>70</c:v>
                </c:pt>
                <c:pt idx="633">
                  <c:v>55</c:v>
                </c:pt>
                <c:pt idx="634">
                  <c:v>58</c:v>
                </c:pt>
                <c:pt idx="635">
                  <c:v>72</c:v>
                </c:pt>
                <c:pt idx="636">
                  <c:v>56</c:v>
                </c:pt>
                <c:pt idx="637">
                  <c:v>55</c:v>
                </c:pt>
                <c:pt idx="638">
                  <c:v>73</c:v>
                </c:pt>
                <c:pt idx="639">
                  <c:v>69</c:v>
                </c:pt>
                <c:pt idx="640">
                  <c:v>53</c:v>
                </c:pt>
                <c:pt idx="641">
                  <c:v>51</c:v>
                </c:pt>
                <c:pt idx="642">
                  <c:v>74</c:v>
                </c:pt>
                <c:pt idx="643">
                  <c:v>60</c:v>
                </c:pt>
                <c:pt idx="644">
                  <c:v>50</c:v>
                </c:pt>
                <c:pt idx="645">
                  <c:v>57</c:v>
                </c:pt>
                <c:pt idx="646">
                  <c:v>54</c:v>
                </c:pt>
                <c:pt idx="647">
                  <c:v>69</c:v>
                </c:pt>
                <c:pt idx="648">
                  <c:v>69</c:v>
                </c:pt>
                <c:pt idx="649">
                  <c:v>50</c:v>
                </c:pt>
                <c:pt idx="650">
                  <c:v>65</c:v>
                </c:pt>
                <c:pt idx="651">
                  <c:v>71</c:v>
                </c:pt>
                <c:pt idx="652">
                  <c:v>66</c:v>
                </c:pt>
                <c:pt idx="653">
                  <c:v>58</c:v>
                </c:pt>
                <c:pt idx="654">
                  <c:v>52</c:v>
                </c:pt>
                <c:pt idx="655">
                  <c:v>61</c:v>
                </c:pt>
                <c:pt idx="656">
                  <c:v>53</c:v>
                </c:pt>
                <c:pt idx="657">
                  <c:v>67</c:v>
                </c:pt>
                <c:pt idx="658">
                  <c:v>60</c:v>
                </c:pt>
                <c:pt idx="659">
                  <c:v>68</c:v>
                </c:pt>
                <c:pt idx="660">
                  <c:v>74</c:v>
                </c:pt>
                <c:pt idx="661">
                  <c:v>62</c:v>
                </c:pt>
                <c:pt idx="662">
                  <c:v>53</c:v>
                </c:pt>
                <c:pt idx="663">
                  <c:v>53</c:v>
                </c:pt>
                <c:pt idx="664">
                  <c:v>67</c:v>
                </c:pt>
                <c:pt idx="665">
                  <c:v>70</c:v>
                </c:pt>
                <c:pt idx="666">
                  <c:v>58</c:v>
                </c:pt>
                <c:pt idx="667">
                  <c:v>67</c:v>
                </c:pt>
                <c:pt idx="668">
                  <c:v>72</c:v>
                </c:pt>
                <c:pt idx="669">
                  <c:v>63</c:v>
                </c:pt>
                <c:pt idx="670">
                  <c:v>72</c:v>
                </c:pt>
                <c:pt idx="671">
                  <c:v>68</c:v>
                </c:pt>
                <c:pt idx="672">
                  <c:v>70</c:v>
                </c:pt>
                <c:pt idx="673">
                  <c:v>65</c:v>
                </c:pt>
                <c:pt idx="674">
                  <c:v>51</c:v>
                </c:pt>
                <c:pt idx="675">
                  <c:v>50</c:v>
                </c:pt>
                <c:pt idx="676">
                  <c:v>67</c:v>
                </c:pt>
                <c:pt idx="677">
                  <c:v>52</c:v>
                </c:pt>
                <c:pt idx="678">
                  <c:v>60</c:v>
                </c:pt>
                <c:pt idx="679">
                  <c:v>60</c:v>
                </c:pt>
                <c:pt idx="680">
                  <c:v>55</c:v>
                </c:pt>
                <c:pt idx="681">
                  <c:v>67</c:v>
                </c:pt>
                <c:pt idx="682">
                  <c:v>72</c:v>
                </c:pt>
                <c:pt idx="683">
                  <c:v>70</c:v>
                </c:pt>
                <c:pt idx="684">
                  <c:v>68</c:v>
                </c:pt>
                <c:pt idx="685">
                  <c:v>66</c:v>
                </c:pt>
                <c:pt idx="686">
                  <c:v>70</c:v>
                </c:pt>
                <c:pt idx="687">
                  <c:v>68</c:v>
                </c:pt>
                <c:pt idx="688">
                  <c:v>64</c:v>
                </c:pt>
                <c:pt idx="689">
                  <c:v>60</c:v>
                </c:pt>
                <c:pt idx="690">
                  <c:v>66</c:v>
                </c:pt>
                <c:pt idx="691">
                  <c:v>68</c:v>
                </c:pt>
                <c:pt idx="692">
                  <c:v>50</c:v>
                </c:pt>
                <c:pt idx="693">
                  <c:v>53</c:v>
                </c:pt>
                <c:pt idx="694">
                  <c:v>74</c:v>
                </c:pt>
                <c:pt idx="695">
                  <c:v>71</c:v>
                </c:pt>
                <c:pt idx="696">
                  <c:v>54</c:v>
                </c:pt>
                <c:pt idx="697">
                  <c:v>54</c:v>
                </c:pt>
                <c:pt idx="698">
                  <c:v>50</c:v>
                </c:pt>
                <c:pt idx="699">
                  <c:v>65</c:v>
                </c:pt>
                <c:pt idx="700">
                  <c:v>73</c:v>
                </c:pt>
                <c:pt idx="701">
                  <c:v>53</c:v>
                </c:pt>
                <c:pt idx="702">
                  <c:v>73</c:v>
                </c:pt>
                <c:pt idx="703">
                  <c:v>53</c:v>
                </c:pt>
                <c:pt idx="704">
                  <c:v>71</c:v>
                </c:pt>
                <c:pt idx="705">
                  <c:v>60</c:v>
                </c:pt>
                <c:pt idx="706">
                  <c:v>62</c:v>
                </c:pt>
                <c:pt idx="707">
                  <c:v>53</c:v>
                </c:pt>
                <c:pt idx="708">
                  <c:v>53</c:v>
                </c:pt>
                <c:pt idx="709">
                  <c:v>51</c:v>
                </c:pt>
                <c:pt idx="710">
                  <c:v>72</c:v>
                </c:pt>
                <c:pt idx="711">
                  <c:v>67</c:v>
                </c:pt>
                <c:pt idx="712">
                  <c:v>73</c:v>
                </c:pt>
                <c:pt idx="713">
                  <c:v>66</c:v>
                </c:pt>
                <c:pt idx="714">
                  <c:v>66</c:v>
                </c:pt>
                <c:pt idx="715">
                  <c:v>50</c:v>
                </c:pt>
                <c:pt idx="716">
                  <c:v>62</c:v>
                </c:pt>
                <c:pt idx="717">
                  <c:v>56</c:v>
                </c:pt>
                <c:pt idx="718">
                  <c:v>58</c:v>
                </c:pt>
                <c:pt idx="719">
                  <c:v>54</c:v>
                </c:pt>
                <c:pt idx="720">
                  <c:v>65</c:v>
                </c:pt>
                <c:pt idx="721">
                  <c:v>73</c:v>
                </c:pt>
                <c:pt idx="722">
                  <c:v>60</c:v>
                </c:pt>
                <c:pt idx="723">
                  <c:v>62</c:v>
                </c:pt>
                <c:pt idx="724">
                  <c:v>74</c:v>
                </c:pt>
                <c:pt idx="725">
                  <c:v>55</c:v>
                </c:pt>
                <c:pt idx="726">
                  <c:v>61</c:v>
                </c:pt>
                <c:pt idx="727">
                  <c:v>53</c:v>
                </c:pt>
                <c:pt idx="728">
                  <c:v>58</c:v>
                </c:pt>
                <c:pt idx="729">
                  <c:v>66</c:v>
                </c:pt>
                <c:pt idx="730">
                  <c:v>52</c:v>
                </c:pt>
                <c:pt idx="731">
                  <c:v>67</c:v>
                </c:pt>
                <c:pt idx="732">
                  <c:v>50</c:v>
                </c:pt>
                <c:pt idx="733">
                  <c:v>61</c:v>
                </c:pt>
                <c:pt idx="734">
                  <c:v>69</c:v>
                </c:pt>
                <c:pt idx="735">
                  <c:v>58</c:v>
                </c:pt>
                <c:pt idx="736">
                  <c:v>73</c:v>
                </c:pt>
                <c:pt idx="737">
                  <c:v>62</c:v>
                </c:pt>
                <c:pt idx="738">
                  <c:v>64</c:v>
                </c:pt>
                <c:pt idx="739">
                  <c:v>58</c:v>
                </c:pt>
                <c:pt idx="740">
                  <c:v>72</c:v>
                </c:pt>
                <c:pt idx="741">
                  <c:v>50</c:v>
                </c:pt>
                <c:pt idx="742">
                  <c:v>67</c:v>
                </c:pt>
                <c:pt idx="743">
                  <c:v>65</c:v>
                </c:pt>
                <c:pt idx="744">
                  <c:v>63</c:v>
                </c:pt>
                <c:pt idx="745">
                  <c:v>51</c:v>
                </c:pt>
                <c:pt idx="746">
                  <c:v>55</c:v>
                </c:pt>
                <c:pt idx="747">
                  <c:v>70</c:v>
                </c:pt>
                <c:pt idx="748">
                  <c:v>62</c:v>
                </c:pt>
                <c:pt idx="749">
                  <c:v>73</c:v>
                </c:pt>
                <c:pt idx="750">
                  <c:v>59</c:v>
                </c:pt>
                <c:pt idx="751">
                  <c:v>58</c:v>
                </c:pt>
                <c:pt idx="752">
                  <c:v>56</c:v>
                </c:pt>
                <c:pt idx="753">
                  <c:v>68</c:v>
                </c:pt>
                <c:pt idx="754">
                  <c:v>72</c:v>
                </c:pt>
                <c:pt idx="755">
                  <c:v>73</c:v>
                </c:pt>
                <c:pt idx="756">
                  <c:v>62</c:v>
                </c:pt>
                <c:pt idx="757">
                  <c:v>64</c:v>
                </c:pt>
                <c:pt idx="758">
                  <c:v>70</c:v>
                </c:pt>
                <c:pt idx="759">
                  <c:v>51</c:v>
                </c:pt>
                <c:pt idx="760">
                  <c:v>67</c:v>
                </c:pt>
                <c:pt idx="761">
                  <c:v>60</c:v>
                </c:pt>
                <c:pt idx="762">
                  <c:v>61</c:v>
                </c:pt>
                <c:pt idx="763">
                  <c:v>58</c:v>
                </c:pt>
                <c:pt idx="764">
                  <c:v>69</c:v>
                </c:pt>
                <c:pt idx="765">
                  <c:v>64</c:v>
                </c:pt>
                <c:pt idx="766">
                  <c:v>56</c:v>
                </c:pt>
                <c:pt idx="767">
                  <c:v>74</c:v>
                </c:pt>
                <c:pt idx="768">
                  <c:v>71</c:v>
                </c:pt>
                <c:pt idx="769">
                  <c:v>63</c:v>
                </c:pt>
                <c:pt idx="770">
                  <c:v>65</c:v>
                </c:pt>
                <c:pt idx="771">
                  <c:v>54</c:v>
                </c:pt>
                <c:pt idx="772">
                  <c:v>52</c:v>
                </c:pt>
                <c:pt idx="773">
                  <c:v>54</c:v>
                </c:pt>
                <c:pt idx="774">
                  <c:v>67</c:v>
                </c:pt>
                <c:pt idx="775">
                  <c:v>54</c:v>
                </c:pt>
                <c:pt idx="776">
                  <c:v>67</c:v>
                </c:pt>
                <c:pt idx="777">
                  <c:v>65</c:v>
                </c:pt>
                <c:pt idx="778">
                  <c:v>74</c:v>
                </c:pt>
                <c:pt idx="779">
                  <c:v>53</c:v>
                </c:pt>
                <c:pt idx="780">
                  <c:v>62</c:v>
                </c:pt>
                <c:pt idx="781">
                  <c:v>60</c:v>
                </c:pt>
                <c:pt idx="782">
                  <c:v>63</c:v>
                </c:pt>
                <c:pt idx="783">
                  <c:v>68</c:v>
                </c:pt>
                <c:pt idx="784">
                  <c:v>51</c:v>
                </c:pt>
                <c:pt idx="785">
                  <c:v>65</c:v>
                </c:pt>
                <c:pt idx="786">
                  <c:v>70</c:v>
                </c:pt>
                <c:pt idx="787">
                  <c:v>71</c:v>
                </c:pt>
                <c:pt idx="788">
                  <c:v>53</c:v>
                </c:pt>
                <c:pt idx="789">
                  <c:v>62</c:v>
                </c:pt>
                <c:pt idx="790">
                  <c:v>67</c:v>
                </c:pt>
                <c:pt idx="791">
                  <c:v>60</c:v>
                </c:pt>
                <c:pt idx="792">
                  <c:v>50</c:v>
                </c:pt>
                <c:pt idx="793">
                  <c:v>58</c:v>
                </c:pt>
                <c:pt idx="794">
                  <c:v>54</c:v>
                </c:pt>
                <c:pt idx="795">
                  <c:v>66</c:v>
                </c:pt>
                <c:pt idx="796">
                  <c:v>60</c:v>
                </c:pt>
                <c:pt idx="797">
                  <c:v>73</c:v>
                </c:pt>
                <c:pt idx="798">
                  <c:v>61</c:v>
                </c:pt>
                <c:pt idx="799">
                  <c:v>71</c:v>
                </c:pt>
                <c:pt idx="800">
                  <c:v>57</c:v>
                </c:pt>
                <c:pt idx="801">
                  <c:v>65</c:v>
                </c:pt>
                <c:pt idx="802">
                  <c:v>72</c:v>
                </c:pt>
                <c:pt idx="803">
                  <c:v>50</c:v>
                </c:pt>
                <c:pt idx="804">
                  <c:v>63</c:v>
                </c:pt>
                <c:pt idx="805">
                  <c:v>66</c:v>
                </c:pt>
                <c:pt idx="806">
                  <c:v>55</c:v>
                </c:pt>
                <c:pt idx="807">
                  <c:v>55</c:v>
                </c:pt>
                <c:pt idx="808">
                  <c:v>68</c:v>
                </c:pt>
                <c:pt idx="809">
                  <c:v>72</c:v>
                </c:pt>
                <c:pt idx="810">
                  <c:v>70</c:v>
                </c:pt>
                <c:pt idx="811">
                  <c:v>72</c:v>
                </c:pt>
                <c:pt idx="812">
                  <c:v>62</c:v>
                </c:pt>
                <c:pt idx="813">
                  <c:v>68</c:v>
                </c:pt>
                <c:pt idx="814">
                  <c:v>55</c:v>
                </c:pt>
                <c:pt idx="815">
                  <c:v>74</c:v>
                </c:pt>
                <c:pt idx="816">
                  <c:v>58</c:v>
                </c:pt>
                <c:pt idx="817">
                  <c:v>74</c:v>
                </c:pt>
                <c:pt idx="818">
                  <c:v>72</c:v>
                </c:pt>
                <c:pt idx="819">
                  <c:v>60</c:v>
                </c:pt>
                <c:pt idx="820">
                  <c:v>58</c:v>
                </c:pt>
                <c:pt idx="821">
                  <c:v>57</c:v>
                </c:pt>
                <c:pt idx="822">
                  <c:v>67</c:v>
                </c:pt>
                <c:pt idx="823">
                  <c:v>57</c:v>
                </c:pt>
                <c:pt idx="824">
                  <c:v>73</c:v>
                </c:pt>
                <c:pt idx="825">
                  <c:v>61</c:v>
                </c:pt>
                <c:pt idx="826">
                  <c:v>67</c:v>
                </c:pt>
                <c:pt idx="827">
                  <c:v>74</c:v>
                </c:pt>
                <c:pt idx="828">
                  <c:v>60</c:v>
                </c:pt>
                <c:pt idx="829">
                  <c:v>51</c:v>
                </c:pt>
                <c:pt idx="830">
                  <c:v>53</c:v>
                </c:pt>
                <c:pt idx="831">
                  <c:v>61</c:v>
                </c:pt>
                <c:pt idx="832">
                  <c:v>63</c:v>
                </c:pt>
                <c:pt idx="833">
                  <c:v>70</c:v>
                </c:pt>
                <c:pt idx="834">
                  <c:v>73</c:v>
                </c:pt>
                <c:pt idx="835">
                  <c:v>72</c:v>
                </c:pt>
                <c:pt idx="836">
                  <c:v>66</c:v>
                </c:pt>
                <c:pt idx="837">
                  <c:v>55</c:v>
                </c:pt>
                <c:pt idx="838">
                  <c:v>72</c:v>
                </c:pt>
                <c:pt idx="839">
                  <c:v>69</c:v>
                </c:pt>
                <c:pt idx="840">
                  <c:v>59</c:v>
                </c:pt>
                <c:pt idx="841">
                  <c:v>58</c:v>
                </c:pt>
                <c:pt idx="842">
                  <c:v>73</c:v>
                </c:pt>
                <c:pt idx="843">
                  <c:v>53</c:v>
                </c:pt>
                <c:pt idx="844">
                  <c:v>57</c:v>
                </c:pt>
                <c:pt idx="845">
                  <c:v>69</c:v>
                </c:pt>
                <c:pt idx="846">
                  <c:v>55</c:v>
                </c:pt>
                <c:pt idx="847">
                  <c:v>64</c:v>
                </c:pt>
                <c:pt idx="848">
                  <c:v>72</c:v>
                </c:pt>
                <c:pt idx="849">
                  <c:v>63</c:v>
                </c:pt>
                <c:pt idx="850">
                  <c:v>71</c:v>
                </c:pt>
                <c:pt idx="851">
                  <c:v>53</c:v>
                </c:pt>
                <c:pt idx="852">
                  <c:v>64</c:v>
                </c:pt>
                <c:pt idx="853">
                  <c:v>72</c:v>
                </c:pt>
                <c:pt idx="854">
                  <c:v>53</c:v>
                </c:pt>
                <c:pt idx="855">
                  <c:v>72</c:v>
                </c:pt>
                <c:pt idx="856">
                  <c:v>68</c:v>
                </c:pt>
                <c:pt idx="857">
                  <c:v>57</c:v>
                </c:pt>
                <c:pt idx="858">
                  <c:v>55</c:v>
                </c:pt>
                <c:pt idx="859">
                  <c:v>67</c:v>
                </c:pt>
                <c:pt idx="860">
                  <c:v>66</c:v>
                </c:pt>
                <c:pt idx="861">
                  <c:v>58</c:v>
                </c:pt>
                <c:pt idx="862">
                  <c:v>73</c:v>
                </c:pt>
                <c:pt idx="863">
                  <c:v>65</c:v>
                </c:pt>
                <c:pt idx="864">
                  <c:v>64</c:v>
                </c:pt>
                <c:pt idx="865">
                  <c:v>55</c:v>
                </c:pt>
                <c:pt idx="866">
                  <c:v>56</c:v>
                </c:pt>
                <c:pt idx="867">
                  <c:v>53</c:v>
                </c:pt>
                <c:pt idx="868">
                  <c:v>65</c:v>
                </c:pt>
                <c:pt idx="869">
                  <c:v>70</c:v>
                </c:pt>
                <c:pt idx="870">
                  <c:v>69</c:v>
                </c:pt>
                <c:pt idx="871">
                  <c:v>69</c:v>
                </c:pt>
                <c:pt idx="872">
                  <c:v>64</c:v>
                </c:pt>
                <c:pt idx="873">
                  <c:v>70</c:v>
                </c:pt>
                <c:pt idx="874">
                  <c:v>69</c:v>
                </c:pt>
                <c:pt idx="875">
                  <c:v>55</c:v>
                </c:pt>
                <c:pt idx="876">
                  <c:v>57</c:v>
                </c:pt>
                <c:pt idx="877">
                  <c:v>74</c:v>
                </c:pt>
                <c:pt idx="878">
                  <c:v>62</c:v>
                </c:pt>
                <c:pt idx="879">
                  <c:v>50</c:v>
                </c:pt>
                <c:pt idx="880">
                  <c:v>53</c:v>
                </c:pt>
                <c:pt idx="881">
                  <c:v>60</c:v>
                </c:pt>
                <c:pt idx="882">
                  <c:v>60</c:v>
                </c:pt>
                <c:pt idx="883">
                  <c:v>73</c:v>
                </c:pt>
                <c:pt idx="884">
                  <c:v>71</c:v>
                </c:pt>
                <c:pt idx="885">
                  <c:v>58</c:v>
                </c:pt>
                <c:pt idx="886">
                  <c:v>63</c:v>
                </c:pt>
                <c:pt idx="887">
                  <c:v>58</c:v>
                </c:pt>
                <c:pt idx="888">
                  <c:v>59</c:v>
                </c:pt>
                <c:pt idx="889">
                  <c:v>70</c:v>
                </c:pt>
                <c:pt idx="890">
                  <c:v>73</c:v>
                </c:pt>
                <c:pt idx="891">
                  <c:v>61</c:v>
                </c:pt>
                <c:pt idx="892">
                  <c:v>65</c:v>
                </c:pt>
                <c:pt idx="893">
                  <c:v>54</c:v>
                </c:pt>
                <c:pt idx="894">
                  <c:v>71</c:v>
                </c:pt>
                <c:pt idx="895">
                  <c:v>66</c:v>
                </c:pt>
                <c:pt idx="896">
                  <c:v>53</c:v>
                </c:pt>
                <c:pt idx="897">
                  <c:v>64</c:v>
                </c:pt>
                <c:pt idx="898">
                  <c:v>73</c:v>
                </c:pt>
                <c:pt idx="899">
                  <c:v>70</c:v>
                </c:pt>
                <c:pt idx="900">
                  <c:v>68</c:v>
                </c:pt>
                <c:pt idx="901">
                  <c:v>58</c:v>
                </c:pt>
                <c:pt idx="902">
                  <c:v>71</c:v>
                </c:pt>
                <c:pt idx="903">
                  <c:v>71</c:v>
                </c:pt>
                <c:pt idx="904">
                  <c:v>65</c:v>
                </c:pt>
                <c:pt idx="905">
                  <c:v>64</c:v>
                </c:pt>
                <c:pt idx="906">
                  <c:v>63</c:v>
                </c:pt>
                <c:pt idx="907">
                  <c:v>62</c:v>
                </c:pt>
                <c:pt idx="908">
                  <c:v>53</c:v>
                </c:pt>
                <c:pt idx="909">
                  <c:v>64</c:v>
                </c:pt>
                <c:pt idx="910">
                  <c:v>50</c:v>
                </c:pt>
                <c:pt idx="911">
                  <c:v>72</c:v>
                </c:pt>
                <c:pt idx="912">
                  <c:v>62</c:v>
                </c:pt>
                <c:pt idx="913">
                  <c:v>62</c:v>
                </c:pt>
                <c:pt idx="914">
                  <c:v>58</c:v>
                </c:pt>
                <c:pt idx="915">
                  <c:v>59</c:v>
                </c:pt>
                <c:pt idx="916">
                  <c:v>57</c:v>
                </c:pt>
                <c:pt idx="917">
                  <c:v>50</c:v>
                </c:pt>
                <c:pt idx="918">
                  <c:v>66</c:v>
                </c:pt>
                <c:pt idx="919">
                  <c:v>50</c:v>
                </c:pt>
                <c:pt idx="920">
                  <c:v>50</c:v>
                </c:pt>
                <c:pt idx="921">
                  <c:v>71</c:v>
                </c:pt>
                <c:pt idx="922">
                  <c:v>73</c:v>
                </c:pt>
                <c:pt idx="923">
                  <c:v>50</c:v>
                </c:pt>
                <c:pt idx="924">
                  <c:v>62</c:v>
                </c:pt>
                <c:pt idx="925">
                  <c:v>57</c:v>
                </c:pt>
                <c:pt idx="926">
                  <c:v>50</c:v>
                </c:pt>
                <c:pt idx="927">
                  <c:v>59</c:v>
                </c:pt>
                <c:pt idx="928">
                  <c:v>67</c:v>
                </c:pt>
                <c:pt idx="929">
                  <c:v>70</c:v>
                </c:pt>
                <c:pt idx="930">
                  <c:v>59</c:v>
                </c:pt>
                <c:pt idx="931">
                  <c:v>53</c:v>
                </c:pt>
                <c:pt idx="932">
                  <c:v>50</c:v>
                </c:pt>
                <c:pt idx="933">
                  <c:v>55</c:v>
                </c:pt>
                <c:pt idx="934">
                  <c:v>66</c:v>
                </c:pt>
                <c:pt idx="935">
                  <c:v>73</c:v>
                </c:pt>
                <c:pt idx="936">
                  <c:v>65</c:v>
                </c:pt>
                <c:pt idx="937">
                  <c:v>74</c:v>
                </c:pt>
                <c:pt idx="938">
                  <c:v>50</c:v>
                </c:pt>
                <c:pt idx="939">
                  <c:v>66</c:v>
                </c:pt>
                <c:pt idx="940">
                  <c:v>74</c:v>
                </c:pt>
                <c:pt idx="941">
                  <c:v>64</c:v>
                </c:pt>
                <c:pt idx="942">
                  <c:v>56</c:v>
                </c:pt>
                <c:pt idx="943">
                  <c:v>63</c:v>
                </c:pt>
                <c:pt idx="944">
                  <c:v>64</c:v>
                </c:pt>
                <c:pt idx="945">
                  <c:v>59</c:v>
                </c:pt>
                <c:pt idx="946">
                  <c:v>73</c:v>
                </c:pt>
                <c:pt idx="947">
                  <c:v>67</c:v>
                </c:pt>
                <c:pt idx="948">
                  <c:v>67</c:v>
                </c:pt>
                <c:pt idx="949">
                  <c:v>50</c:v>
                </c:pt>
                <c:pt idx="950">
                  <c:v>50</c:v>
                </c:pt>
                <c:pt idx="951">
                  <c:v>64</c:v>
                </c:pt>
                <c:pt idx="952">
                  <c:v>56</c:v>
                </c:pt>
                <c:pt idx="953">
                  <c:v>56</c:v>
                </c:pt>
                <c:pt idx="954">
                  <c:v>68</c:v>
                </c:pt>
                <c:pt idx="955">
                  <c:v>65</c:v>
                </c:pt>
                <c:pt idx="956">
                  <c:v>52</c:v>
                </c:pt>
                <c:pt idx="957">
                  <c:v>61</c:v>
                </c:pt>
                <c:pt idx="958">
                  <c:v>73</c:v>
                </c:pt>
                <c:pt idx="959">
                  <c:v>73</c:v>
                </c:pt>
                <c:pt idx="960">
                  <c:v>62</c:v>
                </c:pt>
                <c:pt idx="961">
                  <c:v>64</c:v>
                </c:pt>
                <c:pt idx="962">
                  <c:v>55</c:v>
                </c:pt>
                <c:pt idx="963">
                  <c:v>55</c:v>
                </c:pt>
                <c:pt idx="964">
                  <c:v>51</c:v>
                </c:pt>
                <c:pt idx="965">
                  <c:v>68</c:v>
                </c:pt>
                <c:pt idx="966">
                  <c:v>52</c:v>
                </c:pt>
                <c:pt idx="967">
                  <c:v>74</c:v>
                </c:pt>
                <c:pt idx="968">
                  <c:v>60</c:v>
                </c:pt>
                <c:pt idx="969">
                  <c:v>50</c:v>
                </c:pt>
                <c:pt idx="970">
                  <c:v>74</c:v>
                </c:pt>
                <c:pt idx="971">
                  <c:v>57</c:v>
                </c:pt>
                <c:pt idx="972">
                  <c:v>67</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FC18-43D9-87A4-EF7CC20D9F81}"/>
            </c:ext>
          </c:extLst>
        </c:ser>
        <c:ser>
          <c:idx val="1"/>
          <c:order val="1"/>
          <c:tx>
            <c:v>Predicted Water Intake (Liters)</c:v>
          </c:tx>
          <c:spPr>
            <a:ln w="19050">
              <a:noFill/>
            </a:ln>
          </c:spPr>
          <c:xVal>
            <c:numRef>
              <c:f>'Sub-Dataset'!$DT$2:$DT$974</c:f>
              <c:numCache>
                <c:formatCode>General</c:formatCode>
                <c:ptCount val="973"/>
                <c:pt idx="0">
                  <c:v>54</c:v>
                </c:pt>
                <c:pt idx="1">
                  <c:v>69</c:v>
                </c:pt>
                <c:pt idx="2">
                  <c:v>53</c:v>
                </c:pt>
                <c:pt idx="3">
                  <c:v>68</c:v>
                </c:pt>
                <c:pt idx="4">
                  <c:v>61</c:v>
                </c:pt>
                <c:pt idx="5">
                  <c:v>67</c:v>
                </c:pt>
                <c:pt idx="6">
                  <c:v>54</c:v>
                </c:pt>
                <c:pt idx="7">
                  <c:v>67</c:v>
                </c:pt>
                <c:pt idx="8">
                  <c:v>63</c:v>
                </c:pt>
                <c:pt idx="9">
                  <c:v>54</c:v>
                </c:pt>
                <c:pt idx="10">
                  <c:v>68</c:v>
                </c:pt>
                <c:pt idx="11">
                  <c:v>58</c:v>
                </c:pt>
                <c:pt idx="12">
                  <c:v>71</c:v>
                </c:pt>
                <c:pt idx="13">
                  <c:v>72</c:v>
                </c:pt>
                <c:pt idx="14">
                  <c:v>59</c:v>
                </c:pt>
                <c:pt idx="15">
                  <c:v>64</c:v>
                </c:pt>
                <c:pt idx="16">
                  <c:v>69</c:v>
                </c:pt>
                <c:pt idx="17">
                  <c:v>59</c:v>
                </c:pt>
                <c:pt idx="18">
                  <c:v>64</c:v>
                </c:pt>
                <c:pt idx="19">
                  <c:v>59</c:v>
                </c:pt>
                <c:pt idx="20">
                  <c:v>59</c:v>
                </c:pt>
                <c:pt idx="21">
                  <c:v>54</c:v>
                </c:pt>
                <c:pt idx="22">
                  <c:v>64</c:v>
                </c:pt>
                <c:pt idx="23">
                  <c:v>54</c:v>
                </c:pt>
                <c:pt idx="24">
                  <c:v>56</c:v>
                </c:pt>
                <c:pt idx="25">
                  <c:v>61</c:v>
                </c:pt>
                <c:pt idx="26">
                  <c:v>56</c:v>
                </c:pt>
                <c:pt idx="27">
                  <c:v>71</c:v>
                </c:pt>
                <c:pt idx="28">
                  <c:v>59</c:v>
                </c:pt>
                <c:pt idx="29">
                  <c:v>74</c:v>
                </c:pt>
                <c:pt idx="30">
                  <c:v>58</c:v>
                </c:pt>
                <c:pt idx="31">
                  <c:v>70</c:v>
                </c:pt>
                <c:pt idx="32">
                  <c:v>73</c:v>
                </c:pt>
                <c:pt idx="33">
                  <c:v>69</c:v>
                </c:pt>
                <c:pt idx="34">
                  <c:v>51</c:v>
                </c:pt>
                <c:pt idx="35">
                  <c:v>62</c:v>
                </c:pt>
                <c:pt idx="36">
                  <c:v>53</c:v>
                </c:pt>
                <c:pt idx="37">
                  <c:v>62</c:v>
                </c:pt>
                <c:pt idx="38">
                  <c:v>52</c:v>
                </c:pt>
                <c:pt idx="39">
                  <c:v>51</c:v>
                </c:pt>
                <c:pt idx="40">
                  <c:v>64</c:v>
                </c:pt>
                <c:pt idx="41">
                  <c:v>66</c:v>
                </c:pt>
                <c:pt idx="42">
                  <c:v>58</c:v>
                </c:pt>
                <c:pt idx="43">
                  <c:v>56</c:v>
                </c:pt>
                <c:pt idx="44">
                  <c:v>53</c:v>
                </c:pt>
                <c:pt idx="45">
                  <c:v>56</c:v>
                </c:pt>
                <c:pt idx="46">
                  <c:v>63</c:v>
                </c:pt>
                <c:pt idx="47">
                  <c:v>63</c:v>
                </c:pt>
                <c:pt idx="48">
                  <c:v>59</c:v>
                </c:pt>
                <c:pt idx="49">
                  <c:v>56</c:v>
                </c:pt>
                <c:pt idx="50">
                  <c:v>71</c:v>
                </c:pt>
                <c:pt idx="51">
                  <c:v>60</c:v>
                </c:pt>
                <c:pt idx="52">
                  <c:v>66</c:v>
                </c:pt>
                <c:pt idx="53">
                  <c:v>58</c:v>
                </c:pt>
                <c:pt idx="54">
                  <c:v>50</c:v>
                </c:pt>
                <c:pt idx="55">
                  <c:v>64</c:v>
                </c:pt>
                <c:pt idx="56">
                  <c:v>51</c:v>
                </c:pt>
                <c:pt idx="57">
                  <c:v>66</c:v>
                </c:pt>
                <c:pt idx="58">
                  <c:v>50</c:v>
                </c:pt>
                <c:pt idx="59">
                  <c:v>50</c:v>
                </c:pt>
                <c:pt idx="60">
                  <c:v>66</c:v>
                </c:pt>
                <c:pt idx="61">
                  <c:v>50</c:v>
                </c:pt>
                <c:pt idx="62">
                  <c:v>55</c:v>
                </c:pt>
                <c:pt idx="63">
                  <c:v>74</c:v>
                </c:pt>
                <c:pt idx="64">
                  <c:v>50</c:v>
                </c:pt>
                <c:pt idx="65">
                  <c:v>60</c:v>
                </c:pt>
                <c:pt idx="66">
                  <c:v>66</c:v>
                </c:pt>
                <c:pt idx="67">
                  <c:v>61</c:v>
                </c:pt>
                <c:pt idx="68">
                  <c:v>63</c:v>
                </c:pt>
                <c:pt idx="69">
                  <c:v>58</c:v>
                </c:pt>
                <c:pt idx="70">
                  <c:v>59</c:v>
                </c:pt>
                <c:pt idx="71">
                  <c:v>62</c:v>
                </c:pt>
                <c:pt idx="72">
                  <c:v>53</c:v>
                </c:pt>
                <c:pt idx="73">
                  <c:v>74</c:v>
                </c:pt>
                <c:pt idx="74">
                  <c:v>69</c:v>
                </c:pt>
                <c:pt idx="75">
                  <c:v>55</c:v>
                </c:pt>
                <c:pt idx="76">
                  <c:v>63</c:v>
                </c:pt>
                <c:pt idx="77">
                  <c:v>68</c:v>
                </c:pt>
                <c:pt idx="78">
                  <c:v>62</c:v>
                </c:pt>
                <c:pt idx="79">
                  <c:v>72</c:v>
                </c:pt>
                <c:pt idx="80">
                  <c:v>73</c:v>
                </c:pt>
                <c:pt idx="81">
                  <c:v>58</c:v>
                </c:pt>
                <c:pt idx="82">
                  <c:v>62</c:v>
                </c:pt>
                <c:pt idx="83">
                  <c:v>61</c:v>
                </c:pt>
                <c:pt idx="84">
                  <c:v>57</c:v>
                </c:pt>
                <c:pt idx="85">
                  <c:v>74</c:v>
                </c:pt>
                <c:pt idx="86">
                  <c:v>68</c:v>
                </c:pt>
                <c:pt idx="87">
                  <c:v>57</c:v>
                </c:pt>
                <c:pt idx="88">
                  <c:v>67</c:v>
                </c:pt>
                <c:pt idx="89">
                  <c:v>63</c:v>
                </c:pt>
                <c:pt idx="90">
                  <c:v>56</c:v>
                </c:pt>
                <c:pt idx="91">
                  <c:v>65</c:v>
                </c:pt>
                <c:pt idx="92">
                  <c:v>63</c:v>
                </c:pt>
                <c:pt idx="93">
                  <c:v>65</c:v>
                </c:pt>
                <c:pt idx="94">
                  <c:v>66</c:v>
                </c:pt>
                <c:pt idx="95">
                  <c:v>58</c:v>
                </c:pt>
                <c:pt idx="96">
                  <c:v>66</c:v>
                </c:pt>
                <c:pt idx="97">
                  <c:v>61</c:v>
                </c:pt>
                <c:pt idx="98">
                  <c:v>54</c:v>
                </c:pt>
                <c:pt idx="99">
                  <c:v>61</c:v>
                </c:pt>
                <c:pt idx="100">
                  <c:v>60</c:v>
                </c:pt>
                <c:pt idx="101">
                  <c:v>61</c:v>
                </c:pt>
                <c:pt idx="102">
                  <c:v>52</c:v>
                </c:pt>
                <c:pt idx="103">
                  <c:v>73</c:v>
                </c:pt>
                <c:pt idx="104">
                  <c:v>50</c:v>
                </c:pt>
                <c:pt idx="105">
                  <c:v>52</c:v>
                </c:pt>
                <c:pt idx="106">
                  <c:v>74</c:v>
                </c:pt>
                <c:pt idx="107">
                  <c:v>50</c:v>
                </c:pt>
                <c:pt idx="108">
                  <c:v>63</c:v>
                </c:pt>
                <c:pt idx="109">
                  <c:v>58</c:v>
                </c:pt>
                <c:pt idx="110">
                  <c:v>72</c:v>
                </c:pt>
                <c:pt idx="111">
                  <c:v>53</c:v>
                </c:pt>
                <c:pt idx="112">
                  <c:v>54</c:v>
                </c:pt>
                <c:pt idx="113">
                  <c:v>70</c:v>
                </c:pt>
                <c:pt idx="114">
                  <c:v>52</c:v>
                </c:pt>
                <c:pt idx="115">
                  <c:v>73</c:v>
                </c:pt>
                <c:pt idx="116">
                  <c:v>69</c:v>
                </c:pt>
                <c:pt idx="117">
                  <c:v>71</c:v>
                </c:pt>
                <c:pt idx="118">
                  <c:v>50</c:v>
                </c:pt>
                <c:pt idx="119">
                  <c:v>63</c:v>
                </c:pt>
                <c:pt idx="120">
                  <c:v>62</c:v>
                </c:pt>
                <c:pt idx="121">
                  <c:v>72</c:v>
                </c:pt>
                <c:pt idx="122">
                  <c:v>62</c:v>
                </c:pt>
                <c:pt idx="123">
                  <c:v>62</c:v>
                </c:pt>
                <c:pt idx="124">
                  <c:v>52</c:v>
                </c:pt>
                <c:pt idx="125">
                  <c:v>56</c:v>
                </c:pt>
                <c:pt idx="126">
                  <c:v>62</c:v>
                </c:pt>
                <c:pt idx="127">
                  <c:v>56</c:v>
                </c:pt>
                <c:pt idx="128">
                  <c:v>54</c:v>
                </c:pt>
                <c:pt idx="129">
                  <c:v>50</c:v>
                </c:pt>
                <c:pt idx="130">
                  <c:v>74</c:v>
                </c:pt>
                <c:pt idx="131">
                  <c:v>56</c:v>
                </c:pt>
                <c:pt idx="132">
                  <c:v>69</c:v>
                </c:pt>
                <c:pt idx="133">
                  <c:v>52</c:v>
                </c:pt>
                <c:pt idx="134">
                  <c:v>68</c:v>
                </c:pt>
                <c:pt idx="135">
                  <c:v>59</c:v>
                </c:pt>
                <c:pt idx="136">
                  <c:v>68</c:v>
                </c:pt>
                <c:pt idx="137">
                  <c:v>73</c:v>
                </c:pt>
                <c:pt idx="138">
                  <c:v>50</c:v>
                </c:pt>
                <c:pt idx="139">
                  <c:v>56</c:v>
                </c:pt>
                <c:pt idx="140">
                  <c:v>64</c:v>
                </c:pt>
                <c:pt idx="141">
                  <c:v>74</c:v>
                </c:pt>
                <c:pt idx="142">
                  <c:v>51</c:v>
                </c:pt>
                <c:pt idx="143">
                  <c:v>63</c:v>
                </c:pt>
                <c:pt idx="144">
                  <c:v>59</c:v>
                </c:pt>
                <c:pt idx="145">
                  <c:v>52</c:v>
                </c:pt>
                <c:pt idx="146">
                  <c:v>57</c:v>
                </c:pt>
                <c:pt idx="147">
                  <c:v>71</c:v>
                </c:pt>
                <c:pt idx="148">
                  <c:v>73</c:v>
                </c:pt>
                <c:pt idx="149">
                  <c:v>52</c:v>
                </c:pt>
                <c:pt idx="150">
                  <c:v>56</c:v>
                </c:pt>
                <c:pt idx="151">
                  <c:v>57</c:v>
                </c:pt>
                <c:pt idx="152">
                  <c:v>74</c:v>
                </c:pt>
                <c:pt idx="153">
                  <c:v>55</c:v>
                </c:pt>
                <c:pt idx="154">
                  <c:v>69</c:v>
                </c:pt>
                <c:pt idx="155">
                  <c:v>58</c:v>
                </c:pt>
                <c:pt idx="156">
                  <c:v>58</c:v>
                </c:pt>
                <c:pt idx="157">
                  <c:v>50</c:v>
                </c:pt>
                <c:pt idx="158">
                  <c:v>50</c:v>
                </c:pt>
                <c:pt idx="159">
                  <c:v>58</c:v>
                </c:pt>
                <c:pt idx="160">
                  <c:v>57</c:v>
                </c:pt>
                <c:pt idx="161">
                  <c:v>67</c:v>
                </c:pt>
                <c:pt idx="162">
                  <c:v>74</c:v>
                </c:pt>
                <c:pt idx="163">
                  <c:v>60</c:v>
                </c:pt>
                <c:pt idx="164">
                  <c:v>70</c:v>
                </c:pt>
                <c:pt idx="165">
                  <c:v>61</c:v>
                </c:pt>
                <c:pt idx="166">
                  <c:v>52</c:v>
                </c:pt>
                <c:pt idx="167">
                  <c:v>71</c:v>
                </c:pt>
                <c:pt idx="168">
                  <c:v>67</c:v>
                </c:pt>
                <c:pt idx="169">
                  <c:v>55</c:v>
                </c:pt>
                <c:pt idx="170">
                  <c:v>68</c:v>
                </c:pt>
                <c:pt idx="171">
                  <c:v>69</c:v>
                </c:pt>
                <c:pt idx="172">
                  <c:v>67</c:v>
                </c:pt>
                <c:pt idx="173">
                  <c:v>50</c:v>
                </c:pt>
                <c:pt idx="174">
                  <c:v>65</c:v>
                </c:pt>
                <c:pt idx="175">
                  <c:v>53</c:v>
                </c:pt>
                <c:pt idx="176">
                  <c:v>72</c:v>
                </c:pt>
                <c:pt idx="177">
                  <c:v>71</c:v>
                </c:pt>
                <c:pt idx="178">
                  <c:v>67</c:v>
                </c:pt>
                <c:pt idx="179">
                  <c:v>56</c:v>
                </c:pt>
                <c:pt idx="180">
                  <c:v>50</c:v>
                </c:pt>
                <c:pt idx="181">
                  <c:v>63</c:v>
                </c:pt>
                <c:pt idx="182">
                  <c:v>55</c:v>
                </c:pt>
                <c:pt idx="183">
                  <c:v>72</c:v>
                </c:pt>
                <c:pt idx="184">
                  <c:v>62</c:v>
                </c:pt>
                <c:pt idx="185">
                  <c:v>60</c:v>
                </c:pt>
                <c:pt idx="186">
                  <c:v>54</c:v>
                </c:pt>
                <c:pt idx="187">
                  <c:v>66</c:v>
                </c:pt>
                <c:pt idx="188">
                  <c:v>63</c:v>
                </c:pt>
                <c:pt idx="189">
                  <c:v>53</c:v>
                </c:pt>
                <c:pt idx="190">
                  <c:v>73</c:v>
                </c:pt>
                <c:pt idx="191">
                  <c:v>73</c:v>
                </c:pt>
                <c:pt idx="192">
                  <c:v>55</c:v>
                </c:pt>
                <c:pt idx="193">
                  <c:v>71</c:v>
                </c:pt>
                <c:pt idx="194">
                  <c:v>59</c:v>
                </c:pt>
                <c:pt idx="195">
                  <c:v>69</c:v>
                </c:pt>
                <c:pt idx="196">
                  <c:v>65</c:v>
                </c:pt>
                <c:pt idx="197">
                  <c:v>64</c:v>
                </c:pt>
                <c:pt idx="198">
                  <c:v>52</c:v>
                </c:pt>
                <c:pt idx="199">
                  <c:v>71</c:v>
                </c:pt>
                <c:pt idx="200">
                  <c:v>62</c:v>
                </c:pt>
                <c:pt idx="201">
                  <c:v>66</c:v>
                </c:pt>
                <c:pt idx="202">
                  <c:v>62</c:v>
                </c:pt>
                <c:pt idx="203">
                  <c:v>59</c:v>
                </c:pt>
                <c:pt idx="204">
                  <c:v>63</c:v>
                </c:pt>
                <c:pt idx="205">
                  <c:v>50</c:v>
                </c:pt>
                <c:pt idx="206">
                  <c:v>51</c:v>
                </c:pt>
                <c:pt idx="207">
                  <c:v>66</c:v>
                </c:pt>
                <c:pt idx="208">
                  <c:v>72</c:v>
                </c:pt>
                <c:pt idx="209">
                  <c:v>58</c:v>
                </c:pt>
                <c:pt idx="210">
                  <c:v>50</c:v>
                </c:pt>
                <c:pt idx="211">
                  <c:v>68</c:v>
                </c:pt>
                <c:pt idx="212">
                  <c:v>60</c:v>
                </c:pt>
                <c:pt idx="213">
                  <c:v>74</c:v>
                </c:pt>
                <c:pt idx="214">
                  <c:v>74</c:v>
                </c:pt>
                <c:pt idx="215">
                  <c:v>60</c:v>
                </c:pt>
                <c:pt idx="216">
                  <c:v>50</c:v>
                </c:pt>
                <c:pt idx="217">
                  <c:v>50</c:v>
                </c:pt>
                <c:pt idx="218">
                  <c:v>68</c:v>
                </c:pt>
                <c:pt idx="219">
                  <c:v>73</c:v>
                </c:pt>
                <c:pt idx="220">
                  <c:v>74</c:v>
                </c:pt>
                <c:pt idx="221">
                  <c:v>52</c:v>
                </c:pt>
                <c:pt idx="222">
                  <c:v>67</c:v>
                </c:pt>
                <c:pt idx="223">
                  <c:v>73</c:v>
                </c:pt>
                <c:pt idx="224">
                  <c:v>62</c:v>
                </c:pt>
                <c:pt idx="225">
                  <c:v>63</c:v>
                </c:pt>
                <c:pt idx="226">
                  <c:v>52</c:v>
                </c:pt>
                <c:pt idx="227">
                  <c:v>74</c:v>
                </c:pt>
                <c:pt idx="228">
                  <c:v>50</c:v>
                </c:pt>
                <c:pt idx="229">
                  <c:v>55</c:v>
                </c:pt>
                <c:pt idx="230">
                  <c:v>71</c:v>
                </c:pt>
                <c:pt idx="231">
                  <c:v>74</c:v>
                </c:pt>
                <c:pt idx="232">
                  <c:v>50</c:v>
                </c:pt>
                <c:pt idx="233">
                  <c:v>54</c:v>
                </c:pt>
                <c:pt idx="234">
                  <c:v>51</c:v>
                </c:pt>
                <c:pt idx="235">
                  <c:v>56</c:v>
                </c:pt>
                <c:pt idx="236">
                  <c:v>69</c:v>
                </c:pt>
                <c:pt idx="237">
                  <c:v>71</c:v>
                </c:pt>
                <c:pt idx="238">
                  <c:v>52</c:v>
                </c:pt>
                <c:pt idx="239">
                  <c:v>53</c:v>
                </c:pt>
                <c:pt idx="240">
                  <c:v>70</c:v>
                </c:pt>
                <c:pt idx="241">
                  <c:v>66</c:v>
                </c:pt>
                <c:pt idx="242">
                  <c:v>65</c:v>
                </c:pt>
                <c:pt idx="243">
                  <c:v>54</c:v>
                </c:pt>
                <c:pt idx="244">
                  <c:v>63</c:v>
                </c:pt>
                <c:pt idx="245">
                  <c:v>64</c:v>
                </c:pt>
                <c:pt idx="246">
                  <c:v>54</c:v>
                </c:pt>
                <c:pt idx="247">
                  <c:v>72</c:v>
                </c:pt>
                <c:pt idx="248">
                  <c:v>54</c:v>
                </c:pt>
                <c:pt idx="249">
                  <c:v>66</c:v>
                </c:pt>
                <c:pt idx="250">
                  <c:v>63</c:v>
                </c:pt>
                <c:pt idx="251">
                  <c:v>71</c:v>
                </c:pt>
                <c:pt idx="252">
                  <c:v>69</c:v>
                </c:pt>
                <c:pt idx="253">
                  <c:v>73</c:v>
                </c:pt>
                <c:pt idx="254">
                  <c:v>50</c:v>
                </c:pt>
                <c:pt idx="255">
                  <c:v>57</c:v>
                </c:pt>
                <c:pt idx="256">
                  <c:v>67</c:v>
                </c:pt>
                <c:pt idx="257">
                  <c:v>73</c:v>
                </c:pt>
                <c:pt idx="258">
                  <c:v>59</c:v>
                </c:pt>
                <c:pt idx="259">
                  <c:v>74</c:v>
                </c:pt>
                <c:pt idx="260">
                  <c:v>73</c:v>
                </c:pt>
                <c:pt idx="261">
                  <c:v>67</c:v>
                </c:pt>
                <c:pt idx="262">
                  <c:v>64</c:v>
                </c:pt>
                <c:pt idx="263">
                  <c:v>62</c:v>
                </c:pt>
                <c:pt idx="264">
                  <c:v>59</c:v>
                </c:pt>
                <c:pt idx="265">
                  <c:v>66</c:v>
                </c:pt>
                <c:pt idx="266">
                  <c:v>73</c:v>
                </c:pt>
                <c:pt idx="267">
                  <c:v>68</c:v>
                </c:pt>
                <c:pt idx="268">
                  <c:v>52</c:v>
                </c:pt>
                <c:pt idx="269">
                  <c:v>61</c:v>
                </c:pt>
                <c:pt idx="270">
                  <c:v>66</c:v>
                </c:pt>
                <c:pt idx="271">
                  <c:v>65</c:v>
                </c:pt>
                <c:pt idx="272">
                  <c:v>68</c:v>
                </c:pt>
                <c:pt idx="273">
                  <c:v>54</c:v>
                </c:pt>
                <c:pt idx="274">
                  <c:v>52</c:v>
                </c:pt>
                <c:pt idx="275">
                  <c:v>50</c:v>
                </c:pt>
                <c:pt idx="276">
                  <c:v>64</c:v>
                </c:pt>
                <c:pt idx="277">
                  <c:v>55</c:v>
                </c:pt>
                <c:pt idx="278">
                  <c:v>74</c:v>
                </c:pt>
                <c:pt idx="279">
                  <c:v>54</c:v>
                </c:pt>
                <c:pt idx="280">
                  <c:v>64</c:v>
                </c:pt>
                <c:pt idx="281">
                  <c:v>50</c:v>
                </c:pt>
                <c:pt idx="282">
                  <c:v>52</c:v>
                </c:pt>
                <c:pt idx="283">
                  <c:v>56</c:v>
                </c:pt>
                <c:pt idx="284">
                  <c:v>59</c:v>
                </c:pt>
                <c:pt idx="285">
                  <c:v>53</c:v>
                </c:pt>
                <c:pt idx="286">
                  <c:v>52</c:v>
                </c:pt>
                <c:pt idx="287">
                  <c:v>55</c:v>
                </c:pt>
                <c:pt idx="288">
                  <c:v>50</c:v>
                </c:pt>
                <c:pt idx="289">
                  <c:v>61</c:v>
                </c:pt>
                <c:pt idx="290">
                  <c:v>64</c:v>
                </c:pt>
                <c:pt idx="291">
                  <c:v>56</c:v>
                </c:pt>
                <c:pt idx="292">
                  <c:v>69</c:v>
                </c:pt>
                <c:pt idx="293">
                  <c:v>50</c:v>
                </c:pt>
                <c:pt idx="294">
                  <c:v>65</c:v>
                </c:pt>
                <c:pt idx="295">
                  <c:v>71</c:v>
                </c:pt>
                <c:pt idx="296">
                  <c:v>51</c:v>
                </c:pt>
                <c:pt idx="297">
                  <c:v>66</c:v>
                </c:pt>
                <c:pt idx="298">
                  <c:v>70</c:v>
                </c:pt>
                <c:pt idx="299">
                  <c:v>66</c:v>
                </c:pt>
                <c:pt idx="300">
                  <c:v>58</c:v>
                </c:pt>
                <c:pt idx="301">
                  <c:v>64</c:v>
                </c:pt>
                <c:pt idx="302">
                  <c:v>68</c:v>
                </c:pt>
                <c:pt idx="303">
                  <c:v>69</c:v>
                </c:pt>
                <c:pt idx="304">
                  <c:v>54</c:v>
                </c:pt>
                <c:pt idx="305">
                  <c:v>63</c:v>
                </c:pt>
                <c:pt idx="306">
                  <c:v>60</c:v>
                </c:pt>
                <c:pt idx="307">
                  <c:v>58</c:v>
                </c:pt>
                <c:pt idx="308">
                  <c:v>61</c:v>
                </c:pt>
                <c:pt idx="309">
                  <c:v>65</c:v>
                </c:pt>
                <c:pt idx="310">
                  <c:v>60</c:v>
                </c:pt>
                <c:pt idx="311">
                  <c:v>70</c:v>
                </c:pt>
                <c:pt idx="312">
                  <c:v>61</c:v>
                </c:pt>
                <c:pt idx="313">
                  <c:v>64</c:v>
                </c:pt>
                <c:pt idx="314">
                  <c:v>66</c:v>
                </c:pt>
                <c:pt idx="315">
                  <c:v>70</c:v>
                </c:pt>
                <c:pt idx="316">
                  <c:v>56</c:v>
                </c:pt>
                <c:pt idx="317">
                  <c:v>71</c:v>
                </c:pt>
                <c:pt idx="318">
                  <c:v>72</c:v>
                </c:pt>
                <c:pt idx="319">
                  <c:v>55</c:v>
                </c:pt>
                <c:pt idx="320">
                  <c:v>68</c:v>
                </c:pt>
                <c:pt idx="321">
                  <c:v>74</c:v>
                </c:pt>
                <c:pt idx="322">
                  <c:v>61</c:v>
                </c:pt>
                <c:pt idx="323">
                  <c:v>74</c:v>
                </c:pt>
                <c:pt idx="324">
                  <c:v>55</c:v>
                </c:pt>
                <c:pt idx="325">
                  <c:v>74</c:v>
                </c:pt>
                <c:pt idx="326">
                  <c:v>74</c:v>
                </c:pt>
                <c:pt idx="327">
                  <c:v>53</c:v>
                </c:pt>
                <c:pt idx="328">
                  <c:v>71</c:v>
                </c:pt>
                <c:pt idx="329">
                  <c:v>51</c:v>
                </c:pt>
                <c:pt idx="330">
                  <c:v>65</c:v>
                </c:pt>
                <c:pt idx="331">
                  <c:v>60</c:v>
                </c:pt>
                <c:pt idx="332">
                  <c:v>73</c:v>
                </c:pt>
                <c:pt idx="333">
                  <c:v>67</c:v>
                </c:pt>
                <c:pt idx="334">
                  <c:v>50</c:v>
                </c:pt>
                <c:pt idx="335">
                  <c:v>74</c:v>
                </c:pt>
                <c:pt idx="336">
                  <c:v>64</c:v>
                </c:pt>
                <c:pt idx="337">
                  <c:v>56</c:v>
                </c:pt>
                <c:pt idx="338">
                  <c:v>64</c:v>
                </c:pt>
                <c:pt idx="339">
                  <c:v>65</c:v>
                </c:pt>
                <c:pt idx="340">
                  <c:v>71</c:v>
                </c:pt>
                <c:pt idx="341">
                  <c:v>53</c:v>
                </c:pt>
                <c:pt idx="342">
                  <c:v>56</c:v>
                </c:pt>
                <c:pt idx="343">
                  <c:v>65</c:v>
                </c:pt>
                <c:pt idx="344">
                  <c:v>67</c:v>
                </c:pt>
                <c:pt idx="345">
                  <c:v>67</c:v>
                </c:pt>
                <c:pt idx="346">
                  <c:v>66</c:v>
                </c:pt>
                <c:pt idx="347">
                  <c:v>61</c:v>
                </c:pt>
                <c:pt idx="348">
                  <c:v>70</c:v>
                </c:pt>
                <c:pt idx="349">
                  <c:v>52</c:v>
                </c:pt>
                <c:pt idx="350">
                  <c:v>59</c:v>
                </c:pt>
                <c:pt idx="351">
                  <c:v>51</c:v>
                </c:pt>
                <c:pt idx="352">
                  <c:v>67</c:v>
                </c:pt>
                <c:pt idx="353">
                  <c:v>72</c:v>
                </c:pt>
                <c:pt idx="354">
                  <c:v>67</c:v>
                </c:pt>
                <c:pt idx="355">
                  <c:v>73</c:v>
                </c:pt>
                <c:pt idx="356">
                  <c:v>69</c:v>
                </c:pt>
                <c:pt idx="357">
                  <c:v>52</c:v>
                </c:pt>
                <c:pt idx="358">
                  <c:v>57</c:v>
                </c:pt>
                <c:pt idx="359">
                  <c:v>62</c:v>
                </c:pt>
                <c:pt idx="360">
                  <c:v>67</c:v>
                </c:pt>
                <c:pt idx="361">
                  <c:v>65</c:v>
                </c:pt>
                <c:pt idx="362">
                  <c:v>60</c:v>
                </c:pt>
                <c:pt idx="363">
                  <c:v>63</c:v>
                </c:pt>
                <c:pt idx="364">
                  <c:v>66</c:v>
                </c:pt>
                <c:pt idx="365">
                  <c:v>60</c:v>
                </c:pt>
                <c:pt idx="366">
                  <c:v>70</c:v>
                </c:pt>
                <c:pt idx="367">
                  <c:v>53</c:v>
                </c:pt>
                <c:pt idx="368">
                  <c:v>65</c:v>
                </c:pt>
                <c:pt idx="369">
                  <c:v>52</c:v>
                </c:pt>
                <c:pt idx="370">
                  <c:v>67</c:v>
                </c:pt>
                <c:pt idx="371">
                  <c:v>60</c:v>
                </c:pt>
                <c:pt idx="372">
                  <c:v>59</c:v>
                </c:pt>
                <c:pt idx="373">
                  <c:v>64</c:v>
                </c:pt>
                <c:pt idx="374">
                  <c:v>52</c:v>
                </c:pt>
                <c:pt idx="375">
                  <c:v>68</c:v>
                </c:pt>
                <c:pt idx="376">
                  <c:v>50</c:v>
                </c:pt>
                <c:pt idx="377">
                  <c:v>56</c:v>
                </c:pt>
                <c:pt idx="378">
                  <c:v>69</c:v>
                </c:pt>
                <c:pt idx="379">
                  <c:v>62</c:v>
                </c:pt>
                <c:pt idx="380">
                  <c:v>57</c:v>
                </c:pt>
                <c:pt idx="381">
                  <c:v>64</c:v>
                </c:pt>
                <c:pt idx="382">
                  <c:v>73</c:v>
                </c:pt>
                <c:pt idx="383">
                  <c:v>62</c:v>
                </c:pt>
                <c:pt idx="384">
                  <c:v>67</c:v>
                </c:pt>
                <c:pt idx="385">
                  <c:v>66</c:v>
                </c:pt>
                <c:pt idx="386">
                  <c:v>70</c:v>
                </c:pt>
                <c:pt idx="387">
                  <c:v>65</c:v>
                </c:pt>
                <c:pt idx="388">
                  <c:v>53</c:v>
                </c:pt>
                <c:pt idx="389">
                  <c:v>65</c:v>
                </c:pt>
                <c:pt idx="390">
                  <c:v>54</c:v>
                </c:pt>
                <c:pt idx="391">
                  <c:v>63</c:v>
                </c:pt>
                <c:pt idx="392">
                  <c:v>65</c:v>
                </c:pt>
                <c:pt idx="393">
                  <c:v>61</c:v>
                </c:pt>
                <c:pt idx="394">
                  <c:v>54</c:v>
                </c:pt>
                <c:pt idx="395">
                  <c:v>66</c:v>
                </c:pt>
                <c:pt idx="396">
                  <c:v>51</c:v>
                </c:pt>
                <c:pt idx="397">
                  <c:v>51</c:v>
                </c:pt>
                <c:pt idx="398">
                  <c:v>71</c:v>
                </c:pt>
                <c:pt idx="399">
                  <c:v>72</c:v>
                </c:pt>
                <c:pt idx="400">
                  <c:v>56</c:v>
                </c:pt>
                <c:pt idx="401">
                  <c:v>57</c:v>
                </c:pt>
                <c:pt idx="402">
                  <c:v>55</c:v>
                </c:pt>
                <c:pt idx="403">
                  <c:v>59</c:v>
                </c:pt>
                <c:pt idx="404">
                  <c:v>58</c:v>
                </c:pt>
                <c:pt idx="405">
                  <c:v>69</c:v>
                </c:pt>
                <c:pt idx="406">
                  <c:v>58</c:v>
                </c:pt>
                <c:pt idx="407">
                  <c:v>50</c:v>
                </c:pt>
                <c:pt idx="408">
                  <c:v>71</c:v>
                </c:pt>
                <c:pt idx="409">
                  <c:v>67</c:v>
                </c:pt>
                <c:pt idx="410">
                  <c:v>60</c:v>
                </c:pt>
                <c:pt idx="411">
                  <c:v>63</c:v>
                </c:pt>
                <c:pt idx="412">
                  <c:v>71</c:v>
                </c:pt>
                <c:pt idx="413">
                  <c:v>73</c:v>
                </c:pt>
                <c:pt idx="414">
                  <c:v>63</c:v>
                </c:pt>
                <c:pt idx="415">
                  <c:v>69</c:v>
                </c:pt>
                <c:pt idx="416">
                  <c:v>54</c:v>
                </c:pt>
                <c:pt idx="417">
                  <c:v>71</c:v>
                </c:pt>
                <c:pt idx="418">
                  <c:v>52</c:v>
                </c:pt>
                <c:pt idx="419">
                  <c:v>54</c:v>
                </c:pt>
                <c:pt idx="420">
                  <c:v>65</c:v>
                </c:pt>
                <c:pt idx="421">
                  <c:v>61</c:v>
                </c:pt>
                <c:pt idx="422">
                  <c:v>66</c:v>
                </c:pt>
                <c:pt idx="423">
                  <c:v>73</c:v>
                </c:pt>
                <c:pt idx="424">
                  <c:v>58</c:v>
                </c:pt>
                <c:pt idx="425">
                  <c:v>73</c:v>
                </c:pt>
                <c:pt idx="426">
                  <c:v>58</c:v>
                </c:pt>
                <c:pt idx="427">
                  <c:v>65</c:v>
                </c:pt>
                <c:pt idx="428">
                  <c:v>58</c:v>
                </c:pt>
                <c:pt idx="429">
                  <c:v>62</c:v>
                </c:pt>
                <c:pt idx="430">
                  <c:v>68</c:v>
                </c:pt>
                <c:pt idx="431">
                  <c:v>54</c:v>
                </c:pt>
                <c:pt idx="432">
                  <c:v>61</c:v>
                </c:pt>
                <c:pt idx="433">
                  <c:v>69</c:v>
                </c:pt>
                <c:pt idx="434">
                  <c:v>68</c:v>
                </c:pt>
                <c:pt idx="435">
                  <c:v>73</c:v>
                </c:pt>
                <c:pt idx="436">
                  <c:v>65</c:v>
                </c:pt>
                <c:pt idx="437">
                  <c:v>69</c:v>
                </c:pt>
                <c:pt idx="438">
                  <c:v>61</c:v>
                </c:pt>
                <c:pt idx="439">
                  <c:v>50</c:v>
                </c:pt>
                <c:pt idx="440">
                  <c:v>74</c:v>
                </c:pt>
                <c:pt idx="441">
                  <c:v>69</c:v>
                </c:pt>
                <c:pt idx="442">
                  <c:v>72</c:v>
                </c:pt>
                <c:pt idx="443">
                  <c:v>53</c:v>
                </c:pt>
                <c:pt idx="444">
                  <c:v>57</c:v>
                </c:pt>
                <c:pt idx="445">
                  <c:v>58</c:v>
                </c:pt>
                <c:pt idx="446">
                  <c:v>62</c:v>
                </c:pt>
                <c:pt idx="447">
                  <c:v>58</c:v>
                </c:pt>
                <c:pt idx="448">
                  <c:v>62</c:v>
                </c:pt>
                <c:pt idx="449">
                  <c:v>71</c:v>
                </c:pt>
                <c:pt idx="450">
                  <c:v>68</c:v>
                </c:pt>
                <c:pt idx="451">
                  <c:v>73</c:v>
                </c:pt>
                <c:pt idx="452">
                  <c:v>61</c:v>
                </c:pt>
                <c:pt idx="453">
                  <c:v>52</c:v>
                </c:pt>
                <c:pt idx="454">
                  <c:v>59</c:v>
                </c:pt>
                <c:pt idx="455">
                  <c:v>59</c:v>
                </c:pt>
                <c:pt idx="456">
                  <c:v>51</c:v>
                </c:pt>
                <c:pt idx="457">
                  <c:v>68</c:v>
                </c:pt>
                <c:pt idx="458">
                  <c:v>74</c:v>
                </c:pt>
                <c:pt idx="459">
                  <c:v>65</c:v>
                </c:pt>
                <c:pt idx="460">
                  <c:v>72</c:v>
                </c:pt>
                <c:pt idx="461">
                  <c:v>52</c:v>
                </c:pt>
                <c:pt idx="462">
                  <c:v>66</c:v>
                </c:pt>
                <c:pt idx="463">
                  <c:v>68</c:v>
                </c:pt>
                <c:pt idx="464">
                  <c:v>60</c:v>
                </c:pt>
                <c:pt idx="465">
                  <c:v>55</c:v>
                </c:pt>
                <c:pt idx="466">
                  <c:v>59</c:v>
                </c:pt>
                <c:pt idx="467">
                  <c:v>68</c:v>
                </c:pt>
                <c:pt idx="468">
                  <c:v>63</c:v>
                </c:pt>
                <c:pt idx="469">
                  <c:v>66</c:v>
                </c:pt>
                <c:pt idx="470">
                  <c:v>70</c:v>
                </c:pt>
                <c:pt idx="471">
                  <c:v>55</c:v>
                </c:pt>
                <c:pt idx="472">
                  <c:v>60</c:v>
                </c:pt>
                <c:pt idx="473">
                  <c:v>72</c:v>
                </c:pt>
                <c:pt idx="474">
                  <c:v>68</c:v>
                </c:pt>
                <c:pt idx="475">
                  <c:v>68</c:v>
                </c:pt>
                <c:pt idx="476">
                  <c:v>59</c:v>
                </c:pt>
                <c:pt idx="477">
                  <c:v>59</c:v>
                </c:pt>
                <c:pt idx="478">
                  <c:v>50</c:v>
                </c:pt>
                <c:pt idx="479">
                  <c:v>51</c:v>
                </c:pt>
                <c:pt idx="480">
                  <c:v>65</c:v>
                </c:pt>
                <c:pt idx="481">
                  <c:v>56</c:v>
                </c:pt>
                <c:pt idx="482">
                  <c:v>67</c:v>
                </c:pt>
                <c:pt idx="483">
                  <c:v>64</c:v>
                </c:pt>
                <c:pt idx="484">
                  <c:v>67</c:v>
                </c:pt>
                <c:pt idx="485">
                  <c:v>68</c:v>
                </c:pt>
                <c:pt idx="486">
                  <c:v>53</c:v>
                </c:pt>
                <c:pt idx="487">
                  <c:v>58</c:v>
                </c:pt>
                <c:pt idx="488">
                  <c:v>52</c:v>
                </c:pt>
                <c:pt idx="489">
                  <c:v>74</c:v>
                </c:pt>
                <c:pt idx="490">
                  <c:v>55</c:v>
                </c:pt>
                <c:pt idx="491">
                  <c:v>74</c:v>
                </c:pt>
                <c:pt idx="492">
                  <c:v>67</c:v>
                </c:pt>
                <c:pt idx="493">
                  <c:v>59</c:v>
                </c:pt>
                <c:pt idx="494">
                  <c:v>74</c:v>
                </c:pt>
                <c:pt idx="495">
                  <c:v>60</c:v>
                </c:pt>
                <c:pt idx="496">
                  <c:v>59</c:v>
                </c:pt>
                <c:pt idx="497">
                  <c:v>72</c:v>
                </c:pt>
                <c:pt idx="498">
                  <c:v>67</c:v>
                </c:pt>
                <c:pt idx="499">
                  <c:v>55</c:v>
                </c:pt>
                <c:pt idx="500">
                  <c:v>58</c:v>
                </c:pt>
                <c:pt idx="501">
                  <c:v>74</c:v>
                </c:pt>
                <c:pt idx="502">
                  <c:v>64</c:v>
                </c:pt>
                <c:pt idx="503">
                  <c:v>71</c:v>
                </c:pt>
                <c:pt idx="504">
                  <c:v>61</c:v>
                </c:pt>
                <c:pt idx="505">
                  <c:v>74</c:v>
                </c:pt>
                <c:pt idx="506">
                  <c:v>52</c:v>
                </c:pt>
                <c:pt idx="507">
                  <c:v>69</c:v>
                </c:pt>
                <c:pt idx="508">
                  <c:v>54</c:v>
                </c:pt>
                <c:pt idx="509">
                  <c:v>69</c:v>
                </c:pt>
                <c:pt idx="510">
                  <c:v>54</c:v>
                </c:pt>
                <c:pt idx="511">
                  <c:v>61</c:v>
                </c:pt>
                <c:pt idx="512">
                  <c:v>66</c:v>
                </c:pt>
                <c:pt idx="513">
                  <c:v>69</c:v>
                </c:pt>
                <c:pt idx="514">
                  <c:v>61</c:v>
                </c:pt>
                <c:pt idx="515">
                  <c:v>63</c:v>
                </c:pt>
                <c:pt idx="516">
                  <c:v>72</c:v>
                </c:pt>
                <c:pt idx="517">
                  <c:v>65</c:v>
                </c:pt>
                <c:pt idx="518">
                  <c:v>58</c:v>
                </c:pt>
                <c:pt idx="519">
                  <c:v>51</c:v>
                </c:pt>
                <c:pt idx="520">
                  <c:v>68</c:v>
                </c:pt>
                <c:pt idx="521">
                  <c:v>61</c:v>
                </c:pt>
                <c:pt idx="522">
                  <c:v>74</c:v>
                </c:pt>
                <c:pt idx="523">
                  <c:v>56</c:v>
                </c:pt>
                <c:pt idx="524">
                  <c:v>72</c:v>
                </c:pt>
                <c:pt idx="525">
                  <c:v>54</c:v>
                </c:pt>
                <c:pt idx="526">
                  <c:v>69</c:v>
                </c:pt>
                <c:pt idx="527">
                  <c:v>70</c:v>
                </c:pt>
                <c:pt idx="528">
                  <c:v>69</c:v>
                </c:pt>
                <c:pt idx="529">
                  <c:v>52</c:v>
                </c:pt>
                <c:pt idx="530">
                  <c:v>56</c:v>
                </c:pt>
                <c:pt idx="531">
                  <c:v>60</c:v>
                </c:pt>
                <c:pt idx="532">
                  <c:v>64</c:v>
                </c:pt>
                <c:pt idx="533">
                  <c:v>62</c:v>
                </c:pt>
                <c:pt idx="534">
                  <c:v>66</c:v>
                </c:pt>
                <c:pt idx="535">
                  <c:v>65</c:v>
                </c:pt>
                <c:pt idx="536">
                  <c:v>66</c:v>
                </c:pt>
                <c:pt idx="537">
                  <c:v>70</c:v>
                </c:pt>
                <c:pt idx="538">
                  <c:v>61</c:v>
                </c:pt>
                <c:pt idx="539">
                  <c:v>53</c:v>
                </c:pt>
                <c:pt idx="540">
                  <c:v>60</c:v>
                </c:pt>
                <c:pt idx="541">
                  <c:v>69</c:v>
                </c:pt>
                <c:pt idx="542">
                  <c:v>70</c:v>
                </c:pt>
                <c:pt idx="543">
                  <c:v>50</c:v>
                </c:pt>
                <c:pt idx="544">
                  <c:v>50</c:v>
                </c:pt>
                <c:pt idx="545">
                  <c:v>50</c:v>
                </c:pt>
                <c:pt idx="546">
                  <c:v>54</c:v>
                </c:pt>
                <c:pt idx="547">
                  <c:v>59</c:v>
                </c:pt>
                <c:pt idx="548">
                  <c:v>67</c:v>
                </c:pt>
                <c:pt idx="549">
                  <c:v>61</c:v>
                </c:pt>
                <c:pt idx="550">
                  <c:v>59</c:v>
                </c:pt>
                <c:pt idx="551">
                  <c:v>65</c:v>
                </c:pt>
                <c:pt idx="552">
                  <c:v>65</c:v>
                </c:pt>
                <c:pt idx="553">
                  <c:v>54</c:v>
                </c:pt>
                <c:pt idx="554">
                  <c:v>58</c:v>
                </c:pt>
                <c:pt idx="555">
                  <c:v>63</c:v>
                </c:pt>
                <c:pt idx="556">
                  <c:v>56</c:v>
                </c:pt>
                <c:pt idx="557">
                  <c:v>64</c:v>
                </c:pt>
                <c:pt idx="558">
                  <c:v>52</c:v>
                </c:pt>
                <c:pt idx="559">
                  <c:v>51</c:v>
                </c:pt>
                <c:pt idx="560">
                  <c:v>62</c:v>
                </c:pt>
                <c:pt idx="561">
                  <c:v>54</c:v>
                </c:pt>
                <c:pt idx="562">
                  <c:v>57</c:v>
                </c:pt>
                <c:pt idx="563">
                  <c:v>59</c:v>
                </c:pt>
                <c:pt idx="564">
                  <c:v>70</c:v>
                </c:pt>
                <c:pt idx="565">
                  <c:v>66</c:v>
                </c:pt>
                <c:pt idx="566">
                  <c:v>59</c:v>
                </c:pt>
                <c:pt idx="567">
                  <c:v>58</c:v>
                </c:pt>
                <c:pt idx="568">
                  <c:v>73</c:v>
                </c:pt>
                <c:pt idx="569">
                  <c:v>70</c:v>
                </c:pt>
                <c:pt idx="570">
                  <c:v>62</c:v>
                </c:pt>
                <c:pt idx="571">
                  <c:v>74</c:v>
                </c:pt>
                <c:pt idx="572">
                  <c:v>60</c:v>
                </c:pt>
                <c:pt idx="573">
                  <c:v>57</c:v>
                </c:pt>
                <c:pt idx="574">
                  <c:v>56</c:v>
                </c:pt>
                <c:pt idx="575">
                  <c:v>72</c:v>
                </c:pt>
                <c:pt idx="576">
                  <c:v>58</c:v>
                </c:pt>
                <c:pt idx="577">
                  <c:v>68</c:v>
                </c:pt>
                <c:pt idx="578">
                  <c:v>66</c:v>
                </c:pt>
                <c:pt idx="579">
                  <c:v>60</c:v>
                </c:pt>
                <c:pt idx="580">
                  <c:v>57</c:v>
                </c:pt>
                <c:pt idx="581">
                  <c:v>52</c:v>
                </c:pt>
                <c:pt idx="582">
                  <c:v>72</c:v>
                </c:pt>
                <c:pt idx="583">
                  <c:v>50</c:v>
                </c:pt>
                <c:pt idx="584">
                  <c:v>64</c:v>
                </c:pt>
                <c:pt idx="585">
                  <c:v>58</c:v>
                </c:pt>
                <c:pt idx="586">
                  <c:v>50</c:v>
                </c:pt>
                <c:pt idx="587">
                  <c:v>54</c:v>
                </c:pt>
                <c:pt idx="588">
                  <c:v>62</c:v>
                </c:pt>
                <c:pt idx="589">
                  <c:v>69</c:v>
                </c:pt>
                <c:pt idx="590">
                  <c:v>52</c:v>
                </c:pt>
                <c:pt idx="591">
                  <c:v>64</c:v>
                </c:pt>
                <c:pt idx="592">
                  <c:v>58</c:v>
                </c:pt>
                <c:pt idx="593">
                  <c:v>59</c:v>
                </c:pt>
                <c:pt idx="594">
                  <c:v>53</c:v>
                </c:pt>
                <c:pt idx="595">
                  <c:v>65</c:v>
                </c:pt>
                <c:pt idx="596">
                  <c:v>58</c:v>
                </c:pt>
                <c:pt idx="597">
                  <c:v>68</c:v>
                </c:pt>
                <c:pt idx="598">
                  <c:v>56</c:v>
                </c:pt>
                <c:pt idx="599">
                  <c:v>63</c:v>
                </c:pt>
                <c:pt idx="600">
                  <c:v>72</c:v>
                </c:pt>
                <c:pt idx="601">
                  <c:v>65</c:v>
                </c:pt>
                <c:pt idx="602">
                  <c:v>55</c:v>
                </c:pt>
                <c:pt idx="603">
                  <c:v>66</c:v>
                </c:pt>
                <c:pt idx="604">
                  <c:v>51</c:v>
                </c:pt>
                <c:pt idx="605">
                  <c:v>62</c:v>
                </c:pt>
                <c:pt idx="606">
                  <c:v>73</c:v>
                </c:pt>
                <c:pt idx="607">
                  <c:v>65</c:v>
                </c:pt>
                <c:pt idx="608">
                  <c:v>74</c:v>
                </c:pt>
                <c:pt idx="609">
                  <c:v>50</c:v>
                </c:pt>
                <c:pt idx="610">
                  <c:v>57</c:v>
                </c:pt>
                <c:pt idx="611">
                  <c:v>68</c:v>
                </c:pt>
                <c:pt idx="612">
                  <c:v>51</c:v>
                </c:pt>
                <c:pt idx="613">
                  <c:v>66</c:v>
                </c:pt>
                <c:pt idx="614">
                  <c:v>71</c:v>
                </c:pt>
                <c:pt idx="615">
                  <c:v>70</c:v>
                </c:pt>
                <c:pt idx="616">
                  <c:v>70</c:v>
                </c:pt>
                <c:pt idx="617">
                  <c:v>60</c:v>
                </c:pt>
                <c:pt idx="618">
                  <c:v>52</c:v>
                </c:pt>
                <c:pt idx="619">
                  <c:v>66</c:v>
                </c:pt>
                <c:pt idx="620">
                  <c:v>53</c:v>
                </c:pt>
                <c:pt idx="621">
                  <c:v>71</c:v>
                </c:pt>
                <c:pt idx="622">
                  <c:v>59</c:v>
                </c:pt>
                <c:pt idx="623">
                  <c:v>50</c:v>
                </c:pt>
                <c:pt idx="624">
                  <c:v>72</c:v>
                </c:pt>
                <c:pt idx="625">
                  <c:v>73</c:v>
                </c:pt>
                <c:pt idx="626">
                  <c:v>66</c:v>
                </c:pt>
                <c:pt idx="627">
                  <c:v>66</c:v>
                </c:pt>
                <c:pt idx="628">
                  <c:v>72</c:v>
                </c:pt>
                <c:pt idx="629">
                  <c:v>61</c:v>
                </c:pt>
                <c:pt idx="630">
                  <c:v>67</c:v>
                </c:pt>
                <c:pt idx="631">
                  <c:v>71</c:v>
                </c:pt>
                <c:pt idx="632">
                  <c:v>70</c:v>
                </c:pt>
                <c:pt idx="633">
                  <c:v>55</c:v>
                </c:pt>
                <c:pt idx="634">
                  <c:v>58</c:v>
                </c:pt>
                <c:pt idx="635">
                  <c:v>72</c:v>
                </c:pt>
                <c:pt idx="636">
                  <c:v>56</c:v>
                </c:pt>
                <c:pt idx="637">
                  <c:v>55</c:v>
                </c:pt>
                <c:pt idx="638">
                  <c:v>73</c:v>
                </c:pt>
                <c:pt idx="639">
                  <c:v>69</c:v>
                </c:pt>
                <c:pt idx="640">
                  <c:v>53</c:v>
                </c:pt>
                <c:pt idx="641">
                  <c:v>51</c:v>
                </c:pt>
                <c:pt idx="642">
                  <c:v>74</c:v>
                </c:pt>
                <c:pt idx="643">
                  <c:v>60</c:v>
                </c:pt>
                <c:pt idx="644">
                  <c:v>50</c:v>
                </c:pt>
                <c:pt idx="645">
                  <c:v>57</c:v>
                </c:pt>
                <c:pt idx="646">
                  <c:v>54</c:v>
                </c:pt>
                <c:pt idx="647">
                  <c:v>69</c:v>
                </c:pt>
                <c:pt idx="648">
                  <c:v>69</c:v>
                </c:pt>
                <c:pt idx="649">
                  <c:v>50</c:v>
                </c:pt>
                <c:pt idx="650">
                  <c:v>65</c:v>
                </c:pt>
                <c:pt idx="651">
                  <c:v>71</c:v>
                </c:pt>
                <c:pt idx="652">
                  <c:v>66</c:v>
                </c:pt>
                <c:pt idx="653">
                  <c:v>58</c:v>
                </c:pt>
                <c:pt idx="654">
                  <c:v>52</c:v>
                </c:pt>
                <c:pt idx="655">
                  <c:v>61</c:v>
                </c:pt>
                <c:pt idx="656">
                  <c:v>53</c:v>
                </c:pt>
                <c:pt idx="657">
                  <c:v>67</c:v>
                </c:pt>
                <c:pt idx="658">
                  <c:v>60</c:v>
                </c:pt>
                <c:pt idx="659">
                  <c:v>68</c:v>
                </c:pt>
                <c:pt idx="660">
                  <c:v>74</c:v>
                </c:pt>
                <c:pt idx="661">
                  <c:v>62</c:v>
                </c:pt>
                <c:pt idx="662">
                  <c:v>53</c:v>
                </c:pt>
                <c:pt idx="663">
                  <c:v>53</c:v>
                </c:pt>
                <c:pt idx="664">
                  <c:v>67</c:v>
                </c:pt>
                <c:pt idx="665">
                  <c:v>70</c:v>
                </c:pt>
                <c:pt idx="666">
                  <c:v>58</c:v>
                </c:pt>
                <c:pt idx="667">
                  <c:v>67</c:v>
                </c:pt>
                <c:pt idx="668">
                  <c:v>72</c:v>
                </c:pt>
                <c:pt idx="669">
                  <c:v>63</c:v>
                </c:pt>
                <c:pt idx="670">
                  <c:v>72</c:v>
                </c:pt>
                <c:pt idx="671">
                  <c:v>68</c:v>
                </c:pt>
                <c:pt idx="672">
                  <c:v>70</c:v>
                </c:pt>
                <c:pt idx="673">
                  <c:v>65</c:v>
                </c:pt>
                <c:pt idx="674">
                  <c:v>51</c:v>
                </c:pt>
                <c:pt idx="675">
                  <c:v>50</c:v>
                </c:pt>
                <c:pt idx="676">
                  <c:v>67</c:v>
                </c:pt>
                <c:pt idx="677">
                  <c:v>52</c:v>
                </c:pt>
                <c:pt idx="678">
                  <c:v>60</c:v>
                </c:pt>
                <c:pt idx="679">
                  <c:v>60</c:v>
                </c:pt>
                <c:pt idx="680">
                  <c:v>55</c:v>
                </c:pt>
                <c:pt idx="681">
                  <c:v>67</c:v>
                </c:pt>
                <c:pt idx="682">
                  <c:v>72</c:v>
                </c:pt>
                <c:pt idx="683">
                  <c:v>70</c:v>
                </c:pt>
                <c:pt idx="684">
                  <c:v>68</c:v>
                </c:pt>
                <c:pt idx="685">
                  <c:v>66</c:v>
                </c:pt>
                <c:pt idx="686">
                  <c:v>70</c:v>
                </c:pt>
                <c:pt idx="687">
                  <c:v>68</c:v>
                </c:pt>
                <c:pt idx="688">
                  <c:v>64</c:v>
                </c:pt>
                <c:pt idx="689">
                  <c:v>60</c:v>
                </c:pt>
                <c:pt idx="690">
                  <c:v>66</c:v>
                </c:pt>
                <c:pt idx="691">
                  <c:v>68</c:v>
                </c:pt>
                <c:pt idx="692">
                  <c:v>50</c:v>
                </c:pt>
                <c:pt idx="693">
                  <c:v>53</c:v>
                </c:pt>
                <c:pt idx="694">
                  <c:v>74</c:v>
                </c:pt>
                <c:pt idx="695">
                  <c:v>71</c:v>
                </c:pt>
                <c:pt idx="696">
                  <c:v>54</c:v>
                </c:pt>
                <c:pt idx="697">
                  <c:v>54</c:v>
                </c:pt>
                <c:pt idx="698">
                  <c:v>50</c:v>
                </c:pt>
                <c:pt idx="699">
                  <c:v>65</c:v>
                </c:pt>
                <c:pt idx="700">
                  <c:v>73</c:v>
                </c:pt>
                <c:pt idx="701">
                  <c:v>53</c:v>
                </c:pt>
                <c:pt idx="702">
                  <c:v>73</c:v>
                </c:pt>
                <c:pt idx="703">
                  <c:v>53</c:v>
                </c:pt>
                <c:pt idx="704">
                  <c:v>71</c:v>
                </c:pt>
                <c:pt idx="705">
                  <c:v>60</c:v>
                </c:pt>
                <c:pt idx="706">
                  <c:v>62</c:v>
                </c:pt>
                <c:pt idx="707">
                  <c:v>53</c:v>
                </c:pt>
                <c:pt idx="708">
                  <c:v>53</c:v>
                </c:pt>
                <c:pt idx="709">
                  <c:v>51</c:v>
                </c:pt>
                <c:pt idx="710">
                  <c:v>72</c:v>
                </c:pt>
                <c:pt idx="711">
                  <c:v>67</c:v>
                </c:pt>
                <c:pt idx="712">
                  <c:v>73</c:v>
                </c:pt>
                <c:pt idx="713">
                  <c:v>66</c:v>
                </c:pt>
                <c:pt idx="714">
                  <c:v>66</c:v>
                </c:pt>
                <c:pt idx="715">
                  <c:v>50</c:v>
                </c:pt>
                <c:pt idx="716">
                  <c:v>62</c:v>
                </c:pt>
                <c:pt idx="717">
                  <c:v>56</c:v>
                </c:pt>
                <c:pt idx="718">
                  <c:v>58</c:v>
                </c:pt>
                <c:pt idx="719">
                  <c:v>54</c:v>
                </c:pt>
                <c:pt idx="720">
                  <c:v>65</c:v>
                </c:pt>
                <c:pt idx="721">
                  <c:v>73</c:v>
                </c:pt>
                <c:pt idx="722">
                  <c:v>60</c:v>
                </c:pt>
                <c:pt idx="723">
                  <c:v>62</c:v>
                </c:pt>
                <c:pt idx="724">
                  <c:v>74</c:v>
                </c:pt>
                <c:pt idx="725">
                  <c:v>55</c:v>
                </c:pt>
                <c:pt idx="726">
                  <c:v>61</c:v>
                </c:pt>
                <c:pt idx="727">
                  <c:v>53</c:v>
                </c:pt>
                <c:pt idx="728">
                  <c:v>58</c:v>
                </c:pt>
                <c:pt idx="729">
                  <c:v>66</c:v>
                </c:pt>
                <c:pt idx="730">
                  <c:v>52</c:v>
                </c:pt>
                <c:pt idx="731">
                  <c:v>67</c:v>
                </c:pt>
                <c:pt idx="732">
                  <c:v>50</c:v>
                </c:pt>
                <c:pt idx="733">
                  <c:v>61</c:v>
                </c:pt>
                <c:pt idx="734">
                  <c:v>69</c:v>
                </c:pt>
                <c:pt idx="735">
                  <c:v>58</c:v>
                </c:pt>
                <c:pt idx="736">
                  <c:v>73</c:v>
                </c:pt>
                <c:pt idx="737">
                  <c:v>62</c:v>
                </c:pt>
                <c:pt idx="738">
                  <c:v>64</c:v>
                </c:pt>
                <c:pt idx="739">
                  <c:v>58</c:v>
                </c:pt>
                <c:pt idx="740">
                  <c:v>72</c:v>
                </c:pt>
                <c:pt idx="741">
                  <c:v>50</c:v>
                </c:pt>
                <c:pt idx="742">
                  <c:v>67</c:v>
                </c:pt>
                <c:pt idx="743">
                  <c:v>65</c:v>
                </c:pt>
                <c:pt idx="744">
                  <c:v>63</c:v>
                </c:pt>
                <c:pt idx="745">
                  <c:v>51</c:v>
                </c:pt>
                <c:pt idx="746">
                  <c:v>55</c:v>
                </c:pt>
                <c:pt idx="747">
                  <c:v>70</c:v>
                </c:pt>
                <c:pt idx="748">
                  <c:v>62</c:v>
                </c:pt>
                <c:pt idx="749">
                  <c:v>73</c:v>
                </c:pt>
                <c:pt idx="750">
                  <c:v>59</c:v>
                </c:pt>
                <c:pt idx="751">
                  <c:v>58</c:v>
                </c:pt>
                <c:pt idx="752">
                  <c:v>56</c:v>
                </c:pt>
                <c:pt idx="753">
                  <c:v>68</c:v>
                </c:pt>
                <c:pt idx="754">
                  <c:v>72</c:v>
                </c:pt>
                <c:pt idx="755">
                  <c:v>73</c:v>
                </c:pt>
                <c:pt idx="756">
                  <c:v>62</c:v>
                </c:pt>
                <c:pt idx="757">
                  <c:v>64</c:v>
                </c:pt>
                <c:pt idx="758">
                  <c:v>70</c:v>
                </c:pt>
                <c:pt idx="759">
                  <c:v>51</c:v>
                </c:pt>
                <c:pt idx="760">
                  <c:v>67</c:v>
                </c:pt>
                <c:pt idx="761">
                  <c:v>60</c:v>
                </c:pt>
                <c:pt idx="762">
                  <c:v>61</c:v>
                </c:pt>
                <c:pt idx="763">
                  <c:v>58</c:v>
                </c:pt>
                <c:pt idx="764">
                  <c:v>69</c:v>
                </c:pt>
                <c:pt idx="765">
                  <c:v>64</c:v>
                </c:pt>
                <c:pt idx="766">
                  <c:v>56</c:v>
                </c:pt>
                <c:pt idx="767">
                  <c:v>74</c:v>
                </c:pt>
                <c:pt idx="768">
                  <c:v>71</c:v>
                </c:pt>
                <c:pt idx="769">
                  <c:v>63</c:v>
                </c:pt>
                <c:pt idx="770">
                  <c:v>65</c:v>
                </c:pt>
                <c:pt idx="771">
                  <c:v>54</c:v>
                </c:pt>
                <c:pt idx="772">
                  <c:v>52</c:v>
                </c:pt>
                <c:pt idx="773">
                  <c:v>54</c:v>
                </c:pt>
                <c:pt idx="774">
                  <c:v>67</c:v>
                </c:pt>
                <c:pt idx="775">
                  <c:v>54</c:v>
                </c:pt>
                <c:pt idx="776">
                  <c:v>67</c:v>
                </c:pt>
                <c:pt idx="777">
                  <c:v>65</c:v>
                </c:pt>
                <c:pt idx="778">
                  <c:v>74</c:v>
                </c:pt>
                <c:pt idx="779">
                  <c:v>53</c:v>
                </c:pt>
                <c:pt idx="780">
                  <c:v>62</c:v>
                </c:pt>
                <c:pt idx="781">
                  <c:v>60</c:v>
                </c:pt>
                <c:pt idx="782">
                  <c:v>63</c:v>
                </c:pt>
                <c:pt idx="783">
                  <c:v>68</c:v>
                </c:pt>
                <c:pt idx="784">
                  <c:v>51</c:v>
                </c:pt>
                <c:pt idx="785">
                  <c:v>65</c:v>
                </c:pt>
                <c:pt idx="786">
                  <c:v>70</c:v>
                </c:pt>
                <c:pt idx="787">
                  <c:v>71</c:v>
                </c:pt>
                <c:pt idx="788">
                  <c:v>53</c:v>
                </c:pt>
                <c:pt idx="789">
                  <c:v>62</c:v>
                </c:pt>
                <c:pt idx="790">
                  <c:v>67</c:v>
                </c:pt>
                <c:pt idx="791">
                  <c:v>60</c:v>
                </c:pt>
                <c:pt idx="792">
                  <c:v>50</c:v>
                </c:pt>
                <c:pt idx="793">
                  <c:v>58</c:v>
                </c:pt>
                <c:pt idx="794">
                  <c:v>54</c:v>
                </c:pt>
                <c:pt idx="795">
                  <c:v>66</c:v>
                </c:pt>
                <c:pt idx="796">
                  <c:v>60</c:v>
                </c:pt>
                <c:pt idx="797">
                  <c:v>73</c:v>
                </c:pt>
                <c:pt idx="798">
                  <c:v>61</c:v>
                </c:pt>
                <c:pt idx="799">
                  <c:v>71</c:v>
                </c:pt>
                <c:pt idx="800">
                  <c:v>57</c:v>
                </c:pt>
                <c:pt idx="801">
                  <c:v>65</c:v>
                </c:pt>
                <c:pt idx="802">
                  <c:v>72</c:v>
                </c:pt>
                <c:pt idx="803">
                  <c:v>50</c:v>
                </c:pt>
                <c:pt idx="804">
                  <c:v>63</c:v>
                </c:pt>
                <c:pt idx="805">
                  <c:v>66</c:v>
                </c:pt>
                <c:pt idx="806">
                  <c:v>55</c:v>
                </c:pt>
                <c:pt idx="807">
                  <c:v>55</c:v>
                </c:pt>
                <c:pt idx="808">
                  <c:v>68</c:v>
                </c:pt>
                <c:pt idx="809">
                  <c:v>72</c:v>
                </c:pt>
                <c:pt idx="810">
                  <c:v>70</c:v>
                </c:pt>
                <c:pt idx="811">
                  <c:v>72</c:v>
                </c:pt>
                <c:pt idx="812">
                  <c:v>62</c:v>
                </c:pt>
                <c:pt idx="813">
                  <c:v>68</c:v>
                </c:pt>
                <c:pt idx="814">
                  <c:v>55</c:v>
                </c:pt>
                <c:pt idx="815">
                  <c:v>74</c:v>
                </c:pt>
                <c:pt idx="816">
                  <c:v>58</c:v>
                </c:pt>
                <c:pt idx="817">
                  <c:v>74</c:v>
                </c:pt>
                <c:pt idx="818">
                  <c:v>72</c:v>
                </c:pt>
                <c:pt idx="819">
                  <c:v>60</c:v>
                </c:pt>
                <c:pt idx="820">
                  <c:v>58</c:v>
                </c:pt>
                <c:pt idx="821">
                  <c:v>57</c:v>
                </c:pt>
                <c:pt idx="822">
                  <c:v>67</c:v>
                </c:pt>
                <c:pt idx="823">
                  <c:v>57</c:v>
                </c:pt>
                <c:pt idx="824">
                  <c:v>73</c:v>
                </c:pt>
                <c:pt idx="825">
                  <c:v>61</c:v>
                </c:pt>
                <c:pt idx="826">
                  <c:v>67</c:v>
                </c:pt>
                <c:pt idx="827">
                  <c:v>74</c:v>
                </c:pt>
                <c:pt idx="828">
                  <c:v>60</c:v>
                </c:pt>
                <c:pt idx="829">
                  <c:v>51</c:v>
                </c:pt>
                <c:pt idx="830">
                  <c:v>53</c:v>
                </c:pt>
                <c:pt idx="831">
                  <c:v>61</c:v>
                </c:pt>
                <c:pt idx="832">
                  <c:v>63</c:v>
                </c:pt>
                <c:pt idx="833">
                  <c:v>70</c:v>
                </c:pt>
                <c:pt idx="834">
                  <c:v>73</c:v>
                </c:pt>
                <c:pt idx="835">
                  <c:v>72</c:v>
                </c:pt>
                <c:pt idx="836">
                  <c:v>66</c:v>
                </c:pt>
                <c:pt idx="837">
                  <c:v>55</c:v>
                </c:pt>
                <c:pt idx="838">
                  <c:v>72</c:v>
                </c:pt>
                <c:pt idx="839">
                  <c:v>69</c:v>
                </c:pt>
                <c:pt idx="840">
                  <c:v>59</c:v>
                </c:pt>
                <c:pt idx="841">
                  <c:v>58</c:v>
                </c:pt>
                <c:pt idx="842">
                  <c:v>73</c:v>
                </c:pt>
                <c:pt idx="843">
                  <c:v>53</c:v>
                </c:pt>
                <c:pt idx="844">
                  <c:v>57</c:v>
                </c:pt>
                <c:pt idx="845">
                  <c:v>69</c:v>
                </c:pt>
                <c:pt idx="846">
                  <c:v>55</c:v>
                </c:pt>
                <c:pt idx="847">
                  <c:v>64</c:v>
                </c:pt>
                <c:pt idx="848">
                  <c:v>72</c:v>
                </c:pt>
                <c:pt idx="849">
                  <c:v>63</c:v>
                </c:pt>
                <c:pt idx="850">
                  <c:v>71</c:v>
                </c:pt>
                <c:pt idx="851">
                  <c:v>53</c:v>
                </c:pt>
                <c:pt idx="852">
                  <c:v>64</c:v>
                </c:pt>
                <c:pt idx="853">
                  <c:v>72</c:v>
                </c:pt>
                <c:pt idx="854">
                  <c:v>53</c:v>
                </c:pt>
                <c:pt idx="855">
                  <c:v>72</c:v>
                </c:pt>
                <c:pt idx="856">
                  <c:v>68</c:v>
                </c:pt>
                <c:pt idx="857">
                  <c:v>57</c:v>
                </c:pt>
                <c:pt idx="858">
                  <c:v>55</c:v>
                </c:pt>
                <c:pt idx="859">
                  <c:v>67</c:v>
                </c:pt>
                <c:pt idx="860">
                  <c:v>66</c:v>
                </c:pt>
                <c:pt idx="861">
                  <c:v>58</c:v>
                </c:pt>
                <c:pt idx="862">
                  <c:v>73</c:v>
                </c:pt>
                <c:pt idx="863">
                  <c:v>65</c:v>
                </c:pt>
                <c:pt idx="864">
                  <c:v>64</c:v>
                </c:pt>
                <c:pt idx="865">
                  <c:v>55</c:v>
                </c:pt>
                <c:pt idx="866">
                  <c:v>56</c:v>
                </c:pt>
                <c:pt idx="867">
                  <c:v>53</c:v>
                </c:pt>
                <c:pt idx="868">
                  <c:v>65</c:v>
                </c:pt>
                <c:pt idx="869">
                  <c:v>70</c:v>
                </c:pt>
                <c:pt idx="870">
                  <c:v>69</c:v>
                </c:pt>
                <c:pt idx="871">
                  <c:v>69</c:v>
                </c:pt>
                <c:pt idx="872">
                  <c:v>64</c:v>
                </c:pt>
                <c:pt idx="873">
                  <c:v>70</c:v>
                </c:pt>
                <c:pt idx="874">
                  <c:v>69</c:v>
                </c:pt>
                <c:pt idx="875">
                  <c:v>55</c:v>
                </c:pt>
                <c:pt idx="876">
                  <c:v>57</c:v>
                </c:pt>
                <c:pt idx="877">
                  <c:v>74</c:v>
                </c:pt>
                <c:pt idx="878">
                  <c:v>62</c:v>
                </c:pt>
                <c:pt idx="879">
                  <c:v>50</c:v>
                </c:pt>
                <c:pt idx="880">
                  <c:v>53</c:v>
                </c:pt>
                <c:pt idx="881">
                  <c:v>60</c:v>
                </c:pt>
                <c:pt idx="882">
                  <c:v>60</c:v>
                </c:pt>
                <c:pt idx="883">
                  <c:v>73</c:v>
                </c:pt>
                <c:pt idx="884">
                  <c:v>71</c:v>
                </c:pt>
                <c:pt idx="885">
                  <c:v>58</c:v>
                </c:pt>
                <c:pt idx="886">
                  <c:v>63</c:v>
                </c:pt>
                <c:pt idx="887">
                  <c:v>58</c:v>
                </c:pt>
                <c:pt idx="888">
                  <c:v>59</c:v>
                </c:pt>
                <c:pt idx="889">
                  <c:v>70</c:v>
                </c:pt>
                <c:pt idx="890">
                  <c:v>73</c:v>
                </c:pt>
                <c:pt idx="891">
                  <c:v>61</c:v>
                </c:pt>
                <c:pt idx="892">
                  <c:v>65</c:v>
                </c:pt>
                <c:pt idx="893">
                  <c:v>54</c:v>
                </c:pt>
                <c:pt idx="894">
                  <c:v>71</c:v>
                </c:pt>
                <c:pt idx="895">
                  <c:v>66</c:v>
                </c:pt>
                <c:pt idx="896">
                  <c:v>53</c:v>
                </c:pt>
                <c:pt idx="897">
                  <c:v>64</c:v>
                </c:pt>
                <c:pt idx="898">
                  <c:v>73</c:v>
                </c:pt>
                <c:pt idx="899">
                  <c:v>70</c:v>
                </c:pt>
                <c:pt idx="900">
                  <c:v>68</c:v>
                </c:pt>
                <c:pt idx="901">
                  <c:v>58</c:v>
                </c:pt>
                <c:pt idx="902">
                  <c:v>71</c:v>
                </c:pt>
                <c:pt idx="903">
                  <c:v>71</c:v>
                </c:pt>
                <c:pt idx="904">
                  <c:v>65</c:v>
                </c:pt>
                <c:pt idx="905">
                  <c:v>64</c:v>
                </c:pt>
                <c:pt idx="906">
                  <c:v>63</c:v>
                </c:pt>
                <c:pt idx="907">
                  <c:v>62</c:v>
                </c:pt>
                <c:pt idx="908">
                  <c:v>53</c:v>
                </c:pt>
                <c:pt idx="909">
                  <c:v>64</c:v>
                </c:pt>
                <c:pt idx="910">
                  <c:v>50</c:v>
                </c:pt>
                <c:pt idx="911">
                  <c:v>72</c:v>
                </c:pt>
                <c:pt idx="912">
                  <c:v>62</c:v>
                </c:pt>
                <c:pt idx="913">
                  <c:v>62</c:v>
                </c:pt>
                <c:pt idx="914">
                  <c:v>58</c:v>
                </c:pt>
                <c:pt idx="915">
                  <c:v>59</c:v>
                </c:pt>
                <c:pt idx="916">
                  <c:v>57</c:v>
                </c:pt>
                <c:pt idx="917">
                  <c:v>50</c:v>
                </c:pt>
                <c:pt idx="918">
                  <c:v>66</c:v>
                </c:pt>
                <c:pt idx="919">
                  <c:v>50</c:v>
                </c:pt>
                <c:pt idx="920">
                  <c:v>50</c:v>
                </c:pt>
                <c:pt idx="921">
                  <c:v>71</c:v>
                </c:pt>
                <c:pt idx="922">
                  <c:v>73</c:v>
                </c:pt>
                <c:pt idx="923">
                  <c:v>50</c:v>
                </c:pt>
                <c:pt idx="924">
                  <c:v>62</c:v>
                </c:pt>
                <c:pt idx="925">
                  <c:v>57</c:v>
                </c:pt>
                <c:pt idx="926">
                  <c:v>50</c:v>
                </c:pt>
                <c:pt idx="927">
                  <c:v>59</c:v>
                </c:pt>
                <c:pt idx="928">
                  <c:v>67</c:v>
                </c:pt>
                <c:pt idx="929">
                  <c:v>70</c:v>
                </c:pt>
                <c:pt idx="930">
                  <c:v>59</c:v>
                </c:pt>
                <c:pt idx="931">
                  <c:v>53</c:v>
                </c:pt>
                <c:pt idx="932">
                  <c:v>50</c:v>
                </c:pt>
                <c:pt idx="933">
                  <c:v>55</c:v>
                </c:pt>
                <c:pt idx="934">
                  <c:v>66</c:v>
                </c:pt>
                <c:pt idx="935">
                  <c:v>73</c:v>
                </c:pt>
                <c:pt idx="936">
                  <c:v>65</c:v>
                </c:pt>
                <c:pt idx="937">
                  <c:v>74</c:v>
                </c:pt>
                <c:pt idx="938">
                  <c:v>50</c:v>
                </c:pt>
                <c:pt idx="939">
                  <c:v>66</c:v>
                </c:pt>
                <c:pt idx="940">
                  <c:v>74</c:v>
                </c:pt>
                <c:pt idx="941">
                  <c:v>64</c:v>
                </c:pt>
                <c:pt idx="942">
                  <c:v>56</c:v>
                </c:pt>
                <c:pt idx="943">
                  <c:v>63</c:v>
                </c:pt>
                <c:pt idx="944">
                  <c:v>64</c:v>
                </c:pt>
                <c:pt idx="945">
                  <c:v>59</c:v>
                </c:pt>
                <c:pt idx="946">
                  <c:v>73</c:v>
                </c:pt>
                <c:pt idx="947">
                  <c:v>67</c:v>
                </c:pt>
                <c:pt idx="948">
                  <c:v>67</c:v>
                </c:pt>
                <c:pt idx="949">
                  <c:v>50</c:v>
                </c:pt>
                <c:pt idx="950">
                  <c:v>50</c:v>
                </c:pt>
                <c:pt idx="951">
                  <c:v>64</c:v>
                </c:pt>
                <c:pt idx="952">
                  <c:v>56</c:v>
                </c:pt>
                <c:pt idx="953">
                  <c:v>56</c:v>
                </c:pt>
                <c:pt idx="954">
                  <c:v>68</c:v>
                </c:pt>
                <c:pt idx="955">
                  <c:v>65</c:v>
                </c:pt>
                <c:pt idx="956">
                  <c:v>52</c:v>
                </c:pt>
                <c:pt idx="957">
                  <c:v>61</c:v>
                </c:pt>
                <c:pt idx="958">
                  <c:v>73</c:v>
                </c:pt>
                <c:pt idx="959">
                  <c:v>73</c:v>
                </c:pt>
                <c:pt idx="960">
                  <c:v>62</c:v>
                </c:pt>
                <c:pt idx="961">
                  <c:v>64</c:v>
                </c:pt>
                <c:pt idx="962">
                  <c:v>55</c:v>
                </c:pt>
                <c:pt idx="963">
                  <c:v>55</c:v>
                </c:pt>
                <c:pt idx="964">
                  <c:v>51</c:v>
                </c:pt>
                <c:pt idx="965">
                  <c:v>68</c:v>
                </c:pt>
                <c:pt idx="966">
                  <c:v>52</c:v>
                </c:pt>
                <c:pt idx="967">
                  <c:v>74</c:v>
                </c:pt>
                <c:pt idx="968">
                  <c:v>60</c:v>
                </c:pt>
                <c:pt idx="969">
                  <c:v>50</c:v>
                </c:pt>
                <c:pt idx="970">
                  <c:v>74</c:v>
                </c:pt>
                <c:pt idx="971">
                  <c:v>57</c:v>
                </c:pt>
                <c:pt idx="972">
                  <c:v>67</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FC18-43D9-87A4-EF7CC20D9F81}"/>
            </c:ext>
          </c:extLst>
        </c:ser>
        <c:dLbls>
          <c:showLegendKey val="0"/>
          <c:showVal val="0"/>
          <c:showCatName val="0"/>
          <c:showSerName val="0"/>
          <c:showPercent val="0"/>
          <c:showBubbleSize val="0"/>
        </c:dLbls>
        <c:axId val="1666506143"/>
        <c:axId val="1666505183"/>
      </c:scatterChart>
      <c:valAx>
        <c:axId val="1666506143"/>
        <c:scaling>
          <c:orientation val="minMax"/>
        </c:scaling>
        <c:delete val="0"/>
        <c:axPos val="b"/>
        <c:title>
          <c:tx>
            <c:rich>
              <a:bodyPr/>
              <a:lstStyle/>
              <a:p>
                <a:pPr>
                  <a:defRPr/>
                </a:pPr>
                <a:r>
                  <a:rPr lang="en-MY"/>
                  <a:t>Resting BPM</a:t>
                </a:r>
              </a:p>
            </c:rich>
          </c:tx>
          <c:overlay val="0"/>
        </c:title>
        <c:numFmt formatCode="General" sourceLinked="1"/>
        <c:majorTickMark val="out"/>
        <c:minorTickMark val="none"/>
        <c:tickLblPos val="nextTo"/>
        <c:crossAx val="1666505183"/>
        <c:crosses val="autoZero"/>
        <c:crossBetween val="midCat"/>
      </c:valAx>
      <c:valAx>
        <c:axId val="1666505183"/>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50614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MY"/>
              <a:t>Calories Burned Line Fit  Plot</a:t>
            </a:r>
          </a:p>
        </c:rich>
      </c:tx>
      <c:overlay val="0"/>
    </c:title>
    <c:autoTitleDeleted val="0"/>
    <c:plotArea>
      <c:layout/>
      <c:scatterChart>
        <c:scatterStyle val="lineMarker"/>
        <c:varyColors val="0"/>
        <c:ser>
          <c:idx val="0"/>
          <c:order val="0"/>
          <c:tx>
            <c:v>Water Intake (Liters)</c:v>
          </c:tx>
          <c:spPr>
            <a:ln w="19050">
              <a:noFill/>
            </a:ln>
          </c:spPr>
          <c:xVal>
            <c:numRef>
              <c:f>'Sub-Dataset'!$DU$2:$DU$974</c:f>
              <c:numCache>
                <c:formatCode>General</c:formatCode>
                <c:ptCount val="973"/>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'Sub-Dataset'!$DV$2:$DV$974</c:f>
              <c:numCache>
                <c:formatCode>General</c:formatCode>
                <c:ptCount val="973"/>
                <c:pt idx="0">
                  <c:v>2.2999999999999998</c:v>
                </c:pt>
                <c:pt idx="1">
                  <c:v>3.7</c:v>
                </c:pt>
                <c:pt idx="2">
                  <c:v>2.2000000000000002</c:v>
                </c:pt>
                <c:pt idx="3">
                  <c:v>3</c:v>
                </c:pt>
                <c:pt idx="4">
                  <c:v>1.6</c:v>
                </c:pt>
                <c:pt idx="5">
                  <c:v>2.6</c:v>
                </c:pt>
                <c:pt idx="6">
                  <c:v>2.6</c:v>
                </c:pt>
                <c:pt idx="7">
                  <c:v>2.7</c:v>
                </c:pt>
                <c:pt idx="8">
                  <c:v>2.2999999999999998</c:v>
                </c:pt>
                <c:pt idx="9">
                  <c:v>2.7</c:v>
                </c:pt>
                <c:pt idx="10">
                  <c:v>1.5</c:v>
                </c:pt>
                <c:pt idx="11">
                  <c:v>2.8</c:v>
                </c:pt>
                <c:pt idx="12">
                  <c:v>2.2000000000000002</c:v>
                </c:pt>
                <c:pt idx="13">
                  <c:v>2</c:v>
                </c:pt>
                <c:pt idx="14">
                  <c:v>3.5</c:v>
                </c:pt>
                <c:pt idx="15">
                  <c:v>1.8</c:v>
                </c:pt>
                <c:pt idx="16">
                  <c:v>2.7</c:v>
                </c:pt>
                <c:pt idx="17">
                  <c:v>2.2999999999999998</c:v>
                </c:pt>
                <c:pt idx="18">
                  <c:v>2.6</c:v>
                </c:pt>
                <c:pt idx="19">
                  <c:v>2.7</c:v>
                </c:pt>
                <c:pt idx="20">
                  <c:v>3.5</c:v>
                </c:pt>
                <c:pt idx="21">
                  <c:v>1.7</c:v>
                </c:pt>
                <c:pt idx="22">
                  <c:v>3.5</c:v>
                </c:pt>
                <c:pt idx="23">
                  <c:v>2.8</c:v>
                </c:pt>
                <c:pt idx="24">
                  <c:v>3.5</c:v>
                </c:pt>
                <c:pt idx="25">
                  <c:v>2.7</c:v>
                </c:pt>
                <c:pt idx="26">
                  <c:v>1.8</c:v>
                </c:pt>
                <c:pt idx="27">
                  <c:v>3.5</c:v>
                </c:pt>
                <c:pt idx="28">
                  <c:v>2.7</c:v>
                </c:pt>
                <c:pt idx="29">
                  <c:v>2.5</c:v>
                </c:pt>
                <c:pt idx="30">
                  <c:v>3.5</c:v>
                </c:pt>
                <c:pt idx="31">
                  <c:v>1.8</c:v>
                </c:pt>
                <c:pt idx="32">
                  <c:v>1.7</c:v>
                </c:pt>
                <c:pt idx="33">
                  <c:v>2.1</c:v>
                </c:pt>
                <c:pt idx="34">
                  <c:v>2.2999999999999998</c:v>
                </c:pt>
                <c:pt idx="35">
                  <c:v>2.4</c:v>
                </c:pt>
                <c:pt idx="36">
                  <c:v>2.7</c:v>
                </c:pt>
                <c:pt idx="37">
                  <c:v>1.7</c:v>
                </c:pt>
                <c:pt idx="38">
                  <c:v>2.7</c:v>
                </c:pt>
                <c:pt idx="39">
                  <c:v>2.7</c:v>
                </c:pt>
                <c:pt idx="40">
                  <c:v>2.7</c:v>
                </c:pt>
                <c:pt idx="41">
                  <c:v>3.6</c:v>
                </c:pt>
                <c:pt idx="42">
                  <c:v>2.7</c:v>
                </c:pt>
                <c:pt idx="43">
                  <c:v>2</c:v>
                </c:pt>
                <c:pt idx="44">
                  <c:v>2</c:v>
                </c:pt>
                <c:pt idx="45">
                  <c:v>1.6</c:v>
                </c:pt>
                <c:pt idx="46">
                  <c:v>3.3</c:v>
                </c:pt>
                <c:pt idx="47">
                  <c:v>1.5</c:v>
                </c:pt>
                <c:pt idx="48">
                  <c:v>2.2999999999999998</c:v>
                </c:pt>
                <c:pt idx="49">
                  <c:v>2.7</c:v>
                </c:pt>
                <c:pt idx="50">
                  <c:v>1.7</c:v>
                </c:pt>
                <c:pt idx="51">
                  <c:v>3.7</c:v>
                </c:pt>
                <c:pt idx="52">
                  <c:v>2.4</c:v>
                </c:pt>
                <c:pt idx="53">
                  <c:v>3.2</c:v>
                </c:pt>
                <c:pt idx="54">
                  <c:v>2.2000000000000002</c:v>
                </c:pt>
                <c:pt idx="55">
                  <c:v>1.6</c:v>
                </c:pt>
                <c:pt idx="56">
                  <c:v>3.5</c:v>
                </c:pt>
                <c:pt idx="57">
                  <c:v>1.8</c:v>
                </c:pt>
                <c:pt idx="58">
                  <c:v>2.7</c:v>
                </c:pt>
                <c:pt idx="59">
                  <c:v>2.7</c:v>
                </c:pt>
                <c:pt idx="60">
                  <c:v>2</c:v>
                </c:pt>
                <c:pt idx="61">
                  <c:v>3.5</c:v>
                </c:pt>
                <c:pt idx="62">
                  <c:v>3.5</c:v>
                </c:pt>
                <c:pt idx="63">
                  <c:v>2.7</c:v>
                </c:pt>
                <c:pt idx="64">
                  <c:v>2.6</c:v>
                </c:pt>
                <c:pt idx="65">
                  <c:v>2.9</c:v>
                </c:pt>
                <c:pt idx="66">
                  <c:v>3.5</c:v>
                </c:pt>
                <c:pt idx="67">
                  <c:v>2.2999999999999998</c:v>
                </c:pt>
                <c:pt idx="68">
                  <c:v>1.9</c:v>
                </c:pt>
                <c:pt idx="69">
                  <c:v>1.9</c:v>
                </c:pt>
                <c:pt idx="70">
                  <c:v>3.5</c:v>
                </c:pt>
                <c:pt idx="71">
                  <c:v>1.7</c:v>
                </c:pt>
                <c:pt idx="72">
                  <c:v>2.4</c:v>
                </c:pt>
                <c:pt idx="73">
                  <c:v>2.7</c:v>
                </c:pt>
                <c:pt idx="74">
                  <c:v>1.9</c:v>
                </c:pt>
                <c:pt idx="75">
                  <c:v>1.9</c:v>
                </c:pt>
                <c:pt idx="76">
                  <c:v>2.2000000000000002</c:v>
                </c:pt>
                <c:pt idx="77">
                  <c:v>3.7</c:v>
                </c:pt>
                <c:pt idx="78">
                  <c:v>1.7</c:v>
                </c:pt>
                <c:pt idx="79">
                  <c:v>2</c:v>
                </c:pt>
                <c:pt idx="80">
                  <c:v>2.7</c:v>
                </c:pt>
                <c:pt idx="81">
                  <c:v>3.5</c:v>
                </c:pt>
                <c:pt idx="82">
                  <c:v>2.5</c:v>
                </c:pt>
                <c:pt idx="83">
                  <c:v>3.6</c:v>
                </c:pt>
                <c:pt idx="84">
                  <c:v>3.4</c:v>
                </c:pt>
                <c:pt idx="85">
                  <c:v>3.4</c:v>
                </c:pt>
                <c:pt idx="86">
                  <c:v>2.5</c:v>
                </c:pt>
                <c:pt idx="87">
                  <c:v>2.1</c:v>
                </c:pt>
                <c:pt idx="88">
                  <c:v>3.5</c:v>
                </c:pt>
                <c:pt idx="89">
                  <c:v>2.7</c:v>
                </c:pt>
                <c:pt idx="90">
                  <c:v>3.5</c:v>
                </c:pt>
                <c:pt idx="91">
                  <c:v>2.5</c:v>
                </c:pt>
                <c:pt idx="92">
                  <c:v>1.5</c:v>
                </c:pt>
                <c:pt idx="93">
                  <c:v>2.2000000000000002</c:v>
                </c:pt>
                <c:pt idx="94">
                  <c:v>2.6</c:v>
                </c:pt>
                <c:pt idx="95">
                  <c:v>2.7</c:v>
                </c:pt>
                <c:pt idx="96">
                  <c:v>3.5</c:v>
                </c:pt>
                <c:pt idx="97">
                  <c:v>2.7</c:v>
                </c:pt>
                <c:pt idx="98">
                  <c:v>3.5</c:v>
                </c:pt>
                <c:pt idx="99">
                  <c:v>1.8</c:v>
                </c:pt>
                <c:pt idx="100">
                  <c:v>2.2000000000000002</c:v>
                </c:pt>
                <c:pt idx="101">
                  <c:v>2.4</c:v>
                </c:pt>
                <c:pt idx="102">
                  <c:v>2.1</c:v>
                </c:pt>
                <c:pt idx="103">
                  <c:v>3</c:v>
                </c:pt>
                <c:pt idx="104">
                  <c:v>2.5</c:v>
                </c:pt>
                <c:pt idx="105">
                  <c:v>1.5</c:v>
                </c:pt>
                <c:pt idx="106">
                  <c:v>3.5</c:v>
                </c:pt>
                <c:pt idx="107">
                  <c:v>2.2999999999999998</c:v>
                </c:pt>
                <c:pt idx="108">
                  <c:v>1.6</c:v>
                </c:pt>
                <c:pt idx="109">
                  <c:v>2.2999999999999998</c:v>
                </c:pt>
                <c:pt idx="110">
                  <c:v>2.4</c:v>
                </c:pt>
                <c:pt idx="111">
                  <c:v>1.9</c:v>
                </c:pt>
                <c:pt idx="112">
                  <c:v>2.9</c:v>
                </c:pt>
                <c:pt idx="113">
                  <c:v>2.6</c:v>
                </c:pt>
                <c:pt idx="114">
                  <c:v>2.4</c:v>
                </c:pt>
                <c:pt idx="115">
                  <c:v>3.5</c:v>
                </c:pt>
                <c:pt idx="116">
                  <c:v>2</c:v>
                </c:pt>
                <c:pt idx="117">
                  <c:v>2.1</c:v>
                </c:pt>
                <c:pt idx="118">
                  <c:v>3.7</c:v>
                </c:pt>
                <c:pt idx="119">
                  <c:v>3.4</c:v>
                </c:pt>
                <c:pt idx="120">
                  <c:v>2.7</c:v>
                </c:pt>
                <c:pt idx="121">
                  <c:v>1.7</c:v>
                </c:pt>
                <c:pt idx="122">
                  <c:v>3.2</c:v>
                </c:pt>
                <c:pt idx="123">
                  <c:v>2.6</c:v>
                </c:pt>
                <c:pt idx="124">
                  <c:v>2.2000000000000002</c:v>
                </c:pt>
                <c:pt idx="125">
                  <c:v>2.5</c:v>
                </c:pt>
                <c:pt idx="126">
                  <c:v>2.4</c:v>
                </c:pt>
                <c:pt idx="127">
                  <c:v>2</c:v>
                </c:pt>
                <c:pt idx="128">
                  <c:v>2.7</c:v>
                </c:pt>
                <c:pt idx="129">
                  <c:v>1.6</c:v>
                </c:pt>
                <c:pt idx="130">
                  <c:v>2.4</c:v>
                </c:pt>
                <c:pt idx="131">
                  <c:v>2.7</c:v>
                </c:pt>
                <c:pt idx="132">
                  <c:v>2</c:v>
                </c:pt>
                <c:pt idx="133">
                  <c:v>3.2</c:v>
                </c:pt>
                <c:pt idx="134">
                  <c:v>2.7</c:v>
                </c:pt>
                <c:pt idx="135">
                  <c:v>2.4</c:v>
                </c:pt>
                <c:pt idx="136">
                  <c:v>3.4</c:v>
                </c:pt>
                <c:pt idx="137">
                  <c:v>3.3</c:v>
                </c:pt>
                <c:pt idx="138">
                  <c:v>3.3</c:v>
                </c:pt>
                <c:pt idx="139">
                  <c:v>2.4</c:v>
                </c:pt>
                <c:pt idx="140">
                  <c:v>1.8</c:v>
                </c:pt>
                <c:pt idx="141">
                  <c:v>3.5</c:v>
                </c:pt>
                <c:pt idx="142">
                  <c:v>2.7</c:v>
                </c:pt>
                <c:pt idx="143">
                  <c:v>2.5</c:v>
                </c:pt>
                <c:pt idx="144">
                  <c:v>2.5</c:v>
                </c:pt>
                <c:pt idx="145">
                  <c:v>2.7</c:v>
                </c:pt>
                <c:pt idx="146">
                  <c:v>2.2999999999999998</c:v>
                </c:pt>
                <c:pt idx="147">
                  <c:v>1.8</c:v>
                </c:pt>
                <c:pt idx="148">
                  <c:v>1.9</c:v>
                </c:pt>
                <c:pt idx="149">
                  <c:v>1.7</c:v>
                </c:pt>
                <c:pt idx="150">
                  <c:v>2.7</c:v>
                </c:pt>
                <c:pt idx="151">
                  <c:v>2.7</c:v>
                </c:pt>
                <c:pt idx="152">
                  <c:v>2.5</c:v>
                </c:pt>
                <c:pt idx="153">
                  <c:v>1.9</c:v>
                </c:pt>
                <c:pt idx="154">
                  <c:v>2.7</c:v>
                </c:pt>
                <c:pt idx="155">
                  <c:v>3.5</c:v>
                </c:pt>
                <c:pt idx="156">
                  <c:v>3.4</c:v>
                </c:pt>
                <c:pt idx="157">
                  <c:v>2.7</c:v>
                </c:pt>
                <c:pt idx="158">
                  <c:v>2.1</c:v>
                </c:pt>
                <c:pt idx="159">
                  <c:v>2.7</c:v>
                </c:pt>
                <c:pt idx="160">
                  <c:v>1.9</c:v>
                </c:pt>
                <c:pt idx="161">
                  <c:v>1.9</c:v>
                </c:pt>
                <c:pt idx="162">
                  <c:v>2.2999999999999998</c:v>
                </c:pt>
                <c:pt idx="163">
                  <c:v>2.2000000000000002</c:v>
                </c:pt>
                <c:pt idx="164">
                  <c:v>2.4</c:v>
                </c:pt>
                <c:pt idx="165">
                  <c:v>2.2000000000000002</c:v>
                </c:pt>
                <c:pt idx="166">
                  <c:v>2.7</c:v>
                </c:pt>
                <c:pt idx="167">
                  <c:v>1.5</c:v>
                </c:pt>
                <c:pt idx="168">
                  <c:v>3.2</c:v>
                </c:pt>
                <c:pt idx="169">
                  <c:v>1.8</c:v>
                </c:pt>
                <c:pt idx="170">
                  <c:v>2.5</c:v>
                </c:pt>
                <c:pt idx="171">
                  <c:v>2.7</c:v>
                </c:pt>
                <c:pt idx="172">
                  <c:v>2.2999999999999998</c:v>
                </c:pt>
                <c:pt idx="173">
                  <c:v>3.5</c:v>
                </c:pt>
                <c:pt idx="174">
                  <c:v>1.9</c:v>
                </c:pt>
                <c:pt idx="175">
                  <c:v>2.7</c:v>
                </c:pt>
                <c:pt idx="176">
                  <c:v>3.3</c:v>
                </c:pt>
                <c:pt idx="177">
                  <c:v>2.4</c:v>
                </c:pt>
                <c:pt idx="178">
                  <c:v>2.1</c:v>
                </c:pt>
                <c:pt idx="179">
                  <c:v>1.5</c:v>
                </c:pt>
                <c:pt idx="180">
                  <c:v>1.6</c:v>
                </c:pt>
                <c:pt idx="181">
                  <c:v>3.6</c:v>
                </c:pt>
                <c:pt idx="182">
                  <c:v>3.3</c:v>
                </c:pt>
                <c:pt idx="183">
                  <c:v>2.5</c:v>
                </c:pt>
                <c:pt idx="184">
                  <c:v>2.4</c:v>
                </c:pt>
                <c:pt idx="185">
                  <c:v>2.2999999999999998</c:v>
                </c:pt>
                <c:pt idx="186">
                  <c:v>2.2999999999999998</c:v>
                </c:pt>
                <c:pt idx="187">
                  <c:v>2.4</c:v>
                </c:pt>
                <c:pt idx="188">
                  <c:v>1.6</c:v>
                </c:pt>
                <c:pt idx="189">
                  <c:v>1.5</c:v>
                </c:pt>
                <c:pt idx="190">
                  <c:v>2.9</c:v>
                </c:pt>
                <c:pt idx="191">
                  <c:v>3.5</c:v>
                </c:pt>
                <c:pt idx="192">
                  <c:v>2.5</c:v>
                </c:pt>
                <c:pt idx="193">
                  <c:v>2.4</c:v>
                </c:pt>
                <c:pt idx="194">
                  <c:v>2.5</c:v>
                </c:pt>
                <c:pt idx="195">
                  <c:v>3.2</c:v>
                </c:pt>
                <c:pt idx="196">
                  <c:v>2.2999999999999998</c:v>
                </c:pt>
                <c:pt idx="197">
                  <c:v>2.4</c:v>
                </c:pt>
                <c:pt idx="198">
                  <c:v>1.6</c:v>
                </c:pt>
                <c:pt idx="199">
                  <c:v>2.2000000000000002</c:v>
                </c:pt>
                <c:pt idx="200">
                  <c:v>1.7</c:v>
                </c:pt>
                <c:pt idx="201">
                  <c:v>1.8</c:v>
                </c:pt>
                <c:pt idx="202">
                  <c:v>2.4</c:v>
                </c:pt>
                <c:pt idx="203">
                  <c:v>1.8</c:v>
                </c:pt>
                <c:pt idx="204">
                  <c:v>2.2000000000000002</c:v>
                </c:pt>
                <c:pt idx="205">
                  <c:v>3.4</c:v>
                </c:pt>
                <c:pt idx="206">
                  <c:v>3.5</c:v>
                </c:pt>
                <c:pt idx="207">
                  <c:v>2.1</c:v>
                </c:pt>
                <c:pt idx="208">
                  <c:v>2.4</c:v>
                </c:pt>
                <c:pt idx="209">
                  <c:v>2.6</c:v>
                </c:pt>
                <c:pt idx="210">
                  <c:v>3.3</c:v>
                </c:pt>
                <c:pt idx="211">
                  <c:v>3.5</c:v>
                </c:pt>
                <c:pt idx="212">
                  <c:v>2.6</c:v>
                </c:pt>
                <c:pt idx="213">
                  <c:v>2.2000000000000002</c:v>
                </c:pt>
                <c:pt idx="214">
                  <c:v>1.6</c:v>
                </c:pt>
                <c:pt idx="215">
                  <c:v>2.7</c:v>
                </c:pt>
                <c:pt idx="216">
                  <c:v>3.1</c:v>
                </c:pt>
                <c:pt idx="217">
                  <c:v>3.1</c:v>
                </c:pt>
                <c:pt idx="218">
                  <c:v>2.1</c:v>
                </c:pt>
                <c:pt idx="219">
                  <c:v>2.1</c:v>
                </c:pt>
                <c:pt idx="220">
                  <c:v>2.7</c:v>
                </c:pt>
                <c:pt idx="221">
                  <c:v>2.4</c:v>
                </c:pt>
                <c:pt idx="222">
                  <c:v>3.1</c:v>
                </c:pt>
                <c:pt idx="223">
                  <c:v>2.1</c:v>
                </c:pt>
                <c:pt idx="224">
                  <c:v>3.6</c:v>
                </c:pt>
                <c:pt idx="225">
                  <c:v>3.2</c:v>
                </c:pt>
                <c:pt idx="226">
                  <c:v>3.2</c:v>
                </c:pt>
                <c:pt idx="227">
                  <c:v>2.4</c:v>
                </c:pt>
                <c:pt idx="228">
                  <c:v>3.4</c:v>
                </c:pt>
                <c:pt idx="229">
                  <c:v>3.2</c:v>
                </c:pt>
                <c:pt idx="230">
                  <c:v>3.4</c:v>
                </c:pt>
                <c:pt idx="231">
                  <c:v>2.2999999999999998</c:v>
                </c:pt>
                <c:pt idx="232">
                  <c:v>3.1</c:v>
                </c:pt>
                <c:pt idx="233">
                  <c:v>3.7</c:v>
                </c:pt>
                <c:pt idx="234">
                  <c:v>2.5</c:v>
                </c:pt>
                <c:pt idx="235">
                  <c:v>3.6</c:v>
                </c:pt>
                <c:pt idx="236">
                  <c:v>3.5</c:v>
                </c:pt>
                <c:pt idx="237">
                  <c:v>3.3</c:v>
                </c:pt>
                <c:pt idx="238">
                  <c:v>1.7</c:v>
                </c:pt>
                <c:pt idx="239">
                  <c:v>3.6</c:v>
                </c:pt>
                <c:pt idx="240">
                  <c:v>3</c:v>
                </c:pt>
                <c:pt idx="241">
                  <c:v>3.1</c:v>
                </c:pt>
                <c:pt idx="242">
                  <c:v>2.6</c:v>
                </c:pt>
                <c:pt idx="243">
                  <c:v>2.6</c:v>
                </c:pt>
                <c:pt idx="244">
                  <c:v>2.2000000000000002</c:v>
                </c:pt>
                <c:pt idx="245">
                  <c:v>1.9</c:v>
                </c:pt>
                <c:pt idx="246">
                  <c:v>3</c:v>
                </c:pt>
                <c:pt idx="247">
                  <c:v>2.9</c:v>
                </c:pt>
                <c:pt idx="248">
                  <c:v>2.9</c:v>
                </c:pt>
                <c:pt idx="249">
                  <c:v>2.6</c:v>
                </c:pt>
                <c:pt idx="250">
                  <c:v>2.2999999999999998</c:v>
                </c:pt>
                <c:pt idx="251">
                  <c:v>2.6</c:v>
                </c:pt>
                <c:pt idx="252">
                  <c:v>1.5</c:v>
                </c:pt>
                <c:pt idx="253">
                  <c:v>2.5</c:v>
                </c:pt>
                <c:pt idx="254">
                  <c:v>2.5</c:v>
                </c:pt>
                <c:pt idx="255">
                  <c:v>2.9</c:v>
                </c:pt>
                <c:pt idx="256">
                  <c:v>3.1</c:v>
                </c:pt>
                <c:pt idx="257">
                  <c:v>1.6</c:v>
                </c:pt>
                <c:pt idx="258">
                  <c:v>3.6</c:v>
                </c:pt>
                <c:pt idx="259">
                  <c:v>2.6</c:v>
                </c:pt>
                <c:pt idx="260">
                  <c:v>2.7</c:v>
                </c:pt>
                <c:pt idx="261">
                  <c:v>2</c:v>
                </c:pt>
                <c:pt idx="262">
                  <c:v>2.2000000000000002</c:v>
                </c:pt>
                <c:pt idx="263">
                  <c:v>2.9</c:v>
                </c:pt>
                <c:pt idx="264">
                  <c:v>2.2999999999999998</c:v>
                </c:pt>
                <c:pt idx="265">
                  <c:v>2.4</c:v>
                </c:pt>
                <c:pt idx="266">
                  <c:v>2.4</c:v>
                </c:pt>
                <c:pt idx="267">
                  <c:v>3.2</c:v>
                </c:pt>
                <c:pt idx="268">
                  <c:v>2.9</c:v>
                </c:pt>
                <c:pt idx="269">
                  <c:v>2.1</c:v>
                </c:pt>
                <c:pt idx="270">
                  <c:v>1.9</c:v>
                </c:pt>
                <c:pt idx="271">
                  <c:v>3.2</c:v>
                </c:pt>
                <c:pt idx="272">
                  <c:v>3.5</c:v>
                </c:pt>
                <c:pt idx="273">
                  <c:v>2.6</c:v>
                </c:pt>
                <c:pt idx="274">
                  <c:v>2.6</c:v>
                </c:pt>
                <c:pt idx="275">
                  <c:v>2.1</c:v>
                </c:pt>
                <c:pt idx="276">
                  <c:v>2.1</c:v>
                </c:pt>
                <c:pt idx="277">
                  <c:v>2.5</c:v>
                </c:pt>
                <c:pt idx="278">
                  <c:v>2.1</c:v>
                </c:pt>
                <c:pt idx="279">
                  <c:v>3.4</c:v>
                </c:pt>
                <c:pt idx="280">
                  <c:v>2.9</c:v>
                </c:pt>
                <c:pt idx="281">
                  <c:v>3.4</c:v>
                </c:pt>
                <c:pt idx="282">
                  <c:v>2.4</c:v>
                </c:pt>
                <c:pt idx="283">
                  <c:v>2.1</c:v>
                </c:pt>
                <c:pt idx="284">
                  <c:v>3.4</c:v>
                </c:pt>
                <c:pt idx="285">
                  <c:v>2.2999999999999998</c:v>
                </c:pt>
                <c:pt idx="286">
                  <c:v>2.1</c:v>
                </c:pt>
                <c:pt idx="287">
                  <c:v>2.6</c:v>
                </c:pt>
                <c:pt idx="288">
                  <c:v>2.4</c:v>
                </c:pt>
                <c:pt idx="289">
                  <c:v>2</c:v>
                </c:pt>
                <c:pt idx="290">
                  <c:v>3</c:v>
                </c:pt>
                <c:pt idx="291">
                  <c:v>2.2999999999999998</c:v>
                </c:pt>
                <c:pt idx="292">
                  <c:v>3.4</c:v>
                </c:pt>
                <c:pt idx="293">
                  <c:v>3.6</c:v>
                </c:pt>
                <c:pt idx="294">
                  <c:v>2.7</c:v>
                </c:pt>
                <c:pt idx="295">
                  <c:v>2.5</c:v>
                </c:pt>
                <c:pt idx="296">
                  <c:v>2.6</c:v>
                </c:pt>
                <c:pt idx="297">
                  <c:v>1.5</c:v>
                </c:pt>
                <c:pt idx="298">
                  <c:v>2.2999999999999998</c:v>
                </c:pt>
                <c:pt idx="299">
                  <c:v>2</c:v>
                </c:pt>
                <c:pt idx="300">
                  <c:v>2.2000000000000002</c:v>
                </c:pt>
                <c:pt idx="301">
                  <c:v>2.1</c:v>
                </c:pt>
                <c:pt idx="302">
                  <c:v>2</c:v>
                </c:pt>
                <c:pt idx="303">
                  <c:v>1.9</c:v>
                </c:pt>
                <c:pt idx="304">
                  <c:v>2.9</c:v>
                </c:pt>
                <c:pt idx="305">
                  <c:v>2.1</c:v>
                </c:pt>
                <c:pt idx="306">
                  <c:v>2.2000000000000002</c:v>
                </c:pt>
                <c:pt idx="307">
                  <c:v>2.6</c:v>
                </c:pt>
                <c:pt idx="308">
                  <c:v>3.4</c:v>
                </c:pt>
                <c:pt idx="309">
                  <c:v>1.8</c:v>
                </c:pt>
                <c:pt idx="310">
                  <c:v>2.1</c:v>
                </c:pt>
                <c:pt idx="311">
                  <c:v>2.2000000000000002</c:v>
                </c:pt>
                <c:pt idx="312">
                  <c:v>2.6</c:v>
                </c:pt>
                <c:pt idx="313">
                  <c:v>2.4</c:v>
                </c:pt>
                <c:pt idx="314">
                  <c:v>3.6</c:v>
                </c:pt>
                <c:pt idx="315">
                  <c:v>1.8</c:v>
                </c:pt>
                <c:pt idx="316">
                  <c:v>3</c:v>
                </c:pt>
                <c:pt idx="317">
                  <c:v>1.6</c:v>
                </c:pt>
                <c:pt idx="318">
                  <c:v>2.6</c:v>
                </c:pt>
                <c:pt idx="319">
                  <c:v>3.1</c:v>
                </c:pt>
                <c:pt idx="320">
                  <c:v>3.7</c:v>
                </c:pt>
                <c:pt idx="321">
                  <c:v>2.1</c:v>
                </c:pt>
                <c:pt idx="322">
                  <c:v>2.1</c:v>
                </c:pt>
                <c:pt idx="323">
                  <c:v>3</c:v>
                </c:pt>
                <c:pt idx="324">
                  <c:v>2.2999999999999998</c:v>
                </c:pt>
                <c:pt idx="325">
                  <c:v>1.5</c:v>
                </c:pt>
                <c:pt idx="326">
                  <c:v>3.6</c:v>
                </c:pt>
                <c:pt idx="327">
                  <c:v>2.9</c:v>
                </c:pt>
                <c:pt idx="328">
                  <c:v>2.2000000000000002</c:v>
                </c:pt>
                <c:pt idx="329">
                  <c:v>2.8</c:v>
                </c:pt>
                <c:pt idx="330">
                  <c:v>3.6</c:v>
                </c:pt>
                <c:pt idx="331">
                  <c:v>1.7</c:v>
                </c:pt>
                <c:pt idx="332">
                  <c:v>2.6</c:v>
                </c:pt>
                <c:pt idx="333">
                  <c:v>2.1</c:v>
                </c:pt>
                <c:pt idx="334">
                  <c:v>1.7</c:v>
                </c:pt>
                <c:pt idx="335">
                  <c:v>1.5</c:v>
                </c:pt>
                <c:pt idx="336">
                  <c:v>2.1</c:v>
                </c:pt>
                <c:pt idx="337">
                  <c:v>2.7</c:v>
                </c:pt>
                <c:pt idx="338">
                  <c:v>3.4</c:v>
                </c:pt>
                <c:pt idx="339">
                  <c:v>2.2999999999999998</c:v>
                </c:pt>
                <c:pt idx="340">
                  <c:v>1.6</c:v>
                </c:pt>
                <c:pt idx="341">
                  <c:v>1.9</c:v>
                </c:pt>
                <c:pt idx="342">
                  <c:v>3.3</c:v>
                </c:pt>
                <c:pt idx="343">
                  <c:v>3.4</c:v>
                </c:pt>
                <c:pt idx="344">
                  <c:v>2.2000000000000002</c:v>
                </c:pt>
                <c:pt idx="345">
                  <c:v>2.2999999999999998</c:v>
                </c:pt>
                <c:pt idx="346">
                  <c:v>2.1</c:v>
                </c:pt>
                <c:pt idx="347">
                  <c:v>2.7</c:v>
                </c:pt>
                <c:pt idx="348">
                  <c:v>2.5</c:v>
                </c:pt>
                <c:pt idx="349">
                  <c:v>2</c:v>
                </c:pt>
                <c:pt idx="350">
                  <c:v>2.2999999999999998</c:v>
                </c:pt>
                <c:pt idx="351">
                  <c:v>3.1</c:v>
                </c:pt>
                <c:pt idx="352">
                  <c:v>3.2</c:v>
                </c:pt>
                <c:pt idx="353">
                  <c:v>2.8</c:v>
                </c:pt>
                <c:pt idx="354">
                  <c:v>1.8</c:v>
                </c:pt>
                <c:pt idx="355">
                  <c:v>3.6</c:v>
                </c:pt>
                <c:pt idx="356">
                  <c:v>3</c:v>
                </c:pt>
                <c:pt idx="357">
                  <c:v>2.6</c:v>
                </c:pt>
                <c:pt idx="358">
                  <c:v>2.5</c:v>
                </c:pt>
                <c:pt idx="359">
                  <c:v>3.4</c:v>
                </c:pt>
                <c:pt idx="360">
                  <c:v>2.6</c:v>
                </c:pt>
                <c:pt idx="361">
                  <c:v>2.2000000000000002</c:v>
                </c:pt>
                <c:pt idx="362">
                  <c:v>2</c:v>
                </c:pt>
                <c:pt idx="363">
                  <c:v>3.4</c:v>
                </c:pt>
                <c:pt idx="364">
                  <c:v>1.8</c:v>
                </c:pt>
                <c:pt idx="365">
                  <c:v>1.9</c:v>
                </c:pt>
                <c:pt idx="366">
                  <c:v>3.7</c:v>
                </c:pt>
                <c:pt idx="367">
                  <c:v>2.2999999999999998</c:v>
                </c:pt>
                <c:pt idx="368">
                  <c:v>2.6</c:v>
                </c:pt>
                <c:pt idx="369">
                  <c:v>1.9</c:v>
                </c:pt>
                <c:pt idx="370">
                  <c:v>2.7</c:v>
                </c:pt>
                <c:pt idx="371">
                  <c:v>3.1</c:v>
                </c:pt>
                <c:pt idx="372">
                  <c:v>2.4</c:v>
                </c:pt>
                <c:pt idx="373">
                  <c:v>2.2999999999999998</c:v>
                </c:pt>
                <c:pt idx="374">
                  <c:v>2.5</c:v>
                </c:pt>
                <c:pt idx="375">
                  <c:v>2</c:v>
                </c:pt>
                <c:pt idx="376">
                  <c:v>1.8</c:v>
                </c:pt>
                <c:pt idx="377">
                  <c:v>2.5</c:v>
                </c:pt>
                <c:pt idx="378">
                  <c:v>2.7</c:v>
                </c:pt>
                <c:pt idx="379">
                  <c:v>3.4</c:v>
                </c:pt>
                <c:pt idx="380">
                  <c:v>2</c:v>
                </c:pt>
                <c:pt idx="381">
                  <c:v>2</c:v>
                </c:pt>
                <c:pt idx="382">
                  <c:v>3</c:v>
                </c:pt>
                <c:pt idx="383">
                  <c:v>2.9</c:v>
                </c:pt>
                <c:pt idx="384">
                  <c:v>2</c:v>
                </c:pt>
                <c:pt idx="385">
                  <c:v>2.6</c:v>
                </c:pt>
                <c:pt idx="386">
                  <c:v>3.6</c:v>
                </c:pt>
                <c:pt idx="387">
                  <c:v>2.1</c:v>
                </c:pt>
                <c:pt idx="388">
                  <c:v>2.7</c:v>
                </c:pt>
                <c:pt idx="389">
                  <c:v>1.8</c:v>
                </c:pt>
                <c:pt idx="390">
                  <c:v>2.8</c:v>
                </c:pt>
                <c:pt idx="391">
                  <c:v>2.2000000000000002</c:v>
                </c:pt>
                <c:pt idx="392">
                  <c:v>2.4</c:v>
                </c:pt>
                <c:pt idx="393">
                  <c:v>3.1</c:v>
                </c:pt>
                <c:pt idx="394">
                  <c:v>2.7</c:v>
                </c:pt>
                <c:pt idx="395">
                  <c:v>3.1</c:v>
                </c:pt>
                <c:pt idx="396">
                  <c:v>2.4</c:v>
                </c:pt>
                <c:pt idx="397">
                  <c:v>2.2999999999999998</c:v>
                </c:pt>
                <c:pt idx="398">
                  <c:v>2</c:v>
                </c:pt>
                <c:pt idx="399">
                  <c:v>2.4</c:v>
                </c:pt>
                <c:pt idx="400">
                  <c:v>2.7</c:v>
                </c:pt>
                <c:pt idx="401">
                  <c:v>2.1</c:v>
                </c:pt>
                <c:pt idx="402">
                  <c:v>2.7</c:v>
                </c:pt>
                <c:pt idx="403">
                  <c:v>2.2999999999999998</c:v>
                </c:pt>
                <c:pt idx="404">
                  <c:v>2.6</c:v>
                </c:pt>
                <c:pt idx="405">
                  <c:v>2.5</c:v>
                </c:pt>
                <c:pt idx="406">
                  <c:v>3.7</c:v>
                </c:pt>
                <c:pt idx="407">
                  <c:v>2.7</c:v>
                </c:pt>
                <c:pt idx="408">
                  <c:v>2.7</c:v>
                </c:pt>
                <c:pt idx="409">
                  <c:v>2.7</c:v>
                </c:pt>
                <c:pt idx="410">
                  <c:v>2.7</c:v>
                </c:pt>
                <c:pt idx="411">
                  <c:v>1.6</c:v>
                </c:pt>
                <c:pt idx="412">
                  <c:v>2.4</c:v>
                </c:pt>
                <c:pt idx="413">
                  <c:v>2.2000000000000002</c:v>
                </c:pt>
                <c:pt idx="414">
                  <c:v>2.7</c:v>
                </c:pt>
                <c:pt idx="415">
                  <c:v>1.8</c:v>
                </c:pt>
                <c:pt idx="416">
                  <c:v>2.7</c:v>
                </c:pt>
                <c:pt idx="417">
                  <c:v>2.7</c:v>
                </c:pt>
                <c:pt idx="418">
                  <c:v>2.7</c:v>
                </c:pt>
                <c:pt idx="419">
                  <c:v>2.2999999999999998</c:v>
                </c:pt>
                <c:pt idx="420">
                  <c:v>3</c:v>
                </c:pt>
                <c:pt idx="421">
                  <c:v>2.7</c:v>
                </c:pt>
                <c:pt idx="422">
                  <c:v>2.7</c:v>
                </c:pt>
                <c:pt idx="423">
                  <c:v>2.7</c:v>
                </c:pt>
                <c:pt idx="424">
                  <c:v>2.7</c:v>
                </c:pt>
                <c:pt idx="425">
                  <c:v>2.7</c:v>
                </c:pt>
                <c:pt idx="426">
                  <c:v>2.7</c:v>
                </c:pt>
                <c:pt idx="427">
                  <c:v>2.1</c:v>
                </c:pt>
                <c:pt idx="428">
                  <c:v>2.7</c:v>
                </c:pt>
                <c:pt idx="429">
                  <c:v>2.7</c:v>
                </c:pt>
                <c:pt idx="430">
                  <c:v>2.8</c:v>
                </c:pt>
                <c:pt idx="431">
                  <c:v>2.7</c:v>
                </c:pt>
                <c:pt idx="432">
                  <c:v>2.7</c:v>
                </c:pt>
                <c:pt idx="433">
                  <c:v>2.8</c:v>
                </c:pt>
                <c:pt idx="434">
                  <c:v>2.7</c:v>
                </c:pt>
                <c:pt idx="435">
                  <c:v>2.7</c:v>
                </c:pt>
                <c:pt idx="436">
                  <c:v>2</c:v>
                </c:pt>
                <c:pt idx="437">
                  <c:v>2.1</c:v>
                </c:pt>
                <c:pt idx="438">
                  <c:v>3.7</c:v>
                </c:pt>
                <c:pt idx="439">
                  <c:v>2.2000000000000002</c:v>
                </c:pt>
                <c:pt idx="440">
                  <c:v>1.6</c:v>
                </c:pt>
                <c:pt idx="441">
                  <c:v>3.5</c:v>
                </c:pt>
                <c:pt idx="442">
                  <c:v>1.7</c:v>
                </c:pt>
                <c:pt idx="443">
                  <c:v>2.4</c:v>
                </c:pt>
                <c:pt idx="444">
                  <c:v>2.7</c:v>
                </c:pt>
                <c:pt idx="445">
                  <c:v>1.8</c:v>
                </c:pt>
                <c:pt idx="446">
                  <c:v>3.5</c:v>
                </c:pt>
                <c:pt idx="447">
                  <c:v>2.1</c:v>
                </c:pt>
                <c:pt idx="448">
                  <c:v>3.2</c:v>
                </c:pt>
                <c:pt idx="449">
                  <c:v>2.4</c:v>
                </c:pt>
                <c:pt idx="450">
                  <c:v>1.7</c:v>
                </c:pt>
                <c:pt idx="451">
                  <c:v>1.7</c:v>
                </c:pt>
                <c:pt idx="452">
                  <c:v>2.2999999999999998</c:v>
                </c:pt>
                <c:pt idx="453">
                  <c:v>2.4</c:v>
                </c:pt>
                <c:pt idx="454">
                  <c:v>2.1</c:v>
                </c:pt>
                <c:pt idx="455">
                  <c:v>2.7</c:v>
                </c:pt>
                <c:pt idx="456">
                  <c:v>3.5</c:v>
                </c:pt>
                <c:pt idx="457">
                  <c:v>2.7</c:v>
                </c:pt>
                <c:pt idx="458">
                  <c:v>2.5</c:v>
                </c:pt>
                <c:pt idx="459">
                  <c:v>2.2000000000000002</c:v>
                </c:pt>
                <c:pt idx="460">
                  <c:v>2.1</c:v>
                </c:pt>
                <c:pt idx="461">
                  <c:v>2.6</c:v>
                </c:pt>
                <c:pt idx="462">
                  <c:v>2.1</c:v>
                </c:pt>
                <c:pt idx="463">
                  <c:v>3.5</c:v>
                </c:pt>
                <c:pt idx="464">
                  <c:v>2</c:v>
                </c:pt>
                <c:pt idx="465">
                  <c:v>2.5</c:v>
                </c:pt>
                <c:pt idx="466">
                  <c:v>2.2000000000000002</c:v>
                </c:pt>
                <c:pt idx="467">
                  <c:v>2.9</c:v>
                </c:pt>
                <c:pt idx="468">
                  <c:v>1.5</c:v>
                </c:pt>
                <c:pt idx="469">
                  <c:v>1.6</c:v>
                </c:pt>
                <c:pt idx="470">
                  <c:v>3.3</c:v>
                </c:pt>
                <c:pt idx="471">
                  <c:v>3.5</c:v>
                </c:pt>
                <c:pt idx="472">
                  <c:v>2.1</c:v>
                </c:pt>
                <c:pt idx="473">
                  <c:v>3.5</c:v>
                </c:pt>
                <c:pt idx="474">
                  <c:v>3.5</c:v>
                </c:pt>
                <c:pt idx="475">
                  <c:v>2.4</c:v>
                </c:pt>
                <c:pt idx="476">
                  <c:v>2.1</c:v>
                </c:pt>
                <c:pt idx="477">
                  <c:v>2.7</c:v>
                </c:pt>
                <c:pt idx="478">
                  <c:v>2</c:v>
                </c:pt>
                <c:pt idx="479">
                  <c:v>3.5</c:v>
                </c:pt>
                <c:pt idx="480">
                  <c:v>3.5</c:v>
                </c:pt>
                <c:pt idx="481">
                  <c:v>2.4</c:v>
                </c:pt>
                <c:pt idx="482">
                  <c:v>1.9</c:v>
                </c:pt>
                <c:pt idx="483">
                  <c:v>1.7</c:v>
                </c:pt>
                <c:pt idx="484">
                  <c:v>2</c:v>
                </c:pt>
                <c:pt idx="485">
                  <c:v>2.6</c:v>
                </c:pt>
                <c:pt idx="486">
                  <c:v>2.4</c:v>
                </c:pt>
                <c:pt idx="487">
                  <c:v>2.7</c:v>
                </c:pt>
                <c:pt idx="488">
                  <c:v>1.8</c:v>
                </c:pt>
                <c:pt idx="489">
                  <c:v>1.8</c:v>
                </c:pt>
                <c:pt idx="490">
                  <c:v>3.5</c:v>
                </c:pt>
                <c:pt idx="491">
                  <c:v>2.2999999999999998</c:v>
                </c:pt>
                <c:pt idx="492">
                  <c:v>3.5</c:v>
                </c:pt>
                <c:pt idx="493">
                  <c:v>2.2999999999999998</c:v>
                </c:pt>
                <c:pt idx="494">
                  <c:v>3.5</c:v>
                </c:pt>
                <c:pt idx="495">
                  <c:v>3.5</c:v>
                </c:pt>
                <c:pt idx="496">
                  <c:v>2.2000000000000002</c:v>
                </c:pt>
                <c:pt idx="497">
                  <c:v>3.5</c:v>
                </c:pt>
                <c:pt idx="498">
                  <c:v>3.5</c:v>
                </c:pt>
                <c:pt idx="499">
                  <c:v>3.5</c:v>
                </c:pt>
                <c:pt idx="500">
                  <c:v>3.5</c:v>
                </c:pt>
                <c:pt idx="501">
                  <c:v>2.5</c:v>
                </c:pt>
                <c:pt idx="502">
                  <c:v>3.5</c:v>
                </c:pt>
                <c:pt idx="503">
                  <c:v>3.5</c:v>
                </c:pt>
                <c:pt idx="504">
                  <c:v>3</c:v>
                </c:pt>
                <c:pt idx="505">
                  <c:v>3.5</c:v>
                </c:pt>
                <c:pt idx="506">
                  <c:v>2.6</c:v>
                </c:pt>
                <c:pt idx="507">
                  <c:v>3.5</c:v>
                </c:pt>
                <c:pt idx="508">
                  <c:v>1.7</c:v>
                </c:pt>
                <c:pt idx="509">
                  <c:v>3.5</c:v>
                </c:pt>
                <c:pt idx="510">
                  <c:v>1.5</c:v>
                </c:pt>
                <c:pt idx="511">
                  <c:v>1.6</c:v>
                </c:pt>
                <c:pt idx="512">
                  <c:v>2</c:v>
                </c:pt>
                <c:pt idx="513">
                  <c:v>3.5</c:v>
                </c:pt>
                <c:pt idx="514">
                  <c:v>3</c:v>
                </c:pt>
                <c:pt idx="515">
                  <c:v>2.6</c:v>
                </c:pt>
                <c:pt idx="516">
                  <c:v>3.5</c:v>
                </c:pt>
                <c:pt idx="517">
                  <c:v>3.5</c:v>
                </c:pt>
                <c:pt idx="518">
                  <c:v>3.5</c:v>
                </c:pt>
                <c:pt idx="519">
                  <c:v>2.7</c:v>
                </c:pt>
                <c:pt idx="520">
                  <c:v>1.6</c:v>
                </c:pt>
                <c:pt idx="521">
                  <c:v>3.5</c:v>
                </c:pt>
                <c:pt idx="522">
                  <c:v>3.5</c:v>
                </c:pt>
                <c:pt idx="523">
                  <c:v>1.6</c:v>
                </c:pt>
                <c:pt idx="524">
                  <c:v>2.2999999999999998</c:v>
                </c:pt>
                <c:pt idx="525">
                  <c:v>1.6</c:v>
                </c:pt>
                <c:pt idx="526">
                  <c:v>2.7</c:v>
                </c:pt>
                <c:pt idx="527">
                  <c:v>1.8</c:v>
                </c:pt>
                <c:pt idx="528">
                  <c:v>2.1</c:v>
                </c:pt>
                <c:pt idx="529">
                  <c:v>3.1</c:v>
                </c:pt>
                <c:pt idx="530">
                  <c:v>3.5</c:v>
                </c:pt>
                <c:pt idx="531">
                  <c:v>3.5</c:v>
                </c:pt>
                <c:pt idx="532">
                  <c:v>2.2999999999999998</c:v>
                </c:pt>
                <c:pt idx="533">
                  <c:v>1.9</c:v>
                </c:pt>
                <c:pt idx="534">
                  <c:v>2.4</c:v>
                </c:pt>
                <c:pt idx="535">
                  <c:v>3.5</c:v>
                </c:pt>
                <c:pt idx="536">
                  <c:v>3.5</c:v>
                </c:pt>
                <c:pt idx="537">
                  <c:v>3.5</c:v>
                </c:pt>
                <c:pt idx="538">
                  <c:v>1.7</c:v>
                </c:pt>
                <c:pt idx="539">
                  <c:v>2.2999999999999998</c:v>
                </c:pt>
                <c:pt idx="540">
                  <c:v>3.5</c:v>
                </c:pt>
                <c:pt idx="541">
                  <c:v>1.7</c:v>
                </c:pt>
                <c:pt idx="542">
                  <c:v>3.5</c:v>
                </c:pt>
                <c:pt idx="543">
                  <c:v>2.9</c:v>
                </c:pt>
                <c:pt idx="544">
                  <c:v>3.5</c:v>
                </c:pt>
                <c:pt idx="545">
                  <c:v>1.5</c:v>
                </c:pt>
                <c:pt idx="546">
                  <c:v>3.5</c:v>
                </c:pt>
                <c:pt idx="547">
                  <c:v>3.5</c:v>
                </c:pt>
                <c:pt idx="548">
                  <c:v>2.8</c:v>
                </c:pt>
                <c:pt idx="549">
                  <c:v>2.5</c:v>
                </c:pt>
                <c:pt idx="550">
                  <c:v>2.5</c:v>
                </c:pt>
                <c:pt idx="551">
                  <c:v>3.5</c:v>
                </c:pt>
                <c:pt idx="552">
                  <c:v>2.1</c:v>
                </c:pt>
                <c:pt idx="553">
                  <c:v>3.5</c:v>
                </c:pt>
                <c:pt idx="554">
                  <c:v>2.2999999999999998</c:v>
                </c:pt>
                <c:pt idx="555">
                  <c:v>3.5</c:v>
                </c:pt>
                <c:pt idx="556">
                  <c:v>2</c:v>
                </c:pt>
                <c:pt idx="557">
                  <c:v>1.6</c:v>
                </c:pt>
                <c:pt idx="558">
                  <c:v>3.5</c:v>
                </c:pt>
                <c:pt idx="559">
                  <c:v>2.2000000000000002</c:v>
                </c:pt>
                <c:pt idx="560">
                  <c:v>3.5</c:v>
                </c:pt>
                <c:pt idx="561">
                  <c:v>1.5</c:v>
                </c:pt>
                <c:pt idx="562">
                  <c:v>1.9</c:v>
                </c:pt>
                <c:pt idx="563">
                  <c:v>1.5</c:v>
                </c:pt>
                <c:pt idx="564">
                  <c:v>3</c:v>
                </c:pt>
                <c:pt idx="565">
                  <c:v>2.5</c:v>
                </c:pt>
                <c:pt idx="566">
                  <c:v>3.5</c:v>
                </c:pt>
                <c:pt idx="567">
                  <c:v>2.4</c:v>
                </c:pt>
                <c:pt idx="568">
                  <c:v>3.5</c:v>
                </c:pt>
                <c:pt idx="569">
                  <c:v>3.5</c:v>
                </c:pt>
                <c:pt idx="570">
                  <c:v>3.5</c:v>
                </c:pt>
                <c:pt idx="571">
                  <c:v>3.5</c:v>
                </c:pt>
                <c:pt idx="572">
                  <c:v>3.5</c:v>
                </c:pt>
                <c:pt idx="573">
                  <c:v>3.5</c:v>
                </c:pt>
                <c:pt idx="574">
                  <c:v>2.5</c:v>
                </c:pt>
                <c:pt idx="575">
                  <c:v>3.1</c:v>
                </c:pt>
                <c:pt idx="576">
                  <c:v>1.9</c:v>
                </c:pt>
                <c:pt idx="577">
                  <c:v>2.7</c:v>
                </c:pt>
                <c:pt idx="578">
                  <c:v>3.5</c:v>
                </c:pt>
                <c:pt idx="579">
                  <c:v>2</c:v>
                </c:pt>
                <c:pt idx="580">
                  <c:v>1.8</c:v>
                </c:pt>
                <c:pt idx="581">
                  <c:v>2.7</c:v>
                </c:pt>
                <c:pt idx="582">
                  <c:v>1.6</c:v>
                </c:pt>
                <c:pt idx="583">
                  <c:v>3.1</c:v>
                </c:pt>
                <c:pt idx="584">
                  <c:v>3.4</c:v>
                </c:pt>
                <c:pt idx="585">
                  <c:v>2.1</c:v>
                </c:pt>
                <c:pt idx="586">
                  <c:v>3.5</c:v>
                </c:pt>
                <c:pt idx="587">
                  <c:v>3.2</c:v>
                </c:pt>
                <c:pt idx="588">
                  <c:v>2.7</c:v>
                </c:pt>
                <c:pt idx="589">
                  <c:v>2.4</c:v>
                </c:pt>
                <c:pt idx="590">
                  <c:v>1.9</c:v>
                </c:pt>
                <c:pt idx="591">
                  <c:v>2.7</c:v>
                </c:pt>
                <c:pt idx="592">
                  <c:v>2.9</c:v>
                </c:pt>
                <c:pt idx="593">
                  <c:v>1.9</c:v>
                </c:pt>
                <c:pt idx="594">
                  <c:v>2</c:v>
                </c:pt>
                <c:pt idx="595">
                  <c:v>3.4</c:v>
                </c:pt>
                <c:pt idx="596">
                  <c:v>2</c:v>
                </c:pt>
                <c:pt idx="597">
                  <c:v>1.7</c:v>
                </c:pt>
                <c:pt idx="598">
                  <c:v>2.9</c:v>
                </c:pt>
                <c:pt idx="599">
                  <c:v>3.5</c:v>
                </c:pt>
                <c:pt idx="600">
                  <c:v>3.4</c:v>
                </c:pt>
                <c:pt idx="601">
                  <c:v>2.7</c:v>
                </c:pt>
                <c:pt idx="602">
                  <c:v>2.4</c:v>
                </c:pt>
                <c:pt idx="603">
                  <c:v>2.6</c:v>
                </c:pt>
                <c:pt idx="604">
                  <c:v>2.6</c:v>
                </c:pt>
                <c:pt idx="605">
                  <c:v>2.1</c:v>
                </c:pt>
                <c:pt idx="606">
                  <c:v>2</c:v>
                </c:pt>
                <c:pt idx="607">
                  <c:v>1.6</c:v>
                </c:pt>
                <c:pt idx="608">
                  <c:v>3.5</c:v>
                </c:pt>
                <c:pt idx="609">
                  <c:v>2.7</c:v>
                </c:pt>
                <c:pt idx="610">
                  <c:v>2.4</c:v>
                </c:pt>
                <c:pt idx="611">
                  <c:v>3.4</c:v>
                </c:pt>
                <c:pt idx="612">
                  <c:v>2</c:v>
                </c:pt>
                <c:pt idx="613">
                  <c:v>2</c:v>
                </c:pt>
                <c:pt idx="614">
                  <c:v>3.4</c:v>
                </c:pt>
                <c:pt idx="615">
                  <c:v>3.3</c:v>
                </c:pt>
                <c:pt idx="616">
                  <c:v>2.8</c:v>
                </c:pt>
                <c:pt idx="617">
                  <c:v>3.5</c:v>
                </c:pt>
                <c:pt idx="618">
                  <c:v>2.1</c:v>
                </c:pt>
                <c:pt idx="619">
                  <c:v>1.5</c:v>
                </c:pt>
                <c:pt idx="620">
                  <c:v>2.7</c:v>
                </c:pt>
                <c:pt idx="621">
                  <c:v>2.7</c:v>
                </c:pt>
                <c:pt idx="622">
                  <c:v>3.3</c:v>
                </c:pt>
                <c:pt idx="623">
                  <c:v>2</c:v>
                </c:pt>
                <c:pt idx="624">
                  <c:v>2.5</c:v>
                </c:pt>
                <c:pt idx="625">
                  <c:v>2.6</c:v>
                </c:pt>
                <c:pt idx="626">
                  <c:v>2.6</c:v>
                </c:pt>
                <c:pt idx="627">
                  <c:v>3.5</c:v>
                </c:pt>
                <c:pt idx="628">
                  <c:v>2.5</c:v>
                </c:pt>
                <c:pt idx="629">
                  <c:v>2.7</c:v>
                </c:pt>
                <c:pt idx="630">
                  <c:v>2.5</c:v>
                </c:pt>
                <c:pt idx="631">
                  <c:v>1.7</c:v>
                </c:pt>
                <c:pt idx="632">
                  <c:v>1.8</c:v>
                </c:pt>
                <c:pt idx="633">
                  <c:v>2.8</c:v>
                </c:pt>
                <c:pt idx="634">
                  <c:v>2.7</c:v>
                </c:pt>
                <c:pt idx="635">
                  <c:v>2.7</c:v>
                </c:pt>
                <c:pt idx="636">
                  <c:v>2.7</c:v>
                </c:pt>
                <c:pt idx="637">
                  <c:v>2.9</c:v>
                </c:pt>
                <c:pt idx="638">
                  <c:v>2.2999999999999998</c:v>
                </c:pt>
                <c:pt idx="639">
                  <c:v>2.8</c:v>
                </c:pt>
                <c:pt idx="640">
                  <c:v>1.8</c:v>
                </c:pt>
                <c:pt idx="641">
                  <c:v>2.2000000000000002</c:v>
                </c:pt>
                <c:pt idx="642">
                  <c:v>1.9</c:v>
                </c:pt>
                <c:pt idx="643">
                  <c:v>3.2</c:v>
                </c:pt>
                <c:pt idx="644">
                  <c:v>3.3</c:v>
                </c:pt>
                <c:pt idx="645">
                  <c:v>2.7</c:v>
                </c:pt>
                <c:pt idx="646">
                  <c:v>1.8</c:v>
                </c:pt>
                <c:pt idx="647">
                  <c:v>2.7</c:v>
                </c:pt>
                <c:pt idx="648">
                  <c:v>2.7</c:v>
                </c:pt>
                <c:pt idx="649">
                  <c:v>2.8</c:v>
                </c:pt>
                <c:pt idx="650">
                  <c:v>2.4</c:v>
                </c:pt>
                <c:pt idx="651">
                  <c:v>2.8</c:v>
                </c:pt>
                <c:pt idx="652">
                  <c:v>2.7</c:v>
                </c:pt>
                <c:pt idx="653">
                  <c:v>2.2000000000000002</c:v>
                </c:pt>
                <c:pt idx="654">
                  <c:v>2.2999999999999998</c:v>
                </c:pt>
                <c:pt idx="655">
                  <c:v>2.7</c:v>
                </c:pt>
                <c:pt idx="656">
                  <c:v>2.7</c:v>
                </c:pt>
                <c:pt idx="657">
                  <c:v>3.5</c:v>
                </c:pt>
                <c:pt idx="658">
                  <c:v>1.8</c:v>
                </c:pt>
                <c:pt idx="659">
                  <c:v>1.9</c:v>
                </c:pt>
                <c:pt idx="660">
                  <c:v>3.5</c:v>
                </c:pt>
                <c:pt idx="661">
                  <c:v>3.5</c:v>
                </c:pt>
                <c:pt idx="662">
                  <c:v>3.6</c:v>
                </c:pt>
                <c:pt idx="663">
                  <c:v>2.4</c:v>
                </c:pt>
                <c:pt idx="664">
                  <c:v>2.4</c:v>
                </c:pt>
                <c:pt idx="665">
                  <c:v>2.7</c:v>
                </c:pt>
                <c:pt idx="666">
                  <c:v>2.6</c:v>
                </c:pt>
                <c:pt idx="667">
                  <c:v>2.2000000000000002</c:v>
                </c:pt>
                <c:pt idx="668">
                  <c:v>3.5</c:v>
                </c:pt>
                <c:pt idx="669">
                  <c:v>2.7</c:v>
                </c:pt>
                <c:pt idx="670">
                  <c:v>3.5</c:v>
                </c:pt>
                <c:pt idx="671">
                  <c:v>3.5</c:v>
                </c:pt>
                <c:pt idx="672">
                  <c:v>2</c:v>
                </c:pt>
                <c:pt idx="673">
                  <c:v>3.5</c:v>
                </c:pt>
                <c:pt idx="674">
                  <c:v>2.6</c:v>
                </c:pt>
                <c:pt idx="675">
                  <c:v>3.3</c:v>
                </c:pt>
                <c:pt idx="676">
                  <c:v>1.8</c:v>
                </c:pt>
                <c:pt idx="677">
                  <c:v>2.2999999999999998</c:v>
                </c:pt>
                <c:pt idx="678">
                  <c:v>1.9</c:v>
                </c:pt>
                <c:pt idx="679">
                  <c:v>2</c:v>
                </c:pt>
                <c:pt idx="680">
                  <c:v>1.9</c:v>
                </c:pt>
                <c:pt idx="681">
                  <c:v>3.5</c:v>
                </c:pt>
                <c:pt idx="682">
                  <c:v>2.1</c:v>
                </c:pt>
                <c:pt idx="683">
                  <c:v>3.5</c:v>
                </c:pt>
                <c:pt idx="684">
                  <c:v>2.1</c:v>
                </c:pt>
                <c:pt idx="685">
                  <c:v>1.6</c:v>
                </c:pt>
                <c:pt idx="686">
                  <c:v>2.6</c:v>
                </c:pt>
                <c:pt idx="687">
                  <c:v>2.7</c:v>
                </c:pt>
                <c:pt idx="688">
                  <c:v>1.7</c:v>
                </c:pt>
                <c:pt idx="689">
                  <c:v>2</c:v>
                </c:pt>
                <c:pt idx="690">
                  <c:v>3.5</c:v>
                </c:pt>
                <c:pt idx="691">
                  <c:v>1.8</c:v>
                </c:pt>
                <c:pt idx="692">
                  <c:v>3.5</c:v>
                </c:pt>
                <c:pt idx="693">
                  <c:v>1.7</c:v>
                </c:pt>
                <c:pt idx="694">
                  <c:v>1.5</c:v>
                </c:pt>
                <c:pt idx="695">
                  <c:v>2.7</c:v>
                </c:pt>
                <c:pt idx="696">
                  <c:v>2.7</c:v>
                </c:pt>
                <c:pt idx="697">
                  <c:v>3.2</c:v>
                </c:pt>
                <c:pt idx="698">
                  <c:v>3.5</c:v>
                </c:pt>
                <c:pt idx="699">
                  <c:v>2.2999999999999998</c:v>
                </c:pt>
                <c:pt idx="700">
                  <c:v>1.5</c:v>
                </c:pt>
                <c:pt idx="701">
                  <c:v>2</c:v>
                </c:pt>
                <c:pt idx="702">
                  <c:v>2.4</c:v>
                </c:pt>
                <c:pt idx="703">
                  <c:v>3</c:v>
                </c:pt>
                <c:pt idx="704">
                  <c:v>3.5</c:v>
                </c:pt>
                <c:pt idx="705">
                  <c:v>2.4</c:v>
                </c:pt>
                <c:pt idx="706">
                  <c:v>1.8</c:v>
                </c:pt>
                <c:pt idx="707">
                  <c:v>3.5</c:v>
                </c:pt>
                <c:pt idx="708">
                  <c:v>2.9</c:v>
                </c:pt>
                <c:pt idx="709">
                  <c:v>2.2000000000000002</c:v>
                </c:pt>
                <c:pt idx="710">
                  <c:v>3.1</c:v>
                </c:pt>
                <c:pt idx="711">
                  <c:v>3.5</c:v>
                </c:pt>
                <c:pt idx="712">
                  <c:v>3</c:v>
                </c:pt>
                <c:pt idx="713">
                  <c:v>2.2000000000000002</c:v>
                </c:pt>
                <c:pt idx="714">
                  <c:v>3.3</c:v>
                </c:pt>
                <c:pt idx="715">
                  <c:v>2.7</c:v>
                </c:pt>
                <c:pt idx="716">
                  <c:v>3.5</c:v>
                </c:pt>
                <c:pt idx="717">
                  <c:v>3.1</c:v>
                </c:pt>
                <c:pt idx="718">
                  <c:v>2.7</c:v>
                </c:pt>
                <c:pt idx="719">
                  <c:v>1.8</c:v>
                </c:pt>
                <c:pt idx="720">
                  <c:v>2.7</c:v>
                </c:pt>
                <c:pt idx="721">
                  <c:v>2.2000000000000002</c:v>
                </c:pt>
                <c:pt idx="722">
                  <c:v>3.5</c:v>
                </c:pt>
                <c:pt idx="723">
                  <c:v>3.1</c:v>
                </c:pt>
                <c:pt idx="724">
                  <c:v>3.4</c:v>
                </c:pt>
                <c:pt idx="725">
                  <c:v>3.7</c:v>
                </c:pt>
                <c:pt idx="726">
                  <c:v>2.1</c:v>
                </c:pt>
                <c:pt idx="727">
                  <c:v>2.6</c:v>
                </c:pt>
                <c:pt idx="728">
                  <c:v>3.4</c:v>
                </c:pt>
                <c:pt idx="729">
                  <c:v>2.2999999999999998</c:v>
                </c:pt>
                <c:pt idx="730">
                  <c:v>2.5</c:v>
                </c:pt>
                <c:pt idx="731">
                  <c:v>2.4</c:v>
                </c:pt>
                <c:pt idx="732">
                  <c:v>2.2999999999999998</c:v>
                </c:pt>
                <c:pt idx="733">
                  <c:v>1.7</c:v>
                </c:pt>
                <c:pt idx="734">
                  <c:v>3.1</c:v>
                </c:pt>
                <c:pt idx="735">
                  <c:v>3.5</c:v>
                </c:pt>
                <c:pt idx="736">
                  <c:v>2.2999999999999998</c:v>
                </c:pt>
                <c:pt idx="737">
                  <c:v>1.8</c:v>
                </c:pt>
                <c:pt idx="738">
                  <c:v>2.6</c:v>
                </c:pt>
                <c:pt idx="739">
                  <c:v>2</c:v>
                </c:pt>
                <c:pt idx="740">
                  <c:v>2.2000000000000002</c:v>
                </c:pt>
                <c:pt idx="741">
                  <c:v>3.5</c:v>
                </c:pt>
                <c:pt idx="742">
                  <c:v>3.1</c:v>
                </c:pt>
                <c:pt idx="743">
                  <c:v>2</c:v>
                </c:pt>
                <c:pt idx="744">
                  <c:v>2.7</c:v>
                </c:pt>
                <c:pt idx="745">
                  <c:v>2.5</c:v>
                </c:pt>
                <c:pt idx="746">
                  <c:v>2.2999999999999998</c:v>
                </c:pt>
                <c:pt idx="747">
                  <c:v>1.9</c:v>
                </c:pt>
                <c:pt idx="748">
                  <c:v>2.7</c:v>
                </c:pt>
                <c:pt idx="749">
                  <c:v>2.1</c:v>
                </c:pt>
                <c:pt idx="750">
                  <c:v>1.6</c:v>
                </c:pt>
                <c:pt idx="751">
                  <c:v>2.7</c:v>
                </c:pt>
                <c:pt idx="752">
                  <c:v>2.1</c:v>
                </c:pt>
                <c:pt idx="753">
                  <c:v>3.5</c:v>
                </c:pt>
                <c:pt idx="754">
                  <c:v>1.8</c:v>
                </c:pt>
                <c:pt idx="755">
                  <c:v>1.8</c:v>
                </c:pt>
                <c:pt idx="756">
                  <c:v>2.8</c:v>
                </c:pt>
                <c:pt idx="757">
                  <c:v>3.5</c:v>
                </c:pt>
                <c:pt idx="758">
                  <c:v>3.5</c:v>
                </c:pt>
                <c:pt idx="759">
                  <c:v>1.9</c:v>
                </c:pt>
                <c:pt idx="760">
                  <c:v>2.8</c:v>
                </c:pt>
                <c:pt idx="761">
                  <c:v>3</c:v>
                </c:pt>
                <c:pt idx="762">
                  <c:v>2.8</c:v>
                </c:pt>
                <c:pt idx="763">
                  <c:v>2.2999999999999998</c:v>
                </c:pt>
                <c:pt idx="764">
                  <c:v>2.4</c:v>
                </c:pt>
                <c:pt idx="765">
                  <c:v>2.6</c:v>
                </c:pt>
                <c:pt idx="766">
                  <c:v>3</c:v>
                </c:pt>
                <c:pt idx="767">
                  <c:v>2.7</c:v>
                </c:pt>
                <c:pt idx="768">
                  <c:v>3</c:v>
                </c:pt>
                <c:pt idx="769">
                  <c:v>1.7</c:v>
                </c:pt>
                <c:pt idx="770">
                  <c:v>2.6</c:v>
                </c:pt>
                <c:pt idx="771">
                  <c:v>3.5</c:v>
                </c:pt>
                <c:pt idx="772">
                  <c:v>2.6</c:v>
                </c:pt>
                <c:pt idx="773">
                  <c:v>3.3</c:v>
                </c:pt>
                <c:pt idx="774">
                  <c:v>2.5</c:v>
                </c:pt>
                <c:pt idx="775">
                  <c:v>2.7</c:v>
                </c:pt>
                <c:pt idx="776">
                  <c:v>3.1</c:v>
                </c:pt>
                <c:pt idx="777">
                  <c:v>3.4</c:v>
                </c:pt>
                <c:pt idx="778">
                  <c:v>1.5</c:v>
                </c:pt>
                <c:pt idx="779">
                  <c:v>3.5</c:v>
                </c:pt>
                <c:pt idx="780">
                  <c:v>2.2000000000000002</c:v>
                </c:pt>
                <c:pt idx="781">
                  <c:v>2.5</c:v>
                </c:pt>
                <c:pt idx="782">
                  <c:v>2.9</c:v>
                </c:pt>
                <c:pt idx="783">
                  <c:v>2.9</c:v>
                </c:pt>
                <c:pt idx="784">
                  <c:v>3.3</c:v>
                </c:pt>
                <c:pt idx="785">
                  <c:v>2.4</c:v>
                </c:pt>
                <c:pt idx="786">
                  <c:v>2.2000000000000002</c:v>
                </c:pt>
                <c:pt idx="787">
                  <c:v>2.9</c:v>
                </c:pt>
                <c:pt idx="788">
                  <c:v>2</c:v>
                </c:pt>
                <c:pt idx="789">
                  <c:v>2.7</c:v>
                </c:pt>
                <c:pt idx="790">
                  <c:v>2.8</c:v>
                </c:pt>
                <c:pt idx="791">
                  <c:v>2.5</c:v>
                </c:pt>
                <c:pt idx="792">
                  <c:v>2.8</c:v>
                </c:pt>
                <c:pt idx="793">
                  <c:v>3.6</c:v>
                </c:pt>
                <c:pt idx="794">
                  <c:v>2.1</c:v>
                </c:pt>
                <c:pt idx="795">
                  <c:v>3.5</c:v>
                </c:pt>
                <c:pt idx="796">
                  <c:v>3.4</c:v>
                </c:pt>
                <c:pt idx="797">
                  <c:v>2.5</c:v>
                </c:pt>
                <c:pt idx="798">
                  <c:v>3.2</c:v>
                </c:pt>
                <c:pt idx="799">
                  <c:v>2.2999999999999998</c:v>
                </c:pt>
                <c:pt idx="800">
                  <c:v>1.7</c:v>
                </c:pt>
                <c:pt idx="801">
                  <c:v>2</c:v>
                </c:pt>
                <c:pt idx="802">
                  <c:v>2.1</c:v>
                </c:pt>
                <c:pt idx="803">
                  <c:v>2.1</c:v>
                </c:pt>
                <c:pt idx="804">
                  <c:v>3.7</c:v>
                </c:pt>
                <c:pt idx="805">
                  <c:v>2.2000000000000002</c:v>
                </c:pt>
                <c:pt idx="806">
                  <c:v>2.4</c:v>
                </c:pt>
                <c:pt idx="807">
                  <c:v>2.2000000000000002</c:v>
                </c:pt>
                <c:pt idx="808">
                  <c:v>2.1</c:v>
                </c:pt>
                <c:pt idx="809">
                  <c:v>2.7</c:v>
                </c:pt>
                <c:pt idx="810">
                  <c:v>2.8</c:v>
                </c:pt>
                <c:pt idx="811">
                  <c:v>2.9</c:v>
                </c:pt>
                <c:pt idx="812">
                  <c:v>2.4</c:v>
                </c:pt>
                <c:pt idx="813">
                  <c:v>2.7</c:v>
                </c:pt>
                <c:pt idx="814">
                  <c:v>2.2999999999999998</c:v>
                </c:pt>
                <c:pt idx="815">
                  <c:v>3.3</c:v>
                </c:pt>
                <c:pt idx="816">
                  <c:v>3.4</c:v>
                </c:pt>
                <c:pt idx="817">
                  <c:v>2.7</c:v>
                </c:pt>
                <c:pt idx="818">
                  <c:v>3.5</c:v>
                </c:pt>
                <c:pt idx="819">
                  <c:v>2.5</c:v>
                </c:pt>
                <c:pt idx="820">
                  <c:v>1.6</c:v>
                </c:pt>
                <c:pt idx="821">
                  <c:v>2.2000000000000002</c:v>
                </c:pt>
                <c:pt idx="822">
                  <c:v>2.7</c:v>
                </c:pt>
                <c:pt idx="823">
                  <c:v>2.6</c:v>
                </c:pt>
                <c:pt idx="824">
                  <c:v>2.5</c:v>
                </c:pt>
                <c:pt idx="825">
                  <c:v>2.7</c:v>
                </c:pt>
                <c:pt idx="826">
                  <c:v>3.4</c:v>
                </c:pt>
                <c:pt idx="827">
                  <c:v>2.6</c:v>
                </c:pt>
                <c:pt idx="828">
                  <c:v>3.3</c:v>
                </c:pt>
                <c:pt idx="829">
                  <c:v>3.5</c:v>
                </c:pt>
                <c:pt idx="830">
                  <c:v>2.2000000000000002</c:v>
                </c:pt>
                <c:pt idx="831">
                  <c:v>2.9</c:v>
                </c:pt>
                <c:pt idx="832">
                  <c:v>2.8</c:v>
                </c:pt>
                <c:pt idx="833">
                  <c:v>2.5</c:v>
                </c:pt>
                <c:pt idx="834">
                  <c:v>3.5</c:v>
                </c:pt>
                <c:pt idx="835">
                  <c:v>2.6</c:v>
                </c:pt>
                <c:pt idx="836">
                  <c:v>2.2999999999999998</c:v>
                </c:pt>
                <c:pt idx="837">
                  <c:v>2.4</c:v>
                </c:pt>
                <c:pt idx="838">
                  <c:v>2.1</c:v>
                </c:pt>
                <c:pt idx="839">
                  <c:v>2.1</c:v>
                </c:pt>
                <c:pt idx="840">
                  <c:v>2.7</c:v>
                </c:pt>
                <c:pt idx="841">
                  <c:v>3.5</c:v>
                </c:pt>
                <c:pt idx="842">
                  <c:v>2.7</c:v>
                </c:pt>
                <c:pt idx="843">
                  <c:v>2.2999999999999998</c:v>
                </c:pt>
                <c:pt idx="844">
                  <c:v>3.4</c:v>
                </c:pt>
                <c:pt idx="845">
                  <c:v>3.4</c:v>
                </c:pt>
                <c:pt idx="846">
                  <c:v>3.5</c:v>
                </c:pt>
                <c:pt idx="847">
                  <c:v>2.7</c:v>
                </c:pt>
                <c:pt idx="848">
                  <c:v>3.6</c:v>
                </c:pt>
                <c:pt idx="849">
                  <c:v>1.9</c:v>
                </c:pt>
                <c:pt idx="850">
                  <c:v>2.1</c:v>
                </c:pt>
                <c:pt idx="851">
                  <c:v>2.7</c:v>
                </c:pt>
                <c:pt idx="852">
                  <c:v>2.9</c:v>
                </c:pt>
                <c:pt idx="853">
                  <c:v>3.2</c:v>
                </c:pt>
                <c:pt idx="854">
                  <c:v>2.2000000000000002</c:v>
                </c:pt>
                <c:pt idx="855">
                  <c:v>3.7</c:v>
                </c:pt>
                <c:pt idx="856">
                  <c:v>2.2000000000000002</c:v>
                </c:pt>
                <c:pt idx="857">
                  <c:v>2.7</c:v>
                </c:pt>
                <c:pt idx="858">
                  <c:v>2.5</c:v>
                </c:pt>
                <c:pt idx="859">
                  <c:v>2.7</c:v>
                </c:pt>
                <c:pt idx="860">
                  <c:v>3.5</c:v>
                </c:pt>
                <c:pt idx="861">
                  <c:v>3.6</c:v>
                </c:pt>
                <c:pt idx="862">
                  <c:v>2.7</c:v>
                </c:pt>
                <c:pt idx="863">
                  <c:v>2</c:v>
                </c:pt>
                <c:pt idx="864">
                  <c:v>2.7</c:v>
                </c:pt>
                <c:pt idx="865">
                  <c:v>2.2999999999999998</c:v>
                </c:pt>
                <c:pt idx="866">
                  <c:v>3.5</c:v>
                </c:pt>
                <c:pt idx="867">
                  <c:v>1.6</c:v>
                </c:pt>
                <c:pt idx="868">
                  <c:v>3.1</c:v>
                </c:pt>
                <c:pt idx="869">
                  <c:v>3.5</c:v>
                </c:pt>
                <c:pt idx="870">
                  <c:v>3.1</c:v>
                </c:pt>
                <c:pt idx="871">
                  <c:v>2.2999999999999998</c:v>
                </c:pt>
                <c:pt idx="872">
                  <c:v>2.8</c:v>
                </c:pt>
                <c:pt idx="873">
                  <c:v>3.5</c:v>
                </c:pt>
                <c:pt idx="874">
                  <c:v>3.3</c:v>
                </c:pt>
                <c:pt idx="875">
                  <c:v>2.7</c:v>
                </c:pt>
                <c:pt idx="876">
                  <c:v>2</c:v>
                </c:pt>
                <c:pt idx="877">
                  <c:v>3.4</c:v>
                </c:pt>
                <c:pt idx="878">
                  <c:v>2.7</c:v>
                </c:pt>
                <c:pt idx="879">
                  <c:v>2.8</c:v>
                </c:pt>
                <c:pt idx="880">
                  <c:v>2.4</c:v>
                </c:pt>
                <c:pt idx="881">
                  <c:v>3.1</c:v>
                </c:pt>
                <c:pt idx="882">
                  <c:v>2.9</c:v>
                </c:pt>
                <c:pt idx="883">
                  <c:v>2.9</c:v>
                </c:pt>
                <c:pt idx="884">
                  <c:v>2.2000000000000002</c:v>
                </c:pt>
                <c:pt idx="885">
                  <c:v>2</c:v>
                </c:pt>
                <c:pt idx="886">
                  <c:v>2.1</c:v>
                </c:pt>
                <c:pt idx="887">
                  <c:v>2</c:v>
                </c:pt>
                <c:pt idx="888">
                  <c:v>2.2999999999999998</c:v>
                </c:pt>
                <c:pt idx="889">
                  <c:v>3.1</c:v>
                </c:pt>
                <c:pt idx="890">
                  <c:v>2.8</c:v>
                </c:pt>
                <c:pt idx="891">
                  <c:v>3.2</c:v>
                </c:pt>
                <c:pt idx="892">
                  <c:v>3.5</c:v>
                </c:pt>
                <c:pt idx="893">
                  <c:v>1.8</c:v>
                </c:pt>
                <c:pt idx="894">
                  <c:v>2.5</c:v>
                </c:pt>
                <c:pt idx="895">
                  <c:v>3.5</c:v>
                </c:pt>
                <c:pt idx="896">
                  <c:v>2.9</c:v>
                </c:pt>
                <c:pt idx="897">
                  <c:v>3.5</c:v>
                </c:pt>
                <c:pt idx="898">
                  <c:v>2.9</c:v>
                </c:pt>
                <c:pt idx="899">
                  <c:v>2.1</c:v>
                </c:pt>
                <c:pt idx="900">
                  <c:v>3.2</c:v>
                </c:pt>
                <c:pt idx="901">
                  <c:v>2.2999999999999998</c:v>
                </c:pt>
                <c:pt idx="902">
                  <c:v>2.9</c:v>
                </c:pt>
                <c:pt idx="903">
                  <c:v>2.6</c:v>
                </c:pt>
                <c:pt idx="904">
                  <c:v>3.1</c:v>
                </c:pt>
                <c:pt idx="905">
                  <c:v>2.6</c:v>
                </c:pt>
                <c:pt idx="906">
                  <c:v>2.1</c:v>
                </c:pt>
                <c:pt idx="907">
                  <c:v>2.1</c:v>
                </c:pt>
                <c:pt idx="908">
                  <c:v>2.2999999999999998</c:v>
                </c:pt>
                <c:pt idx="909">
                  <c:v>2.7</c:v>
                </c:pt>
                <c:pt idx="910">
                  <c:v>2.2999999999999998</c:v>
                </c:pt>
                <c:pt idx="911">
                  <c:v>3.7</c:v>
                </c:pt>
                <c:pt idx="912">
                  <c:v>2.9</c:v>
                </c:pt>
                <c:pt idx="913">
                  <c:v>2.8</c:v>
                </c:pt>
                <c:pt idx="914">
                  <c:v>2.2999999999999998</c:v>
                </c:pt>
                <c:pt idx="915">
                  <c:v>3.2</c:v>
                </c:pt>
                <c:pt idx="916">
                  <c:v>2</c:v>
                </c:pt>
                <c:pt idx="917">
                  <c:v>2.2999999999999998</c:v>
                </c:pt>
                <c:pt idx="918">
                  <c:v>2.8</c:v>
                </c:pt>
                <c:pt idx="919">
                  <c:v>3.3</c:v>
                </c:pt>
                <c:pt idx="920">
                  <c:v>2.5</c:v>
                </c:pt>
                <c:pt idx="921">
                  <c:v>2.9</c:v>
                </c:pt>
                <c:pt idx="922">
                  <c:v>2.9</c:v>
                </c:pt>
                <c:pt idx="923">
                  <c:v>1.9</c:v>
                </c:pt>
                <c:pt idx="924">
                  <c:v>3.5</c:v>
                </c:pt>
                <c:pt idx="925">
                  <c:v>3.1</c:v>
                </c:pt>
                <c:pt idx="926">
                  <c:v>3.4</c:v>
                </c:pt>
                <c:pt idx="927">
                  <c:v>3.6</c:v>
                </c:pt>
                <c:pt idx="928">
                  <c:v>3.1</c:v>
                </c:pt>
                <c:pt idx="929">
                  <c:v>3</c:v>
                </c:pt>
                <c:pt idx="930">
                  <c:v>3.1</c:v>
                </c:pt>
                <c:pt idx="931">
                  <c:v>2.2999999999999998</c:v>
                </c:pt>
                <c:pt idx="932">
                  <c:v>3.5</c:v>
                </c:pt>
                <c:pt idx="933">
                  <c:v>2.8</c:v>
                </c:pt>
                <c:pt idx="934">
                  <c:v>3.2</c:v>
                </c:pt>
                <c:pt idx="935">
                  <c:v>1.9</c:v>
                </c:pt>
                <c:pt idx="936">
                  <c:v>3.3</c:v>
                </c:pt>
                <c:pt idx="937">
                  <c:v>3.5</c:v>
                </c:pt>
                <c:pt idx="938">
                  <c:v>3.7</c:v>
                </c:pt>
                <c:pt idx="939">
                  <c:v>2.7</c:v>
                </c:pt>
                <c:pt idx="940">
                  <c:v>2.2000000000000002</c:v>
                </c:pt>
                <c:pt idx="941">
                  <c:v>3.3</c:v>
                </c:pt>
                <c:pt idx="942">
                  <c:v>2.2000000000000002</c:v>
                </c:pt>
                <c:pt idx="943">
                  <c:v>3.4</c:v>
                </c:pt>
                <c:pt idx="944">
                  <c:v>3.4</c:v>
                </c:pt>
                <c:pt idx="945">
                  <c:v>3.1</c:v>
                </c:pt>
                <c:pt idx="946">
                  <c:v>2</c:v>
                </c:pt>
                <c:pt idx="947">
                  <c:v>2.6</c:v>
                </c:pt>
                <c:pt idx="948">
                  <c:v>3.5</c:v>
                </c:pt>
                <c:pt idx="949">
                  <c:v>3.2</c:v>
                </c:pt>
                <c:pt idx="950">
                  <c:v>2.2000000000000002</c:v>
                </c:pt>
                <c:pt idx="951">
                  <c:v>3.4</c:v>
                </c:pt>
                <c:pt idx="952">
                  <c:v>2.7</c:v>
                </c:pt>
                <c:pt idx="953">
                  <c:v>2.2000000000000002</c:v>
                </c:pt>
                <c:pt idx="954">
                  <c:v>3.4</c:v>
                </c:pt>
                <c:pt idx="955">
                  <c:v>3.4</c:v>
                </c:pt>
                <c:pt idx="956">
                  <c:v>2.2000000000000002</c:v>
                </c:pt>
                <c:pt idx="957">
                  <c:v>2.8</c:v>
                </c:pt>
                <c:pt idx="958">
                  <c:v>2.4</c:v>
                </c:pt>
                <c:pt idx="959">
                  <c:v>1.7</c:v>
                </c:pt>
                <c:pt idx="960">
                  <c:v>2.9</c:v>
                </c:pt>
                <c:pt idx="961">
                  <c:v>2.2999999999999998</c:v>
                </c:pt>
                <c:pt idx="962">
                  <c:v>2.1</c:v>
                </c:pt>
                <c:pt idx="963">
                  <c:v>3.4</c:v>
                </c:pt>
                <c:pt idx="964">
                  <c:v>2.4</c:v>
                </c:pt>
                <c:pt idx="965">
                  <c:v>2.9</c:v>
                </c:pt>
                <c:pt idx="966">
                  <c:v>3</c:v>
                </c:pt>
                <c:pt idx="967">
                  <c:v>2.2000000000000002</c:v>
                </c:pt>
                <c:pt idx="968">
                  <c:v>3.5</c:v>
                </c:pt>
                <c:pt idx="969">
                  <c:v>3</c:v>
                </c:pt>
                <c:pt idx="970">
                  <c:v>3</c:v>
                </c:pt>
                <c:pt idx="971">
                  <c:v>2.1</c:v>
                </c:pt>
                <c:pt idx="972">
                  <c:v>2.6</c:v>
                </c:pt>
              </c:numCache>
            </c:numRef>
          </c:yVal>
          <c:smooth val="0"/>
          <c:extLst>
            <c:ext xmlns:c16="http://schemas.microsoft.com/office/drawing/2014/chart" uri="{C3380CC4-5D6E-409C-BE32-E72D297353CC}">
              <c16:uniqueId val="{00000000-A57D-40E5-8FB3-D6362D998902}"/>
            </c:ext>
          </c:extLst>
        </c:ser>
        <c:ser>
          <c:idx val="1"/>
          <c:order val="1"/>
          <c:tx>
            <c:v>Predicted Water Intake (Liters)</c:v>
          </c:tx>
          <c:spPr>
            <a:ln w="19050">
              <a:noFill/>
            </a:ln>
          </c:spPr>
          <c:xVal>
            <c:numRef>
              <c:f>'Sub-Dataset'!$DU$2:$DU$974</c:f>
              <c:numCache>
                <c:formatCode>General</c:formatCode>
                <c:ptCount val="973"/>
                <c:pt idx="0">
                  <c:v>677</c:v>
                </c:pt>
                <c:pt idx="1">
                  <c:v>794</c:v>
                </c:pt>
                <c:pt idx="2">
                  <c:v>730</c:v>
                </c:pt>
                <c:pt idx="3">
                  <c:v>1016</c:v>
                </c:pt>
                <c:pt idx="4">
                  <c:v>506</c:v>
                </c:pt>
                <c:pt idx="5">
                  <c:v>832</c:v>
                </c:pt>
                <c:pt idx="6">
                  <c:v>580</c:v>
                </c:pt>
                <c:pt idx="7">
                  <c:v>1358</c:v>
                </c:pt>
                <c:pt idx="8">
                  <c:v>743</c:v>
                </c:pt>
                <c:pt idx="9">
                  <c:v>1262</c:v>
                </c:pt>
                <c:pt idx="10">
                  <c:v>546</c:v>
                </c:pt>
                <c:pt idx="11">
                  <c:v>744</c:v>
                </c:pt>
                <c:pt idx="12">
                  <c:v>1003</c:v>
                </c:pt>
                <c:pt idx="13">
                  <c:v>805</c:v>
                </c:pt>
                <c:pt idx="14">
                  <c:v>1357</c:v>
                </c:pt>
                <c:pt idx="15">
                  <c:v>408</c:v>
                </c:pt>
                <c:pt idx="16">
                  <c:v>1042</c:v>
                </c:pt>
                <c:pt idx="17">
                  <c:v>958</c:v>
                </c:pt>
                <c:pt idx="18">
                  <c:v>877</c:v>
                </c:pt>
                <c:pt idx="19">
                  <c:v>362</c:v>
                </c:pt>
                <c:pt idx="20">
                  <c:v>1074</c:v>
                </c:pt>
                <c:pt idx="21">
                  <c:v>844</c:v>
                </c:pt>
                <c:pt idx="22">
                  <c:v>1195</c:v>
                </c:pt>
                <c:pt idx="23">
                  <c:v>778</c:v>
                </c:pt>
                <c:pt idx="24">
                  <c:v>1082</c:v>
                </c:pt>
                <c:pt idx="25">
                  <c:v>1337</c:v>
                </c:pt>
                <c:pt idx="26">
                  <c:v>1177</c:v>
                </c:pt>
                <c:pt idx="27">
                  <c:v>1280</c:v>
                </c:pt>
                <c:pt idx="28">
                  <c:v>1443</c:v>
                </c:pt>
                <c:pt idx="29">
                  <c:v>796</c:v>
                </c:pt>
                <c:pt idx="30">
                  <c:v>1241</c:v>
                </c:pt>
                <c:pt idx="31">
                  <c:v>887</c:v>
                </c:pt>
                <c:pt idx="32">
                  <c:v>410</c:v>
                </c:pt>
                <c:pt idx="33">
                  <c:v>699</c:v>
                </c:pt>
                <c:pt idx="34">
                  <c:v>993</c:v>
                </c:pt>
                <c:pt idx="35">
                  <c:v>982</c:v>
                </c:pt>
                <c:pt idx="36">
                  <c:v>952</c:v>
                </c:pt>
                <c:pt idx="37">
                  <c:v>662</c:v>
                </c:pt>
                <c:pt idx="38">
                  <c:v>1212</c:v>
                </c:pt>
                <c:pt idx="39">
                  <c:v>962</c:v>
                </c:pt>
                <c:pt idx="40">
                  <c:v>1474</c:v>
                </c:pt>
                <c:pt idx="41">
                  <c:v>970</c:v>
                </c:pt>
                <c:pt idx="42">
                  <c:v>1177</c:v>
                </c:pt>
                <c:pt idx="43">
                  <c:v>832</c:v>
                </c:pt>
                <c:pt idx="44">
                  <c:v>944</c:v>
                </c:pt>
                <c:pt idx="45">
                  <c:v>653</c:v>
                </c:pt>
                <c:pt idx="46">
                  <c:v>822</c:v>
                </c:pt>
                <c:pt idx="47">
                  <c:v>678</c:v>
                </c:pt>
                <c:pt idx="48">
                  <c:v>442</c:v>
                </c:pt>
                <c:pt idx="49">
                  <c:v>1175</c:v>
                </c:pt>
                <c:pt idx="50">
                  <c:v>638</c:v>
                </c:pt>
                <c:pt idx="51">
                  <c:v>1145</c:v>
                </c:pt>
                <c:pt idx="52">
                  <c:v>845</c:v>
                </c:pt>
                <c:pt idx="53">
                  <c:v>707</c:v>
                </c:pt>
                <c:pt idx="54">
                  <c:v>996</c:v>
                </c:pt>
                <c:pt idx="55">
                  <c:v>422</c:v>
                </c:pt>
                <c:pt idx="56">
                  <c:v>1198</c:v>
                </c:pt>
                <c:pt idx="57">
                  <c:v>883</c:v>
                </c:pt>
                <c:pt idx="58">
                  <c:v>1159</c:v>
                </c:pt>
                <c:pt idx="59">
                  <c:v>1247</c:v>
                </c:pt>
                <c:pt idx="60">
                  <c:v>569</c:v>
                </c:pt>
                <c:pt idx="61">
                  <c:v>1218</c:v>
                </c:pt>
                <c:pt idx="62">
                  <c:v>1356</c:v>
                </c:pt>
                <c:pt idx="63">
                  <c:v>948</c:v>
                </c:pt>
                <c:pt idx="64">
                  <c:v>900</c:v>
                </c:pt>
                <c:pt idx="65">
                  <c:v>627</c:v>
                </c:pt>
                <c:pt idx="66">
                  <c:v>1479</c:v>
                </c:pt>
                <c:pt idx="67">
                  <c:v>1025</c:v>
                </c:pt>
                <c:pt idx="68">
                  <c:v>463</c:v>
                </c:pt>
                <c:pt idx="69">
                  <c:v>642</c:v>
                </c:pt>
                <c:pt idx="70">
                  <c:v>1185</c:v>
                </c:pt>
                <c:pt idx="71">
                  <c:v>907</c:v>
                </c:pt>
                <c:pt idx="72">
                  <c:v>597</c:v>
                </c:pt>
                <c:pt idx="73">
                  <c:v>1304</c:v>
                </c:pt>
                <c:pt idx="74">
                  <c:v>684</c:v>
                </c:pt>
                <c:pt idx="75">
                  <c:v>558</c:v>
                </c:pt>
                <c:pt idx="76">
                  <c:v>415</c:v>
                </c:pt>
                <c:pt idx="77">
                  <c:v>851</c:v>
                </c:pt>
                <c:pt idx="78">
                  <c:v>710</c:v>
                </c:pt>
                <c:pt idx="79">
                  <c:v>910</c:v>
                </c:pt>
                <c:pt idx="80">
                  <c:v>1004</c:v>
                </c:pt>
                <c:pt idx="81">
                  <c:v>1345</c:v>
                </c:pt>
                <c:pt idx="82">
                  <c:v>844</c:v>
                </c:pt>
                <c:pt idx="83">
                  <c:v>593</c:v>
                </c:pt>
                <c:pt idx="84">
                  <c:v>472</c:v>
                </c:pt>
                <c:pt idx="85">
                  <c:v>331</c:v>
                </c:pt>
                <c:pt idx="86">
                  <c:v>1016</c:v>
                </c:pt>
                <c:pt idx="87">
                  <c:v>957</c:v>
                </c:pt>
                <c:pt idx="88">
                  <c:v>1510</c:v>
                </c:pt>
                <c:pt idx="89">
                  <c:v>1053</c:v>
                </c:pt>
                <c:pt idx="90">
                  <c:v>1150</c:v>
                </c:pt>
                <c:pt idx="91">
                  <c:v>906</c:v>
                </c:pt>
                <c:pt idx="92">
                  <c:v>822</c:v>
                </c:pt>
                <c:pt idx="93">
                  <c:v>826</c:v>
                </c:pt>
                <c:pt idx="94">
                  <c:v>463</c:v>
                </c:pt>
                <c:pt idx="95">
                  <c:v>1344</c:v>
                </c:pt>
                <c:pt idx="96">
                  <c:v>1408</c:v>
                </c:pt>
                <c:pt idx="97">
                  <c:v>1171</c:v>
                </c:pt>
                <c:pt idx="98">
                  <c:v>1319</c:v>
                </c:pt>
                <c:pt idx="99">
                  <c:v>935</c:v>
                </c:pt>
                <c:pt idx="100">
                  <c:v>746</c:v>
                </c:pt>
                <c:pt idx="101">
                  <c:v>753</c:v>
                </c:pt>
                <c:pt idx="102">
                  <c:v>948</c:v>
                </c:pt>
                <c:pt idx="103">
                  <c:v>1081</c:v>
                </c:pt>
                <c:pt idx="104">
                  <c:v>749</c:v>
                </c:pt>
                <c:pt idx="105">
                  <c:v>837</c:v>
                </c:pt>
                <c:pt idx="106">
                  <c:v>1320</c:v>
                </c:pt>
                <c:pt idx="107">
                  <c:v>887</c:v>
                </c:pt>
                <c:pt idx="108">
                  <c:v>640</c:v>
                </c:pt>
                <c:pt idx="109">
                  <c:v>634</c:v>
                </c:pt>
                <c:pt idx="110">
                  <c:v>915</c:v>
                </c:pt>
                <c:pt idx="111">
                  <c:v>859</c:v>
                </c:pt>
                <c:pt idx="112">
                  <c:v>802</c:v>
                </c:pt>
                <c:pt idx="113">
                  <c:v>826</c:v>
                </c:pt>
                <c:pt idx="114">
                  <c:v>983</c:v>
                </c:pt>
                <c:pt idx="115">
                  <c:v>1225</c:v>
                </c:pt>
                <c:pt idx="116">
                  <c:v>674</c:v>
                </c:pt>
                <c:pt idx="117">
                  <c:v>821</c:v>
                </c:pt>
                <c:pt idx="118">
                  <c:v>942</c:v>
                </c:pt>
                <c:pt idx="119">
                  <c:v>408</c:v>
                </c:pt>
                <c:pt idx="120">
                  <c:v>1276</c:v>
                </c:pt>
                <c:pt idx="121">
                  <c:v>319</c:v>
                </c:pt>
                <c:pt idx="122">
                  <c:v>952</c:v>
                </c:pt>
                <c:pt idx="123">
                  <c:v>916</c:v>
                </c:pt>
                <c:pt idx="124">
                  <c:v>986</c:v>
                </c:pt>
                <c:pt idx="125">
                  <c:v>1024</c:v>
                </c:pt>
                <c:pt idx="126">
                  <c:v>468</c:v>
                </c:pt>
                <c:pt idx="127">
                  <c:v>709</c:v>
                </c:pt>
                <c:pt idx="128">
                  <c:v>1082</c:v>
                </c:pt>
                <c:pt idx="129">
                  <c:v>585</c:v>
                </c:pt>
                <c:pt idx="130">
                  <c:v>1032</c:v>
                </c:pt>
                <c:pt idx="131">
                  <c:v>1092</c:v>
                </c:pt>
                <c:pt idx="132">
                  <c:v>672</c:v>
                </c:pt>
                <c:pt idx="133">
                  <c:v>484</c:v>
                </c:pt>
                <c:pt idx="134">
                  <c:v>1138</c:v>
                </c:pt>
                <c:pt idx="135">
                  <c:v>747</c:v>
                </c:pt>
                <c:pt idx="136">
                  <c:v>446</c:v>
                </c:pt>
                <c:pt idx="137">
                  <c:v>885</c:v>
                </c:pt>
                <c:pt idx="138">
                  <c:v>1047</c:v>
                </c:pt>
                <c:pt idx="139">
                  <c:v>847</c:v>
                </c:pt>
                <c:pt idx="140">
                  <c:v>958</c:v>
                </c:pt>
                <c:pt idx="141">
                  <c:v>1451</c:v>
                </c:pt>
                <c:pt idx="142">
                  <c:v>1043</c:v>
                </c:pt>
                <c:pt idx="143">
                  <c:v>662</c:v>
                </c:pt>
                <c:pt idx="144">
                  <c:v>1069</c:v>
                </c:pt>
                <c:pt idx="145">
                  <c:v>1107</c:v>
                </c:pt>
                <c:pt idx="146">
                  <c:v>898</c:v>
                </c:pt>
                <c:pt idx="147">
                  <c:v>433</c:v>
                </c:pt>
                <c:pt idx="148">
                  <c:v>911</c:v>
                </c:pt>
                <c:pt idx="149">
                  <c:v>621</c:v>
                </c:pt>
                <c:pt idx="150">
                  <c:v>1242</c:v>
                </c:pt>
                <c:pt idx="151">
                  <c:v>1234</c:v>
                </c:pt>
                <c:pt idx="152">
                  <c:v>1025</c:v>
                </c:pt>
                <c:pt idx="153">
                  <c:v>500</c:v>
                </c:pt>
                <c:pt idx="154">
                  <c:v>1336</c:v>
                </c:pt>
                <c:pt idx="155">
                  <c:v>1287</c:v>
                </c:pt>
                <c:pt idx="156">
                  <c:v>942</c:v>
                </c:pt>
                <c:pt idx="157">
                  <c:v>1336</c:v>
                </c:pt>
                <c:pt idx="158">
                  <c:v>876</c:v>
                </c:pt>
                <c:pt idx="159">
                  <c:v>1307</c:v>
                </c:pt>
                <c:pt idx="160">
                  <c:v>976</c:v>
                </c:pt>
                <c:pt idx="161">
                  <c:v>784</c:v>
                </c:pt>
                <c:pt idx="162">
                  <c:v>479</c:v>
                </c:pt>
                <c:pt idx="163">
                  <c:v>514</c:v>
                </c:pt>
                <c:pt idx="164">
                  <c:v>402</c:v>
                </c:pt>
                <c:pt idx="165">
                  <c:v>852</c:v>
                </c:pt>
                <c:pt idx="166">
                  <c:v>1005</c:v>
                </c:pt>
                <c:pt idx="167">
                  <c:v>699</c:v>
                </c:pt>
                <c:pt idx="168">
                  <c:v>1035</c:v>
                </c:pt>
                <c:pt idx="169">
                  <c:v>871</c:v>
                </c:pt>
                <c:pt idx="170">
                  <c:v>816</c:v>
                </c:pt>
                <c:pt idx="171">
                  <c:v>963</c:v>
                </c:pt>
                <c:pt idx="172">
                  <c:v>1150</c:v>
                </c:pt>
                <c:pt idx="173">
                  <c:v>917</c:v>
                </c:pt>
                <c:pt idx="174">
                  <c:v>735</c:v>
                </c:pt>
                <c:pt idx="175">
                  <c:v>685</c:v>
                </c:pt>
                <c:pt idx="176">
                  <c:v>1133</c:v>
                </c:pt>
                <c:pt idx="177">
                  <c:v>800</c:v>
                </c:pt>
                <c:pt idx="178">
                  <c:v>929</c:v>
                </c:pt>
                <c:pt idx="179">
                  <c:v>1147</c:v>
                </c:pt>
                <c:pt idx="180">
                  <c:v>703</c:v>
                </c:pt>
                <c:pt idx="181">
                  <c:v>815</c:v>
                </c:pt>
                <c:pt idx="182">
                  <c:v>919</c:v>
                </c:pt>
                <c:pt idx="183">
                  <c:v>1054</c:v>
                </c:pt>
                <c:pt idx="184">
                  <c:v>863</c:v>
                </c:pt>
                <c:pt idx="185">
                  <c:v>407</c:v>
                </c:pt>
                <c:pt idx="186">
                  <c:v>939</c:v>
                </c:pt>
                <c:pt idx="187">
                  <c:v>903</c:v>
                </c:pt>
                <c:pt idx="188">
                  <c:v>888</c:v>
                </c:pt>
                <c:pt idx="189">
                  <c:v>1024</c:v>
                </c:pt>
                <c:pt idx="190">
                  <c:v>891</c:v>
                </c:pt>
                <c:pt idx="191">
                  <c:v>574</c:v>
                </c:pt>
                <c:pt idx="192">
                  <c:v>838</c:v>
                </c:pt>
                <c:pt idx="193">
                  <c:v>492</c:v>
                </c:pt>
                <c:pt idx="194">
                  <c:v>992</c:v>
                </c:pt>
                <c:pt idx="195">
                  <c:v>873</c:v>
                </c:pt>
                <c:pt idx="196">
                  <c:v>499</c:v>
                </c:pt>
                <c:pt idx="197">
                  <c:v>730</c:v>
                </c:pt>
                <c:pt idx="198">
                  <c:v>780</c:v>
                </c:pt>
                <c:pt idx="199">
                  <c:v>386</c:v>
                </c:pt>
                <c:pt idx="200">
                  <c:v>878</c:v>
                </c:pt>
                <c:pt idx="201">
                  <c:v>1072</c:v>
                </c:pt>
                <c:pt idx="202">
                  <c:v>644</c:v>
                </c:pt>
                <c:pt idx="203">
                  <c:v>847</c:v>
                </c:pt>
                <c:pt idx="204">
                  <c:v>679</c:v>
                </c:pt>
                <c:pt idx="205">
                  <c:v>1025</c:v>
                </c:pt>
                <c:pt idx="206">
                  <c:v>714</c:v>
                </c:pt>
                <c:pt idx="207">
                  <c:v>938</c:v>
                </c:pt>
                <c:pt idx="208">
                  <c:v>1294</c:v>
                </c:pt>
                <c:pt idx="209">
                  <c:v>673</c:v>
                </c:pt>
                <c:pt idx="210">
                  <c:v>944</c:v>
                </c:pt>
                <c:pt idx="211">
                  <c:v>691</c:v>
                </c:pt>
                <c:pt idx="212">
                  <c:v>725</c:v>
                </c:pt>
                <c:pt idx="213">
                  <c:v>831</c:v>
                </c:pt>
                <c:pt idx="214">
                  <c:v>907</c:v>
                </c:pt>
                <c:pt idx="215">
                  <c:v>1318</c:v>
                </c:pt>
                <c:pt idx="216">
                  <c:v>777</c:v>
                </c:pt>
                <c:pt idx="217">
                  <c:v>1303</c:v>
                </c:pt>
                <c:pt idx="218">
                  <c:v>878</c:v>
                </c:pt>
                <c:pt idx="219">
                  <c:v>632</c:v>
                </c:pt>
                <c:pt idx="220">
                  <c:v>497</c:v>
                </c:pt>
                <c:pt idx="221">
                  <c:v>1161</c:v>
                </c:pt>
                <c:pt idx="222">
                  <c:v>1137</c:v>
                </c:pt>
                <c:pt idx="223">
                  <c:v>987</c:v>
                </c:pt>
                <c:pt idx="224">
                  <c:v>1086</c:v>
                </c:pt>
                <c:pt idx="225">
                  <c:v>997</c:v>
                </c:pt>
                <c:pt idx="226">
                  <c:v>937</c:v>
                </c:pt>
                <c:pt idx="227">
                  <c:v>740</c:v>
                </c:pt>
                <c:pt idx="228">
                  <c:v>658</c:v>
                </c:pt>
                <c:pt idx="229">
                  <c:v>959</c:v>
                </c:pt>
                <c:pt idx="230">
                  <c:v>1199</c:v>
                </c:pt>
                <c:pt idx="231">
                  <c:v>1204</c:v>
                </c:pt>
                <c:pt idx="232">
                  <c:v>907</c:v>
                </c:pt>
                <c:pt idx="233">
                  <c:v>957</c:v>
                </c:pt>
                <c:pt idx="234">
                  <c:v>686</c:v>
                </c:pt>
                <c:pt idx="235">
                  <c:v>949</c:v>
                </c:pt>
                <c:pt idx="236">
                  <c:v>842</c:v>
                </c:pt>
                <c:pt idx="237">
                  <c:v>921</c:v>
                </c:pt>
                <c:pt idx="238">
                  <c:v>330</c:v>
                </c:pt>
                <c:pt idx="239">
                  <c:v>661</c:v>
                </c:pt>
                <c:pt idx="240">
                  <c:v>1173</c:v>
                </c:pt>
                <c:pt idx="241">
                  <c:v>1031</c:v>
                </c:pt>
                <c:pt idx="242">
                  <c:v>494</c:v>
                </c:pt>
                <c:pt idx="243">
                  <c:v>816</c:v>
                </c:pt>
                <c:pt idx="244">
                  <c:v>1017</c:v>
                </c:pt>
                <c:pt idx="245">
                  <c:v>895</c:v>
                </c:pt>
                <c:pt idx="246">
                  <c:v>593</c:v>
                </c:pt>
                <c:pt idx="247">
                  <c:v>1069</c:v>
                </c:pt>
                <c:pt idx="248">
                  <c:v>864</c:v>
                </c:pt>
                <c:pt idx="249">
                  <c:v>819</c:v>
                </c:pt>
                <c:pt idx="250">
                  <c:v>530</c:v>
                </c:pt>
                <c:pt idx="251">
                  <c:v>802</c:v>
                </c:pt>
                <c:pt idx="252">
                  <c:v>790</c:v>
                </c:pt>
                <c:pt idx="253">
                  <c:v>1075</c:v>
                </c:pt>
                <c:pt idx="254">
                  <c:v>938</c:v>
                </c:pt>
                <c:pt idx="255">
                  <c:v>333</c:v>
                </c:pt>
                <c:pt idx="256">
                  <c:v>465</c:v>
                </c:pt>
                <c:pt idx="257">
                  <c:v>742</c:v>
                </c:pt>
                <c:pt idx="258">
                  <c:v>885</c:v>
                </c:pt>
                <c:pt idx="259">
                  <c:v>555</c:v>
                </c:pt>
                <c:pt idx="260">
                  <c:v>817</c:v>
                </c:pt>
                <c:pt idx="261">
                  <c:v>598</c:v>
                </c:pt>
                <c:pt idx="262">
                  <c:v>639</c:v>
                </c:pt>
                <c:pt idx="263">
                  <c:v>444</c:v>
                </c:pt>
                <c:pt idx="264">
                  <c:v>395</c:v>
                </c:pt>
                <c:pt idx="265">
                  <c:v>448</c:v>
                </c:pt>
                <c:pt idx="266">
                  <c:v>718</c:v>
                </c:pt>
                <c:pt idx="267">
                  <c:v>412</c:v>
                </c:pt>
                <c:pt idx="268">
                  <c:v>705</c:v>
                </c:pt>
                <c:pt idx="269">
                  <c:v>904</c:v>
                </c:pt>
                <c:pt idx="270">
                  <c:v>637</c:v>
                </c:pt>
                <c:pt idx="271">
                  <c:v>972</c:v>
                </c:pt>
                <c:pt idx="272">
                  <c:v>651</c:v>
                </c:pt>
                <c:pt idx="273">
                  <c:v>479</c:v>
                </c:pt>
                <c:pt idx="274">
                  <c:v>856</c:v>
                </c:pt>
                <c:pt idx="275">
                  <c:v>422</c:v>
                </c:pt>
                <c:pt idx="276">
                  <c:v>798</c:v>
                </c:pt>
                <c:pt idx="277">
                  <c:v>950</c:v>
                </c:pt>
                <c:pt idx="278">
                  <c:v>581</c:v>
                </c:pt>
                <c:pt idx="279">
                  <c:v>1082</c:v>
                </c:pt>
                <c:pt idx="280">
                  <c:v>559</c:v>
                </c:pt>
                <c:pt idx="281">
                  <c:v>807</c:v>
                </c:pt>
                <c:pt idx="282">
                  <c:v>719</c:v>
                </c:pt>
                <c:pt idx="283">
                  <c:v>532</c:v>
                </c:pt>
                <c:pt idx="284">
                  <c:v>779</c:v>
                </c:pt>
                <c:pt idx="285">
                  <c:v>481</c:v>
                </c:pt>
                <c:pt idx="286">
                  <c:v>740</c:v>
                </c:pt>
                <c:pt idx="287">
                  <c:v>921</c:v>
                </c:pt>
                <c:pt idx="288">
                  <c:v>656</c:v>
                </c:pt>
                <c:pt idx="289">
                  <c:v>734</c:v>
                </c:pt>
                <c:pt idx="290">
                  <c:v>557</c:v>
                </c:pt>
                <c:pt idx="291">
                  <c:v>736</c:v>
                </c:pt>
                <c:pt idx="292">
                  <c:v>718</c:v>
                </c:pt>
                <c:pt idx="293">
                  <c:v>764</c:v>
                </c:pt>
                <c:pt idx="294">
                  <c:v>1052</c:v>
                </c:pt>
                <c:pt idx="295">
                  <c:v>1201</c:v>
                </c:pt>
                <c:pt idx="296">
                  <c:v>980</c:v>
                </c:pt>
                <c:pt idx="297">
                  <c:v>786</c:v>
                </c:pt>
                <c:pt idx="298">
                  <c:v>1034</c:v>
                </c:pt>
                <c:pt idx="299">
                  <c:v>663</c:v>
                </c:pt>
                <c:pt idx="300">
                  <c:v>990</c:v>
                </c:pt>
                <c:pt idx="301">
                  <c:v>1073</c:v>
                </c:pt>
                <c:pt idx="302">
                  <c:v>667</c:v>
                </c:pt>
                <c:pt idx="303">
                  <c:v>1006</c:v>
                </c:pt>
                <c:pt idx="304">
                  <c:v>1074</c:v>
                </c:pt>
                <c:pt idx="305">
                  <c:v>1056</c:v>
                </c:pt>
                <c:pt idx="306">
                  <c:v>1229</c:v>
                </c:pt>
                <c:pt idx="307">
                  <c:v>972</c:v>
                </c:pt>
                <c:pt idx="308">
                  <c:v>886</c:v>
                </c:pt>
                <c:pt idx="309">
                  <c:v>837</c:v>
                </c:pt>
                <c:pt idx="310">
                  <c:v>680</c:v>
                </c:pt>
                <c:pt idx="311">
                  <c:v>644</c:v>
                </c:pt>
                <c:pt idx="312">
                  <c:v>418</c:v>
                </c:pt>
                <c:pt idx="313">
                  <c:v>772</c:v>
                </c:pt>
                <c:pt idx="314">
                  <c:v>870</c:v>
                </c:pt>
                <c:pt idx="315">
                  <c:v>756</c:v>
                </c:pt>
                <c:pt idx="316">
                  <c:v>1025</c:v>
                </c:pt>
                <c:pt idx="317">
                  <c:v>959</c:v>
                </c:pt>
                <c:pt idx="318">
                  <c:v>832</c:v>
                </c:pt>
                <c:pt idx="319">
                  <c:v>879</c:v>
                </c:pt>
                <c:pt idx="320">
                  <c:v>951</c:v>
                </c:pt>
                <c:pt idx="321">
                  <c:v>1104</c:v>
                </c:pt>
                <c:pt idx="322">
                  <c:v>1021</c:v>
                </c:pt>
                <c:pt idx="323">
                  <c:v>1009</c:v>
                </c:pt>
                <c:pt idx="324">
                  <c:v>598</c:v>
                </c:pt>
                <c:pt idx="325">
                  <c:v>421</c:v>
                </c:pt>
                <c:pt idx="326">
                  <c:v>1176</c:v>
                </c:pt>
                <c:pt idx="327">
                  <c:v>875</c:v>
                </c:pt>
                <c:pt idx="328">
                  <c:v>920</c:v>
                </c:pt>
                <c:pt idx="329">
                  <c:v>1100</c:v>
                </c:pt>
                <c:pt idx="330">
                  <c:v>1133</c:v>
                </c:pt>
                <c:pt idx="331">
                  <c:v>842</c:v>
                </c:pt>
                <c:pt idx="332">
                  <c:v>482</c:v>
                </c:pt>
                <c:pt idx="333">
                  <c:v>500</c:v>
                </c:pt>
                <c:pt idx="334">
                  <c:v>881</c:v>
                </c:pt>
                <c:pt idx="335">
                  <c:v>693</c:v>
                </c:pt>
                <c:pt idx="336">
                  <c:v>877</c:v>
                </c:pt>
                <c:pt idx="337">
                  <c:v>943</c:v>
                </c:pt>
                <c:pt idx="338">
                  <c:v>767</c:v>
                </c:pt>
                <c:pt idx="339">
                  <c:v>1216</c:v>
                </c:pt>
                <c:pt idx="340">
                  <c:v>608</c:v>
                </c:pt>
                <c:pt idx="341">
                  <c:v>440</c:v>
                </c:pt>
                <c:pt idx="342">
                  <c:v>868</c:v>
                </c:pt>
                <c:pt idx="343">
                  <c:v>1091</c:v>
                </c:pt>
                <c:pt idx="344">
                  <c:v>1249</c:v>
                </c:pt>
                <c:pt idx="345">
                  <c:v>555</c:v>
                </c:pt>
                <c:pt idx="346">
                  <c:v>883</c:v>
                </c:pt>
                <c:pt idx="347">
                  <c:v>1013</c:v>
                </c:pt>
                <c:pt idx="348">
                  <c:v>848</c:v>
                </c:pt>
                <c:pt idx="349">
                  <c:v>677</c:v>
                </c:pt>
                <c:pt idx="350">
                  <c:v>886</c:v>
                </c:pt>
                <c:pt idx="351">
                  <c:v>500</c:v>
                </c:pt>
                <c:pt idx="352">
                  <c:v>813</c:v>
                </c:pt>
                <c:pt idx="353">
                  <c:v>710</c:v>
                </c:pt>
                <c:pt idx="354">
                  <c:v>1010</c:v>
                </c:pt>
                <c:pt idx="355">
                  <c:v>615</c:v>
                </c:pt>
                <c:pt idx="356">
                  <c:v>868</c:v>
                </c:pt>
                <c:pt idx="357">
                  <c:v>923</c:v>
                </c:pt>
                <c:pt idx="358">
                  <c:v>949</c:v>
                </c:pt>
                <c:pt idx="359">
                  <c:v>810</c:v>
                </c:pt>
                <c:pt idx="360">
                  <c:v>1036</c:v>
                </c:pt>
                <c:pt idx="361">
                  <c:v>883</c:v>
                </c:pt>
                <c:pt idx="362">
                  <c:v>1192</c:v>
                </c:pt>
                <c:pt idx="363">
                  <c:v>1171</c:v>
                </c:pt>
                <c:pt idx="364">
                  <c:v>926</c:v>
                </c:pt>
                <c:pt idx="365">
                  <c:v>1012</c:v>
                </c:pt>
                <c:pt idx="366">
                  <c:v>463</c:v>
                </c:pt>
                <c:pt idx="367">
                  <c:v>933</c:v>
                </c:pt>
                <c:pt idx="368">
                  <c:v>768</c:v>
                </c:pt>
                <c:pt idx="369">
                  <c:v>927</c:v>
                </c:pt>
                <c:pt idx="370">
                  <c:v>1186</c:v>
                </c:pt>
                <c:pt idx="371">
                  <c:v>529</c:v>
                </c:pt>
                <c:pt idx="372">
                  <c:v>881</c:v>
                </c:pt>
                <c:pt idx="373">
                  <c:v>938</c:v>
                </c:pt>
                <c:pt idx="374">
                  <c:v>983</c:v>
                </c:pt>
                <c:pt idx="375">
                  <c:v>733</c:v>
                </c:pt>
                <c:pt idx="376">
                  <c:v>695</c:v>
                </c:pt>
                <c:pt idx="377">
                  <c:v>632</c:v>
                </c:pt>
                <c:pt idx="378">
                  <c:v>759</c:v>
                </c:pt>
                <c:pt idx="379">
                  <c:v>1012</c:v>
                </c:pt>
                <c:pt idx="380">
                  <c:v>933</c:v>
                </c:pt>
                <c:pt idx="381">
                  <c:v>810</c:v>
                </c:pt>
                <c:pt idx="382">
                  <c:v>552</c:v>
                </c:pt>
                <c:pt idx="383">
                  <c:v>876</c:v>
                </c:pt>
                <c:pt idx="384">
                  <c:v>753</c:v>
                </c:pt>
                <c:pt idx="385">
                  <c:v>978</c:v>
                </c:pt>
                <c:pt idx="386">
                  <c:v>789</c:v>
                </c:pt>
                <c:pt idx="387">
                  <c:v>836</c:v>
                </c:pt>
                <c:pt idx="388">
                  <c:v>987</c:v>
                </c:pt>
                <c:pt idx="389">
                  <c:v>723</c:v>
                </c:pt>
                <c:pt idx="390">
                  <c:v>862</c:v>
                </c:pt>
                <c:pt idx="391">
                  <c:v>475</c:v>
                </c:pt>
                <c:pt idx="392">
                  <c:v>929</c:v>
                </c:pt>
                <c:pt idx="393">
                  <c:v>1106</c:v>
                </c:pt>
                <c:pt idx="394">
                  <c:v>840</c:v>
                </c:pt>
                <c:pt idx="395">
                  <c:v>1060</c:v>
                </c:pt>
                <c:pt idx="396">
                  <c:v>951</c:v>
                </c:pt>
                <c:pt idx="397">
                  <c:v>1148</c:v>
                </c:pt>
                <c:pt idx="398">
                  <c:v>380</c:v>
                </c:pt>
                <c:pt idx="399">
                  <c:v>660</c:v>
                </c:pt>
                <c:pt idx="400">
                  <c:v>967</c:v>
                </c:pt>
                <c:pt idx="401">
                  <c:v>877</c:v>
                </c:pt>
                <c:pt idx="402">
                  <c:v>1267</c:v>
                </c:pt>
                <c:pt idx="403">
                  <c:v>1143</c:v>
                </c:pt>
                <c:pt idx="404">
                  <c:v>1164</c:v>
                </c:pt>
                <c:pt idx="405">
                  <c:v>659</c:v>
                </c:pt>
                <c:pt idx="406">
                  <c:v>1010</c:v>
                </c:pt>
                <c:pt idx="407">
                  <c:v>1169</c:v>
                </c:pt>
                <c:pt idx="408">
                  <c:v>1096</c:v>
                </c:pt>
                <c:pt idx="409">
                  <c:v>1582</c:v>
                </c:pt>
                <c:pt idx="410">
                  <c:v>1293</c:v>
                </c:pt>
                <c:pt idx="411">
                  <c:v>864</c:v>
                </c:pt>
                <c:pt idx="412">
                  <c:v>711</c:v>
                </c:pt>
                <c:pt idx="413">
                  <c:v>706</c:v>
                </c:pt>
                <c:pt idx="414">
                  <c:v>1213</c:v>
                </c:pt>
                <c:pt idx="415">
                  <c:v>811</c:v>
                </c:pt>
                <c:pt idx="416">
                  <c:v>1304</c:v>
                </c:pt>
                <c:pt idx="417">
                  <c:v>1228</c:v>
                </c:pt>
                <c:pt idx="418">
                  <c:v>1004</c:v>
                </c:pt>
                <c:pt idx="419">
                  <c:v>549</c:v>
                </c:pt>
                <c:pt idx="420">
                  <c:v>980</c:v>
                </c:pt>
                <c:pt idx="421">
                  <c:v>1150</c:v>
                </c:pt>
                <c:pt idx="422">
                  <c:v>1182</c:v>
                </c:pt>
                <c:pt idx="423">
                  <c:v>1380</c:v>
                </c:pt>
                <c:pt idx="424">
                  <c:v>940</c:v>
                </c:pt>
                <c:pt idx="425">
                  <c:v>906</c:v>
                </c:pt>
                <c:pt idx="426">
                  <c:v>999</c:v>
                </c:pt>
                <c:pt idx="427">
                  <c:v>812</c:v>
                </c:pt>
                <c:pt idx="428">
                  <c:v>354</c:v>
                </c:pt>
                <c:pt idx="429">
                  <c:v>1107</c:v>
                </c:pt>
                <c:pt idx="430">
                  <c:v>556</c:v>
                </c:pt>
                <c:pt idx="431">
                  <c:v>1396</c:v>
                </c:pt>
                <c:pt idx="432">
                  <c:v>1519</c:v>
                </c:pt>
                <c:pt idx="433">
                  <c:v>989</c:v>
                </c:pt>
                <c:pt idx="434">
                  <c:v>1359</c:v>
                </c:pt>
                <c:pt idx="435">
                  <c:v>985</c:v>
                </c:pt>
                <c:pt idx="436">
                  <c:v>440</c:v>
                </c:pt>
                <c:pt idx="437">
                  <c:v>666</c:v>
                </c:pt>
                <c:pt idx="438">
                  <c:v>773</c:v>
                </c:pt>
                <c:pt idx="439">
                  <c:v>654</c:v>
                </c:pt>
                <c:pt idx="440">
                  <c:v>875</c:v>
                </c:pt>
                <c:pt idx="441">
                  <c:v>1133</c:v>
                </c:pt>
                <c:pt idx="442">
                  <c:v>751</c:v>
                </c:pt>
                <c:pt idx="443">
                  <c:v>790</c:v>
                </c:pt>
                <c:pt idx="444">
                  <c:v>1369</c:v>
                </c:pt>
                <c:pt idx="445">
                  <c:v>756</c:v>
                </c:pt>
                <c:pt idx="446">
                  <c:v>1424</c:v>
                </c:pt>
                <c:pt idx="447">
                  <c:v>734</c:v>
                </c:pt>
                <c:pt idx="448">
                  <c:v>458</c:v>
                </c:pt>
                <c:pt idx="449">
                  <c:v>837</c:v>
                </c:pt>
                <c:pt idx="450">
                  <c:v>506</c:v>
                </c:pt>
                <c:pt idx="451">
                  <c:v>666</c:v>
                </c:pt>
                <c:pt idx="452">
                  <c:v>713</c:v>
                </c:pt>
                <c:pt idx="453">
                  <c:v>574</c:v>
                </c:pt>
                <c:pt idx="454">
                  <c:v>911</c:v>
                </c:pt>
                <c:pt idx="455">
                  <c:v>1249</c:v>
                </c:pt>
                <c:pt idx="456">
                  <c:v>1379</c:v>
                </c:pt>
                <c:pt idx="457">
                  <c:v>707</c:v>
                </c:pt>
                <c:pt idx="458">
                  <c:v>686</c:v>
                </c:pt>
                <c:pt idx="459">
                  <c:v>831</c:v>
                </c:pt>
                <c:pt idx="460">
                  <c:v>598</c:v>
                </c:pt>
                <c:pt idx="461">
                  <c:v>842</c:v>
                </c:pt>
                <c:pt idx="462">
                  <c:v>980</c:v>
                </c:pt>
                <c:pt idx="463">
                  <c:v>1321</c:v>
                </c:pt>
                <c:pt idx="464">
                  <c:v>825</c:v>
                </c:pt>
                <c:pt idx="465">
                  <c:v>958</c:v>
                </c:pt>
                <c:pt idx="466">
                  <c:v>1143</c:v>
                </c:pt>
                <c:pt idx="467">
                  <c:v>820</c:v>
                </c:pt>
                <c:pt idx="468">
                  <c:v>1022</c:v>
                </c:pt>
                <c:pt idx="469">
                  <c:v>354</c:v>
                </c:pt>
                <c:pt idx="470">
                  <c:v>594</c:v>
                </c:pt>
                <c:pt idx="471">
                  <c:v>1322</c:v>
                </c:pt>
                <c:pt idx="472">
                  <c:v>714</c:v>
                </c:pt>
                <c:pt idx="473">
                  <c:v>1028</c:v>
                </c:pt>
                <c:pt idx="474">
                  <c:v>1410</c:v>
                </c:pt>
                <c:pt idx="475">
                  <c:v>720</c:v>
                </c:pt>
                <c:pt idx="476">
                  <c:v>849</c:v>
                </c:pt>
                <c:pt idx="477">
                  <c:v>964</c:v>
                </c:pt>
                <c:pt idx="478">
                  <c:v>1006</c:v>
                </c:pt>
                <c:pt idx="479">
                  <c:v>1378</c:v>
                </c:pt>
                <c:pt idx="480">
                  <c:v>1491</c:v>
                </c:pt>
                <c:pt idx="481">
                  <c:v>567</c:v>
                </c:pt>
                <c:pt idx="482">
                  <c:v>566</c:v>
                </c:pt>
                <c:pt idx="483">
                  <c:v>979</c:v>
                </c:pt>
                <c:pt idx="484">
                  <c:v>732</c:v>
                </c:pt>
                <c:pt idx="485">
                  <c:v>875</c:v>
                </c:pt>
                <c:pt idx="486">
                  <c:v>576</c:v>
                </c:pt>
                <c:pt idx="487">
                  <c:v>470</c:v>
                </c:pt>
                <c:pt idx="488">
                  <c:v>863</c:v>
                </c:pt>
                <c:pt idx="489">
                  <c:v>694</c:v>
                </c:pt>
                <c:pt idx="490">
                  <c:v>1113</c:v>
                </c:pt>
                <c:pt idx="491">
                  <c:v>883</c:v>
                </c:pt>
                <c:pt idx="492">
                  <c:v>1364</c:v>
                </c:pt>
                <c:pt idx="493">
                  <c:v>742</c:v>
                </c:pt>
                <c:pt idx="494">
                  <c:v>1299</c:v>
                </c:pt>
                <c:pt idx="495">
                  <c:v>1587</c:v>
                </c:pt>
                <c:pt idx="496">
                  <c:v>725</c:v>
                </c:pt>
                <c:pt idx="497">
                  <c:v>1701</c:v>
                </c:pt>
                <c:pt idx="498">
                  <c:v>1138</c:v>
                </c:pt>
                <c:pt idx="499">
                  <c:v>1020</c:v>
                </c:pt>
                <c:pt idx="500">
                  <c:v>1203</c:v>
                </c:pt>
                <c:pt idx="501">
                  <c:v>1085</c:v>
                </c:pt>
                <c:pt idx="502">
                  <c:v>1622</c:v>
                </c:pt>
                <c:pt idx="503">
                  <c:v>1169</c:v>
                </c:pt>
                <c:pt idx="504">
                  <c:v>739</c:v>
                </c:pt>
                <c:pt idx="505">
                  <c:v>1355</c:v>
                </c:pt>
                <c:pt idx="506">
                  <c:v>491</c:v>
                </c:pt>
                <c:pt idx="507">
                  <c:v>1675</c:v>
                </c:pt>
                <c:pt idx="508">
                  <c:v>606</c:v>
                </c:pt>
                <c:pt idx="509">
                  <c:v>1573</c:v>
                </c:pt>
                <c:pt idx="510">
                  <c:v>968</c:v>
                </c:pt>
                <c:pt idx="511">
                  <c:v>768</c:v>
                </c:pt>
                <c:pt idx="512">
                  <c:v>857</c:v>
                </c:pt>
                <c:pt idx="513">
                  <c:v>1197</c:v>
                </c:pt>
                <c:pt idx="514">
                  <c:v>946</c:v>
                </c:pt>
                <c:pt idx="515">
                  <c:v>382</c:v>
                </c:pt>
                <c:pt idx="516">
                  <c:v>1027</c:v>
                </c:pt>
                <c:pt idx="517">
                  <c:v>1230</c:v>
                </c:pt>
                <c:pt idx="518">
                  <c:v>1237</c:v>
                </c:pt>
                <c:pt idx="519">
                  <c:v>416</c:v>
                </c:pt>
                <c:pt idx="520">
                  <c:v>900</c:v>
                </c:pt>
                <c:pt idx="521">
                  <c:v>1163</c:v>
                </c:pt>
                <c:pt idx="522">
                  <c:v>1232</c:v>
                </c:pt>
                <c:pt idx="523">
                  <c:v>886</c:v>
                </c:pt>
                <c:pt idx="524">
                  <c:v>776</c:v>
                </c:pt>
                <c:pt idx="525">
                  <c:v>876</c:v>
                </c:pt>
                <c:pt idx="526">
                  <c:v>1105</c:v>
                </c:pt>
                <c:pt idx="527">
                  <c:v>743</c:v>
                </c:pt>
                <c:pt idx="528">
                  <c:v>894</c:v>
                </c:pt>
                <c:pt idx="529">
                  <c:v>847</c:v>
                </c:pt>
                <c:pt idx="530">
                  <c:v>1321</c:v>
                </c:pt>
                <c:pt idx="531">
                  <c:v>1160</c:v>
                </c:pt>
                <c:pt idx="532">
                  <c:v>303</c:v>
                </c:pt>
                <c:pt idx="533">
                  <c:v>626</c:v>
                </c:pt>
                <c:pt idx="534">
                  <c:v>914</c:v>
                </c:pt>
                <c:pt idx="535">
                  <c:v>1151</c:v>
                </c:pt>
                <c:pt idx="536">
                  <c:v>1144</c:v>
                </c:pt>
                <c:pt idx="537">
                  <c:v>1401</c:v>
                </c:pt>
                <c:pt idx="538">
                  <c:v>749</c:v>
                </c:pt>
                <c:pt idx="539">
                  <c:v>794</c:v>
                </c:pt>
                <c:pt idx="540">
                  <c:v>1139</c:v>
                </c:pt>
                <c:pt idx="541">
                  <c:v>821</c:v>
                </c:pt>
                <c:pt idx="542">
                  <c:v>1536</c:v>
                </c:pt>
                <c:pt idx="543">
                  <c:v>1148</c:v>
                </c:pt>
                <c:pt idx="544">
                  <c:v>1159</c:v>
                </c:pt>
                <c:pt idx="545">
                  <c:v>454</c:v>
                </c:pt>
                <c:pt idx="546">
                  <c:v>1102</c:v>
                </c:pt>
                <c:pt idx="547">
                  <c:v>1181</c:v>
                </c:pt>
                <c:pt idx="548">
                  <c:v>645</c:v>
                </c:pt>
                <c:pt idx="549">
                  <c:v>504</c:v>
                </c:pt>
                <c:pt idx="550">
                  <c:v>433</c:v>
                </c:pt>
                <c:pt idx="551">
                  <c:v>1189</c:v>
                </c:pt>
                <c:pt idx="552">
                  <c:v>475</c:v>
                </c:pt>
                <c:pt idx="553">
                  <c:v>1445</c:v>
                </c:pt>
                <c:pt idx="554">
                  <c:v>1111</c:v>
                </c:pt>
                <c:pt idx="555">
                  <c:v>1688</c:v>
                </c:pt>
                <c:pt idx="556">
                  <c:v>525</c:v>
                </c:pt>
                <c:pt idx="557">
                  <c:v>1123</c:v>
                </c:pt>
                <c:pt idx="558">
                  <c:v>1598</c:v>
                </c:pt>
                <c:pt idx="559">
                  <c:v>965</c:v>
                </c:pt>
                <c:pt idx="560">
                  <c:v>1363</c:v>
                </c:pt>
                <c:pt idx="561">
                  <c:v>893</c:v>
                </c:pt>
                <c:pt idx="562">
                  <c:v>883</c:v>
                </c:pt>
                <c:pt idx="563">
                  <c:v>1020</c:v>
                </c:pt>
                <c:pt idx="564">
                  <c:v>705</c:v>
                </c:pt>
                <c:pt idx="565">
                  <c:v>1046</c:v>
                </c:pt>
                <c:pt idx="566">
                  <c:v>1119</c:v>
                </c:pt>
                <c:pt idx="567">
                  <c:v>727</c:v>
                </c:pt>
                <c:pt idx="568">
                  <c:v>1646</c:v>
                </c:pt>
                <c:pt idx="569">
                  <c:v>1159</c:v>
                </c:pt>
                <c:pt idx="570">
                  <c:v>762</c:v>
                </c:pt>
                <c:pt idx="571">
                  <c:v>1497</c:v>
                </c:pt>
                <c:pt idx="572">
                  <c:v>1313</c:v>
                </c:pt>
                <c:pt idx="573">
                  <c:v>1357</c:v>
                </c:pt>
                <c:pt idx="574">
                  <c:v>742</c:v>
                </c:pt>
                <c:pt idx="575">
                  <c:v>875</c:v>
                </c:pt>
                <c:pt idx="576">
                  <c:v>925</c:v>
                </c:pt>
                <c:pt idx="577">
                  <c:v>502</c:v>
                </c:pt>
                <c:pt idx="578">
                  <c:v>1104</c:v>
                </c:pt>
                <c:pt idx="579">
                  <c:v>969</c:v>
                </c:pt>
                <c:pt idx="580">
                  <c:v>363</c:v>
                </c:pt>
                <c:pt idx="581">
                  <c:v>1129</c:v>
                </c:pt>
                <c:pt idx="582">
                  <c:v>979</c:v>
                </c:pt>
                <c:pt idx="583">
                  <c:v>858</c:v>
                </c:pt>
                <c:pt idx="584">
                  <c:v>811</c:v>
                </c:pt>
                <c:pt idx="585">
                  <c:v>451</c:v>
                </c:pt>
                <c:pt idx="586">
                  <c:v>608</c:v>
                </c:pt>
                <c:pt idx="587">
                  <c:v>678</c:v>
                </c:pt>
                <c:pt idx="588">
                  <c:v>1153</c:v>
                </c:pt>
                <c:pt idx="589">
                  <c:v>732</c:v>
                </c:pt>
                <c:pt idx="590">
                  <c:v>732</c:v>
                </c:pt>
                <c:pt idx="591">
                  <c:v>900</c:v>
                </c:pt>
                <c:pt idx="592">
                  <c:v>739</c:v>
                </c:pt>
                <c:pt idx="593">
                  <c:v>803</c:v>
                </c:pt>
                <c:pt idx="594">
                  <c:v>610</c:v>
                </c:pt>
                <c:pt idx="595">
                  <c:v>922</c:v>
                </c:pt>
                <c:pt idx="596">
                  <c:v>936</c:v>
                </c:pt>
                <c:pt idx="597">
                  <c:v>792</c:v>
                </c:pt>
                <c:pt idx="598">
                  <c:v>874</c:v>
                </c:pt>
                <c:pt idx="599">
                  <c:v>1181</c:v>
                </c:pt>
                <c:pt idx="600">
                  <c:v>1022</c:v>
                </c:pt>
                <c:pt idx="601">
                  <c:v>1016</c:v>
                </c:pt>
                <c:pt idx="602">
                  <c:v>764</c:v>
                </c:pt>
                <c:pt idx="603">
                  <c:v>927</c:v>
                </c:pt>
                <c:pt idx="604">
                  <c:v>440</c:v>
                </c:pt>
                <c:pt idx="605">
                  <c:v>720</c:v>
                </c:pt>
                <c:pt idx="606">
                  <c:v>724</c:v>
                </c:pt>
                <c:pt idx="607">
                  <c:v>566</c:v>
                </c:pt>
                <c:pt idx="608">
                  <c:v>927</c:v>
                </c:pt>
                <c:pt idx="609">
                  <c:v>1042</c:v>
                </c:pt>
                <c:pt idx="610">
                  <c:v>663</c:v>
                </c:pt>
                <c:pt idx="611">
                  <c:v>545</c:v>
                </c:pt>
                <c:pt idx="612">
                  <c:v>729</c:v>
                </c:pt>
                <c:pt idx="613">
                  <c:v>753</c:v>
                </c:pt>
                <c:pt idx="614">
                  <c:v>932</c:v>
                </c:pt>
                <c:pt idx="615">
                  <c:v>612</c:v>
                </c:pt>
                <c:pt idx="616">
                  <c:v>1011</c:v>
                </c:pt>
                <c:pt idx="617">
                  <c:v>1492</c:v>
                </c:pt>
                <c:pt idx="618">
                  <c:v>777</c:v>
                </c:pt>
                <c:pt idx="619">
                  <c:v>834</c:v>
                </c:pt>
                <c:pt idx="620">
                  <c:v>453</c:v>
                </c:pt>
                <c:pt idx="621">
                  <c:v>810</c:v>
                </c:pt>
                <c:pt idx="622">
                  <c:v>876</c:v>
                </c:pt>
                <c:pt idx="623">
                  <c:v>759</c:v>
                </c:pt>
                <c:pt idx="624">
                  <c:v>806</c:v>
                </c:pt>
                <c:pt idx="625">
                  <c:v>789</c:v>
                </c:pt>
                <c:pt idx="626">
                  <c:v>441</c:v>
                </c:pt>
                <c:pt idx="627">
                  <c:v>1173</c:v>
                </c:pt>
                <c:pt idx="628">
                  <c:v>502</c:v>
                </c:pt>
                <c:pt idx="629">
                  <c:v>1184</c:v>
                </c:pt>
                <c:pt idx="630">
                  <c:v>719</c:v>
                </c:pt>
                <c:pt idx="631">
                  <c:v>762</c:v>
                </c:pt>
                <c:pt idx="632">
                  <c:v>766</c:v>
                </c:pt>
                <c:pt idx="633">
                  <c:v>796</c:v>
                </c:pt>
                <c:pt idx="634">
                  <c:v>909</c:v>
                </c:pt>
                <c:pt idx="635">
                  <c:v>626</c:v>
                </c:pt>
                <c:pt idx="636">
                  <c:v>1188</c:v>
                </c:pt>
                <c:pt idx="637">
                  <c:v>868</c:v>
                </c:pt>
                <c:pt idx="638">
                  <c:v>643</c:v>
                </c:pt>
                <c:pt idx="639">
                  <c:v>982</c:v>
                </c:pt>
                <c:pt idx="640">
                  <c:v>841</c:v>
                </c:pt>
                <c:pt idx="641">
                  <c:v>445</c:v>
                </c:pt>
                <c:pt idx="642">
                  <c:v>717</c:v>
                </c:pt>
                <c:pt idx="643">
                  <c:v>859</c:v>
                </c:pt>
                <c:pt idx="644">
                  <c:v>888</c:v>
                </c:pt>
                <c:pt idx="645">
                  <c:v>406</c:v>
                </c:pt>
                <c:pt idx="646">
                  <c:v>711</c:v>
                </c:pt>
                <c:pt idx="647">
                  <c:v>996</c:v>
                </c:pt>
                <c:pt idx="648">
                  <c:v>1117</c:v>
                </c:pt>
                <c:pt idx="649">
                  <c:v>992</c:v>
                </c:pt>
                <c:pt idx="650">
                  <c:v>726</c:v>
                </c:pt>
                <c:pt idx="651">
                  <c:v>681</c:v>
                </c:pt>
                <c:pt idx="652">
                  <c:v>1066</c:v>
                </c:pt>
                <c:pt idx="653">
                  <c:v>838</c:v>
                </c:pt>
                <c:pt idx="654">
                  <c:v>636</c:v>
                </c:pt>
                <c:pt idx="655">
                  <c:v>1227</c:v>
                </c:pt>
                <c:pt idx="656">
                  <c:v>929</c:v>
                </c:pt>
                <c:pt idx="657">
                  <c:v>1265</c:v>
                </c:pt>
                <c:pt idx="658">
                  <c:v>979</c:v>
                </c:pt>
                <c:pt idx="659">
                  <c:v>763</c:v>
                </c:pt>
                <c:pt idx="660">
                  <c:v>1468</c:v>
                </c:pt>
                <c:pt idx="661">
                  <c:v>1072</c:v>
                </c:pt>
                <c:pt idx="662">
                  <c:v>772</c:v>
                </c:pt>
                <c:pt idx="663">
                  <c:v>1122</c:v>
                </c:pt>
                <c:pt idx="664">
                  <c:v>779</c:v>
                </c:pt>
                <c:pt idx="665">
                  <c:v>1418</c:v>
                </c:pt>
                <c:pt idx="666">
                  <c:v>627</c:v>
                </c:pt>
                <c:pt idx="667">
                  <c:v>931</c:v>
                </c:pt>
                <c:pt idx="668">
                  <c:v>1725</c:v>
                </c:pt>
                <c:pt idx="669">
                  <c:v>1625</c:v>
                </c:pt>
                <c:pt idx="670">
                  <c:v>1315</c:v>
                </c:pt>
                <c:pt idx="671">
                  <c:v>1373</c:v>
                </c:pt>
                <c:pt idx="672">
                  <c:v>1082</c:v>
                </c:pt>
                <c:pt idx="673">
                  <c:v>1332</c:v>
                </c:pt>
                <c:pt idx="674">
                  <c:v>592</c:v>
                </c:pt>
                <c:pt idx="675">
                  <c:v>926</c:v>
                </c:pt>
                <c:pt idx="676">
                  <c:v>370</c:v>
                </c:pt>
                <c:pt idx="677">
                  <c:v>1043</c:v>
                </c:pt>
                <c:pt idx="678">
                  <c:v>672</c:v>
                </c:pt>
                <c:pt idx="679">
                  <c:v>737</c:v>
                </c:pt>
                <c:pt idx="680">
                  <c:v>832</c:v>
                </c:pt>
                <c:pt idx="681">
                  <c:v>1398</c:v>
                </c:pt>
                <c:pt idx="682">
                  <c:v>806</c:v>
                </c:pt>
                <c:pt idx="683">
                  <c:v>1287</c:v>
                </c:pt>
                <c:pt idx="684">
                  <c:v>772</c:v>
                </c:pt>
                <c:pt idx="685">
                  <c:v>1053</c:v>
                </c:pt>
                <c:pt idx="686">
                  <c:v>1050</c:v>
                </c:pt>
                <c:pt idx="687">
                  <c:v>1166</c:v>
                </c:pt>
                <c:pt idx="688">
                  <c:v>840</c:v>
                </c:pt>
                <c:pt idx="689">
                  <c:v>1029</c:v>
                </c:pt>
                <c:pt idx="690">
                  <c:v>1248</c:v>
                </c:pt>
                <c:pt idx="691">
                  <c:v>394</c:v>
                </c:pt>
                <c:pt idx="692">
                  <c:v>1634</c:v>
                </c:pt>
                <c:pt idx="693">
                  <c:v>1103</c:v>
                </c:pt>
                <c:pt idx="694">
                  <c:v>1056</c:v>
                </c:pt>
                <c:pt idx="695">
                  <c:v>1425</c:v>
                </c:pt>
                <c:pt idx="696">
                  <c:v>1301</c:v>
                </c:pt>
                <c:pt idx="697">
                  <c:v>1005</c:v>
                </c:pt>
                <c:pt idx="698">
                  <c:v>1316</c:v>
                </c:pt>
                <c:pt idx="699">
                  <c:v>393</c:v>
                </c:pt>
                <c:pt idx="700">
                  <c:v>994</c:v>
                </c:pt>
                <c:pt idx="701">
                  <c:v>1001</c:v>
                </c:pt>
                <c:pt idx="702">
                  <c:v>795</c:v>
                </c:pt>
                <c:pt idx="703">
                  <c:v>586</c:v>
                </c:pt>
                <c:pt idx="704">
                  <c:v>1418</c:v>
                </c:pt>
                <c:pt idx="705">
                  <c:v>1071</c:v>
                </c:pt>
                <c:pt idx="706">
                  <c:v>895</c:v>
                </c:pt>
                <c:pt idx="707">
                  <c:v>1515</c:v>
                </c:pt>
                <c:pt idx="708">
                  <c:v>1086</c:v>
                </c:pt>
                <c:pt idx="709">
                  <c:v>1030</c:v>
                </c:pt>
                <c:pt idx="710">
                  <c:v>1172</c:v>
                </c:pt>
                <c:pt idx="711">
                  <c:v>1290</c:v>
                </c:pt>
                <c:pt idx="712">
                  <c:v>804</c:v>
                </c:pt>
                <c:pt idx="713">
                  <c:v>1144</c:v>
                </c:pt>
                <c:pt idx="714">
                  <c:v>1071</c:v>
                </c:pt>
                <c:pt idx="715">
                  <c:v>1116</c:v>
                </c:pt>
                <c:pt idx="716">
                  <c:v>1766</c:v>
                </c:pt>
                <c:pt idx="717">
                  <c:v>624</c:v>
                </c:pt>
                <c:pt idx="718">
                  <c:v>1070</c:v>
                </c:pt>
                <c:pt idx="719">
                  <c:v>977</c:v>
                </c:pt>
                <c:pt idx="720">
                  <c:v>852</c:v>
                </c:pt>
                <c:pt idx="721">
                  <c:v>436</c:v>
                </c:pt>
                <c:pt idx="722">
                  <c:v>799</c:v>
                </c:pt>
                <c:pt idx="723">
                  <c:v>660</c:v>
                </c:pt>
                <c:pt idx="724">
                  <c:v>616</c:v>
                </c:pt>
                <c:pt idx="725">
                  <c:v>729</c:v>
                </c:pt>
                <c:pt idx="726">
                  <c:v>594</c:v>
                </c:pt>
                <c:pt idx="727">
                  <c:v>878</c:v>
                </c:pt>
                <c:pt idx="728">
                  <c:v>949</c:v>
                </c:pt>
                <c:pt idx="729">
                  <c:v>494</c:v>
                </c:pt>
                <c:pt idx="730">
                  <c:v>496</c:v>
                </c:pt>
                <c:pt idx="731">
                  <c:v>1278</c:v>
                </c:pt>
                <c:pt idx="732">
                  <c:v>952</c:v>
                </c:pt>
                <c:pt idx="733">
                  <c:v>573</c:v>
                </c:pt>
                <c:pt idx="734">
                  <c:v>699</c:v>
                </c:pt>
                <c:pt idx="735">
                  <c:v>1327</c:v>
                </c:pt>
                <c:pt idx="736">
                  <c:v>1385</c:v>
                </c:pt>
                <c:pt idx="737">
                  <c:v>1080</c:v>
                </c:pt>
                <c:pt idx="738">
                  <c:v>1057</c:v>
                </c:pt>
                <c:pt idx="739">
                  <c:v>836</c:v>
                </c:pt>
                <c:pt idx="740">
                  <c:v>639</c:v>
                </c:pt>
                <c:pt idx="741">
                  <c:v>656</c:v>
                </c:pt>
                <c:pt idx="742">
                  <c:v>748</c:v>
                </c:pt>
                <c:pt idx="743">
                  <c:v>1103</c:v>
                </c:pt>
                <c:pt idx="744">
                  <c:v>1231</c:v>
                </c:pt>
                <c:pt idx="745">
                  <c:v>424</c:v>
                </c:pt>
                <c:pt idx="746">
                  <c:v>1025</c:v>
                </c:pt>
                <c:pt idx="747">
                  <c:v>888</c:v>
                </c:pt>
                <c:pt idx="748">
                  <c:v>1479</c:v>
                </c:pt>
                <c:pt idx="749">
                  <c:v>870</c:v>
                </c:pt>
                <c:pt idx="750">
                  <c:v>1041</c:v>
                </c:pt>
                <c:pt idx="751">
                  <c:v>666</c:v>
                </c:pt>
                <c:pt idx="752">
                  <c:v>792</c:v>
                </c:pt>
                <c:pt idx="753">
                  <c:v>531</c:v>
                </c:pt>
                <c:pt idx="754">
                  <c:v>852</c:v>
                </c:pt>
                <c:pt idx="755">
                  <c:v>937</c:v>
                </c:pt>
                <c:pt idx="756">
                  <c:v>1071</c:v>
                </c:pt>
                <c:pt idx="757">
                  <c:v>1481</c:v>
                </c:pt>
                <c:pt idx="758">
                  <c:v>1292</c:v>
                </c:pt>
                <c:pt idx="759">
                  <c:v>940</c:v>
                </c:pt>
                <c:pt idx="760">
                  <c:v>579</c:v>
                </c:pt>
                <c:pt idx="761">
                  <c:v>1012</c:v>
                </c:pt>
                <c:pt idx="762">
                  <c:v>818</c:v>
                </c:pt>
                <c:pt idx="763">
                  <c:v>1223</c:v>
                </c:pt>
                <c:pt idx="764">
                  <c:v>722</c:v>
                </c:pt>
                <c:pt idx="765">
                  <c:v>1066</c:v>
                </c:pt>
                <c:pt idx="766">
                  <c:v>1260</c:v>
                </c:pt>
                <c:pt idx="767">
                  <c:v>1318</c:v>
                </c:pt>
                <c:pt idx="768">
                  <c:v>792</c:v>
                </c:pt>
                <c:pt idx="769">
                  <c:v>768</c:v>
                </c:pt>
                <c:pt idx="770">
                  <c:v>886</c:v>
                </c:pt>
                <c:pt idx="771">
                  <c:v>1289</c:v>
                </c:pt>
                <c:pt idx="772">
                  <c:v>719</c:v>
                </c:pt>
                <c:pt idx="773">
                  <c:v>1195</c:v>
                </c:pt>
                <c:pt idx="774">
                  <c:v>894</c:v>
                </c:pt>
                <c:pt idx="775">
                  <c:v>1060</c:v>
                </c:pt>
                <c:pt idx="776">
                  <c:v>1155</c:v>
                </c:pt>
                <c:pt idx="777">
                  <c:v>721</c:v>
                </c:pt>
                <c:pt idx="778">
                  <c:v>711</c:v>
                </c:pt>
                <c:pt idx="779">
                  <c:v>964</c:v>
                </c:pt>
                <c:pt idx="780">
                  <c:v>1066</c:v>
                </c:pt>
                <c:pt idx="781">
                  <c:v>913</c:v>
                </c:pt>
                <c:pt idx="782">
                  <c:v>962</c:v>
                </c:pt>
                <c:pt idx="783">
                  <c:v>831</c:v>
                </c:pt>
                <c:pt idx="784">
                  <c:v>525</c:v>
                </c:pt>
                <c:pt idx="785">
                  <c:v>983</c:v>
                </c:pt>
                <c:pt idx="786">
                  <c:v>830</c:v>
                </c:pt>
                <c:pt idx="787">
                  <c:v>1257</c:v>
                </c:pt>
                <c:pt idx="788">
                  <c:v>684</c:v>
                </c:pt>
                <c:pt idx="789">
                  <c:v>1240</c:v>
                </c:pt>
                <c:pt idx="790">
                  <c:v>904</c:v>
                </c:pt>
                <c:pt idx="791">
                  <c:v>954</c:v>
                </c:pt>
                <c:pt idx="792">
                  <c:v>1304</c:v>
                </c:pt>
                <c:pt idx="793">
                  <c:v>750</c:v>
                </c:pt>
                <c:pt idx="794">
                  <c:v>966</c:v>
                </c:pt>
                <c:pt idx="795">
                  <c:v>639</c:v>
                </c:pt>
                <c:pt idx="796">
                  <c:v>1207</c:v>
                </c:pt>
                <c:pt idx="797">
                  <c:v>537</c:v>
                </c:pt>
                <c:pt idx="798">
                  <c:v>854</c:v>
                </c:pt>
                <c:pt idx="799">
                  <c:v>742</c:v>
                </c:pt>
                <c:pt idx="800">
                  <c:v>1046</c:v>
                </c:pt>
                <c:pt idx="801">
                  <c:v>1015</c:v>
                </c:pt>
                <c:pt idx="802">
                  <c:v>965</c:v>
                </c:pt>
                <c:pt idx="803">
                  <c:v>590</c:v>
                </c:pt>
                <c:pt idx="804">
                  <c:v>1241</c:v>
                </c:pt>
                <c:pt idx="805">
                  <c:v>988</c:v>
                </c:pt>
                <c:pt idx="806">
                  <c:v>744</c:v>
                </c:pt>
                <c:pt idx="807">
                  <c:v>796</c:v>
                </c:pt>
                <c:pt idx="808">
                  <c:v>756</c:v>
                </c:pt>
                <c:pt idx="809">
                  <c:v>1378</c:v>
                </c:pt>
                <c:pt idx="810">
                  <c:v>815</c:v>
                </c:pt>
                <c:pt idx="811">
                  <c:v>448</c:v>
                </c:pt>
                <c:pt idx="812">
                  <c:v>1203</c:v>
                </c:pt>
                <c:pt idx="813">
                  <c:v>1135</c:v>
                </c:pt>
                <c:pt idx="814">
                  <c:v>965</c:v>
                </c:pt>
                <c:pt idx="815">
                  <c:v>1170</c:v>
                </c:pt>
                <c:pt idx="816">
                  <c:v>757</c:v>
                </c:pt>
                <c:pt idx="817">
                  <c:v>1116</c:v>
                </c:pt>
                <c:pt idx="818">
                  <c:v>865</c:v>
                </c:pt>
                <c:pt idx="819">
                  <c:v>1107</c:v>
                </c:pt>
                <c:pt idx="820">
                  <c:v>884</c:v>
                </c:pt>
                <c:pt idx="821">
                  <c:v>937</c:v>
                </c:pt>
                <c:pt idx="822">
                  <c:v>1046</c:v>
                </c:pt>
                <c:pt idx="823">
                  <c:v>879</c:v>
                </c:pt>
                <c:pt idx="824">
                  <c:v>956</c:v>
                </c:pt>
                <c:pt idx="825">
                  <c:v>1150</c:v>
                </c:pt>
                <c:pt idx="826">
                  <c:v>850</c:v>
                </c:pt>
                <c:pt idx="827">
                  <c:v>924</c:v>
                </c:pt>
                <c:pt idx="828">
                  <c:v>1091</c:v>
                </c:pt>
                <c:pt idx="829">
                  <c:v>1404</c:v>
                </c:pt>
                <c:pt idx="830">
                  <c:v>1078</c:v>
                </c:pt>
                <c:pt idx="831">
                  <c:v>1076</c:v>
                </c:pt>
                <c:pt idx="832">
                  <c:v>446</c:v>
                </c:pt>
                <c:pt idx="833">
                  <c:v>926</c:v>
                </c:pt>
                <c:pt idx="834">
                  <c:v>1503</c:v>
                </c:pt>
                <c:pt idx="835">
                  <c:v>752</c:v>
                </c:pt>
                <c:pt idx="836">
                  <c:v>1038</c:v>
                </c:pt>
                <c:pt idx="837">
                  <c:v>1214</c:v>
                </c:pt>
                <c:pt idx="838">
                  <c:v>913</c:v>
                </c:pt>
                <c:pt idx="839">
                  <c:v>711</c:v>
                </c:pt>
                <c:pt idx="840">
                  <c:v>775</c:v>
                </c:pt>
                <c:pt idx="841">
                  <c:v>954</c:v>
                </c:pt>
                <c:pt idx="842">
                  <c:v>1095</c:v>
                </c:pt>
                <c:pt idx="843">
                  <c:v>767</c:v>
                </c:pt>
                <c:pt idx="844">
                  <c:v>1126</c:v>
                </c:pt>
                <c:pt idx="845">
                  <c:v>698</c:v>
                </c:pt>
                <c:pt idx="846">
                  <c:v>1111</c:v>
                </c:pt>
                <c:pt idx="847">
                  <c:v>1224</c:v>
                </c:pt>
                <c:pt idx="848">
                  <c:v>803</c:v>
                </c:pt>
                <c:pt idx="849">
                  <c:v>880</c:v>
                </c:pt>
                <c:pt idx="850">
                  <c:v>1104</c:v>
                </c:pt>
                <c:pt idx="851">
                  <c:v>1060</c:v>
                </c:pt>
                <c:pt idx="852">
                  <c:v>1136</c:v>
                </c:pt>
                <c:pt idx="853">
                  <c:v>713</c:v>
                </c:pt>
                <c:pt idx="854">
                  <c:v>1047</c:v>
                </c:pt>
                <c:pt idx="855">
                  <c:v>585</c:v>
                </c:pt>
                <c:pt idx="856">
                  <c:v>684</c:v>
                </c:pt>
                <c:pt idx="857">
                  <c:v>914</c:v>
                </c:pt>
                <c:pt idx="858">
                  <c:v>714</c:v>
                </c:pt>
                <c:pt idx="859">
                  <c:v>693</c:v>
                </c:pt>
                <c:pt idx="860">
                  <c:v>542</c:v>
                </c:pt>
                <c:pt idx="861">
                  <c:v>1187</c:v>
                </c:pt>
                <c:pt idx="862">
                  <c:v>1451</c:v>
                </c:pt>
                <c:pt idx="863">
                  <c:v>1100</c:v>
                </c:pt>
                <c:pt idx="864">
                  <c:v>805</c:v>
                </c:pt>
                <c:pt idx="865">
                  <c:v>830</c:v>
                </c:pt>
                <c:pt idx="866">
                  <c:v>824</c:v>
                </c:pt>
                <c:pt idx="867">
                  <c:v>1200</c:v>
                </c:pt>
                <c:pt idx="868">
                  <c:v>973</c:v>
                </c:pt>
                <c:pt idx="869">
                  <c:v>1505</c:v>
                </c:pt>
                <c:pt idx="870">
                  <c:v>880</c:v>
                </c:pt>
                <c:pt idx="871">
                  <c:v>1205</c:v>
                </c:pt>
                <c:pt idx="872">
                  <c:v>832</c:v>
                </c:pt>
                <c:pt idx="873">
                  <c:v>1500</c:v>
                </c:pt>
                <c:pt idx="874">
                  <c:v>925</c:v>
                </c:pt>
                <c:pt idx="875">
                  <c:v>499</c:v>
                </c:pt>
                <c:pt idx="876">
                  <c:v>663</c:v>
                </c:pt>
                <c:pt idx="877">
                  <c:v>1021</c:v>
                </c:pt>
                <c:pt idx="878">
                  <c:v>903</c:v>
                </c:pt>
                <c:pt idx="879">
                  <c:v>680</c:v>
                </c:pt>
                <c:pt idx="880">
                  <c:v>920</c:v>
                </c:pt>
                <c:pt idx="881">
                  <c:v>688</c:v>
                </c:pt>
                <c:pt idx="882">
                  <c:v>964</c:v>
                </c:pt>
                <c:pt idx="883">
                  <c:v>725</c:v>
                </c:pt>
                <c:pt idx="884">
                  <c:v>898</c:v>
                </c:pt>
                <c:pt idx="885">
                  <c:v>597</c:v>
                </c:pt>
                <c:pt idx="886">
                  <c:v>881</c:v>
                </c:pt>
                <c:pt idx="887">
                  <c:v>1025</c:v>
                </c:pt>
                <c:pt idx="888">
                  <c:v>753</c:v>
                </c:pt>
                <c:pt idx="889">
                  <c:v>353</c:v>
                </c:pt>
                <c:pt idx="890">
                  <c:v>680</c:v>
                </c:pt>
                <c:pt idx="891">
                  <c:v>949</c:v>
                </c:pt>
                <c:pt idx="892">
                  <c:v>1314</c:v>
                </c:pt>
                <c:pt idx="893">
                  <c:v>962</c:v>
                </c:pt>
                <c:pt idx="894">
                  <c:v>593</c:v>
                </c:pt>
                <c:pt idx="895">
                  <c:v>1467</c:v>
                </c:pt>
                <c:pt idx="896">
                  <c:v>969</c:v>
                </c:pt>
                <c:pt idx="897">
                  <c:v>700</c:v>
                </c:pt>
                <c:pt idx="898">
                  <c:v>882</c:v>
                </c:pt>
                <c:pt idx="899">
                  <c:v>796</c:v>
                </c:pt>
                <c:pt idx="900">
                  <c:v>350</c:v>
                </c:pt>
                <c:pt idx="901">
                  <c:v>848</c:v>
                </c:pt>
                <c:pt idx="902">
                  <c:v>818</c:v>
                </c:pt>
                <c:pt idx="903">
                  <c:v>1111</c:v>
                </c:pt>
                <c:pt idx="904">
                  <c:v>688</c:v>
                </c:pt>
                <c:pt idx="905">
                  <c:v>946</c:v>
                </c:pt>
                <c:pt idx="906">
                  <c:v>1013</c:v>
                </c:pt>
                <c:pt idx="907">
                  <c:v>883</c:v>
                </c:pt>
                <c:pt idx="908">
                  <c:v>1009</c:v>
                </c:pt>
                <c:pt idx="909">
                  <c:v>808</c:v>
                </c:pt>
                <c:pt idx="910">
                  <c:v>807</c:v>
                </c:pt>
                <c:pt idx="911">
                  <c:v>1048</c:v>
                </c:pt>
                <c:pt idx="912">
                  <c:v>1162</c:v>
                </c:pt>
                <c:pt idx="913">
                  <c:v>1046</c:v>
                </c:pt>
                <c:pt idx="914">
                  <c:v>603</c:v>
                </c:pt>
                <c:pt idx="915">
                  <c:v>1151</c:v>
                </c:pt>
                <c:pt idx="916">
                  <c:v>502</c:v>
                </c:pt>
                <c:pt idx="917">
                  <c:v>715</c:v>
                </c:pt>
                <c:pt idx="918">
                  <c:v>1055</c:v>
                </c:pt>
                <c:pt idx="919">
                  <c:v>875</c:v>
                </c:pt>
                <c:pt idx="920">
                  <c:v>988</c:v>
                </c:pt>
                <c:pt idx="921">
                  <c:v>1188</c:v>
                </c:pt>
                <c:pt idx="922">
                  <c:v>695</c:v>
                </c:pt>
                <c:pt idx="923">
                  <c:v>829</c:v>
                </c:pt>
                <c:pt idx="924">
                  <c:v>950</c:v>
                </c:pt>
                <c:pt idx="925">
                  <c:v>499</c:v>
                </c:pt>
                <c:pt idx="926">
                  <c:v>806</c:v>
                </c:pt>
                <c:pt idx="927">
                  <c:v>634</c:v>
                </c:pt>
                <c:pt idx="928">
                  <c:v>741</c:v>
                </c:pt>
                <c:pt idx="929">
                  <c:v>1116</c:v>
                </c:pt>
                <c:pt idx="930">
                  <c:v>986</c:v>
                </c:pt>
                <c:pt idx="931">
                  <c:v>924</c:v>
                </c:pt>
                <c:pt idx="932">
                  <c:v>1372</c:v>
                </c:pt>
                <c:pt idx="933">
                  <c:v>1198</c:v>
                </c:pt>
                <c:pt idx="934">
                  <c:v>634</c:v>
                </c:pt>
                <c:pt idx="935">
                  <c:v>807</c:v>
                </c:pt>
                <c:pt idx="936">
                  <c:v>858</c:v>
                </c:pt>
                <c:pt idx="937">
                  <c:v>1128</c:v>
                </c:pt>
                <c:pt idx="938">
                  <c:v>936</c:v>
                </c:pt>
                <c:pt idx="939">
                  <c:v>1220</c:v>
                </c:pt>
                <c:pt idx="940">
                  <c:v>911</c:v>
                </c:pt>
                <c:pt idx="941">
                  <c:v>420</c:v>
                </c:pt>
                <c:pt idx="942">
                  <c:v>1151</c:v>
                </c:pt>
                <c:pt idx="943">
                  <c:v>882</c:v>
                </c:pt>
                <c:pt idx="944">
                  <c:v>995</c:v>
                </c:pt>
                <c:pt idx="945">
                  <c:v>921</c:v>
                </c:pt>
                <c:pt idx="946">
                  <c:v>927</c:v>
                </c:pt>
                <c:pt idx="947">
                  <c:v>713</c:v>
                </c:pt>
                <c:pt idx="948">
                  <c:v>1783</c:v>
                </c:pt>
                <c:pt idx="949">
                  <c:v>895</c:v>
                </c:pt>
                <c:pt idx="950">
                  <c:v>1084</c:v>
                </c:pt>
                <c:pt idx="951">
                  <c:v>1044</c:v>
                </c:pt>
                <c:pt idx="952">
                  <c:v>1463</c:v>
                </c:pt>
                <c:pt idx="953">
                  <c:v>731</c:v>
                </c:pt>
                <c:pt idx="954">
                  <c:v>1158</c:v>
                </c:pt>
                <c:pt idx="955">
                  <c:v>1127</c:v>
                </c:pt>
                <c:pt idx="956">
                  <c:v>1024</c:v>
                </c:pt>
                <c:pt idx="957">
                  <c:v>777</c:v>
                </c:pt>
                <c:pt idx="958">
                  <c:v>760</c:v>
                </c:pt>
                <c:pt idx="959">
                  <c:v>1001</c:v>
                </c:pt>
                <c:pt idx="960">
                  <c:v>423</c:v>
                </c:pt>
                <c:pt idx="961">
                  <c:v>441</c:v>
                </c:pt>
                <c:pt idx="962">
                  <c:v>668</c:v>
                </c:pt>
                <c:pt idx="963">
                  <c:v>885</c:v>
                </c:pt>
                <c:pt idx="964">
                  <c:v>388</c:v>
                </c:pt>
                <c:pt idx="965">
                  <c:v>915</c:v>
                </c:pt>
                <c:pt idx="966">
                  <c:v>937</c:v>
                </c:pt>
                <c:pt idx="967">
                  <c:v>795</c:v>
                </c:pt>
                <c:pt idx="968">
                  <c:v>598</c:v>
                </c:pt>
                <c:pt idx="969">
                  <c:v>637</c:v>
                </c:pt>
                <c:pt idx="970">
                  <c:v>1123</c:v>
                </c:pt>
                <c:pt idx="971">
                  <c:v>992</c:v>
                </c:pt>
                <c:pt idx="972">
                  <c:v>640</c:v>
                </c:pt>
              </c:numCache>
            </c:numRef>
          </c:xVal>
          <c:yVal>
            <c:numRef>
              <c:f>Regression!$B$32:$B$1004</c:f>
              <c:numCache>
                <c:formatCode>General</c:formatCode>
                <c:ptCount val="973"/>
                <c:pt idx="0">
                  <c:v>2.1628848853832228</c:v>
                </c:pt>
                <c:pt idx="1">
                  <c:v>2.5089409883117986</c:v>
                </c:pt>
                <c:pt idx="2">
                  <c:v>2.4330052461043099</c:v>
                </c:pt>
                <c:pt idx="3">
                  <c:v>2.9734922256880605</c:v>
                </c:pt>
                <c:pt idx="4">
                  <c:v>2.5913631324752258</c:v>
                </c:pt>
                <c:pt idx="5">
                  <c:v>2.2391504018218971</c:v>
                </c:pt>
                <c:pt idx="6">
                  <c:v>2.4528874024120633</c:v>
                </c:pt>
                <c:pt idx="7">
                  <c:v>2.9509391523847373</c:v>
                </c:pt>
                <c:pt idx="8">
                  <c:v>2.6142108615326949</c:v>
                </c:pt>
                <c:pt idx="9">
                  <c:v>2.9720889107832793</c:v>
                </c:pt>
                <c:pt idx="10">
                  <c:v>2.3960457077993533</c:v>
                </c:pt>
                <c:pt idx="11">
                  <c:v>2.8055435055221762</c:v>
                </c:pt>
                <c:pt idx="12">
                  <c:v>2.2049031916585919</c:v>
                </c:pt>
                <c:pt idx="13">
                  <c:v>2.8649483227818591</c:v>
                </c:pt>
                <c:pt idx="14">
                  <c:v>3.3711792977263282</c:v>
                </c:pt>
                <c:pt idx="15">
                  <c:v>2.2132100119786493</c:v>
                </c:pt>
                <c:pt idx="16">
                  <c:v>2.7115434776901424</c:v>
                </c:pt>
                <c:pt idx="17">
                  <c:v>2.4698215235527452</c:v>
                </c:pt>
                <c:pt idx="18">
                  <c:v>2.218100058708437</c:v>
                </c:pt>
                <c:pt idx="19">
                  <c:v>2.3231971890998127</c:v>
                </c:pt>
                <c:pt idx="20">
                  <c:v>3.4805868891992038</c:v>
                </c:pt>
                <c:pt idx="21">
                  <c:v>2.5637270535089618</c:v>
                </c:pt>
                <c:pt idx="22">
                  <c:v>3.4782183285800663</c:v>
                </c:pt>
                <c:pt idx="23">
                  <c:v>2.7322566072992585</c:v>
                </c:pt>
                <c:pt idx="24">
                  <c:v>3.2002507853736732</c:v>
                </c:pt>
                <c:pt idx="25">
                  <c:v>2.9031220277310763</c:v>
                </c:pt>
                <c:pt idx="26">
                  <c:v>2.4451056141052097</c:v>
                </c:pt>
                <c:pt idx="27">
                  <c:v>3.4760223941934925</c:v>
                </c:pt>
                <c:pt idx="28">
                  <c:v>2.892266970523691</c:v>
                </c:pt>
                <c:pt idx="29">
                  <c:v>2.3266215441735989</c:v>
                </c:pt>
                <c:pt idx="30">
                  <c:v>3.4813823234990044</c:v>
                </c:pt>
                <c:pt idx="31">
                  <c:v>2.5393943302278936</c:v>
                </c:pt>
                <c:pt idx="32">
                  <c:v>2.4577814565337937</c:v>
                </c:pt>
                <c:pt idx="33">
                  <c:v>2.3739973267354846</c:v>
                </c:pt>
                <c:pt idx="34">
                  <c:v>2.6374931060560307</c:v>
                </c:pt>
                <c:pt idx="35">
                  <c:v>2.2753343108759596</c:v>
                </c:pt>
                <c:pt idx="36">
                  <c:v>2.2590753374321371</c:v>
                </c:pt>
                <c:pt idx="37">
                  <c:v>2.4068916320903169</c:v>
                </c:pt>
                <c:pt idx="38">
                  <c:v>2.7448066930309896</c:v>
                </c:pt>
                <c:pt idx="39">
                  <c:v>2.8454171909373205</c:v>
                </c:pt>
                <c:pt idx="40">
                  <c:v>3.0567488317155251</c:v>
                </c:pt>
                <c:pt idx="41">
                  <c:v>2.8146609038061179</c:v>
                </c:pt>
                <c:pt idx="42">
                  <c:v>2.9389552247361963</c:v>
                </c:pt>
                <c:pt idx="43">
                  <c:v>1.913306882425418</c:v>
                </c:pt>
                <c:pt idx="44">
                  <c:v>2.4863370463812844</c:v>
                </c:pt>
                <c:pt idx="45">
                  <c:v>2.6392413243264468</c:v>
                </c:pt>
                <c:pt idx="46">
                  <c:v>2.4075107114190573</c:v>
                </c:pt>
                <c:pt idx="47">
                  <c:v>2.3192352368163074</c:v>
                </c:pt>
                <c:pt idx="48">
                  <c:v>2.9737382586010295</c:v>
                </c:pt>
                <c:pt idx="49">
                  <c:v>2.8099170208958864</c:v>
                </c:pt>
                <c:pt idx="50">
                  <c:v>2.4141996551982583</c:v>
                </c:pt>
                <c:pt idx="51">
                  <c:v>2.9316513137304976</c:v>
                </c:pt>
                <c:pt idx="52">
                  <c:v>2.252912711486152</c:v>
                </c:pt>
                <c:pt idx="53">
                  <c:v>2.5418891746801968</c:v>
                </c:pt>
                <c:pt idx="54">
                  <c:v>2.1681879007442051</c:v>
                </c:pt>
                <c:pt idx="55">
                  <c:v>2.2243717354927282</c:v>
                </c:pt>
                <c:pt idx="56">
                  <c:v>3.5584985654634664</c:v>
                </c:pt>
                <c:pt idx="57">
                  <c:v>2.3862076393256229</c:v>
                </c:pt>
                <c:pt idx="58">
                  <c:v>2.8302613929339793</c:v>
                </c:pt>
                <c:pt idx="59">
                  <c:v>2.7568555888341786</c:v>
                </c:pt>
                <c:pt idx="60">
                  <c:v>2.2048620942692434</c:v>
                </c:pt>
                <c:pt idx="61">
                  <c:v>3.4159171479891541</c:v>
                </c:pt>
                <c:pt idx="62">
                  <c:v>3.5193519274037253</c:v>
                </c:pt>
                <c:pt idx="63">
                  <c:v>2.9348997310791254</c:v>
                </c:pt>
                <c:pt idx="64">
                  <c:v>2.5517219557795032</c:v>
                </c:pt>
                <c:pt idx="65">
                  <c:v>2.5480213565280154</c:v>
                </c:pt>
                <c:pt idx="66">
                  <c:v>3.5781918668467227</c:v>
                </c:pt>
                <c:pt idx="67">
                  <c:v>3.0388656101427256</c:v>
                </c:pt>
                <c:pt idx="68">
                  <c:v>2.0298973430296114</c:v>
                </c:pt>
                <c:pt idx="69">
                  <c:v>2.0928499769085258</c:v>
                </c:pt>
                <c:pt idx="70">
                  <c:v>3.2370162922630175</c:v>
                </c:pt>
                <c:pt idx="71">
                  <c:v>2.2800017845164486</c:v>
                </c:pt>
                <c:pt idx="72">
                  <c:v>2.5158486581342072</c:v>
                </c:pt>
                <c:pt idx="73">
                  <c:v>2.9215530242108469</c:v>
                </c:pt>
                <c:pt idx="74">
                  <c:v>2.4242184717960757</c:v>
                </c:pt>
                <c:pt idx="75">
                  <c:v>2.2557854579757812</c:v>
                </c:pt>
                <c:pt idx="76">
                  <c:v>2.1893513298521348</c:v>
                </c:pt>
                <c:pt idx="77">
                  <c:v>2.8942090406174308</c:v>
                </c:pt>
                <c:pt idx="78">
                  <c:v>2.1303125051052483</c:v>
                </c:pt>
                <c:pt idx="79">
                  <c:v>2.5057649559580484</c:v>
                </c:pt>
                <c:pt idx="80">
                  <c:v>2.9676702090432707</c:v>
                </c:pt>
                <c:pt idx="81">
                  <c:v>3.434963714232858</c:v>
                </c:pt>
                <c:pt idx="82">
                  <c:v>2.8274273732349466</c:v>
                </c:pt>
                <c:pt idx="83">
                  <c:v>2.6325413862456362</c:v>
                </c:pt>
                <c:pt idx="84">
                  <c:v>2.7913722516279149</c:v>
                </c:pt>
                <c:pt idx="85">
                  <c:v>3.0350949499514863</c:v>
                </c:pt>
                <c:pt idx="86">
                  <c:v>2.0902977420066926</c:v>
                </c:pt>
                <c:pt idx="87">
                  <c:v>2.6394660660841232</c:v>
                </c:pt>
                <c:pt idx="88">
                  <c:v>3.4901672660570937</c:v>
                </c:pt>
                <c:pt idx="89">
                  <c:v>2.7271538851729842</c:v>
                </c:pt>
                <c:pt idx="90">
                  <c:v>2.9857769132001857</c:v>
                </c:pt>
                <c:pt idx="91">
                  <c:v>2.2499578424769116</c:v>
                </c:pt>
                <c:pt idx="92">
                  <c:v>2.3974721883520553</c:v>
                </c:pt>
                <c:pt idx="93">
                  <c:v>2.4072602393507525</c:v>
                </c:pt>
                <c:pt idx="94">
                  <c:v>2.5287831149081601</c:v>
                </c:pt>
                <c:pt idx="95">
                  <c:v>3.1784898244685071</c:v>
                </c:pt>
                <c:pt idx="96">
                  <c:v>3.4672999856810174</c:v>
                </c:pt>
                <c:pt idx="97">
                  <c:v>2.882658346634186</c:v>
                </c:pt>
                <c:pt idx="98">
                  <c:v>3.4236304192794473</c:v>
                </c:pt>
                <c:pt idx="99">
                  <c:v>2.5206098639871573</c:v>
                </c:pt>
                <c:pt idx="100">
                  <c:v>2.3676941764764687</c:v>
                </c:pt>
                <c:pt idx="101">
                  <c:v>2.4099353481912904</c:v>
                </c:pt>
                <c:pt idx="102">
                  <c:v>2.1866275832582849</c:v>
                </c:pt>
                <c:pt idx="103">
                  <c:v>2.5582326388737409</c:v>
                </c:pt>
                <c:pt idx="104">
                  <c:v>2.2651825262081031</c:v>
                </c:pt>
                <c:pt idx="105">
                  <c:v>2.075989802106224</c:v>
                </c:pt>
                <c:pt idx="106">
                  <c:v>3.5051993513312558</c:v>
                </c:pt>
                <c:pt idx="107">
                  <c:v>2.2022427818605421</c:v>
                </c:pt>
                <c:pt idx="108">
                  <c:v>2.2193577097396671</c:v>
                </c:pt>
                <c:pt idx="109">
                  <c:v>2.1872791480443525</c:v>
                </c:pt>
                <c:pt idx="110">
                  <c:v>2.5197452973477805</c:v>
                </c:pt>
                <c:pt idx="111">
                  <c:v>2.4025361347110112</c:v>
                </c:pt>
                <c:pt idx="112">
                  <c:v>3.0239098589769906</c:v>
                </c:pt>
                <c:pt idx="113">
                  <c:v>2.4655870397400577</c:v>
                </c:pt>
                <c:pt idx="114">
                  <c:v>2.8892390588031303</c:v>
                </c:pt>
                <c:pt idx="115">
                  <c:v>2.9990599208992594</c:v>
                </c:pt>
                <c:pt idx="116">
                  <c:v>2.3431473476765445</c:v>
                </c:pt>
                <c:pt idx="117">
                  <c:v>2.7954925697398192</c:v>
                </c:pt>
                <c:pt idx="118">
                  <c:v>2.4765458315247058</c:v>
                </c:pt>
                <c:pt idx="119">
                  <c:v>2.8295244994038597</c:v>
                </c:pt>
                <c:pt idx="120">
                  <c:v>2.8333974811209557</c:v>
                </c:pt>
                <c:pt idx="121">
                  <c:v>2.4996929220751802</c:v>
                </c:pt>
                <c:pt idx="122">
                  <c:v>2.8130994919442718</c:v>
                </c:pt>
                <c:pt idx="123">
                  <c:v>2.4117879630390777</c:v>
                </c:pt>
                <c:pt idx="124">
                  <c:v>2.5984019871034416</c:v>
                </c:pt>
                <c:pt idx="125">
                  <c:v>2.6294290832446343</c:v>
                </c:pt>
                <c:pt idx="126">
                  <c:v>2.4931096691258912</c:v>
                </c:pt>
                <c:pt idx="127">
                  <c:v>1.9703904503978471</c:v>
                </c:pt>
                <c:pt idx="128">
                  <c:v>2.9755638809303826</c:v>
                </c:pt>
                <c:pt idx="129">
                  <c:v>2.1695473937230787</c:v>
                </c:pt>
                <c:pt idx="130">
                  <c:v>2.1527604103522511</c:v>
                </c:pt>
                <c:pt idx="131">
                  <c:v>3.0453082978558386</c:v>
                </c:pt>
                <c:pt idx="132">
                  <c:v>2.2250394816189063</c:v>
                </c:pt>
                <c:pt idx="133">
                  <c:v>2.9459919341693572</c:v>
                </c:pt>
                <c:pt idx="134">
                  <c:v>2.518826762519923</c:v>
                </c:pt>
                <c:pt idx="135">
                  <c:v>2.4906000876872221</c:v>
                </c:pt>
                <c:pt idx="136">
                  <c:v>3.0290556198845673</c:v>
                </c:pt>
                <c:pt idx="137">
                  <c:v>2.7507224881762955</c:v>
                </c:pt>
                <c:pt idx="138">
                  <c:v>2.7077565753128443</c:v>
                </c:pt>
                <c:pt idx="139">
                  <c:v>2.269520467351037</c:v>
                </c:pt>
                <c:pt idx="140">
                  <c:v>2.4379250102856789</c:v>
                </c:pt>
                <c:pt idx="141">
                  <c:v>3.3828959910754213</c:v>
                </c:pt>
                <c:pt idx="142">
                  <c:v>2.8515649775563183</c:v>
                </c:pt>
                <c:pt idx="143">
                  <c:v>2.3843475543896178</c:v>
                </c:pt>
                <c:pt idx="144">
                  <c:v>2.3112527424180969</c:v>
                </c:pt>
                <c:pt idx="145">
                  <c:v>2.8794208641482175</c:v>
                </c:pt>
                <c:pt idx="146">
                  <c:v>2.2397182060724647</c:v>
                </c:pt>
                <c:pt idx="147">
                  <c:v>2.1774943897820975</c:v>
                </c:pt>
                <c:pt idx="148">
                  <c:v>2.085576562579603</c:v>
                </c:pt>
                <c:pt idx="149">
                  <c:v>2.2396851227574857</c:v>
                </c:pt>
                <c:pt idx="150">
                  <c:v>2.9260931289383709</c:v>
                </c:pt>
                <c:pt idx="151">
                  <c:v>2.8892558462369227</c:v>
                </c:pt>
                <c:pt idx="152">
                  <c:v>2.5184780497520087</c:v>
                </c:pt>
                <c:pt idx="153">
                  <c:v>2.3041029330004918</c:v>
                </c:pt>
                <c:pt idx="154">
                  <c:v>3.0791596058946404</c:v>
                </c:pt>
                <c:pt idx="155">
                  <c:v>3.5351696536299517</c:v>
                </c:pt>
                <c:pt idx="156">
                  <c:v>2.6647983495094163</c:v>
                </c:pt>
                <c:pt idx="157">
                  <c:v>3.0204871343684925</c:v>
                </c:pt>
                <c:pt idx="158">
                  <c:v>2.5209793484880993</c:v>
                </c:pt>
                <c:pt idx="159">
                  <c:v>2.8436749805696553</c:v>
                </c:pt>
                <c:pt idx="160">
                  <c:v>2.5683290279786983</c:v>
                </c:pt>
                <c:pt idx="161">
                  <c:v>2.2609538185893099</c:v>
                </c:pt>
                <c:pt idx="162">
                  <c:v>2.3154651179766277</c:v>
                </c:pt>
                <c:pt idx="163">
                  <c:v>2.2466217281775975</c:v>
                </c:pt>
                <c:pt idx="164">
                  <c:v>2.4238682886177187</c:v>
                </c:pt>
                <c:pt idx="165">
                  <c:v>2.5074304357151531</c:v>
                </c:pt>
                <c:pt idx="166">
                  <c:v>2.6187320087423149</c:v>
                </c:pt>
                <c:pt idx="167">
                  <c:v>2.2769677289657189</c:v>
                </c:pt>
                <c:pt idx="168">
                  <c:v>2.7908015394773993</c:v>
                </c:pt>
                <c:pt idx="169">
                  <c:v>2.2215718520674699</c:v>
                </c:pt>
                <c:pt idx="170">
                  <c:v>2.2801416498964384</c:v>
                </c:pt>
                <c:pt idx="171">
                  <c:v>2.2819232712747075</c:v>
                </c:pt>
                <c:pt idx="172">
                  <c:v>3.0171848585596837</c:v>
                </c:pt>
                <c:pt idx="173">
                  <c:v>2.9989545986498709</c:v>
                </c:pt>
                <c:pt idx="174">
                  <c:v>1.980903845804358</c:v>
                </c:pt>
                <c:pt idx="175">
                  <c:v>2.6258209930772356</c:v>
                </c:pt>
                <c:pt idx="176">
                  <c:v>2.9714405548138769</c:v>
                </c:pt>
                <c:pt idx="177">
                  <c:v>2.3686301505357905</c:v>
                </c:pt>
                <c:pt idx="178">
                  <c:v>2.956834144169616</c:v>
                </c:pt>
                <c:pt idx="179">
                  <c:v>2.2529125903643852</c:v>
                </c:pt>
                <c:pt idx="180">
                  <c:v>2.0397140657851485</c:v>
                </c:pt>
                <c:pt idx="181">
                  <c:v>2.7349124132559379</c:v>
                </c:pt>
                <c:pt idx="182">
                  <c:v>3.037336743234929</c:v>
                </c:pt>
                <c:pt idx="183">
                  <c:v>2.9595097959290939</c:v>
                </c:pt>
                <c:pt idx="184">
                  <c:v>2.1202924980480242</c:v>
                </c:pt>
                <c:pt idx="185">
                  <c:v>2.2026567615083366</c:v>
                </c:pt>
                <c:pt idx="186">
                  <c:v>2.0855976925668078</c:v>
                </c:pt>
                <c:pt idx="187">
                  <c:v>2.1411929018080822</c:v>
                </c:pt>
                <c:pt idx="188">
                  <c:v>1.9734241713027179</c:v>
                </c:pt>
                <c:pt idx="189">
                  <c:v>2.2053005666651728</c:v>
                </c:pt>
                <c:pt idx="190">
                  <c:v>2.9151925961441005</c:v>
                </c:pt>
                <c:pt idx="191">
                  <c:v>2.9055049791370662</c:v>
                </c:pt>
                <c:pt idx="192">
                  <c:v>2.0448356204053901</c:v>
                </c:pt>
                <c:pt idx="193">
                  <c:v>2.0466926303758832</c:v>
                </c:pt>
                <c:pt idx="194">
                  <c:v>2.7530345868281731</c:v>
                </c:pt>
                <c:pt idx="195">
                  <c:v>2.627899697492345</c:v>
                </c:pt>
                <c:pt idx="196">
                  <c:v>2.2428047566656124</c:v>
                </c:pt>
                <c:pt idx="197">
                  <c:v>2.9578774802006484</c:v>
                </c:pt>
                <c:pt idx="198">
                  <c:v>2.1731663493648865</c:v>
                </c:pt>
                <c:pt idx="199">
                  <c:v>3.002666586623274</c:v>
                </c:pt>
                <c:pt idx="200">
                  <c:v>2.2239436956118426</c:v>
                </c:pt>
                <c:pt idx="201">
                  <c:v>2.1894234925989164</c:v>
                </c:pt>
                <c:pt idx="202">
                  <c:v>2.1177635276881586</c:v>
                </c:pt>
                <c:pt idx="203">
                  <c:v>2.2323873424450449</c:v>
                </c:pt>
                <c:pt idx="204">
                  <c:v>2.3377944267968482</c:v>
                </c:pt>
                <c:pt idx="205">
                  <c:v>2.82120175237488</c:v>
                </c:pt>
                <c:pt idx="206">
                  <c:v>2.599735273929757</c:v>
                </c:pt>
                <c:pt idx="207">
                  <c:v>2.2126100673417155</c:v>
                </c:pt>
                <c:pt idx="208">
                  <c:v>2.9403060257066249</c:v>
                </c:pt>
                <c:pt idx="209">
                  <c:v>1.9743826811678264</c:v>
                </c:pt>
                <c:pt idx="210">
                  <c:v>2.901569256289473</c:v>
                </c:pt>
                <c:pt idx="211">
                  <c:v>3.0399357339064386</c:v>
                </c:pt>
                <c:pt idx="212">
                  <c:v>2.8956706409183641</c:v>
                </c:pt>
                <c:pt idx="213">
                  <c:v>2.0783887074864182</c:v>
                </c:pt>
                <c:pt idx="214">
                  <c:v>2.2475783234543565</c:v>
                </c:pt>
                <c:pt idx="215">
                  <c:v>3.0697872127986372</c:v>
                </c:pt>
                <c:pt idx="216">
                  <c:v>2.6806548736539408</c:v>
                </c:pt>
                <c:pt idx="217">
                  <c:v>3.1887427745275714</c:v>
                </c:pt>
                <c:pt idx="218">
                  <c:v>2.7539834733085349</c:v>
                </c:pt>
                <c:pt idx="219">
                  <c:v>2.8926408448137293</c:v>
                </c:pt>
                <c:pt idx="220">
                  <c:v>2.8371718190402646</c:v>
                </c:pt>
                <c:pt idx="221">
                  <c:v>2.2929921817261794</c:v>
                </c:pt>
                <c:pt idx="222">
                  <c:v>2.8345008340175886</c:v>
                </c:pt>
                <c:pt idx="223">
                  <c:v>3.0253145564642159</c:v>
                </c:pt>
                <c:pt idx="224">
                  <c:v>3.0328548018721451</c:v>
                </c:pt>
                <c:pt idx="225">
                  <c:v>2.948175230439019</c:v>
                </c:pt>
                <c:pt idx="226">
                  <c:v>2.8343853470299285</c:v>
                </c:pt>
                <c:pt idx="227">
                  <c:v>2.9463527778424199</c:v>
                </c:pt>
                <c:pt idx="228">
                  <c:v>2.8470898442001138</c:v>
                </c:pt>
                <c:pt idx="229">
                  <c:v>3.0082467592728648</c:v>
                </c:pt>
                <c:pt idx="230">
                  <c:v>2.8866740147050196</c:v>
                </c:pt>
                <c:pt idx="231">
                  <c:v>2.2835786715028399</c:v>
                </c:pt>
                <c:pt idx="232">
                  <c:v>3.0897439684494747</c:v>
                </c:pt>
                <c:pt idx="233">
                  <c:v>3.0029359597456815</c:v>
                </c:pt>
                <c:pt idx="234">
                  <c:v>2.9391267087875743</c:v>
                </c:pt>
                <c:pt idx="235">
                  <c:v>2.8696975399521545</c:v>
                </c:pt>
                <c:pt idx="236">
                  <c:v>2.5937119385293319</c:v>
                </c:pt>
                <c:pt idx="237">
                  <c:v>2.7925377704598429</c:v>
                </c:pt>
                <c:pt idx="238">
                  <c:v>2.4028867888810357</c:v>
                </c:pt>
                <c:pt idx="239">
                  <c:v>2.8748273767987547</c:v>
                </c:pt>
                <c:pt idx="240">
                  <c:v>2.9865051880518791</c:v>
                </c:pt>
                <c:pt idx="241">
                  <c:v>2.8528342061584038</c:v>
                </c:pt>
                <c:pt idx="242">
                  <c:v>2.8474982627094452</c:v>
                </c:pt>
                <c:pt idx="243">
                  <c:v>2.1639452974534295</c:v>
                </c:pt>
                <c:pt idx="244">
                  <c:v>3.0432414400460779</c:v>
                </c:pt>
                <c:pt idx="245">
                  <c:v>2.3124614391241813</c:v>
                </c:pt>
                <c:pt idx="246">
                  <c:v>2.9141454877967625</c:v>
                </c:pt>
                <c:pt idx="247">
                  <c:v>2.8502748966135751</c:v>
                </c:pt>
                <c:pt idx="248">
                  <c:v>2.908883822091898</c:v>
                </c:pt>
                <c:pt idx="249">
                  <c:v>1.9760221870114218</c:v>
                </c:pt>
                <c:pt idx="250">
                  <c:v>2.7873522825630221</c:v>
                </c:pt>
                <c:pt idx="251">
                  <c:v>2.8262354206925644</c:v>
                </c:pt>
                <c:pt idx="252">
                  <c:v>2.0766893454205624</c:v>
                </c:pt>
                <c:pt idx="253">
                  <c:v>3.0922972930909598</c:v>
                </c:pt>
                <c:pt idx="254">
                  <c:v>2.9869956897062866</c:v>
                </c:pt>
                <c:pt idx="255">
                  <c:v>3.0185270001717179</c:v>
                </c:pt>
                <c:pt idx="256">
                  <c:v>2.8603813201533637</c:v>
                </c:pt>
                <c:pt idx="257">
                  <c:v>2.1602190623051074</c:v>
                </c:pt>
                <c:pt idx="258">
                  <c:v>2.6755985699776632</c:v>
                </c:pt>
                <c:pt idx="259">
                  <c:v>2.2408466141328329</c:v>
                </c:pt>
                <c:pt idx="260">
                  <c:v>2.8103582457533354</c:v>
                </c:pt>
                <c:pt idx="261">
                  <c:v>2.7629381952238106</c:v>
                </c:pt>
                <c:pt idx="262">
                  <c:v>2.7743776009166092</c:v>
                </c:pt>
                <c:pt idx="263">
                  <c:v>2.8132376132483139</c:v>
                </c:pt>
                <c:pt idx="264">
                  <c:v>2.1474254978289555</c:v>
                </c:pt>
                <c:pt idx="265">
                  <c:v>2.3266141267426215</c:v>
                </c:pt>
                <c:pt idx="266">
                  <c:v>2.0133154704244247</c:v>
                </c:pt>
                <c:pt idx="267">
                  <c:v>2.9089844206598636</c:v>
                </c:pt>
                <c:pt idx="268">
                  <c:v>2.8670577156195387</c:v>
                </c:pt>
                <c:pt idx="269">
                  <c:v>2.128882889246404</c:v>
                </c:pt>
                <c:pt idx="270">
                  <c:v>1.9563871854532595</c:v>
                </c:pt>
                <c:pt idx="271">
                  <c:v>3.054085052741351</c:v>
                </c:pt>
                <c:pt idx="272">
                  <c:v>2.8278355141026204</c:v>
                </c:pt>
                <c:pt idx="273">
                  <c:v>2.2231588616961204</c:v>
                </c:pt>
                <c:pt idx="274">
                  <c:v>2.8223618645837973</c:v>
                </c:pt>
                <c:pt idx="275">
                  <c:v>2.1920723279360188</c:v>
                </c:pt>
                <c:pt idx="276">
                  <c:v>2.0640122673709747</c:v>
                </c:pt>
                <c:pt idx="277">
                  <c:v>2.6438364719216545</c:v>
                </c:pt>
                <c:pt idx="278">
                  <c:v>2.0322755219157465</c:v>
                </c:pt>
                <c:pt idx="279">
                  <c:v>2.9883058444673916</c:v>
                </c:pt>
                <c:pt idx="280">
                  <c:v>2.9537155509930613</c:v>
                </c:pt>
                <c:pt idx="281">
                  <c:v>2.7143692288600159</c:v>
                </c:pt>
                <c:pt idx="282">
                  <c:v>2.7149565589632463</c:v>
                </c:pt>
                <c:pt idx="283">
                  <c:v>2.4219953792249238</c:v>
                </c:pt>
                <c:pt idx="284">
                  <c:v>2.9116558777653396</c:v>
                </c:pt>
                <c:pt idx="285">
                  <c:v>2.3723539899329156</c:v>
                </c:pt>
                <c:pt idx="286">
                  <c:v>2.6415859269781605</c:v>
                </c:pt>
                <c:pt idx="287">
                  <c:v>2.7197476432326813</c:v>
                </c:pt>
                <c:pt idx="288">
                  <c:v>2.955748549310675</c:v>
                </c:pt>
                <c:pt idx="289">
                  <c:v>2.1547560550358296</c:v>
                </c:pt>
                <c:pt idx="290">
                  <c:v>2.7602919622069195</c:v>
                </c:pt>
                <c:pt idx="291">
                  <c:v>2.6850343769609344</c:v>
                </c:pt>
                <c:pt idx="292">
                  <c:v>2.8545313524221894</c:v>
                </c:pt>
                <c:pt idx="293">
                  <c:v>2.7935988772775326</c:v>
                </c:pt>
                <c:pt idx="294">
                  <c:v>3.02591719047658</c:v>
                </c:pt>
                <c:pt idx="295">
                  <c:v>2.9513892125314984</c:v>
                </c:pt>
                <c:pt idx="296">
                  <c:v>2.9777218161748049</c:v>
                </c:pt>
                <c:pt idx="297">
                  <c:v>2.2074347514691821</c:v>
                </c:pt>
                <c:pt idx="298">
                  <c:v>3.0179220290811299</c:v>
                </c:pt>
                <c:pt idx="299">
                  <c:v>2.9335243640747826</c:v>
                </c:pt>
                <c:pt idx="300">
                  <c:v>2.4388214400848676</c:v>
                </c:pt>
                <c:pt idx="301">
                  <c:v>2.4082631901608593</c:v>
                </c:pt>
                <c:pt idx="302">
                  <c:v>2.60936806940351</c:v>
                </c:pt>
                <c:pt idx="303">
                  <c:v>2.1498427355749934</c:v>
                </c:pt>
                <c:pt idx="304">
                  <c:v>2.9615633615199397</c:v>
                </c:pt>
                <c:pt idx="305">
                  <c:v>2.2911425228097313</c:v>
                </c:pt>
                <c:pt idx="306">
                  <c:v>3.0929895830887308</c:v>
                </c:pt>
                <c:pt idx="307">
                  <c:v>2.9363407924015239</c:v>
                </c:pt>
                <c:pt idx="308">
                  <c:v>2.3642618814910055</c:v>
                </c:pt>
                <c:pt idx="309">
                  <c:v>2.0993799422862769</c:v>
                </c:pt>
                <c:pt idx="310">
                  <c:v>2.5079009877403058</c:v>
                </c:pt>
                <c:pt idx="311">
                  <c:v>2.3235352446143436</c:v>
                </c:pt>
                <c:pt idx="312">
                  <c:v>2.3245046432489378</c:v>
                </c:pt>
                <c:pt idx="313">
                  <c:v>2.4230361469490593</c:v>
                </c:pt>
                <c:pt idx="314">
                  <c:v>2.8283644194890418</c:v>
                </c:pt>
                <c:pt idx="315">
                  <c:v>2.0898785891722662</c:v>
                </c:pt>
                <c:pt idx="316">
                  <c:v>2.8918309196697924</c:v>
                </c:pt>
                <c:pt idx="317">
                  <c:v>2.1343478140839229</c:v>
                </c:pt>
                <c:pt idx="318">
                  <c:v>2.6906952890272997</c:v>
                </c:pt>
                <c:pt idx="319">
                  <c:v>3.0185479861113729</c:v>
                </c:pt>
                <c:pt idx="320">
                  <c:v>2.7530737246557244</c:v>
                </c:pt>
                <c:pt idx="321">
                  <c:v>2.9495747180082468</c:v>
                </c:pt>
                <c:pt idx="322">
                  <c:v>2.0601921560954466</c:v>
                </c:pt>
                <c:pt idx="323">
                  <c:v>2.6961825323506532</c:v>
                </c:pt>
                <c:pt idx="324">
                  <c:v>2.2866802796564647</c:v>
                </c:pt>
                <c:pt idx="325">
                  <c:v>2.0298170298342244</c:v>
                </c:pt>
                <c:pt idx="326">
                  <c:v>3.0125651207860047</c:v>
                </c:pt>
                <c:pt idx="327">
                  <c:v>2.6289209659713184</c:v>
                </c:pt>
                <c:pt idx="328">
                  <c:v>2.000701506828606</c:v>
                </c:pt>
                <c:pt idx="329">
                  <c:v>2.9658195853721434</c:v>
                </c:pt>
                <c:pt idx="330">
                  <c:v>2.6612759792945031</c:v>
                </c:pt>
                <c:pt idx="331">
                  <c:v>2.3522418601822732</c:v>
                </c:pt>
                <c:pt idx="332">
                  <c:v>2.5679500924128784</c:v>
                </c:pt>
                <c:pt idx="333">
                  <c:v>2.6958794577464964</c:v>
                </c:pt>
                <c:pt idx="334">
                  <c:v>2.4287813994010015</c:v>
                </c:pt>
                <c:pt idx="335">
                  <c:v>2.2254452587016926</c:v>
                </c:pt>
                <c:pt idx="336">
                  <c:v>2.3147454801075651</c:v>
                </c:pt>
                <c:pt idx="337">
                  <c:v>2.7340882144983452</c:v>
                </c:pt>
                <c:pt idx="338">
                  <c:v>2.899042630168795</c:v>
                </c:pt>
                <c:pt idx="339">
                  <c:v>3.0237547177780786</c:v>
                </c:pt>
                <c:pt idx="340">
                  <c:v>2.0983343293974155</c:v>
                </c:pt>
                <c:pt idx="341">
                  <c:v>2.1345370029226509</c:v>
                </c:pt>
                <c:pt idx="342">
                  <c:v>2.4376842787890585</c:v>
                </c:pt>
                <c:pt idx="343">
                  <c:v>2.7370819559997854</c:v>
                </c:pt>
                <c:pt idx="344">
                  <c:v>2.9550510832635939</c:v>
                </c:pt>
                <c:pt idx="345">
                  <c:v>2.7183104424888582</c:v>
                </c:pt>
                <c:pt idx="346">
                  <c:v>1.9186742290734624</c:v>
                </c:pt>
                <c:pt idx="347">
                  <c:v>2.7654294989059771</c:v>
                </c:pt>
                <c:pt idx="348">
                  <c:v>2.0348759161362917</c:v>
                </c:pt>
                <c:pt idx="349">
                  <c:v>2.0816662278690417</c:v>
                </c:pt>
                <c:pt idx="350">
                  <c:v>1.881398067843413</c:v>
                </c:pt>
                <c:pt idx="351">
                  <c:v>2.869544318108054</c:v>
                </c:pt>
                <c:pt idx="352">
                  <c:v>2.6684810644724424</c:v>
                </c:pt>
                <c:pt idx="353">
                  <c:v>3.0132976963150773</c:v>
                </c:pt>
                <c:pt idx="354">
                  <c:v>1.8782976113251622</c:v>
                </c:pt>
                <c:pt idx="355">
                  <c:v>2.6706215160779792</c:v>
                </c:pt>
                <c:pt idx="356">
                  <c:v>2.6919907148735778</c:v>
                </c:pt>
                <c:pt idx="357">
                  <c:v>2.8146439865388442</c:v>
                </c:pt>
                <c:pt idx="358">
                  <c:v>2.1354266130870054</c:v>
                </c:pt>
                <c:pt idx="359">
                  <c:v>2.6872863744284654</c:v>
                </c:pt>
                <c:pt idx="360">
                  <c:v>2.691394408676071</c:v>
                </c:pt>
                <c:pt idx="361">
                  <c:v>2.088884966497814</c:v>
                </c:pt>
                <c:pt idx="362">
                  <c:v>3.0757672928070168</c:v>
                </c:pt>
                <c:pt idx="363">
                  <c:v>2.9399331564257922</c:v>
                </c:pt>
                <c:pt idx="364">
                  <c:v>2.1254361890490099</c:v>
                </c:pt>
                <c:pt idx="365">
                  <c:v>1.9972165836813001</c:v>
                </c:pt>
                <c:pt idx="366">
                  <c:v>2.8556022955526288</c:v>
                </c:pt>
                <c:pt idx="367">
                  <c:v>1.9781217024667885</c:v>
                </c:pt>
                <c:pt idx="368">
                  <c:v>2.10415716588779</c:v>
                </c:pt>
                <c:pt idx="369">
                  <c:v>2.0819071638503095</c:v>
                </c:pt>
                <c:pt idx="370">
                  <c:v>3.0900737274266801</c:v>
                </c:pt>
                <c:pt idx="371">
                  <c:v>2.7725205974851361</c:v>
                </c:pt>
                <c:pt idx="372">
                  <c:v>2.5473827191438709</c:v>
                </c:pt>
                <c:pt idx="373">
                  <c:v>1.9969269592827483</c:v>
                </c:pt>
                <c:pt idx="374">
                  <c:v>1.8744736157813413</c:v>
                </c:pt>
                <c:pt idx="375">
                  <c:v>2.0933360192114252</c:v>
                </c:pt>
                <c:pt idx="376">
                  <c:v>2.0463964956125666</c:v>
                </c:pt>
                <c:pt idx="377">
                  <c:v>2.6357657486798174</c:v>
                </c:pt>
                <c:pt idx="378">
                  <c:v>2.7946152879291275</c:v>
                </c:pt>
                <c:pt idx="379">
                  <c:v>2.7783616961398212</c:v>
                </c:pt>
                <c:pt idx="380">
                  <c:v>2.4036209708674185</c:v>
                </c:pt>
                <c:pt idx="381">
                  <c:v>2.0987253751259902</c:v>
                </c:pt>
                <c:pt idx="382">
                  <c:v>2.5991304398234956</c:v>
                </c:pt>
                <c:pt idx="383">
                  <c:v>2.7449079461996568</c:v>
                </c:pt>
                <c:pt idx="384">
                  <c:v>1.8457153697324209</c:v>
                </c:pt>
                <c:pt idx="385">
                  <c:v>2.1920421761041222</c:v>
                </c:pt>
                <c:pt idx="386">
                  <c:v>2.8113656838110654</c:v>
                </c:pt>
                <c:pt idx="387">
                  <c:v>2.1060599636904795</c:v>
                </c:pt>
                <c:pt idx="388">
                  <c:v>2.9099532381536339</c:v>
                </c:pt>
                <c:pt idx="389">
                  <c:v>2.0706389939658738</c:v>
                </c:pt>
                <c:pt idx="390">
                  <c:v>2.8097107695474817</c:v>
                </c:pt>
                <c:pt idx="391">
                  <c:v>2.5061990347578393</c:v>
                </c:pt>
                <c:pt idx="392">
                  <c:v>2.6510964607736138</c:v>
                </c:pt>
                <c:pt idx="393">
                  <c:v>2.6839225395457045</c:v>
                </c:pt>
                <c:pt idx="394">
                  <c:v>2.7687209934332602</c:v>
                </c:pt>
                <c:pt idx="395">
                  <c:v>2.8514216149828409</c:v>
                </c:pt>
                <c:pt idx="396">
                  <c:v>2.776548869202013</c:v>
                </c:pt>
                <c:pt idx="397">
                  <c:v>2.7484762916527896</c:v>
                </c:pt>
                <c:pt idx="398">
                  <c:v>2.3176592241310066</c:v>
                </c:pt>
                <c:pt idx="399">
                  <c:v>2.5067310834237948</c:v>
                </c:pt>
                <c:pt idx="400">
                  <c:v>2.6733715128460864</c:v>
                </c:pt>
                <c:pt idx="401">
                  <c:v>2.2653877820109867</c:v>
                </c:pt>
                <c:pt idx="402">
                  <c:v>2.8536519173460935</c:v>
                </c:pt>
                <c:pt idx="403">
                  <c:v>2.5844811060769</c:v>
                </c:pt>
                <c:pt idx="404">
                  <c:v>2.6401763571758128</c:v>
                </c:pt>
                <c:pt idx="405">
                  <c:v>2.2997859492695114</c:v>
                </c:pt>
                <c:pt idx="406">
                  <c:v>2.6354561174932671</c:v>
                </c:pt>
                <c:pt idx="407">
                  <c:v>2.9413480683818287</c:v>
                </c:pt>
                <c:pt idx="408">
                  <c:v>3.0175735009079272</c:v>
                </c:pt>
                <c:pt idx="409">
                  <c:v>3.1113646504747074</c:v>
                </c:pt>
                <c:pt idx="410">
                  <c:v>3.0505515655849829</c:v>
                </c:pt>
                <c:pt idx="411">
                  <c:v>2.0782425000495546</c:v>
                </c:pt>
                <c:pt idx="412">
                  <c:v>2.2375865786818334</c:v>
                </c:pt>
                <c:pt idx="413">
                  <c:v>2.1052707559161181</c:v>
                </c:pt>
                <c:pt idx="414">
                  <c:v>2.8704975471348679</c:v>
                </c:pt>
                <c:pt idx="415">
                  <c:v>2.4463931565046675</c:v>
                </c:pt>
                <c:pt idx="416">
                  <c:v>2.9038303050952465</c:v>
                </c:pt>
                <c:pt idx="417">
                  <c:v>2.8201523238064761</c:v>
                </c:pt>
                <c:pt idx="418">
                  <c:v>2.7982724239688546</c:v>
                </c:pt>
                <c:pt idx="419">
                  <c:v>2.7336721794243415</c:v>
                </c:pt>
                <c:pt idx="420">
                  <c:v>2.6146626792146082</c:v>
                </c:pt>
                <c:pt idx="421">
                  <c:v>2.7131208338857591</c:v>
                </c:pt>
                <c:pt idx="422">
                  <c:v>3.0271343338684193</c:v>
                </c:pt>
                <c:pt idx="423">
                  <c:v>2.9343888991739413</c:v>
                </c:pt>
                <c:pt idx="424">
                  <c:v>2.6656248084762617</c:v>
                </c:pt>
                <c:pt idx="425">
                  <c:v>2.6791880564139161</c:v>
                </c:pt>
                <c:pt idx="426">
                  <c:v>2.8518567685065319</c:v>
                </c:pt>
                <c:pt idx="427">
                  <c:v>2.8431681378008591</c:v>
                </c:pt>
                <c:pt idx="428">
                  <c:v>2.7919309952524536</c:v>
                </c:pt>
                <c:pt idx="429">
                  <c:v>2.5998954744502982</c:v>
                </c:pt>
                <c:pt idx="430">
                  <c:v>2.4375376956196915</c:v>
                </c:pt>
                <c:pt idx="431">
                  <c:v>2.8849223655929177</c:v>
                </c:pt>
                <c:pt idx="432">
                  <c:v>3.1033416568543251</c:v>
                </c:pt>
                <c:pt idx="433">
                  <c:v>2.7377804381653545</c:v>
                </c:pt>
                <c:pt idx="434">
                  <c:v>2.7334612057595962</c:v>
                </c:pt>
                <c:pt idx="435">
                  <c:v>2.7074901634237305</c:v>
                </c:pt>
                <c:pt idx="436">
                  <c:v>2.1790801219739993</c:v>
                </c:pt>
                <c:pt idx="437">
                  <c:v>1.9926464620009692</c:v>
                </c:pt>
                <c:pt idx="438">
                  <c:v>2.8053855846925235</c:v>
                </c:pt>
                <c:pt idx="439">
                  <c:v>2.4869284300032177</c:v>
                </c:pt>
                <c:pt idx="440">
                  <c:v>2.2094287383405131</c:v>
                </c:pt>
                <c:pt idx="441">
                  <c:v>3.1438446403803786</c:v>
                </c:pt>
                <c:pt idx="442">
                  <c:v>2.6644612438349329</c:v>
                </c:pt>
                <c:pt idx="443">
                  <c:v>2.3417880235497655</c:v>
                </c:pt>
                <c:pt idx="444">
                  <c:v>3.0277042588118896</c:v>
                </c:pt>
                <c:pt idx="445">
                  <c:v>2.5009410183976173</c:v>
                </c:pt>
                <c:pt idx="446">
                  <c:v>3.5384835879660765</c:v>
                </c:pt>
                <c:pt idx="447">
                  <c:v>2.6209764897456918</c:v>
                </c:pt>
                <c:pt idx="448">
                  <c:v>2.4501565535338137</c:v>
                </c:pt>
                <c:pt idx="449">
                  <c:v>2.1204079399557303</c:v>
                </c:pt>
                <c:pt idx="450">
                  <c:v>2.5255409706059808</c:v>
                </c:pt>
                <c:pt idx="451">
                  <c:v>2.3436405484439078</c:v>
                </c:pt>
                <c:pt idx="452">
                  <c:v>2.2228002470669086</c:v>
                </c:pt>
                <c:pt idx="453">
                  <c:v>2.557725977639798</c:v>
                </c:pt>
                <c:pt idx="454">
                  <c:v>2.4735766675476429</c:v>
                </c:pt>
                <c:pt idx="455">
                  <c:v>2.9581956516345915</c:v>
                </c:pt>
                <c:pt idx="456">
                  <c:v>3.5510761695284003</c:v>
                </c:pt>
                <c:pt idx="457">
                  <c:v>2.3560093544059093</c:v>
                </c:pt>
                <c:pt idx="458">
                  <c:v>1.9316951267051607</c:v>
                </c:pt>
                <c:pt idx="459">
                  <c:v>2.3262284580035439</c:v>
                </c:pt>
                <c:pt idx="460">
                  <c:v>2.1276369306959562</c:v>
                </c:pt>
                <c:pt idx="461">
                  <c:v>2.9399042106751381</c:v>
                </c:pt>
                <c:pt idx="462">
                  <c:v>2.4922952452402662</c:v>
                </c:pt>
                <c:pt idx="463">
                  <c:v>3.4397889369557513</c:v>
                </c:pt>
                <c:pt idx="464">
                  <c:v>2.6371365382568919</c:v>
                </c:pt>
                <c:pt idx="465">
                  <c:v>2.3841901187404471</c:v>
                </c:pt>
                <c:pt idx="466">
                  <c:v>2.459909478573616</c:v>
                </c:pt>
                <c:pt idx="467">
                  <c:v>2.6404191708726525</c:v>
                </c:pt>
                <c:pt idx="468">
                  <c:v>2.443071549133184</c:v>
                </c:pt>
                <c:pt idx="469">
                  <c:v>2.6044564902270948</c:v>
                </c:pt>
                <c:pt idx="470">
                  <c:v>2.5815468679259466</c:v>
                </c:pt>
                <c:pt idx="471">
                  <c:v>3.3306796245891519</c:v>
                </c:pt>
                <c:pt idx="472">
                  <c:v>2.6137642451456942</c:v>
                </c:pt>
                <c:pt idx="473">
                  <c:v>3.437534477373184</c:v>
                </c:pt>
                <c:pt idx="474">
                  <c:v>3.6333078312535343</c:v>
                </c:pt>
                <c:pt idx="475">
                  <c:v>2.5483781519042132</c:v>
                </c:pt>
                <c:pt idx="476">
                  <c:v>2.6541941212404931</c:v>
                </c:pt>
                <c:pt idx="477">
                  <c:v>2.8070167617874868</c:v>
                </c:pt>
                <c:pt idx="478">
                  <c:v>2.4621763703079091</c:v>
                </c:pt>
                <c:pt idx="479">
                  <c:v>3.3928547371358828</c:v>
                </c:pt>
                <c:pt idx="480">
                  <c:v>3.6220799449482177</c:v>
                </c:pt>
                <c:pt idx="481">
                  <c:v>2.0417615959097311</c:v>
                </c:pt>
                <c:pt idx="482">
                  <c:v>2.4712389129707382</c:v>
                </c:pt>
                <c:pt idx="483">
                  <c:v>2.3542658245107084</c:v>
                </c:pt>
                <c:pt idx="484">
                  <c:v>2.3959049521647486</c:v>
                </c:pt>
                <c:pt idx="485">
                  <c:v>2.2210655014493899</c:v>
                </c:pt>
                <c:pt idx="486">
                  <c:v>2.4613282687703171</c:v>
                </c:pt>
                <c:pt idx="487">
                  <c:v>2.2826180713043995</c:v>
                </c:pt>
                <c:pt idx="488">
                  <c:v>2.5581484325862576</c:v>
                </c:pt>
                <c:pt idx="489">
                  <c:v>2.3621649278123247</c:v>
                </c:pt>
                <c:pt idx="490">
                  <c:v>3.2003310764166577</c:v>
                </c:pt>
                <c:pt idx="491">
                  <c:v>2.3967401967499442</c:v>
                </c:pt>
                <c:pt idx="492">
                  <c:v>3.6657288484531092</c:v>
                </c:pt>
                <c:pt idx="493">
                  <c:v>2.5100542673485564</c:v>
                </c:pt>
                <c:pt idx="494">
                  <c:v>3.392693854489532</c:v>
                </c:pt>
                <c:pt idx="495">
                  <c:v>3.4221141000083013</c:v>
                </c:pt>
                <c:pt idx="496">
                  <c:v>2.0844291513598905</c:v>
                </c:pt>
                <c:pt idx="497">
                  <c:v>3.5922624733037947</c:v>
                </c:pt>
                <c:pt idx="498">
                  <c:v>3.3889541423650726</c:v>
                </c:pt>
                <c:pt idx="499">
                  <c:v>3.2894478266055018</c:v>
                </c:pt>
                <c:pt idx="500">
                  <c:v>3.2219171204339472</c:v>
                </c:pt>
                <c:pt idx="501">
                  <c:v>2.8638324149528245</c:v>
                </c:pt>
                <c:pt idx="502">
                  <c:v>3.6706128992949529</c:v>
                </c:pt>
                <c:pt idx="503">
                  <c:v>3.4556826141544033</c:v>
                </c:pt>
                <c:pt idx="504">
                  <c:v>2.8038447145903058</c:v>
                </c:pt>
                <c:pt idx="505">
                  <c:v>3.2364215321118346</c:v>
                </c:pt>
                <c:pt idx="506">
                  <c:v>2.4612631588000609</c:v>
                </c:pt>
                <c:pt idx="507">
                  <c:v>3.7334799157751259</c:v>
                </c:pt>
                <c:pt idx="508">
                  <c:v>2.6361638404086714</c:v>
                </c:pt>
                <c:pt idx="509">
                  <c:v>3.7111588756729428</c:v>
                </c:pt>
                <c:pt idx="510">
                  <c:v>2.422194853625117</c:v>
                </c:pt>
                <c:pt idx="511">
                  <c:v>1.9386616056466264</c:v>
                </c:pt>
                <c:pt idx="512">
                  <c:v>2.5463934197641329</c:v>
                </c:pt>
                <c:pt idx="513">
                  <c:v>3.3074343303471574</c:v>
                </c:pt>
                <c:pt idx="514">
                  <c:v>2.7752376838781609</c:v>
                </c:pt>
                <c:pt idx="515">
                  <c:v>2.4447250222818071</c:v>
                </c:pt>
                <c:pt idx="516">
                  <c:v>3.1973967027051788</c:v>
                </c:pt>
                <c:pt idx="517">
                  <c:v>3.3223457867368862</c:v>
                </c:pt>
                <c:pt idx="518">
                  <c:v>3.597222355569857</c:v>
                </c:pt>
                <c:pt idx="519">
                  <c:v>2.5489136847521605</c:v>
                </c:pt>
                <c:pt idx="520">
                  <c:v>2.1559397246611862</c:v>
                </c:pt>
                <c:pt idx="521">
                  <c:v>3.0865369037648085</c:v>
                </c:pt>
                <c:pt idx="522">
                  <c:v>3.1938624789416359</c:v>
                </c:pt>
                <c:pt idx="523">
                  <c:v>2.2159311510299537</c:v>
                </c:pt>
                <c:pt idx="524">
                  <c:v>2.036806445285464</c:v>
                </c:pt>
                <c:pt idx="525">
                  <c:v>2.4263456882892038</c:v>
                </c:pt>
                <c:pt idx="526">
                  <c:v>2.4657856217390846</c:v>
                </c:pt>
                <c:pt idx="527">
                  <c:v>2.4212956535100458</c:v>
                </c:pt>
                <c:pt idx="528">
                  <c:v>2.7009505899708586</c:v>
                </c:pt>
                <c:pt idx="529">
                  <c:v>2.4174965950566101</c:v>
                </c:pt>
                <c:pt idx="530">
                  <c:v>3.1613560665790739</c:v>
                </c:pt>
                <c:pt idx="531">
                  <c:v>3.0260239147168022</c:v>
                </c:pt>
                <c:pt idx="532">
                  <c:v>2.651310498550449</c:v>
                </c:pt>
                <c:pt idx="533">
                  <c:v>2.291861512988882</c:v>
                </c:pt>
                <c:pt idx="534">
                  <c:v>2.3425245800673897</c:v>
                </c:pt>
                <c:pt idx="535">
                  <c:v>3.165948816601603</c:v>
                </c:pt>
                <c:pt idx="536">
                  <c:v>3.3151106884354116</c:v>
                </c:pt>
                <c:pt idx="537">
                  <c:v>3.1981586963577349</c:v>
                </c:pt>
                <c:pt idx="538">
                  <c:v>2.3399801261782947</c:v>
                </c:pt>
                <c:pt idx="539">
                  <c:v>2.3369318718889893</c:v>
                </c:pt>
                <c:pt idx="540">
                  <c:v>3.1619563904219343</c:v>
                </c:pt>
                <c:pt idx="541">
                  <c:v>2.3769185371269259</c:v>
                </c:pt>
                <c:pt idx="542">
                  <c:v>3.449702267981769</c:v>
                </c:pt>
                <c:pt idx="543">
                  <c:v>3.0375357802951441</c:v>
                </c:pt>
                <c:pt idx="544">
                  <c:v>3.1717210123581814</c:v>
                </c:pt>
                <c:pt idx="545">
                  <c:v>2.5823130515267492</c:v>
                </c:pt>
                <c:pt idx="546">
                  <c:v>3.2387858245216754</c:v>
                </c:pt>
                <c:pt idx="547">
                  <c:v>3.0381411652808974</c:v>
                </c:pt>
                <c:pt idx="548">
                  <c:v>2.6397187396264994</c:v>
                </c:pt>
                <c:pt idx="549">
                  <c:v>2.9028032927429614</c:v>
                </c:pt>
                <c:pt idx="550">
                  <c:v>2.5008941107276539</c:v>
                </c:pt>
                <c:pt idx="551">
                  <c:v>3.2433542113484579</c:v>
                </c:pt>
                <c:pt idx="552">
                  <c:v>2.4962751129419787</c:v>
                </c:pt>
                <c:pt idx="553">
                  <c:v>3.5579736476336157</c:v>
                </c:pt>
                <c:pt idx="554">
                  <c:v>2.3571239538787889</c:v>
                </c:pt>
                <c:pt idx="555">
                  <c:v>3.7287285136776469</c:v>
                </c:pt>
                <c:pt idx="556">
                  <c:v>2.4716316732186421</c:v>
                </c:pt>
                <c:pt idx="557">
                  <c:v>2.5867888247453372</c:v>
                </c:pt>
                <c:pt idx="558">
                  <c:v>3.538491333189957</c:v>
                </c:pt>
                <c:pt idx="559">
                  <c:v>1.9927113073487739</c:v>
                </c:pt>
                <c:pt idx="560">
                  <c:v>3.4834048627609349</c:v>
                </c:pt>
                <c:pt idx="561">
                  <c:v>2.5354038697160384</c:v>
                </c:pt>
                <c:pt idx="562">
                  <c:v>2.5196307890149501</c:v>
                </c:pt>
                <c:pt idx="563">
                  <c:v>2.3201543902641197</c:v>
                </c:pt>
                <c:pt idx="564">
                  <c:v>2.6765890574827997</c:v>
                </c:pt>
                <c:pt idx="565">
                  <c:v>2.4347241495820908</c:v>
                </c:pt>
                <c:pt idx="566">
                  <c:v>3.2835369004838988</c:v>
                </c:pt>
                <c:pt idx="567">
                  <c:v>2.3536060437497635</c:v>
                </c:pt>
                <c:pt idx="568">
                  <c:v>3.6513023225565293</c:v>
                </c:pt>
                <c:pt idx="569">
                  <c:v>3.1389497825391812</c:v>
                </c:pt>
                <c:pt idx="570">
                  <c:v>2.9032446345468448</c:v>
                </c:pt>
                <c:pt idx="571">
                  <c:v>3.5234986513704429</c:v>
                </c:pt>
                <c:pt idx="572">
                  <c:v>3.2692120557794784</c:v>
                </c:pt>
                <c:pt idx="573">
                  <c:v>3.1386855666633022</c:v>
                </c:pt>
                <c:pt idx="574">
                  <c:v>2.0417637424739161</c:v>
                </c:pt>
                <c:pt idx="575">
                  <c:v>2.8078246915554086</c:v>
                </c:pt>
                <c:pt idx="576">
                  <c:v>2.5125989210857984</c:v>
                </c:pt>
                <c:pt idx="577">
                  <c:v>2.5674900289374372</c:v>
                </c:pt>
                <c:pt idx="578">
                  <c:v>3.0896054205334078</c:v>
                </c:pt>
                <c:pt idx="579">
                  <c:v>2.504659156016618</c:v>
                </c:pt>
                <c:pt idx="580">
                  <c:v>2.6656382194563002</c:v>
                </c:pt>
                <c:pt idx="581">
                  <c:v>2.7870631460819717</c:v>
                </c:pt>
                <c:pt idx="582">
                  <c:v>2.5358722287841315</c:v>
                </c:pt>
                <c:pt idx="583">
                  <c:v>2.4305104465499157</c:v>
                </c:pt>
                <c:pt idx="584">
                  <c:v>2.5232575246104543</c:v>
                </c:pt>
                <c:pt idx="585">
                  <c:v>2.6287015902385304</c:v>
                </c:pt>
                <c:pt idx="586">
                  <c:v>2.4823025633212721</c:v>
                </c:pt>
                <c:pt idx="587">
                  <c:v>2.7212184927131631</c:v>
                </c:pt>
                <c:pt idx="588">
                  <c:v>2.668642394369245</c:v>
                </c:pt>
                <c:pt idx="589">
                  <c:v>2.0256683701072808</c:v>
                </c:pt>
                <c:pt idx="590">
                  <c:v>2.5094084052424863</c:v>
                </c:pt>
                <c:pt idx="591">
                  <c:v>2.762495458819882</c:v>
                </c:pt>
                <c:pt idx="592">
                  <c:v>2.7371710734254631</c:v>
                </c:pt>
                <c:pt idx="593">
                  <c:v>2.3611026912350903</c:v>
                </c:pt>
                <c:pt idx="594">
                  <c:v>2.4815686282168401</c:v>
                </c:pt>
                <c:pt idx="595">
                  <c:v>2.6143490771441655</c:v>
                </c:pt>
                <c:pt idx="596">
                  <c:v>2.5232788615654052</c:v>
                </c:pt>
                <c:pt idx="597">
                  <c:v>2.2645216714038723</c:v>
                </c:pt>
                <c:pt idx="598">
                  <c:v>2.7680860820925433</c:v>
                </c:pt>
                <c:pt idx="599">
                  <c:v>3.0308097628736457</c:v>
                </c:pt>
                <c:pt idx="600">
                  <c:v>3.0920217804873715</c:v>
                </c:pt>
                <c:pt idx="601">
                  <c:v>2.5636335531716119</c:v>
                </c:pt>
                <c:pt idx="602">
                  <c:v>2.0262646474795214</c:v>
                </c:pt>
                <c:pt idx="603">
                  <c:v>2.8705493353470559</c:v>
                </c:pt>
                <c:pt idx="604">
                  <c:v>2.5133501179403583</c:v>
                </c:pt>
                <c:pt idx="605">
                  <c:v>2.2983505960023001</c:v>
                </c:pt>
                <c:pt idx="606">
                  <c:v>1.9630482458222973</c:v>
                </c:pt>
                <c:pt idx="607">
                  <c:v>2.3940531589954555</c:v>
                </c:pt>
                <c:pt idx="608">
                  <c:v>3.1178411734096798</c:v>
                </c:pt>
                <c:pt idx="609">
                  <c:v>2.5162398992139461</c:v>
                </c:pt>
                <c:pt idx="610">
                  <c:v>2.462360731267065</c:v>
                </c:pt>
                <c:pt idx="611">
                  <c:v>2.5307413341716787</c:v>
                </c:pt>
                <c:pt idx="612">
                  <c:v>2.2505001755562528</c:v>
                </c:pt>
                <c:pt idx="613">
                  <c:v>2.3279738380672326</c:v>
                </c:pt>
                <c:pt idx="614">
                  <c:v>2.4018211999253412</c:v>
                </c:pt>
                <c:pt idx="615">
                  <c:v>3.0552160119883389</c:v>
                </c:pt>
                <c:pt idx="616">
                  <c:v>2.5146529412952852</c:v>
                </c:pt>
                <c:pt idx="617">
                  <c:v>3.4240592040347071</c:v>
                </c:pt>
                <c:pt idx="618">
                  <c:v>2.0438384001129215</c:v>
                </c:pt>
                <c:pt idx="619">
                  <c:v>2.5578656510176918</c:v>
                </c:pt>
                <c:pt idx="620">
                  <c:v>2.5764980818679444</c:v>
                </c:pt>
                <c:pt idx="621">
                  <c:v>2.4878778213575705</c:v>
                </c:pt>
                <c:pt idx="622">
                  <c:v>2.5611070157486258</c:v>
                </c:pt>
                <c:pt idx="623">
                  <c:v>2.3570725971551179</c:v>
                </c:pt>
                <c:pt idx="624">
                  <c:v>2.4278674145774115</c:v>
                </c:pt>
                <c:pt idx="625">
                  <c:v>2.470560299872874</c:v>
                </c:pt>
                <c:pt idx="626">
                  <c:v>2.0970616105052686</c:v>
                </c:pt>
                <c:pt idx="627">
                  <c:v>3.5379667445266669</c:v>
                </c:pt>
                <c:pt idx="628">
                  <c:v>2.3442846054412478</c:v>
                </c:pt>
                <c:pt idx="629">
                  <c:v>2.6069504027060644</c:v>
                </c:pt>
                <c:pt idx="630">
                  <c:v>1.963523021409429</c:v>
                </c:pt>
                <c:pt idx="631">
                  <c:v>2.1872866503606359</c:v>
                </c:pt>
                <c:pt idx="632">
                  <c:v>2.5809184386312607</c:v>
                </c:pt>
                <c:pt idx="633">
                  <c:v>2.5651849202571011</c:v>
                </c:pt>
                <c:pt idx="634">
                  <c:v>2.637314496098957</c:v>
                </c:pt>
                <c:pt idx="635">
                  <c:v>2.0093720628134699</c:v>
                </c:pt>
                <c:pt idx="636">
                  <c:v>2.8243838966394064</c:v>
                </c:pt>
                <c:pt idx="637">
                  <c:v>2.4922752599502336</c:v>
                </c:pt>
                <c:pt idx="638">
                  <c:v>2.3983236923615676</c:v>
                </c:pt>
                <c:pt idx="639">
                  <c:v>2.7051469011768337</c:v>
                </c:pt>
                <c:pt idx="640">
                  <c:v>2.0152227913159146</c:v>
                </c:pt>
                <c:pt idx="641">
                  <c:v>2.8219472710194666</c:v>
                </c:pt>
                <c:pt idx="642">
                  <c:v>2.3684434231193716</c:v>
                </c:pt>
                <c:pt idx="643">
                  <c:v>2.6949934460643452</c:v>
                </c:pt>
                <c:pt idx="644">
                  <c:v>2.5513520644428174</c:v>
                </c:pt>
                <c:pt idx="645">
                  <c:v>2.5745893445483015</c:v>
                </c:pt>
                <c:pt idx="646">
                  <c:v>2.3368539118494511</c:v>
                </c:pt>
                <c:pt idx="647">
                  <c:v>2.7536081429838206</c:v>
                </c:pt>
                <c:pt idx="648">
                  <c:v>2.5382259325399668</c:v>
                </c:pt>
                <c:pt idx="649">
                  <c:v>2.7897705455018036</c:v>
                </c:pt>
                <c:pt idx="650">
                  <c:v>2.5903615323187337</c:v>
                </c:pt>
                <c:pt idx="651">
                  <c:v>2.4503284711088904</c:v>
                </c:pt>
                <c:pt idx="652">
                  <c:v>2.690765591329749</c:v>
                </c:pt>
                <c:pt idx="653">
                  <c:v>2.0580431373101256</c:v>
                </c:pt>
                <c:pt idx="654">
                  <c:v>2.4529454402717903</c:v>
                </c:pt>
                <c:pt idx="655">
                  <c:v>2.548177588924541</c:v>
                </c:pt>
                <c:pt idx="656">
                  <c:v>2.6032243051225996</c:v>
                </c:pt>
                <c:pt idx="657">
                  <c:v>3.2510938522964477</c:v>
                </c:pt>
                <c:pt idx="658">
                  <c:v>2.1641020649812543</c:v>
                </c:pt>
                <c:pt idx="659">
                  <c:v>2.3344998939561723</c:v>
                </c:pt>
                <c:pt idx="660">
                  <c:v>3.3947986221801463</c:v>
                </c:pt>
                <c:pt idx="661">
                  <c:v>2.6365010585718411</c:v>
                </c:pt>
                <c:pt idx="662">
                  <c:v>2.8060437619496996</c:v>
                </c:pt>
                <c:pt idx="663">
                  <c:v>2.3118920521528969</c:v>
                </c:pt>
                <c:pt idx="664">
                  <c:v>2.3523271109389423</c:v>
                </c:pt>
                <c:pt idx="665">
                  <c:v>2.9485276011983563</c:v>
                </c:pt>
                <c:pt idx="666">
                  <c:v>2.5106013763624579</c:v>
                </c:pt>
                <c:pt idx="667">
                  <c:v>2.2695915393715747</c:v>
                </c:pt>
                <c:pt idx="668">
                  <c:v>3.7886764570010367</c:v>
                </c:pt>
                <c:pt idx="669">
                  <c:v>3.2005868094663037</c:v>
                </c:pt>
                <c:pt idx="670">
                  <c:v>3.4598751002309549</c:v>
                </c:pt>
                <c:pt idx="671">
                  <c:v>3.6024858656688927</c:v>
                </c:pt>
                <c:pt idx="672">
                  <c:v>2.4451266316729416</c:v>
                </c:pt>
                <c:pt idx="673">
                  <c:v>3.3532911047058196</c:v>
                </c:pt>
                <c:pt idx="674">
                  <c:v>2.3477852887597441</c:v>
                </c:pt>
                <c:pt idx="675">
                  <c:v>2.7333353943797918</c:v>
                </c:pt>
                <c:pt idx="676">
                  <c:v>2.6108313248023283</c:v>
                </c:pt>
                <c:pt idx="677">
                  <c:v>2.1516351549918649</c:v>
                </c:pt>
                <c:pt idx="678">
                  <c:v>2.428190732708603</c:v>
                </c:pt>
                <c:pt idx="679">
                  <c:v>2.3400472040802267</c:v>
                </c:pt>
                <c:pt idx="680">
                  <c:v>2.2760398983017991</c:v>
                </c:pt>
                <c:pt idx="681">
                  <c:v>3.3230557486759431</c:v>
                </c:pt>
                <c:pt idx="682">
                  <c:v>2.3500666676687834</c:v>
                </c:pt>
                <c:pt idx="683">
                  <c:v>3.2415894649164914</c:v>
                </c:pt>
                <c:pt idx="684">
                  <c:v>2.7112326813278926</c:v>
                </c:pt>
                <c:pt idx="685">
                  <c:v>2.3752526210856497</c:v>
                </c:pt>
                <c:pt idx="686">
                  <c:v>2.6002212265232778</c:v>
                </c:pt>
                <c:pt idx="687">
                  <c:v>2.8132034301277007</c:v>
                </c:pt>
                <c:pt idx="688">
                  <c:v>2.2592953037798793</c:v>
                </c:pt>
                <c:pt idx="689">
                  <c:v>2.2548748900134337</c:v>
                </c:pt>
                <c:pt idx="690">
                  <c:v>3.2628879946182483</c:v>
                </c:pt>
                <c:pt idx="691">
                  <c:v>2.3602577163949343</c:v>
                </c:pt>
                <c:pt idx="692">
                  <c:v>3.2476510453208696</c:v>
                </c:pt>
                <c:pt idx="693">
                  <c:v>2.247467357658397</c:v>
                </c:pt>
                <c:pt idx="694">
                  <c:v>2.6170187856353841</c:v>
                </c:pt>
                <c:pt idx="695">
                  <c:v>3.1203368445074648</c:v>
                </c:pt>
                <c:pt idx="696">
                  <c:v>2.8983737155390528</c:v>
                </c:pt>
                <c:pt idx="697">
                  <c:v>2.5832911503764806</c:v>
                </c:pt>
                <c:pt idx="698">
                  <c:v>3.3472597256239176</c:v>
                </c:pt>
                <c:pt idx="699">
                  <c:v>2.9173608548981198</c:v>
                </c:pt>
                <c:pt idx="700">
                  <c:v>2.5425909221210108</c:v>
                </c:pt>
                <c:pt idx="701">
                  <c:v>2.3650252409571269</c:v>
                </c:pt>
                <c:pt idx="702">
                  <c:v>3.0260178161566165</c:v>
                </c:pt>
                <c:pt idx="703">
                  <c:v>2.9124288441428403</c:v>
                </c:pt>
                <c:pt idx="704">
                  <c:v>3.0788057095006609</c:v>
                </c:pt>
                <c:pt idx="705">
                  <c:v>2.3021249063343565</c:v>
                </c:pt>
                <c:pt idx="706">
                  <c:v>2.0660486533410967</c:v>
                </c:pt>
                <c:pt idx="707">
                  <c:v>3.6327333274857683</c:v>
                </c:pt>
                <c:pt idx="708">
                  <c:v>2.9938765146764146</c:v>
                </c:pt>
                <c:pt idx="709">
                  <c:v>2.4973837820577542</c:v>
                </c:pt>
                <c:pt idx="710">
                  <c:v>2.8003204834843052</c:v>
                </c:pt>
                <c:pt idx="711">
                  <c:v>3.2237119928529667</c:v>
                </c:pt>
                <c:pt idx="712">
                  <c:v>2.5039194612026203</c:v>
                </c:pt>
                <c:pt idx="713">
                  <c:v>2.3905606079272066</c:v>
                </c:pt>
                <c:pt idx="714">
                  <c:v>2.5794732493934833</c:v>
                </c:pt>
                <c:pt idx="715">
                  <c:v>2.9812744557351065</c:v>
                </c:pt>
                <c:pt idx="716">
                  <c:v>3.8382066744865586</c:v>
                </c:pt>
                <c:pt idx="717">
                  <c:v>2.4425984664312757</c:v>
                </c:pt>
                <c:pt idx="718">
                  <c:v>2.5739777785144509</c:v>
                </c:pt>
                <c:pt idx="719">
                  <c:v>2.3800908260512341</c:v>
                </c:pt>
                <c:pt idx="720">
                  <c:v>2.6886747804941864</c:v>
                </c:pt>
                <c:pt idx="721">
                  <c:v>2.7050146127982178</c:v>
                </c:pt>
                <c:pt idx="722">
                  <c:v>2.6021740392258548</c:v>
                </c:pt>
                <c:pt idx="723">
                  <c:v>2.4761521782421161</c:v>
                </c:pt>
                <c:pt idx="724">
                  <c:v>2.6882585381271573</c:v>
                </c:pt>
                <c:pt idx="725">
                  <c:v>2.468999486771696</c:v>
                </c:pt>
                <c:pt idx="726">
                  <c:v>2.6293116929862612</c:v>
                </c:pt>
                <c:pt idx="727">
                  <c:v>2.5221141740249822</c:v>
                </c:pt>
                <c:pt idx="728">
                  <c:v>2.6407177739523169</c:v>
                </c:pt>
                <c:pt idx="729">
                  <c:v>2.7764599399399903</c:v>
                </c:pt>
                <c:pt idx="730">
                  <c:v>2.6856124244300537</c:v>
                </c:pt>
                <c:pt idx="731">
                  <c:v>2.7010465910569814</c:v>
                </c:pt>
                <c:pt idx="732">
                  <c:v>2.7791662009566274</c:v>
                </c:pt>
                <c:pt idx="733">
                  <c:v>2.6330887821667304</c:v>
                </c:pt>
                <c:pt idx="734">
                  <c:v>2.649096049442103</c:v>
                </c:pt>
                <c:pt idx="735">
                  <c:v>3.4131667755296822</c:v>
                </c:pt>
                <c:pt idx="736">
                  <c:v>3.1095833366146262</c:v>
                </c:pt>
                <c:pt idx="737">
                  <c:v>2.3541174812348862</c:v>
                </c:pt>
                <c:pt idx="738">
                  <c:v>2.7673968376667237</c:v>
                </c:pt>
                <c:pt idx="739">
                  <c:v>1.9689628982694396</c:v>
                </c:pt>
                <c:pt idx="740">
                  <c:v>2.7407333569039656</c:v>
                </c:pt>
                <c:pt idx="741">
                  <c:v>2.8122517598642753</c:v>
                </c:pt>
                <c:pt idx="742">
                  <c:v>2.5164418604320939</c:v>
                </c:pt>
                <c:pt idx="743">
                  <c:v>2.0547817113891678</c:v>
                </c:pt>
                <c:pt idx="744">
                  <c:v>2.8340521872460385</c:v>
                </c:pt>
                <c:pt idx="745">
                  <c:v>2.3389848913466702</c:v>
                </c:pt>
                <c:pt idx="746">
                  <c:v>2.584697065891882</c:v>
                </c:pt>
                <c:pt idx="747">
                  <c:v>2.5427757891809506</c:v>
                </c:pt>
                <c:pt idx="748">
                  <c:v>2.7898080035528023</c:v>
                </c:pt>
                <c:pt idx="749">
                  <c:v>2.0715124889947809</c:v>
                </c:pt>
                <c:pt idx="750">
                  <c:v>2.1441057499625025</c:v>
                </c:pt>
                <c:pt idx="751">
                  <c:v>2.7086746627419531</c:v>
                </c:pt>
                <c:pt idx="752">
                  <c:v>2.5849577906940473</c:v>
                </c:pt>
                <c:pt idx="753">
                  <c:v>2.4260950752192745</c:v>
                </c:pt>
                <c:pt idx="754">
                  <c:v>2.3221933630282159</c:v>
                </c:pt>
                <c:pt idx="755">
                  <c:v>2.0553481891918413</c:v>
                </c:pt>
                <c:pt idx="756">
                  <c:v>2.6302646105688199</c:v>
                </c:pt>
                <c:pt idx="757">
                  <c:v>3.2016700304422789</c:v>
                </c:pt>
                <c:pt idx="758">
                  <c:v>3.2171261577477823</c:v>
                </c:pt>
                <c:pt idx="759">
                  <c:v>2.1867619112002017</c:v>
                </c:pt>
                <c:pt idx="760">
                  <c:v>2.6272022070374064</c:v>
                </c:pt>
                <c:pt idx="761">
                  <c:v>2.7204366003251863</c:v>
                </c:pt>
                <c:pt idx="762">
                  <c:v>2.5972110095692864</c:v>
                </c:pt>
                <c:pt idx="763">
                  <c:v>2.3524238168232054</c:v>
                </c:pt>
                <c:pt idx="764">
                  <c:v>2.4878099077288818</c:v>
                </c:pt>
                <c:pt idx="765">
                  <c:v>2.3892357262295647</c:v>
                </c:pt>
                <c:pt idx="766">
                  <c:v>2.9487910217374811</c:v>
                </c:pt>
                <c:pt idx="767">
                  <c:v>3.0676128945787013</c:v>
                </c:pt>
                <c:pt idx="768">
                  <c:v>2.9137108719527864</c:v>
                </c:pt>
                <c:pt idx="769">
                  <c:v>2.4208822294278893</c:v>
                </c:pt>
                <c:pt idx="770">
                  <c:v>2.6725696857707759</c:v>
                </c:pt>
                <c:pt idx="771">
                  <c:v>2.6782087504863594</c:v>
                </c:pt>
                <c:pt idx="772">
                  <c:v>2.5628987924954734</c:v>
                </c:pt>
                <c:pt idx="773">
                  <c:v>2.7923501034919207</c:v>
                </c:pt>
                <c:pt idx="774">
                  <c:v>1.9962581886974318</c:v>
                </c:pt>
                <c:pt idx="775">
                  <c:v>2.8404996323097622</c:v>
                </c:pt>
                <c:pt idx="776">
                  <c:v>2.6559342839741742</c:v>
                </c:pt>
                <c:pt idx="777">
                  <c:v>2.5283184867481756</c:v>
                </c:pt>
                <c:pt idx="778">
                  <c:v>2.2149079078133846</c:v>
                </c:pt>
                <c:pt idx="779">
                  <c:v>2.6589652513047861</c:v>
                </c:pt>
                <c:pt idx="780">
                  <c:v>2.4234749360551437</c:v>
                </c:pt>
                <c:pt idx="781">
                  <c:v>2.5667474445295539</c:v>
                </c:pt>
                <c:pt idx="782">
                  <c:v>2.2808775508283414</c:v>
                </c:pt>
                <c:pt idx="783">
                  <c:v>2.6105016859915646</c:v>
                </c:pt>
                <c:pt idx="784">
                  <c:v>2.3063364910496675</c:v>
                </c:pt>
                <c:pt idx="785">
                  <c:v>2.2052295966358861</c:v>
                </c:pt>
                <c:pt idx="786">
                  <c:v>2.5437940708328775</c:v>
                </c:pt>
                <c:pt idx="787">
                  <c:v>2.7452401570315201</c:v>
                </c:pt>
                <c:pt idx="788">
                  <c:v>2.3623325104263699</c:v>
                </c:pt>
                <c:pt idx="789">
                  <c:v>2.807731833513913</c:v>
                </c:pt>
                <c:pt idx="790">
                  <c:v>2.5627350720372108</c:v>
                </c:pt>
                <c:pt idx="791">
                  <c:v>2.7802560752585825</c:v>
                </c:pt>
                <c:pt idx="792">
                  <c:v>2.7211296852966909</c:v>
                </c:pt>
                <c:pt idx="793">
                  <c:v>2.5238395255671238</c:v>
                </c:pt>
                <c:pt idx="794">
                  <c:v>1.9810437131508167</c:v>
                </c:pt>
                <c:pt idx="795">
                  <c:v>2.6650317580318355</c:v>
                </c:pt>
                <c:pt idx="796">
                  <c:v>2.605931273879516</c:v>
                </c:pt>
                <c:pt idx="797">
                  <c:v>2.2552742583369199</c:v>
                </c:pt>
                <c:pt idx="798">
                  <c:v>2.3984328232956202</c:v>
                </c:pt>
                <c:pt idx="799">
                  <c:v>2.0948688754656573</c:v>
                </c:pt>
                <c:pt idx="800">
                  <c:v>1.9892065024053598</c:v>
                </c:pt>
                <c:pt idx="801">
                  <c:v>2.326568280237642</c:v>
                </c:pt>
                <c:pt idx="802">
                  <c:v>2.296960206141498</c:v>
                </c:pt>
                <c:pt idx="803">
                  <c:v>1.9910857773955555</c:v>
                </c:pt>
                <c:pt idx="804">
                  <c:v>3.0266105675460304</c:v>
                </c:pt>
                <c:pt idx="805">
                  <c:v>2.4681746606049959</c:v>
                </c:pt>
                <c:pt idx="806">
                  <c:v>2.7568659670546767</c:v>
                </c:pt>
                <c:pt idx="807">
                  <c:v>2.3024675654091529</c:v>
                </c:pt>
                <c:pt idx="808">
                  <c:v>2.2722963088302306</c:v>
                </c:pt>
                <c:pt idx="809">
                  <c:v>3.1341930367607116</c:v>
                </c:pt>
                <c:pt idx="810">
                  <c:v>2.4005817254033168</c:v>
                </c:pt>
                <c:pt idx="811">
                  <c:v>2.6258498287187235</c:v>
                </c:pt>
                <c:pt idx="812">
                  <c:v>2.7208271938796091</c:v>
                </c:pt>
                <c:pt idx="813">
                  <c:v>2.8235714231206037</c:v>
                </c:pt>
                <c:pt idx="814">
                  <c:v>2.8121825637373199</c:v>
                </c:pt>
                <c:pt idx="815">
                  <c:v>2.6904279643386335</c:v>
                </c:pt>
                <c:pt idx="816">
                  <c:v>2.737657617934643</c:v>
                </c:pt>
                <c:pt idx="817">
                  <c:v>2.8351057607125654</c:v>
                </c:pt>
                <c:pt idx="818">
                  <c:v>2.6443811811266498</c:v>
                </c:pt>
                <c:pt idx="819">
                  <c:v>2.7653749736666078</c:v>
                </c:pt>
                <c:pt idx="820">
                  <c:v>2.0910868287628737</c:v>
                </c:pt>
                <c:pt idx="821">
                  <c:v>2.7948477908009144</c:v>
                </c:pt>
                <c:pt idx="822">
                  <c:v>2.3188819466761195</c:v>
                </c:pt>
                <c:pt idx="823">
                  <c:v>1.9567600188630896</c:v>
                </c:pt>
                <c:pt idx="824">
                  <c:v>2.6250814388217218</c:v>
                </c:pt>
                <c:pt idx="825">
                  <c:v>2.7404584610849869</c:v>
                </c:pt>
                <c:pt idx="826">
                  <c:v>2.4995009116090365</c:v>
                </c:pt>
                <c:pt idx="827">
                  <c:v>1.9520867646129159</c:v>
                </c:pt>
                <c:pt idx="828">
                  <c:v>2.6291271851732647</c:v>
                </c:pt>
                <c:pt idx="829">
                  <c:v>3.2772111078007589</c:v>
                </c:pt>
                <c:pt idx="830">
                  <c:v>2.66146647559904</c:v>
                </c:pt>
                <c:pt idx="831">
                  <c:v>2.609153594874416</c:v>
                </c:pt>
                <c:pt idx="832">
                  <c:v>2.7585594737670167</c:v>
                </c:pt>
                <c:pt idx="833">
                  <c:v>2.5335838833502393</c:v>
                </c:pt>
                <c:pt idx="834">
                  <c:v>3.1991412089924625</c:v>
                </c:pt>
                <c:pt idx="835">
                  <c:v>2.7891572355184451</c:v>
                </c:pt>
                <c:pt idx="836">
                  <c:v>2.1297345114686208</c:v>
                </c:pt>
                <c:pt idx="837">
                  <c:v>2.7609321464697065</c:v>
                </c:pt>
                <c:pt idx="838">
                  <c:v>2.127356139047099</c:v>
                </c:pt>
                <c:pt idx="839">
                  <c:v>2.345671899018428</c:v>
                </c:pt>
                <c:pt idx="840">
                  <c:v>2.7331388892567428</c:v>
                </c:pt>
                <c:pt idx="841">
                  <c:v>2.7005507377290572</c:v>
                </c:pt>
                <c:pt idx="842">
                  <c:v>2.742756558172025</c:v>
                </c:pt>
                <c:pt idx="843">
                  <c:v>2.2885012260386608</c:v>
                </c:pt>
                <c:pt idx="844">
                  <c:v>2.5465332120284638</c:v>
                </c:pt>
                <c:pt idx="845">
                  <c:v>2.6530422371091471</c:v>
                </c:pt>
                <c:pt idx="846">
                  <c:v>3.3117599137988556</c:v>
                </c:pt>
                <c:pt idx="847">
                  <c:v>3.038997170844544</c:v>
                </c:pt>
                <c:pt idx="848">
                  <c:v>2.6552188375282695</c:v>
                </c:pt>
                <c:pt idx="849">
                  <c:v>2.1792767688041432</c:v>
                </c:pt>
                <c:pt idx="850">
                  <c:v>2.693505468278266</c:v>
                </c:pt>
                <c:pt idx="851">
                  <c:v>2.791956744844402</c:v>
                </c:pt>
                <c:pt idx="852">
                  <c:v>2.936837993805979</c:v>
                </c:pt>
                <c:pt idx="853">
                  <c:v>2.6964024030782041</c:v>
                </c:pt>
                <c:pt idx="854">
                  <c:v>2.3389341859914374</c:v>
                </c:pt>
                <c:pt idx="855">
                  <c:v>2.823082773204709</c:v>
                </c:pt>
                <c:pt idx="856">
                  <c:v>1.8923258345548479</c:v>
                </c:pt>
                <c:pt idx="857">
                  <c:v>2.5823416046234668</c:v>
                </c:pt>
                <c:pt idx="858">
                  <c:v>1.9566928806370734</c:v>
                </c:pt>
                <c:pt idx="859">
                  <c:v>2.7885737906468284</c:v>
                </c:pt>
                <c:pt idx="860">
                  <c:v>2.4177160753504578</c:v>
                </c:pt>
                <c:pt idx="861">
                  <c:v>2.4202132952412971</c:v>
                </c:pt>
                <c:pt idx="862">
                  <c:v>2.6888614446880581</c:v>
                </c:pt>
                <c:pt idx="863">
                  <c:v>2.1966301589144042</c:v>
                </c:pt>
                <c:pt idx="864">
                  <c:v>2.5621153521742599</c:v>
                </c:pt>
                <c:pt idx="865">
                  <c:v>2.354391161066181</c:v>
                </c:pt>
                <c:pt idx="866">
                  <c:v>2.568268026961106</c:v>
                </c:pt>
                <c:pt idx="867">
                  <c:v>2.2789988808996489</c:v>
                </c:pt>
                <c:pt idx="868">
                  <c:v>2.6886457355173241</c:v>
                </c:pt>
                <c:pt idx="869">
                  <c:v>3.2824892993661932</c:v>
                </c:pt>
                <c:pt idx="870">
                  <c:v>2.5832317889063985</c:v>
                </c:pt>
                <c:pt idx="871">
                  <c:v>2.8990573402309527</c:v>
                </c:pt>
                <c:pt idx="872">
                  <c:v>2.5293464368688618</c:v>
                </c:pt>
                <c:pt idx="873">
                  <c:v>3.3870862229987573</c:v>
                </c:pt>
                <c:pt idx="874">
                  <c:v>2.368378386142532</c:v>
                </c:pt>
                <c:pt idx="875">
                  <c:v>2.4800037410887064</c:v>
                </c:pt>
                <c:pt idx="876">
                  <c:v>2.4415687369767891</c:v>
                </c:pt>
                <c:pt idx="877">
                  <c:v>2.7718170765538126</c:v>
                </c:pt>
                <c:pt idx="878">
                  <c:v>2.5345413461538513</c:v>
                </c:pt>
                <c:pt idx="879">
                  <c:v>2.5551047735239218</c:v>
                </c:pt>
                <c:pt idx="880">
                  <c:v>2.1581639991491106</c:v>
                </c:pt>
                <c:pt idx="881">
                  <c:v>2.3759208513452204</c:v>
                </c:pt>
                <c:pt idx="882">
                  <c:v>2.5481674408294119</c:v>
                </c:pt>
                <c:pt idx="883">
                  <c:v>2.6131968070633795</c:v>
                </c:pt>
                <c:pt idx="884">
                  <c:v>2.2222944408056433</c:v>
                </c:pt>
                <c:pt idx="885">
                  <c:v>2.5225765408510448</c:v>
                </c:pt>
                <c:pt idx="886">
                  <c:v>2.1073320900382728</c:v>
                </c:pt>
                <c:pt idx="887">
                  <c:v>2.1800926410280441</c:v>
                </c:pt>
                <c:pt idx="888">
                  <c:v>2.1096421281610747</c:v>
                </c:pt>
                <c:pt idx="889">
                  <c:v>2.5043356974063156</c:v>
                </c:pt>
                <c:pt idx="890">
                  <c:v>2.394057508126477</c:v>
                </c:pt>
                <c:pt idx="891">
                  <c:v>2.5220808036852285</c:v>
                </c:pt>
                <c:pt idx="892">
                  <c:v>3.2869632510631859</c:v>
                </c:pt>
                <c:pt idx="893">
                  <c:v>2.0254725887132232</c:v>
                </c:pt>
                <c:pt idx="894">
                  <c:v>2.7583724347770744</c:v>
                </c:pt>
                <c:pt idx="895">
                  <c:v>3.270640963390496</c:v>
                </c:pt>
                <c:pt idx="896">
                  <c:v>2.7305820577519464</c:v>
                </c:pt>
                <c:pt idx="897">
                  <c:v>2.4329660516808409</c:v>
                </c:pt>
                <c:pt idx="898">
                  <c:v>2.4047604336014348</c:v>
                </c:pt>
                <c:pt idx="899">
                  <c:v>2.469289749218841</c:v>
                </c:pt>
                <c:pt idx="900">
                  <c:v>2.641739170410462</c:v>
                </c:pt>
                <c:pt idx="901">
                  <c:v>2.0546804198333009</c:v>
                </c:pt>
                <c:pt idx="902">
                  <c:v>2.3504126311715412</c:v>
                </c:pt>
                <c:pt idx="903">
                  <c:v>2.2999053242536172</c:v>
                </c:pt>
                <c:pt idx="904">
                  <c:v>2.6175016564510147</c:v>
                </c:pt>
                <c:pt idx="905">
                  <c:v>3.0040001972999186</c:v>
                </c:pt>
                <c:pt idx="906">
                  <c:v>2.8001956932603997</c:v>
                </c:pt>
                <c:pt idx="907">
                  <c:v>2.6054838145934696</c:v>
                </c:pt>
                <c:pt idx="908">
                  <c:v>2.6611390414924401</c:v>
                </c:pt>
                <c:pt idx="909">
                  <c:v>2.5534241673350886</c:v>
                </c:pt>
                <c:pt idx="910">
                  <c:v>2.1563132442831567</c:v>
                </c:pt>
                <c:pt idx="911">
                  <c:v>2.5279663224368809</c:v>
                </c:pt>
                <c:pt idx="912">
                  <c:v>2.7517451347631621</c:v>
                </c:pt>
                <c:pt idx="913">
                  <c:v>2.8383222679817179</c:v>
                </c:pt>
                <c:pt idx="914">
                  <c:v>2.7390741899148345</c:v>
                </c:pt>
                <c:pt idx="915">
                  <c:v>3.1109751267277179</c:v>
                </c:pt>
                <c:pt idx="916">
                  <c:v>2.6763045885808339</c:v>
                </c:pt>
                <c:pt idx="917">
                  <c:v>2.5836954878365468</c:v>
                </c:pt>
                <c:pt idx="918">
                  <c:v>2.6277672787671023</c:v>
                </c:pt>
                <c:pt idx="919">
                  <c:v>2.581190885697028</c:v>
                </c:pt>
                <c:pt idx="920">
                  <c:v>2.8889619185443394</c:v>
                </c:pt>
                <c:pt idx="921">
                  <c:v>2.8064217801543117</c:v>
                </c:pt>
                <c:pt idx="922">
                  <c:v>2.4391434753639203</c:v>
                </c:pt>
                <c:pt idx="923">
                  <c:v>2.1075067244963925</c:v>
                </c:pt>
                <c:pt idx="924">
                  <c:v>2.5033116543128631</c:v>
                </c:pt>
                <c:pt idx="925">
                  <c:v>2.5020015749439315</c:v>
                </c:pt>
                <c:pt idx="926">
                  <c:v>2.4564555642292567</c:v>
                </c:pt>
                <c:pt idx="927">
                  <c:v>2.5079162246196121</c:v>
                </c:pt>
                <c:pt idx="928">
                  <c:v>2.6063545269823578</c:v>
                </c:pt>
                <c:pt idx="929">
                  <c:v>2.5403122067313788</c:v>
                </c:pt>
                <c:pt idx="930">
                  <c:v>2.6195798478051091</c:v>
                </c:pt>
                <c:pt idx="931">
                  <c:v>2.855630855672012</c:v>
                </c:pt>
                <c:pt idx="932">
                  <c:v>3.3704704337990887</c:v>
                </c:pt>
                <c:pt idx="933">
                  <c:v>2.5964558156678561</c:v>
                </c:pt>
                <c:pt idx="934">
                  <c:v>2.3494720552200121</c:v>
                </c:pt>
                <c:pt idx="935">
                  <c:v>2.0454609421506138</c:v>
                </c:pt>
                <c:pt idx="936">
                  <c:v>2.7021563213369943</c:v>
                </c:pt>
                <c:pt idx="937">
                  <c:v>2.5943924391553237</c:v>
                </c:pt>
                <c:pt idx="938">
                  <c:v>2.5633501516374739</c:v>
                </c:pt>
                <c:pt idx="939">
                  <c:v>2.8790920435162981</c:v>
                </c:pt>
                <c:pt idx="940">
                  <c:v>2.3658935898151157</c:v>
                </c:pt>
                <c:pt idx="941">
                  <c:v>2.346245998063714</c:v>
                </c:pt>
                <c:pt idx="942">
                  <c:v>2.5967079887845044</c:v>
                </c:pt>
                <c:pt idx="943">
                  <c:v>2.5655968760751588</c:v>
                </c:pt>
                <c:pt idx="944">
                  <c:v>2.5233421999422831</c:v>
                </c:pt>
                <c:pt idx="945">
                  <c:v>2.36227549302372</c:v>
                </c:pt>
                <c:pt idx="946">
                  <c:v>2.1854954366478623</c:v>
                </c:pt>
                <c:pt idx="947">
                  <c:v>2.1927646637919507</c:v>
                </c:pt>
                <c:pt idx="948">
                  <c:v>3.8473903908697547</c:v>
                </c:pt>
                <c:pt idx="949">
                  <c:v>2.7677265446928834</c:v>
                </c:pt>
                <c:pt idx="950">
                  <c:v>2.4465845138596505</c:v>
                </c:pt>
                <c:pt idx="951">
                  <c:v>2.7303610887964447</c:v>
                </c:pt>
                <c:pt idx="952">
                  <c:v>2.6712028367811378</c:v>
                </c:pt>
                <c:pt idx="953">
                  <c:v>2.529245246686632</c:v>
                </c:pt>
                <c:pt idx="954">
                  <c:v>2.4120794197105355</c:v>
                </c:pt>
                <c:pt idx="955">
                  <c:v>2.7511500572748382</c:v>
                </c:pt>
                <c:pt idx="956">
                  <c:v>2.4617843939774176</c:v>
                </c:pt>
                <c:pt idx="957">
                  <c:v>2.4260085945744434</c:v>
                </c:pt>
                <c:pt idx="958">
                  <c:v>1.9329869800079285</c:v>
                </c:pt>
                <c:pt idx="959">
                  <c:v>2.4731288962633862</c:v>
                </c:pt>
                <c:pt idx="960">
                  <c:v>2.4170967124406393</c:v>
                </c:pt>
                <c:pt idx="961">
                  <c:v>2.1366969356608951</c:v>
                </c:pt>
                <c:pt idx="962">
                  <c:v>2.4832727510412016</c:v>
                </c:pt>
                <c:pt idx="963">
                  <c:v>2.6560509010385398</c:v>
                </c:pt>
                <c:pt idx="964">
                  <c:v>2.5273057412248727</c:v>
                </c:pt>
                <c:pt idx="965">
                  <c:v>2.3873156764992065</c:v>
                </c:pt>
                <c:pt idx="966">
                  <c:v>2.3653023274438612</c:v>
                </c:pt>
                <c:pt idx="967">
                  <c:v>2.420624771025321</c:v>
                </c:pt>
                <c:pt idx="968">
                  <c:v>2.4102737375125178</c:v>
                </c:pt>
                <c:pt idx="969">
                  <c:v>2.6239944585268251</c:v>
                </c:pt>
                <c:pt idx="970">
                  <c:v>2.5059825934750712</c:v>
                </c:pt>
                <c:pt idx="971">
                  <c:v>2.8354877328542494</c:v>
                </c:pt>
                <c:pt idx="972">
                  <c:v>2.4546540209233116</c:v>
                </c:pt>
              </c:numCache>
            </c:numRef>
          </c:yVal>
          <c:smooth val="0"/>
          <c:extLst>
            <c:ext xmlns:c16="http://schemas.microsoft.com/office/drawing/2014/chart" uri="{C3380CC4-5D6E-409C-BE32-E72D297353CC}">
              <c16:uniqueId val="{00000001-A57D-40E5-8FB3-D6362D998902}"/>
            </c:ext>
          </c:extLst>
        </c:ser>
        <c:dLbls>
          <c:showLegendKey val="0"/>
          <c:showVal val="0"/>
          <c:showCatName val="0"/>
          <c:showSerName val="0"/>
          <c:showPercent val="0"/>
          <c:showBubbleSize val="0"/>
        </c:dLbls>
        <c:axId val="1666502783"/>
        <c:axId val="311050671"/>
      </c:scatterChart>
      <c:valAx>
        <c:axId val="1666502783"/>
        <c:scaling>
          <c:orientation val="minMax"/>
        </c:scaling>
        <c:delete val="0"/>
        <c:axPos val="b"/>
        <c:title>
          <c:tx>
            <c:rich>
              <a:bodyPr/>
              <a:lstStyle/>
              <a:p>
                <a:pPr>
                  <a:defRPr/>
                </a:pPr>
                <a:r>
                  <a:rPr lang="en-MY"/>
                  <a:t>Calories Burned</a:t>
                </a:r>
              </a:p>
            </c:rich>
          </c:tx>
          <c:overlay val="0"/>
        </c:title>
        <c:numFmt formatCode="General" sourceLinked="1"/>
        <c:majorTickMark val="out"/>
        <c:minorTickMark val="none"/>
        <c:tickLblPos val="nextTo"/>
        <c:crossAx val="311050671"/>
        <c:crosses val="autoZero"/>
        <c:crossBetween val="midCat"/>
      </c:valAx>
      <c:valAx>
        <c:axId val="311050671"/>
        <c:scaling>
          <c:orientation val="minMax"/>
        </c:scaling>
        <c:delete val="0"/>
        <c:axPos val="l"/>
        <c:title>
          <c:tx>
            <c:rich>
              <a:bodyPr/>
              <a:lstStyle/>
              <a:p>
                <a:pPr>
                  <a:defRPr/>
                </a:pPr>
                <a:r>
                  <a:rPr lang="en-MY"/>
                  <a:t>Water Intake (Liters)</a:t>
                </a:r>
              </a:p>
            </c:rich>
          </c:tx>
          <c:overlay val="0"/>
        </c:title>
        <c:numFmt formatCode="General" sourceLinked="1"/>
        <c:majorTickMark val="out"/>
        <c:minorTickMark val="none"/>
        <c:tickLblPos val="nextTo"/>
        <c:crossAx val="1666502783"/>
        <c:crosses val="autoZero"/>
        <c:crossBetween val="midCat"/>
      </c:valAx>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txPr>
    <a:bodyPr/>
    <a:lstStyle/>
    <a:p>
      <a:pPr>
        <a:defRPr sz="800" b="0">
          <a:solidFill>
            <a:srgbClr val="595959"/>
          </a:solidFill>
        </a:defRPr>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'Gym Members Exercise Tracking'!$A$2:$A$974</cx:f>
        <cx:lvl ptCount="973">
          <cx:pt idx="0">Female</cx:pt>
          <cx:pt idx="1">Male</cx:pt>
          <cx:pt idx="2">Female</cx:pt>
          <cx:pt idx="3">Male</cx:pt>
          <cx:pt idx="4">Female</cx:pt>
          <cx:pt idx="5">Female</cx:pt>
          <cx:pt idx="6">Female</cx:pt>
          <cx:pt idx="7">Female</cx:pt>
          <cx:pt idx="8">Male</cx:pt>
          <cx:pt idx="9">Female</cx:pt>
          <cx:pt idx="10">Female</cx:pt>
          <cx:pt idx="11">Male</cx:pt>
          <cx:pt idx="12">Female</cx:pt>
          <cx:pt idx="13">Male</cx:pt>
          <cx:pt idx="14">Male</cx:pt>
          <cx:pt idx="15">Female</cx:pt>
          <cx:pt idx="16">Female</cx:pt>
          <cx:pt idx="17">Female</cx:pt>
          <cx:pt idx="18">Female</cx:pt>
          <cx:pt idx="19">Female</cx:pt>
          <cx:pt idx="20">Male</cx:pt>
          <cx:pt idx="21">Female</cx:pt>
          <cx:pt idx="22">Male</cx:pt>
          <cx:pt idx="23">Male</cx:pt>
          <cx:pt idx="24">Male</cx:pt>
          <cx:pt idx="25">Female</cx:pt>
          <cx:pt idx="26">Female</cx:pt>
          <cx:pt idx="27">Male</cx:pt>
          <cx:pt idx="28">Female</cx:pt>
          <cx:pt idx="29">Female</cx:pt>
          <cx:pt idx="30">Male</cx:pt>
          <cx:pt idx="31">Female</cx:pt>
          <cx:pt idx="32">Female</cx:pt>
          <cx:pt idx="33">Female</cx:pt>
          <cx:pt idx="34">Male</cx:pt>
          <cx:pt idx="35">Female</cx:pt>
          <cx:pt idx="36">Female</cx:pt>
          <cx:pt idx="37">Female</cx:pt>
          <cx:pt idx="38">Female</cx:pt>
          <cx:pt idx="39">Female</cx:pt>
          <cx:pt idx="40">Female</cx:pt>
          <cx:pt idx="41">Male</cx:pt>
          <cx:pt idx="42">Female</cx:pt>
          <cx:pt idx="43">Female</cx:pt>
          <cx:pt idx="44">Female</cx:pt>
          <cx:pt idx="45">Female</cx:pt>
          <cx:pt idx="46">Male</cx:pt>
          <cx:pt idx="47">Female</cx:pt>
          <cx:pt idx="48">Male</cx:pt>
          <cx:pt idx="49">Female</cx:pt>
          <cx:pt idx="50">Female</cx:pt>
          <cx:pt idx="51">Male</cx:pt>
          <cx:pt idx="52">Female</cx:pt>
          <cx:pt idx="53">Male</cx:pt>
          <cx:pt idx="54">Female</cx:pt>
          <cx:pt idx="55">Female</cx:pt>
          <cx:pt idx="56">Male</cx:pt>
          <cx:pt idx="57">Female</cx:pt>
          <cx:pt idx="58">Female</cx:pt>
          <cx:pt idx="59">Female</cx:pt>
          <cx:pt idx="60">Female</cx:pt>
          <cx:pt idx="61">Male</cx:pt>
          <cx:pt idx="62">Male</cx:pt>
          <cx:pt idx="63">Female</cx:pt>
          <cx:pt idx="64">Male</cx:pt>
          <cx:pt idx="65">Male</cx:pt>
          <cx:pt idx="66">Male</cx:pt>
          <cx:pt idx="67">Male</cx:pt>
          <cx:pt idx="68">Female</cx:pt>
          <cx:pt idx="69">Female</cx:pt>
          <cx:pt idx="70">Male</cx:pt>
          <cx:pt idx="71">Female</cx:pt>
          <cx:pt idx="72">Female</cx:pt>
          <cx:pt idx="73">Female</cx:pt>
          <cx:pt idx="74">Female</cx:pt>
          <cx:pt idx="75">Female</cx:pt>
          <cx:pt idx="76">Female</cx:pt>
          <cx:pt idx="77">Male</cx:pt>
          <cx:pt idx="78">Female</cx:pt>
          <cx:pt idx="79">Female</cx:pt>
          <cx:pt idx="80">Male</cx:pt>
          <cx:pt idx="81">Male</cx:pt>
          <cx:pt idx="82">Male</cx:pt>
          <cx:pt idx="83">Male</cx:pt>
          <cx:pt idx="84">Male</cx:pt>
          <cx:pt idx="85">Male</cx:pt>
          <cx:pt idx="86">Female</cx:pt>
          <cx:pt idx="87">Male</cx:pt>
          <cx:pt idx="88">Male</cx:pt>
          <cx:pt idx="89">Female</cx:pt>
          <cx:pt idx="90">Male</cx:pt>
          <cx:pt idx="91">Female</cx:pt>
          <cx:pt idx="92">Female</cx:pt>
          <cx:pt idx="93">Female</cx:pt>
          <cx:pt idx="94">Female</cx:pt>
          <cx:pt idx="95">Female</cx:pt>
          <cx:pt idx="96">Male</cx:pt>
          <cx:pt idx="97">Female</cx:pt>
          <cx:pt idx="98">Male</cx:pt>
          <cx:pt idx="99">Female</cx:pt>
          <cx:pt idx="100">Female</cx:pt>
          <cx:pt idx="101">Male</cx:pt>
          <cx:pt idx="102">Female</cx:pt>
          <cx:pt idx="103">Male</cx:pt>
          <cx:pt idx="104">Female</cx:pt>
          <cx:pt idx="105">Female</cx:pt>
          <cx:pt idx="106">Male</cx:pt>
          <cx:pt idx="107">Female</cx:pt>
          <cx:pt idx="108">Female</cx:pt>
          <cx:pt idx="109">Female</cx:pt>
          <cx:pt idx="110">Male</cx:pt>
          <cx:pt idx="111">Female</cx:pt>
          <cx:pt idx="112">Male</cx:pt>
          <cx:pt idx="113">Female</cx:pt>
          <cx:pt idx="114">Male</cx:pt>
          <cx:pt idx="115">Male</cx:pt>
          <cx:pt idx="116">Female</cx:pt>
          <cx:pt idx="117">Male</cx:pt>
          <cx:pt idx="118">Male</cx:pt>
          <cx:pt idx="119">Male</cx:pt>
          <cx:pt idx="120">Female</cx:pt>
          <cx:pt idx="121">Female</cx:pt>
          <cx:pt idx="122">Male</cx:pt>
          <cx:pt idx="123">Female</cx:pt>
          <cx:pt idx="124">Female</cx:pt>
          <cx:pt idx="125">Male</cx:pt>
          <cx:pt idx="126">Male</cx:pt>
          <cx:pt idx="127">Female</cx:pt>
          <cx:pt idx="128">Female</cx:pt>
          <cx:pt idx="129">Female</cx:pt>
          <cx:pt idx="130">Female</cx:pt>
          <cx:pt idx="131">Female</cx:pt>
          <cx:pt idx="132">Female</cx:pt>
          <cx:pt idx="133">Male</cx:pt>
          <cx:pt idx="134">Female</cx:pt>
          <cx:pt idx="135">Male</cx:pt>
          <cx:pt idx="136">Male</cx:pt>
          <cx:pt idx="137">Male</cx:pt>
          <cx:pt idx="138">Male</cx:pt>
          <cx:pt idx="139">Female</cx:pt>
          <cx:pt idx="140">Female</cx:pt>
          <cx:pt idx="141">Male</cx:pt>
          <cx:pt idx="142">Female</cx:pt>
          <cx:pt idx="143">Female</cx:pt>
          <cx:pt idx="144">Female</cx:pt>
          <cx:pt idx="145">Female</cx:pt>
          <cx:pt idx="146">Female</cx:pt>
          <cx:pt idx="147">Female</cx:pt>
          <cx:pt idx="148">Female</cx:pt>
          <cx:pt idx="149">Female</cx:pt>
          <cx:pt idx="150">Female</cx:pt>
          <cx:pt idx="151">Female</cx:pt>
          <cx:pt idx="152">Male</cx:pt>
          <cx:pt idx="153">Female</cx:pt>
          <cx:pt idx="154">Female</cx:pt>
          <cx:pt idx="155">Male</cx:pt>
          <cx:pt idx="156">Male</cx:pt>
          <cx:pt idx="157">Female</cx:pt>
          <cx:pt idx="158">Female</cx:pt>
          <cx:pt idx="159">Female</cx:pt>
          <cx:pt idx="160">Female</cx:pt>
          <cx:pt idx="161">Female</cx:pt>
          <cx:pt idx="162">Female</cx:pt>
          <cx:pt idx="163">Female</cx:pt>
          <cx:pt idx="164">Female</cx:pt>
          <cx:pt idx="165">Female</cx:pt>
          <cx:pt idx="166">Female</cx:pt>
          <cx:pt idx="167">Female</cx:pt>
          <cx:pt idx="168">Male</cx:pt>
          <cx:pt idx="169">Female</cx:pt>
          <cx:pt idx="170">Female</cx:pt>
          <cx:pt idx="171">Female</cx:pt>
          <cx:pt idx="172">Male</cx:pt>
          <cx:pt idx="173">Male</cx:pt>
          <cx:pt idx="174">Female</cx:pt>
          <cx:pt idx="175">Male</cx:pt>
          <cx:pt idx="176">Male</cx:pt>
          <cx:pt idx="177">Female</cx:pt>
          <cx:pt idx="178">Male</cx:pt>
          <cx:pt idx="179">Female</cx:pt>
          <cx:pt idx="180">Female</cx:pt>
          <cx:pt idx="181">Male</cx:pt>
          <cx:pt idx="182">Male</cx:pt>
          <cx:pt idx="183">Male</cx:pt>
          <cx:pt idx="184">Female</cx:pt>
          <cx:pt idx="185">Female</cx:pt>
          <cx:pt idx="186">Female</cx:pt>
          <cx:pt idx="187">Female</cx:pt>
          <cx:pt idx="188">Female</cx:pt>
          <cx:pt idx="189">Female</cx:pt>
          <cx:pt idx="190">Male</cx:pt>
          <cx:pt idx="191">Male</cx:pt>
          <cx:pt idx="192">Female</cx:pt>
          <cx:pt idx="193">Female</cx:pt>
          <cx:pt idx="194">Male</cx:pt>
          <cx:pt idx="195">Male</cx:pt>
          <cx:pt idx="196">Female</cx:pt>
          <cx:pt idx="197">Male</cx:pt>
          <cx:pt idx="198">Female</cx:pt>
          <cx:pt idx="199">Male</cx:pt>
          <cx:pt idx="200">Female</cx:pt>
          <cx:pt idx="201">Female</cx:pt>
          <cx:pt idx="202">Female</cx:pt>
          <cx:pt idx="203">Female</cx:pt>
          <cx:pt idx="204">Female</cx:pt>
          <cx:pt idx="205">Male</cx:pt>
          <cx:pt idx="206">Male</cx:pt>
          <cx:pt idx="207">Female</cx:pt>
          <cx:pt idx="208">Male</cx:pt>
          <cx:pt idx="209">Female</cx:pt>
          <cx:pt idx="210">Male</cx:pt>
          <cx:pt idx="211">Male</cx:pt>
          <cx:pt idx="212">Male</cx:pt>
          <cx:pt idx="213">Female</cx:pt>
          <cx:pt idx="214">Female</cx:pt>
          <cx:pt idx="215">Male</cx:pt>
          <cx:pt idx="216">Male</cx:pt>
          <cx:pt idx="217">Male</cx:pt>
          <cx:pt idx="218">Male</cx:pt>
          <cx:pt idx="219">Male</cx:pt>
          <cx:pt idx="220">Male</cx:pt>
          <cx:pt idx="221">Female</cx:pt>
          <cx:pt idx="222">Male</cx:pt>
          <cx:pt idx="223">Male</cx:pt>
          <cx:pt idx="224">Male</cx:pt>
          <cx:pt idx="225">Male</cx:pt>
          <cx:pt idx="226">Male</cx:pt>
          <cx:pt idx="227">Male</cx:pt>
          <cx:pt idx="228">Male</cx:pt>
          <cx:pt idx="229">Male</cx:pt>
          <cx:pt idx="230">Male</cx:pt>
          <cx:pt idx="231">Female</cx:pt>
          <cx:pt idx="232">Male</cx:pt>
          <cx:pt idx="233">Male</cx:pt>
          <cx:pt idx="234">Male</cx:pt>
          <cx:pt idx="235">Male</cx:pt>
          <cx:pt idx="236">Male</cx:pt>
          <cx:pt idx="237">Male</cx:pt>
          <cx:pt idx="238">Female</cx:pt>
          <cx:pt idx="239">Male</cx:pt>
          <cx:pt idx="240">Male</cx:pt>
          <cx:pt idx="241">Male</cx:pt>
          <cx:pt idx="242">Male</cx:pt>
          <cx:pt idx="243">Female</cx:pt>
          <cx:pt idx="244">Male</cx:pt>
          <cx:pt idx="245">Female</cx:pt>
          <cx:pt idx="246">Male</cx:pt>
          <cx:pt idx="247">Male</cx:pt>
          <cx:pt idx="248">Male</cx:pt>
          <cx:pt idx="249">Female</cx:pt>
          <cx:pt idx="250">Male</cx:pt>
          <cx:pt idx="251">Male</cx:pt>
          <cx:pt idx="252">Female</cx:pt>
          <cx:pt idx="253">Male</cx:pt>
          <cx:pt idx="254">Male</cx:pt>
          <cx:pt idx="255">Male</cx:pt>
          <cx:pt idx="256">Male</cx:pt>
          <cx:pt idx="257">Female</cx:pt>
          <cx:pt idx="258">Male</cx:pt>
          <cx:pt idx="259">Female</cx:pt>
          <cx:pt idx="260">Male</cx:pt>
          <cx:pt idx="261">Male</cx:pt>
          <cx:pt idx="262">Male</cx:pt>
          <cx:pt idx="263">Male</cx:pt>
          <cx:pt idx="264">Female</cx:pt>
          <cx:pt idx="265">Female</cx:pt>
          <cx:pt idx="266">Female</cx:pt>
          <cx:pt idx="267">Male</cx:pt>
          <cx:pt idx="268">Male</cx:pt>
          <cx:pt idx="269">Female</cx:pt>
          <cx:pt idx="270">Female</cx:pt>
          <cx:pt idx="271">Male</cx:pt>
          <cx:pt idx="272">Male</cx:pt>
          <cx:pt idx="273">Female</cx:pt>
          <cx:pt idx="274">Male</cx:pt>
          <cx:pt idx="275">Female</cx:pt>
          <cx:pt idx="276">Female</cx:pt>
          <cx:pt idx="277">Male</cx:pt>
          <cx:pt idx="278">Female</cx:pt>
          <cx:pt idx="279">Male</cx:pt>
          <cx:pt idx="280">Male</cx:pt>
          <cx:pt idx="281">Male</cx:pt>
          <cx:pt idx="282">Male</cx:pt>
          <cx:pt idx="283">Male</cx:pt>
          <cx:pt idx="284">Male</cx:pt>
          <cx:pt idx="285">Female</cx:pt>
          <cx:pt idx="286">Female</cx:pt>
          <cx:pt idx="287">Male</cx:pt>
          <cx:pt idx="288">Male</cx:pt>
          <cx:pt idx="289">Female</cx:pt>
          <cx:pt idx="290">Male</cx:pt>
          <cx:pt idx="291">Male</cx:pt>
          <cx:pt idx="292">Male</cx:pt>
          <cx:pt idx="293">Male</cx:pt>
          <cx:pt idx="294">Male</cx:pt>
          <cx:pt idx="295">Male</cx:pt>
          <cx:pt idx="296">Male</cx:pt>
          <cx:pt idx="297">Female</cx:pt>
          <cx:pt idx="298">Male</cx:pt>
          <cx:pt idx="299">Male</cx:pt>
          <cx:pt idx="300">Female</cx:pt>
          <cx:pt idx="301">Female</cx:pt>
          <cx:pt idx="302">Male</cx:pt>
          <cx:pt idx="303">Female</cx:pt>
          <cx:pt idx="304">Male</cx:pt>
          <cx:pt idx="305">Female</cx:pt>
          <cx:pt idx="306">Male</cx:pt>
          <cx:pt idx="307">Male</cx:pt>
          <cx:pt idx="308">Male</cx:pt>
          <cx:pt idx="309">Female</cx:pt>
          <cx:pt idx="310">Male</cx:pt>
          <cx:pt idx="311">Female</cx:pt>
          <cx:pt idx="312">Female</cx:pt>
          <cx:pt idx="313">Female</cx:pt>
          <cx:pt idx="314">Male</cx:pt>
          <cx:pt idx="315">Female</cx:pt>
          <cx:pt idx="316">Male</cx:pt>
          <cx:pt idx="317">Female</cx:pt>
          <cx:pt idx="318">Male</cx:pt>
          <cx:pt idx="319">Male</cx:pt>
          <cx:pt idx="320">Male</cx:pt>
          <cx:pt idx="321">Male</cx:pt>
          <cx:pt idx="322">Female</cx:pt>
          <cx:pt idx="323">Male</cx:pt>
          <cx:pt idx="324">Female</cx:pt>
          <cx:pt idx="325">Female</cx:pt>
          <cx:pt idx="326">Male</cx:pt>
          <cx:pt idx="327">Male</cx:pt>
          <cx:pt idx="328">Female</cx:pt>
          <cx:pt idx="329">Male</cx:pt>
          <cx:pt idx="330">Male</cx:pt>
          <cx:pt idx="331">Female</cx:pt>
          <cx:pt idx="332">Female</cx:pt>
          <cx:pt idx="333">Male</cx:pt>
          <cx:pt idx="334">Female</cx:pt>
          <cx:pt idx="335">Female</cx:pt>
          <cx:pt idx="336">Female</cx:pt>
          <cx:pt idx="337">Female</cx:pt>
          <cx:pt idx="338">Male</cx:pt>
          <cx:pt idx="339">Male</cx:pt>
          <cx:pt idx="340">Female</cx:pt>
          <cx:pt idx="341">Female</cx:pt>
          <cx:pt idx="342">Male</cx:pt>
          <cx:pt idx="343">Male</cx:pt>
          <cx:pt idx="344">Male</cx:pt>
          <cx:pt idx="345">Male</cx:pt>
          <cx:pt idx="346">Female</cx:pt>
          <cx:pt idx="347">Male</cx:pt>
          <cx:pt idx="348">Female</cx:pt>
          <cx:pt idx="349">Female</cx:pt>
          <cx:pt idx="350">Female</cx:pt>
          <cx:pt idx="351">Male</cx:pt>
          <cx:pt idx="352">Male</cx:pt>
          <cx:pt idx="353">Male</cx:pt>
          <cx:pt idx="354">Female</cx:pt>
          <cx:pt idx="355">Male</cx:pt>
          <cx:pt idx="356">Male</cx:pt>
          <cx:pt idx="357">Male</cx:pt>
          <cx:pt idx="358">Female</cx:pt>
          <cx:pt idx="359">Male</cx:pt>
          <cx:pt idx="360">Male</cx:pt>
          <cx:pt idx="361">Female</cx:pt>
          <cx:pt idx="362">Male</cx:pt>
          <cx:pt idx="363">Male</cx:pt>
          <cx:pt idx="364">Female</cx:pt>
          <cx:pt idx="365">Female</cx:pt>
          <cx:pt idx="366">Male</cx:pt>
          <cx:pt idx="367">Female</cx:pt>
          <cx:pt idx="368">Female</cx:pt>
          <cx:pt idx="369">Female</cx:pt>
          <cx:pt idx="370">Female</cx:pt>
          <cx:pt idx="371">Male</cx:pt>
          <cx:pt idx="372">Male</cx:pt>
          <cx:pt idx="373">Female</cx:pt>
          <cx:pt idx="374">Female</cx:pt>
          <cx:pt idx="375">Female</cx:pt>
          <cx:pt idx="376">Female</cx:pt>
          <cx:pt idx="377">Female</cx:pt>
          <cx:pt idx="378">Male</cx:pt>
          <cx:pt idx="379">Male</cx:pt>
          <cx:pt idx="380">Female</cx:pt>
          <cx:pt idx="381">Female</cx:pt>
          <cx:pt idx="382">Male</cx:pt>
          <cx:pt idx="383">Male</cx:pt>
          <cx:pt idx="384">Female</cx:pt>
          <cx:pt idx="385">Female</cx:pt>
          <cx:pt idx="386">Male</cx:pt>
          <cx:pt idx="387">Female</cx:pt>
          <cx:pt idx="388">Male</cx:pt>
          <cx:pt idx="389">Female</cx:pt>
          <cx:pt idx="390">Male</cx:pt>
          <cx:pt idx="391">Female</cx:pt>
          <cx:pt idx="392">Male</cx:pt>
          <cx:pt idx="393">Male</cx:pt>
          <cx:pt idx="394">Male</cx:pt>
          <cx:pt idx="395">Male</cx:pt>
          <cx:pt idx="396">Male</cx:pt>
          <cx:pt idx="397">Male</cx:pt>
          <cx:pt idx="398">Female</cx:pt>
          <cx:pt idx="399">Female</cx:pt>
          <cx:pt idx="400">Female</cx:pt>
          <cx:pt idx="401">Female</cx:pt>
          <cx:pt idx="402">Female</cx:pt>
          <cx:pt idx="403">Male</cx:pt>
          <cx:pt idx="404">Female</cx:pt>
          <cx:pt idx="405">Female</cx:pt>
          <cx:pt idx="406">Male</cx:pt>
          <cx:pt idx="407">Female</cx:pt>
          <cx:pt idx="408">Female</cx:pt>
          <cx:pt idx="409">Female</cx:pt>
          <cx:pt idx="410">Female</cx:pt>
          <cx:pt idx="411">Female</cx:pt>
          <cx:pt idx="412">Female</cx:pt>
          <cx:pt idx="413">Female</cx:pt>
          <cx:pt idx="414">Female</cx:pt>
          <cx:pt idx="415">Female</cx:pt>
          <cx:pt idx="416">Female</cx:pt>
          <cx:pt idx="417">Female</cx:pt>
          <cx:pt idx="418">Female</cx:pt>
          <cx:pt idx="419">Male</cx:pt>
          <cx:pt idx="420">Male</cx:pt>
          <cx:pt idx="421">Female</cx:pt>
          <cx:pt idx="422">Female</cx:pt>
          <cx:pt idx="423">Female</cx:pt>
          <cx:pt idx="424">Female</cx:pt>
          <cx:pt idx="425">Female</cx:pt>
          <cx:pt idx="426">Female</cx:pt>
          <cx:pt idx="427">Male</cx:pt>
          <cx:pt idx="428">Female</cx:pt>
          <cx:pt idx="429">Female</cx:pt>
          <cx:pt idx="430">Male</cx:pt>
          <cx:pt idx="431">Female</cx:pt>
          <cx:pt idx="432">Female</cx:pt>
          <cx:pt idx="433">Male</cx:pt>
          <cx:pt idx="434">Female</cx:pt>
          <cx:pt idx="435">Female</cx:pt>
          <cx:pt idx="436">Female</cx:pt>
          <cx:pt idx="437">Female</cx:pt>
          <cx:pt idx="438">Male</cx:pt>
          <cx:pt idx="439">Female</cx:pt>
          <cx:pt idx="440">Female</cx:pt>
          <cx:pt idx="441">Male</cx:pt>
          <cx:pt idx="442">Female</cx:pt>
          <cx:pt idx="443">Female</cx:pt>
          <cx:pt idx="444">Female</cx:pt>
          <cx:pt idx="445">Female</cx:pt>
          <cx:pt idx="446">Male</cx:pt>
          <cx:pt idx="447">Female</cx:pt>
          <cx:pt idx="448">Male</cx:pt>
          <cx:pt idx="449">Female</cx:pt>
          <cx:pt idx="450">Female</cx:pt>
          <cx:pt idx="451">Female</cx:pt>
          <cx:pt idx="452">Female</cx:pt>
          <cx:pt idx="453">Male</cx:pt>
          <cx:pt idx="454">Female</cx:pt>
          <cx:pt idx="455">Female</cx:pt>
          <cx:pt idx="456">Male</cx:pt>
          <cx:pt idx="457">Male</cx:pt>
          <cx:pt idx="458">Female</cx:pt>
          <cx:pt idx="459">Female</cx:pt>
          <cx:pt idx="460">Female</cx:pt>
          <cx:pt idx="461">Male</cx:pt>
          <cx:pt idx="462">Female</cx:pt>
          <cx:pt idx="463">Male</cx:pt>
          <cx:pt idx="464">Female</cx:pt>
          <cx:pt idx="465">Female</cx:pt>
          <cx:pt idx="466">Female</cx:pt>
          <cx:pt idx="467">Male</cx:pt>
          <cx:pt idx="468">Female</cx:pt>
          <cx:pt idx="469">Female</cx:pt>
          <cx:pt idx="470">Male</cx:pt>
          <cx:pt idx="471">Male</cx:pt>
          <cx:pt idx="472">Female</cx:pt>
          <cx:pt idx="473">Male</cx:pt>
          <cx:pt idx="474">Male</cx:pt>
          <cx:pt idx="475">Female</cx:pt>
          <cx:pt idx="476">Female</cx:pt>
          <cx:pt idx="477">Female</cx:pt>
          <cx:pt idx="478">Female</cx:pt>
          <cx:pt idx="479">Male</cx:pt>
          <cx:pt idx="480">Male</cx:pt>
          <cx:pt idx="481">Female</cx:pt>
          <cx:pt idx="482">Female</cx:pt>
          <cx:pt idx="483">Female</cx:pt>
          <cx:pt idx="484">Female</cx:pt>
          <cx:pt idx="485">Female</cx:pt>
          <cx:pt idx="486">Female</cx:pt>
          <cx:pt idx="487">Female</cx:pt>
          <cx:pt idx="488">Female</cx:pt>
          <cx:pt idx="489">Female</cx:pt>
          <cx:pt idx="490">Male</cx:pt>
          <cx:pt idx="491">Female</cx:pt>
          <cx:pt idx="492">Male</cx:pt>
          <cx:pt idx="493">Female</cx:pt>
          <cx:pt idx="494">Male</cx:pt>
          <cx:pt idx="495">Male</cx:pt>
          <cx:pt idx="496">Female</cx:pt>
          <cx:pt idx="497">Male</cx:pt>
          <cx:pt idx="498">Male</cx:pt>
          <cx:pt idx="499">Male</cx:pt>
          <cx:pt idx="500">Male</cx:pt>
          <cx:pt idx="501">Male</cx:pt>
          <cx:pt idx="502">Male</cx:pt>
          <cx:pt idx="503">Male</cx:pt>
          <cx:pt idx="504">Male</cx:pt>
          <cx:pt idx="505">Male</cx:pt>
          <cx:pt idx="506">Female</cx:pt>
          <cx:pt idx="507">Male</cx:pt>
          <cx:pt idx="508">Female</cx:pt>
          <cx:pt idx="509">Male</cx:pt>
          <cx:pt idx="510">Female</cx:pt>
          <cx:pt idx="511">Female</cx:pt>
          <cx:pt idx="512">Female</cx:pt>
          <cx:pt idx="513">Male</cx:pt>
          <cx:pt idx="514">Male</cx:pt>
          <cx:pt idx="515">Female</cx:pt>
          <cx:pt idx="516">Male</cx:pt>
          <cx:pt idx="517">Male</cx:pt>
          <cx:pt idx="518">Male</cx:pt>
          <cx:pt idx="519">Female</cx:pt>
          <cx:pt idx="520">Female</cx:pt>
          <cx:pt idx="521">Male</cx:pt>
          <cx:pt idx="522">Male</cx:pt>
          <cx:pt idx="523">Female</cx:pt>
          <cx:pt idx="524">Female</cx:pt>
          <cx:pt idx="525">Female</cx:pt>
          <cx:pt idx="526">Female</cx:pt>
          <cx:pt idx="527">Female</cx:pt>
          <cx:pt idx="528">Male</cx:pt>
          <cx:pt idx="529">Male</cx:pt>
          <cx:pt idx="530">Male</cx:pt>
          <cx:pt idx="531">Male</cx:pt>
          <cx:pt idx="532">Female</cx:pt>
          <cx:pt idx="533">Female</cx:pt>
          <cx:pt idx="534">Female</cx:pt>
          <cx:pt idx="535">Male</cx:pt>
          <cx:pt idx="536">Male</cx:pt>
          <cx:pt idx="537">Male</cx:pt>
          <cx:pt idx="538">Female</cx:pt>
          <cx:pt idx="539">Female</cx:pt>
          <cx:pt idx="540">Male</cx:pt>
          <cx:pt idx="541">Female</cx:pt>
          <cx:pt idx="542">Male</cx:pt>
          <cx:pt idx="543">Male</cx:pt>
          <cx:pt idx="544">Male</cx:pt>
          <cx:pt idx="545">Female</cx:pt>
          <cx:pt idx="546">Male</cx:pt>
          <cx:pt idx="547">Male</cx:pt>
          <cx:pt idx="548">Male</cx:pt>
          <cx:pt idx="549">Male</cx:pt>
          <cx:pt idx="550">Female</cx:pt>
          <cx:pt idx="551">Male</cx:pt>
          <cx:pt idx="552">Female</cx:pt>
          <cx:pt idx="553">Male</cx:pt>
          <cx:pt idx="554">Female</cx:pt>
          <cx:pt idx="555">Male</cx:pt>
          <cx:pt idx="556">Female</cx:pt>
          <cx:pt idx="557">Female</cx:pt>
          <cx:pt idx="558">Male</cx:pt>
          <cx:pt idx="559">Female</cx:pt>
          <cx:pt idx="560">Male</cx:pt>
          <cx:pt idx="561">Female</cx:pt>
          <cx:pt idx="562">Female</cx:pt>
          <cx:pt idx="563">Female</cx:pt>
          <cx:pt idx="564">Male</cx:pt>
          <cx:pt idx="565">Female</cx:pt>
          <cx:pt idx="566">Male</cx:pt>
          <cx:pt idx="567">Female</cx:pt>
          <cx:pt idx="568">Male</cx:pt>
          <cx:pt idx="569">Male</cx:pt>
          <cx:pt idx="570">Male</cx:pt>
          <cx:pt idx="571">Male</cx:pt>
          <cx:pt idx="572">Male</cx:pt>
          <cx:pt idx="573">Male</cx:pt>
          <cx:pt idx="574">Female</cx:pt>
          <cx:pt idx="575">Male</cx:pt>
          <cx:pt idx="576">Female</cx:pt>
          <cx:pt idx="577">Male</cx:pt>
          <cx:pt idx="578">Male</cx:pt>
          <cx:pt idx="579">Female</cx:pt>
          <cx:pt idx="580">Female</cx:pt>
          <cx:pt idx="581">Female</cx:pt>
          <cx:pt idx="582">Female</cx:pt>
          <cx:pt idx="583">Male</cx:pt>
          <cx:pt idx="584">Male</cx:pt>
          <cx:pt idx="585">Male</cx:pt>
          <cx:pt idx="586">Male</cx:pt>
          <cx:pt idx="587">Male</cx:pt>
          <cx:pt idx="588">Female</cx:pt>
          <cx:pt idx="589">Female</cx:pt>
          <cx:pt idx="590">Female</cx:pt>
          <cx:pt idx="591">Female</cx:pt>
          <cx:pt idx="592">Male</cx:pt>
          <cx:pt idx="593">Female</cx:pt>
          <cx:pt idx="594">Female</cx:pt>
          <cx:pt idx="595">Male</cx:pt>
          <cx:pt idx="596">Male</cx:pt>
          <cx:pt idx="597">Female</cx:pt>
          <cx:pt idx="598">Male</cx:pt>
          <cx:pt idx="599">Male</cx:pt>
          <cx:pt idx="600">Male</cx:pt>
          <cx:pt idx="601">Female</cx:pt>
          <cx:pt idx="602">Female</cx:pt>
          <cx:pt idx="603">Male</cx:pt>
          <cx:pt idx="604">Male</cx:pt>
          <cx:pt idx="605">Female</cx:pt>
          <cx:pt idx="606">Female</cx:pt>
          <cx:pt idx="607">Female</cx:pt>
          <cx:pt idx="608">Male</cx:pt>
          <cx:pt idx="609">Female</cx:pt>
          <cx:pt idx="610">Female</cx:pt>
          <cx:pt idx="611">Male</cx:pt>
          <cx:pt idx="612">Female</cx:pt>
          <cx:pt idx="613">Female</cx:pt>
          <cx:pt idx="614">Male</cx:pt>
          <cx:pt idx="615">Male</cx:pt>
          <cx:pt idx="616">Male</cx:pt>
          <cx:pt idx="617">Male</cx:pt>
          <cx:pt idx="618">Female</cx:pt>
          <cx:pt idx="619">Female</cx:pt>
          <cx:pt idx="620">Male</cx:pt>
          <cx:pt idx="621">Male</cx:pt>
          <cx:pt idx="622">Male</cx:pt>
          <cx:pt idx="623">Female</cx:pt>
          <cx:pt idx="624">Female</cx:pt>
          <cx:pt idx="625">Male</cx:pt>
          <cx:pt idx="626">Female</cx:pt>
          <cx:pt idx="627">Male</cx:pt>
          <cx:pt idx="628">Female</cx:pt>
          <cx:pt idx="629">Female</cx:pt>
          <cx:pt idx="630">Female</cx:pt>
          <cx:pt idx="631">Female</cx:pt>
          <cx:pt idx="632">Female</cx:pt>
          <cx:pt idx="633">Male</cx:pt>
          <cx:pt idx="634">Female</cx:pt>
          <cx:pt idx="635">Female</cx:pt>
          <cx:pt idx="636">Female</cx:pt>
          <cx:pt idx="637">Male</cx:pt>
          <cx:pt idx="638">Female</cx:pt>
          <cx:pt idx="639">Male</cx:pt>
          <cx:pt idx="640">Female</cx:pt>
          <cx:pt idx="641">Male</cx:pt>
          <cx:pt idx="642">Female</cx:pt>
          <cx:pt idx="643">Male</cx:pt>
          <cx:pt idx="644">Male</cx:pt>
          <cx:pt idx="645">Female</cx:pt>
          <cx:pt idx="646">Female</cx:pt>
          <cx:pt idx="647">Female</cx:pt>
          <cx:pt idx="648">Female</cx:pt>
          <cx:pt idx="649">Male</cx:pt>
          <cx:pt idx="650">Female</cx:pt>
          <cx:pt idx="651">Male</cx:pt>
          <cx:pt idx="652">Female</cx:pt>
          <cx:pt idx="653">Female</cx:pt>
          <cx:pt idx="654">Female</cx:pt>
          <cx:pt idx="655">Female</cx:pt>
          <cx:pt idx="656">Female</cx:pt>
          <cx:pt idx="657">Male</cx:pt>
          <cx:pt idx="658">Female</cx:pt>
          <cx:pt idx="659">Female</cx:pt>
          <cx:pt idx="660">Male</cx:pt>
          <cx:pt idx="661">Male</cx:pt>
          <cx:pt idx="662">Male</cx:pt>
          <cx:pt idx="663">Female</cx:pt>
          <cx:pt idx="664">Female</cx:pt>
          <cx:pt idx="665">Female</cx:pt>
          <cx:pt idx="666">Female</cx:pt>
          <cx:pt idx="667">Female</cx:pt>
          <cx:pt idx="668">Male</cx:pt>
          <cx:pt idx="669">Female</cx:pt>
          <cx:pt idx="670">Male</cx:pt>
          <cx:pt idx="671">Male</cx:pt>
          <cx:pt idx="672">Female</cx:pt>
          <cx:pt idx="673">Male</cx:pt>
          <cx:pt idx="674">Female</cx:pt>
          <cx:pt idx="675">Male</cx:pt>
          <cx:pt idx="676">Female</cx:pt>
          <cx:pt idx="677">Female</cx:pt>
          <cx:pt idx="678">Female</cx:pt>
          <cx:pt idx="679">Female</cx:pt>
          <cx:pt idx="680">Female</cx:pt>
          <cx:pt idx="681">Male</cx:pt>
          <cx:pt idx="682">Female</cx:pt>
          <cx:pt idx="683">Male</cx:pt>
          <cx:pt idx="684">Male</cx:pt>
          <cx:pt idx="685">Female</cx:pt>
          <cx:pt idx="686">Female</cx:pt>
          <cx:pt idx="687">Female</cx:pt>
          <cx:pt idx="688">Female</cx:pt>
          <cx:pt idx="689">Female</cx:pt>
          <cx:pt idx="690">Male</cx:pt>
          <cx:pt idx="691">Female</cx:pt>
          <cx:pt idx="692">Male</cx:pt>
          <cx:pt idx="693">Female</cx:pt>
          <cx:pt idx="694">Female</cx:pt>
          <cx:pt idx="695">Female</cx:pt>
          <cx:pt idx="696">Female</cx:pt>
          <cx:pt idx="697">Male</cx:pt>
          <cx:pt idx="698">Male</cx:pt>
          <cx:pt idx="699">Male</cx:pt>
          <cx:pt idx="700">Female</cx:pt>
          <cx:pt idx="701">Female</cx:pt>
          <cx:pt idx="702">Male</cx:pt>
          <cx:pt idx="703">Male</cx:pt>
          <cx:pt idx="704">Male</cx:pt>
          <cx:pt idx="705">Female</cx:pt>
          <cx:pt idx="706">Female</cx:pt>
          <cx:pt idx="707">Male</cx:pt>
          <cx:pt idx="708">Male</cx:pt>
          <cx:pt idx="709">Female</cx:pt>
          <cx:pt idx="710">Male</cx:pt>
          <cx:pt idx="711">Male</cx:pt>
          <cx:pt idx="712">Male</cx:pt>
          <cx:pt idx="713">Female</cx:pt>
          <cx:pt idx="714">Male</cx:pt>
          <cx:pt idx="715">Female</cx:pt>
          <cx:pt idx="716">Male</cx:pt>
          <cx:pt idx="717">Male</cx:pt>
          <cx:pt idx="718">Male</cx:pt>
          <cx:pt idx="719">Female</cx:pt>
          <cx:pt idx="720">Male</cx:pt>
          <cx:pt idx="721">Male</cx:pt>
          <cx:pt idx="722">Male</cx:pt>
          <cx:pt idx="723">Male</cx:pt>
          <cx:pt idx="724">Male</cx:pt>
          <cx:pt idx="725">Male</cx:pt>
          <cx:pt idx="726">Female</cx:pt>
          <cx:pt idx="727">Female</cx:pt>
          <cx:pt idx="728">Male</cx:pt>
          <cx:pt idx="729">Male</cx:pt>
          <cx:pt idx="730">Male</cx:pt>
          <cx:pt idx="731">Male</cx:pt>
          <cx:pt idx="732">Male</cx:pt>
          <cx:pt idx="733">Female</cx:pt>
          <cx:pt idx="734">Male</cx:pt>
          <cx:pt idx="735">Male</cx:pt>
          <cx:pt idx="736">Male</cx:pt>
          <cx:pt idx="737">Female</cx:pt>
          <cx:pt idx="738">Male</cx:pt>
          <cx:pt idx="739">Female</cx:pt>
          <cx:pt idx="740">Male</cx:pt>
          <cx:pt idx="741">Male</cx:pt>
          <cx:pt idx="742">Male</cx:pt>
          <cx:pt idx="743">Female</cx:pt>
          <cx:pt idx="744">Female</cx:pt>
          <cx:pt idx="745">Male</cx:pt>
          <cx:pt idx="746">Male</cx:pt>
          <cx:pt idx="747">Female</cx:pt>
          <cx:pt idx="748">Female</cx:pt>
          <cx:pt idx="749">Female</cx:pt>
          <cx:pt idx="750">Female</cx:pt>
          <cx:pt idx="751">Male</cx:pt>
          <cx:pt idx="752">Male</cx:pt>
          <cx:pt idx="753">Male</cx:pt>
          <cx:pt idx="754">Female</cx:pt>
          <cx:pt idx="755">Female</cx:pt>
          <cx:pt idx="756">Male</cx:pt>
          <cx:pt idx="757">Male</cx:pt>
          <cx:pt idx="758">Male</cx:pt>
          <cx:pt idx="759">Female</cx:pt>
          <cx:pt idx="760">Male</cx:pt>
          <cx:pt idx="761">Male</cx:pt>
          <cx:pt idx="762">Male</cx:pt>
          <cx:pt idx="763">Male</cx:pt>
          <cx:pt idx="764">Male</cx:pt>
          <cx:pt idx="765">Female</cx:pt>
          <cx:pt idx="766">Male</cx:pt>
          <cx:pt idx="767">Female</cx:pt>
          <cx:pt idx="768">Male</cx:pt>
          <cx:pt idx="769">Female</cx:pt>
          <cx:pt idx="770">Male</cx:pt>
          <cx:pt idx="771">Male</cx:pt>
          <cx:pt idx="772">Male</cx:pt>
          <cx:pt idx="773">Male</cx:pt>
          <cx:pt idx="774">Female</cx:pt>
          <cx:pt idx="775">Female</cx:pt>
          <cx:pt idx="776">Male</cx:pt>
          <cx:pt idx="777">Male</cx:pt>
          <cx:pt idx="778">Female</cx:pt>
          <cx:pt idx="779">Male</cx:pt>
          <cx:pt idx="780">Male</cx:pt>
          <cx:pt idx="781">Female</cx:pt>
          <cx:pt idx="782">Male</cx:pt>
          <cx:pt idx="783">Male</cx:pt>
          <cx:pt idx="784">Male</cx:pt>
          <cx:pt idx="785">Female</cx:pt>
          <cx:pt idx="786">Male</cx:pt>
          <cx:pt idx="787">Male</cx:pt>
          <cx:pt idx="788">Female</cx:pt>
          <cx:pt idx="789">Female</cx:pt>
          <cx:pt idx="790">Male</cx:pt>
          <cx:pt idx="791">Male</cx:pt>
          <cx:pt idx="792">Male</cx:pt>
          <cx:pt idx="793">Male</cx:pt>
          <cx:pt idx="794">Female</cx:pt>
          <cx:pt idx="795">Male</cx:pt>
          <cx:pt idx="796">Male</cx:pt>
          <cx:pt idx="797">Female</cx:pt>
          <cx:pt idx="798">Male</cx:pt>
          <cx:pt idx="799">Female</cx:pt>
          <cx:pt idx="800">Female</cx:pt>
          <cx:pt idx="801">Male</cx:pt>
          <cx:pt idx="802">Female</cx:pt>
          <cx:pt idx="803">Female</cx:pt>
          <cx:pt idx="804">Male</cx:pt>
          <cx:pt idx="805">Male</cx:pt>
          <cx:pt idx="806">Male</cx:pt>
          <cx:pt idx="807">Male</cx:pt>
          <cx:pt idx="808">Female</cx:pt>
          <cx:pt idx="809">Female</cx:pt>
          <cx:pt idx="810">Male</cx:pt>
          <cx:pt idx="811">Male</cx:pt>
          <cx:pt idx="812">Male</cx:pt>
          <cx:pt idx="813">Female</cx:pt>
          <cx:pt idx="814">Male</cx:pt>
          <cx:pt idx="815">Male</cx:pt>
          <cx:pt idx="816">Male</cx:pt>
          <cx:pt idx="817">Female</cx:pt>
          <cx:pt idx="818">Male</cx:pt>
          <cx:pt idx="819">Male</cx:pt>
          <cx:pt idx="820">Female</cx:pt>
          <cx:pt idx="821">Male</cx:pt>
          <cx:pt idx="822">Female</cx:pt>
          <cx:pt idx="823">Female</cx:pt>
          <cx:pt idx="824">Male</cx:pt>
          <cx:pt idx="825">Female</cx:pt>
          <cx:pt idx="826">Male</cx:pt>
          <cx:pt idx="827">Female</cx:pt>
          <cx:pt idx="828">Male</cx:pt>
          <cx:pt idx="829">Male</cx:pt>
          <cx:pt idx="830">Male</cx:pt>
          <cx:pt idx="831">Male</cx:pt>
          <cx:pt idx="832">Male</cx:pt>
          <cx:pt idx="833">Male</cx:pt>
          <cx:pt idx="834">Male</cx:pt>
          <cx:pt idx="835">Male</cx:pt>
          <cx:pt idx="836">Female</cx:pt>
          <cx:pt idx="837">Male</cx:pt>
          <cx:pt idx="838">Female</cx:pt>
          <cx:pt idx="839">Female</cx:pt>
          <cx:pt idx="840">Male</cx:pt>
          <cx:pt idx="841">Male</cx:pt>
          <cx:pt idx="842">Female</cx:pt>
          <cx:pt idx="843">Female</cx:pt>
          <cx:pt idx="844">Male</cx:pt>
          <cx:pt idx="845">Male</cx:pt>
          <cx:pt idx="846">Male</cx:pt>
          <cx:pt idx="847">Female</cx:pt>
          <cx:pt idx="848">Male</cx:pt>
          <cx:pt idx="849">Female</cx:pt>
          <cx:pt idx="850">Male</cx:pt>
          <cx:pt idx="851">Female</cx:pt>
          <cx:pt idx="852">Male</cx:pt>
          <cx:pt idx="853">Male</cx:pt>
          <cx:pt idx="854">Female</cx:pt>
          <cx:pt idx="855">Male</cx:pt>
          <cx:pt idx="856">Female</cx:pt>
          <cx:pt idx="857">Male</cx:pt>
          <cx:pt idx="858">Female</cx:pt>
          <cx:pt idx="859">Male</cx:pt>
          <cx:pt idx="860">Male</cx:pt>
          <cx:pt idx="861">Male</cx:pt>
          <cx:pt idx="862">Female</cx:pt>
          <cx:pt idx="863">Female</cx:pt>
          <cx:pt idx="864">Male</cx:pt>
          <cx:pt idx="865">Female</cx:pt>
          <cx:pt idx="866">Male</cx:pt>
          <cx:pt idx="867">Female</cx:pt>
          <cx:pt idx="868">Male</cx:pt>
          <cx:pt idx="869">Male</cx:pt>
          <cx:pt idx="870">Male</cx:pt>
          <cx:pt idx="871">Male</cx:pt>
          <cx:pt idx="872">Male</cx:pt>
          <cx:pt idx="873">Male</cx:pt>
          <cx:pt idx="874">Male</cx:pt>
          <cx:pt idx="875">Female</cx:pt>
          <cx:pt idx="876">Male</cx:pt>
          <cx:pt idx="877">Male</cx:pt>
          <cx:pt idx="878">Male</cx:pt>
          <cx:pt idx="879">Male</cx:pt>
          <cx:pt idx="880">Female</cx:pt>
          <cx:pt idx="881">Male</cx:pt>
          <cx:pt idx="882">Male</cx:pt>
          <cx:pt idx="883">Male</cx:pt>
          <cx:pt idx="884">Female</cx:pt>
          <cx:pt idx="885">Male</cx:pt>
          <cx:pt idx="886">Female</cx:pt>
          <cx:pt idx="887">Female</cx:pt>
          <cx:pt idx="888">Female</cx:pt>
          <cx:pt idx="889">Male</cx:pt>
          <cx:pt idx="890">Male</cx:pt>
          <cx:pt idx="891">Male</cx:pt>
          <cx:pt idx="892">Male</cx:pt>
          <cx:pt idx="893">Female</cx:pt>
          <cx:pt idx="894">Male</cx:pt>
          <cx:pt idx="895">Male</cx:pt>
          <cx:pt idx="896">Male</cx:pt>
          <cx:pt idx="897">Male</cx:pt>
          <cx:pt idx="898">Male</cx:pt>
          <cx:pt idx="899">Male</cx:pt>
          <cx:pt idx="900">Male</cx:pt>
          <cx:pt idx="901">Female</cx:pt>
          <cx:pt idx="902">Male</cx:pt>
          <cx:pt idx="903">Female</cx:pt>
          <cx:pt idx="904">Male</cx:pt>
          <cx:pt idx="905">Male</cx:pt>
          <cx:pt idx="906">Male</cx:pt>
          <cx:pt idx="907">Male</cx:pt>
          <cx:pt idx="908">Male</cx:pt>
          <cx:pt idx="909">Male</cx:pt>
          <cx:pt idx="910">Female</cx:pt>
          <cx:pt idx="911">Male</cx:pt>
          <cx:pt idx="912">Male</cx:pt>
          <cx:pt idx="913">Male</cx:pt>
          <cx:pt idx="914">Male</cx:pt>
          <cx:pt idx="915">Male</cx:pt>
          <cx:pt idx="916">Male</cx:pt>
          <cx:pt idx="917">Male</cx:pt>
          <cx:pt idx="918">Male</cx:pt>
          <cx:pt idx="919">Male</cx:pt>
          <cx:pt idx="920">Male</cx:pt>
          <cx:pt idx="921">Male</cx:pt>
          <cx:pt idx="922">Male</cx:pt>
          <cx:pt idx="923">Female</cx:pt>
          <cx:pt idx="924">Male</cx:pt>
          <cx:pt idx="925">Male</cx:pt>
          <cx:pt idx="926">Male</cx:pt>
          <cx:pt idx="927">Male</cx:pt>
          <cx:pt idx="928">Male</cx:pt>
          <cx:pt idx="929">Male</cx:pt>
          <cx:pt idx="930">Male</cx:pt>
          <cx:pt idx="931">Male</cx:pt>
          <cx:pt idx="932">Male</cx:pt>
          <cx:pt idx="933">Male</cx:pt>
          <cx:pt idx="934">Male</cx:pt>
          <cx:pt idx="935">Female</cx:pt>
          <cx:pt idx="936">Male</cx:pt>
          <cx:pt idx="937">Male</cx:pt>
          <cx:pt idx="938">Male</cx:pt>
          <cx:pt idx="939">Female</cx:pt>
          <cx:pt idx="940">Female</cx:pt>
          <cx:pt idx="941">Male</cx:pt>
          <cx:pt idx="942">Male</cx:pt>
          <cx:pt idx="943">Male</cx:pt>
          <cx:pt idx="944">Male</cx:pt>
          <cx:pt idx="945">Male</cx:pt>
          <cx:pt idx="946">Female</cx:pt>
          <cx:pt idx="947">Female</cx:pt>
          <cx:pt idx="948">Male</cx:pt>
          <cx:pt idx="949">Male</cx:pt>
          <cx:pt idx="950">Male</cx:pt>
          <cx:pt idx="951">Male</cx:pt>
          <cx:pt idx="952">Female</cx:pt>
          <cx:pt idx="953">Male</cx:pt>
          <cx:pt idx="954">Male</cx:pt>
          <cx:pt idx="955">Male</cx:pt>
          <cx:pt idx="956">Male</cx:pt>
          <cx:pt idx="957">Male</cx:pt>
          <cx:pt idx="958">Female</cx:pt>
          <cx:pt idx="959">Female</cx:pt>
          <cx:pt idx="960">Male</cx:pt>
          <cx:pt idx="961">Female</cx:pt>
          <cx:pt idx="962">Male</cx:pt>
          <cx:pt idx="963">Male</cx:pt>
          <cx:pt idx="964">Male</cx:pt>
          <cx:pt idx="965">Male</cx:pt>
          <cx:pt idx="966">Male</cx:pt>
          <cx:pt idx="967">Male</cx:pt>
          <cx:pt idx="968">Male</cx:pt>
          <cx:pt idx="969">Male</cx:pt>
          <cx:pt idx="970">Male</cx:pt>
          <cx:pt idx="971">Male</cx:pt>
          <cx:pt idx="972">Male</cx:pt>
        </cx:lvl>
      </cx:strDim>
      <cx:numDim type="val">
        <cx:f>'Gym Members Exercise Tracking'!$B$2:$B$974</cx:f>
        <cx:lvl ptCount="973" formatCode="General">
          <cx:pt idx="0">32</cx:pt>
          <cx:pt idx="1">41</cx:pt>
          <cx:pt idx="2">19</cx:pt>
          <cx:pt idx="3">25</cx:pt>
          <cx:pt idx="4">19</cx:pt>
          <cx:pt idx="5">21</cx:pt>
          <cx:pt idx="6">43</cx:pt>
          <cx:pt idx="7">31</cx:pt>
          <cx:pt idx="8">35</cx:pt>
          <cx:pt idx="9">32</cx:pt>
          <cx:pt idx="10">24</cx:pt>
          <cx:pt idx="11">41</cx:pt>
          <cx:pt idx="12">18</cx:pt>
          <cx:pt idx="13">29</cx:pt>
          <cx:pt idx="14">20</cx:pt>
          <cx:pt idx="15">32</cx:pt>
          <cx:pt idx="16">46</cx:pt>
          <cx:pt idx="17">24</cx:pt>
          <cx:pt idx="18">19</cx:pt>
          <cx:pt idx="19">50</cx:pt>
          <cx:pt idx="20">23</cx:pt>
          <cx:pt idx="21">26</cx:pt>
          <cx:pt idx="22">32</cx:pt>
          <cx:pt idx="23">41</cx:pt>
          <cx:pt idx="24">54</cx:pt>
          <cx:pt idx="25">40</cx:pt>
          <cx:pt idx="26">22</cx:pt>
          <cx:pt idx="27">23</cx:pt>
          <cx:pt idx="28">39</cx:pt>
          <cx:pt idx="29">33</cx:pt>
          <cx:pt idx="30">26</cx:pt>
          <cx:pt idx="31">36</cx:pt>
          <cx:pt idx="32">24</cx:pt>
          <cx:pt idx="33">18</cx:pt>
          <cx:pt idx="34">29</cx:pt>
          <cx:pt idx="35">37</cx:pt>
          <cx:pt idx="36">19</cx:pt>
          <cx:pt idx="37">33</cx:pt>
          <cx:pt idx="38">21</cx:pt>
          <cx:pt idx="39">31</cx:pt>
          <cx:pt idx="40">21</cx:pt>
          <cx:pt idx="41">46</cx:pt>
          <cx:pt idx="42">23</cx:pt>
          <cx:pt idx="43">41</cx:pt>
          <cx:pt idx="44">20</cx:pt>
          <cx:pt idx="45">19</cx:pt>
          <cx:pt idx="46">43</cx:pt>
          <cx:pt idx="47">42</cx:pt>
          <cx:pt idx="48">25</cx:pt>
          <cx:pt idx="49">39</cx:pt>
          <cx:pt idx="50">33</cx:pt>
          <cx:pt idx="51">30</cx:pt>
          <cx:pt idx="52">47</cx:pt>
          <cx:pt idx="53">43</cx:pt>
          <cx:pt idx="54">18</cx:pt>
          <cx:pt idx="55">20</cx:pt>
          <cx:pt idx="56">33</cx:pt>
          <cx:pt idx="57">22</cx:pt>
          <cx:pt idx="58">33</cx:pt>
          <cx:pt idx="59">43</cx:pt>
          <cx:pt idx="60">27</cx:pt>
          <cx:pt idx="61">36</cx:pt>
          <cx:pt idx="62">21</cx:pt>
          <cx:pt idx="63">33</cx:pt>
          <cx:pt idx="64">41</cx:pt>
          <cx:pt idx="65">29</cx:pt>
          <cx:pt idx="66">29</cx:pt>
          <cx:pt idx="67">27</cx:pt>
          <cx:pt idx="68">46</cx:pt>
          <cx:pt idx="69">26</cx:pt>
          <cx:pt idx="70">41</cx:pt>
          <cx:pt idx="71">29</cx:pt>
          <cx:pt idx="72">37</cx:pt>
          <cx:pt idx="73">30</cx:pt>
          <cx:pt idx="74">29</cx:pt>
          <cx:pt idx="75">33</cx:pt>
          <cx:pt idx="76">40</cx:pt>
          <cx:pt idx="77">40</cx:pt>
          <cx:pt idx="78">28</cx:pt>
          <cx:pt idx="79">29</cx:pt>
          <cx:pt idx="80">26</cx:pt>
          <cx:pt idx="81">22</cx:pt>
          <cx:pt idx="82">46</cx:pt>
          <cx:pt idx="83">39</cx:pt>
          <cx:pt idx="84">34</cx:pt>
          <cx:pt idx="85">53</cx:pt>
          <cx:pt idx="86">20</cx:pt>
          <cx:pt idx="87">37</cx:pt>
          <cx:pt idx="88">18</cx:pt>
          <cx:pt idx="89">42</cx:pt>
          <cx:pt idx="90">49</cx:pt>
          <cx:pt idx="91">38</cx:pt>
          <cx:pt idx="92">33</cx:pt>
          <cx:pt idx="93">52</cx:pt>
          <cx:pt idx="94">31</cx:pt>
          <cx:pt idx="95">32</cx:pt>
          <cx:pt idx="96">18</cx:pt>
          <cx:pt idx="97">20</cx:pt>
          <cx:pt idx="98">29</cx:pt>
          <cx:pt idx="99">25</cx:pt>
          <cx:pt idx="100">34</cx:pt>
          <cx:pt idx="101">50</cx:pt>
          <cx:pt idx="102">18</cx:pt>
          <cx:pt idx="103">38</cx:pt>
          <cx:pt idx="104">39</cx:pt>
          <cx:pt idx="105">52</cx:pt>
          <cx:pt idx="106">23</cx:pt>
          <cx:pt idx="107">45</cx:pt>
          <cx:pt idx="108">22</cx:pt>
          <cx:pt idx="109">36</cx:pt>
          <cx:pt idx="110">34</cx:pt>
          <cx:pt idx="111">38</cx:pt>
          <cx:pt idx="112">26</cx:pt>
          <cx:pt idx="113">30</cx:pt>
          <cx:pt idx="114">18</cx:pt>
          <cx:pt idx="115">49</cx:pt>
          <cx:pt idx="116">51</cx:pt>
          <cx:pt idx="117">20</cx:pt>
          <cx:pt idx="118">47</cx:pt>
          <cx:pt idx="119">32</cx:pt>
          <cx:pt idx="120">34</cx:pt>
          <cx:pt idx="121">23</cx:pt>
          <cx:pt idx="122">19</cx:pt>
          <cx:pt idx="123">30</cx:pt>
          <cx:pt idx="124">25</cx:pt>
          <cx:pt idx="125">21</cx:pt>
          <cx:pt idx="126">42</cx:pt>
          <cx:pt idx="127">46</cx:pt>
          <cx:pt idx="128">38</cx:pt>
          <cx:pt idx="129">23</cx:pt>
          <cx:pt idx="130">18</cx:pt>
          <cx:pt idx="131">31</cx:pt>
          <cx:pt idx="132">39</cx:pt>
          <cx:pt idx="133">31</cx:pt>
          <cx:pt idx="134">41</cx:pt>
          <cx:pt idx="135">43</cx:pt>
          <cx:pt idx="136">31</cx:pt>
          <cx:pt idx="137">20</cx:pt>
          <cx:pt idx="138">32</cx:pt>
          <cx:pt idx="139">34</cx:pt>
          <cx:pt idx="140">34</cx:pt>
          <cx:pt idx="141">25</cx:pt>
          <cx:pt idx="142">36</cx:pt>
          <cx:pt idx="143">58</cx:pt>
          <cx:pt idx="144">23</cx:pt>
          <cx:pt idx="145">23</cx:pt>
          <cx:pt idx="146">41</cx:pt>
          <cx:pt idx="147">48</cx:pt>
          <cx:pt idx="148">23</cx:pt>
          <cx:pt idx="149">37</cx:pt>
          <cx:pt idx="150">28</cx:pt>
          <cx:pt idx="151">19</cx:pt>
          <cx:pt idx="152">32</cx:pt>
          <cx:pt idx="153">28</cx:pt>
          <cx:pt idx="154">23</cx:pt>
          <cx:pt idx="155">20</cx:pt>
          <cx:pt idx="156">23</cx:pt>
          <cx:pt idx="157">19</cx:pt>
          <cx:pt idx="158">37</cx:pt>
          <cx:pt idx="159">26</cx:pt>
          <cx:pt idx="160">29</cx:pt>
          <cx:pt idx="161">25</cx:pt>
          <cx:pt idx="162">28</cx:pt>
          <cx:pt idx="163">36</cx:pt>
          <cx:pt idx="164">31</cx:pt>
          <cx:pt idx="165">25</cx:pt>
          <cx:pt idx="166">42</cx:pt>
          <cx:pt idx="167">31</cx:pt>
          <cx:pt idx="168">20</cx:pt>
          <cx:pt idx="169">33</cx:pt>
          <cx:pt idx="170">24</cx:pt>
          <cx:pt idx="171">38</cx:pt>
          <cx:pt idx="172">25</cx:pt>
          <cx:pt idx="173">28</cx:pt>
          <cx:pt idx="174">45</cx:pt>
          <cx:pt idx="175">52</cx:pt>
          <cx:pt idx="176">19</cx:pt>
          <cx:pt idx="177">19</cx:pt>
          <cx:pt idx="178">34</cx:pt>
          <cx:pt idx="179">23</cx:pt>
          <cx:pt idx="180">53</cx:pt>
          <cx:pt idx="181">48</cx:pt>
          <cx:pt idx="182">22</cx:pt>
          <cx:pt idx="183">25</cx:pt>
          <cx:pt idx="184">20</cx:pt>
          <cx:pt idx="185">57</cx:pt>
          <cx:pt idx="186">41</cx:pt>
          <cx:pt idx="187">39</cx:pt>
          <cx:pt idx="188">45</cx:pt>
          <cx:pt idx="189">39</cx:pt>
          <cx:pt idx="190">23</cx:pt>
          <cx:pt idx="191">34</cx:pt>
          <cx:pt idx="192">51</cx:pt>
          <cx:pt idx="193">18</cx:pt>
          <cx:pt idx="194">31</cx:pt>
          <cx:pt idx="195">46</cx:pt>
          <cx:pt idx="196">51</cx:pt>
          <cx:pt idx="197">35</cx:pt>
          <cx:pt idx="198">30</cx:pt>
          <cx:pt idx="199">22</cx:pt>
          <cx:pt idx="200">21</cx:pt>
          <cx:pt idx="201">23</cx:pt>
          <cx:pt idx="202">30</cx:pt>
          <cx:pt idx="203">28</cx:pt>
          <cx:pt idx="204">18</cx:pt>
          <cx:pt idx="205">32</cx:pt>
          <cx:pt idx="206">41</cx:pt>
          <cx:pt idx="207">22</cx:pt>
          <cx:pt idx="208">25</cx:pt>
          <cx:pt idx="209">43</cx:pt>
          <cx:pt idx="210">21</cx:pt>
          <cx:pt idx="211">22</cx:pt>
          <cx:pt idx="212">18</cx:pt>
          <cx:pt idx="213">28</cx:pt>
          <cx:pt idx="214">19</cx:pt>
          <cx:pt idx="215">23</cx:pt>
          <cx:pt idx="216">41</cx:pt>
          <cx:pt idx="217">18</cx:pt>
          <cx:pt idx="218">28</cx:pt>
          <cx:pt idx="219">57</cx:pt>
          <cx:pt idx="220">50</cx:pt>
          <cx:pt idx="221">34</cx:pt>
          <cx:pt idx="222">29</cx:pt>
          <cx:pt idx="223">36</cx:pt>
          <cx:pt idx="224">34</cx:pt>
          <cx:pt idx="225">20</cx:pt>
          <cx:pt idx="226">29</cx:pt>
          <cx:pt idx="227">19</cx:pt>
          <cx:pt idx="228">43</cx:pt>
          <cx:pt idx="229">28</cx:pt>
          <cx:pt idx="230">36</cx:pt>
          <cx:pt idx="231">22</cx:pt>
          <cx:pt idx="232">27</cx:pt>
          <cx:pt idx="233">30</cx:pt>
          <cx:pt idx="234">25</cx:pt>
          <cx:pt idx="235">48</cx:pt>
          <cx:pt idx="236">44</cx:pt>
          <cx:pt idx="237">28</cx:pt>
          <cx:pt idx="238">25</cx:pt>
          <cx:pt idx="239">23</cx:pt>
          <cx:pt idx="240">19</cx:pt>
          <cx:pt idx="241">26</cx:pt>
          <cx:pt idx="242">30</cx:pt>
          <cx:pt idx="243">26</cx:pt>
          <cx:pt idx="244">22</cx:pt>
          <cx:pt idx="245">40</cx:pt>
          <cx:pt idx="246">41</cx:pt>
          <cx:pt idx="247">35</cx:pt>
          <cx:pt idx="248">46</cx:pt>
          <cx:pt idx="249">44</cx:pt>
          <cx:pt idx="250">45</cx:pt>
          <cx:pt idx="251">54</cx:pt>
          <cx:pt idx="252">35</cx:pt>
          <cx:pt idx="253">36</cx:pt>
          <cx:pt idx="254">39</cx:pt>
          <cx:pt idx="255">50</cx:pt>
          <cx:pt idx="256">50</cx:pt>
          <cx:pt idx="257">50</cx:pt>
          <cx:pt idx="258">59</cx:pt>
          <cx:pt idx="259">51</cx:pt>
          <cx:pt idx="260">56</cx:pt>
          <cx:pt idx="261">52</cx:pt>
          <cx:pt idx="262">56</cx:pt>
          <cx:pt idx="263">53</cx:pt>
          <cx:pt idx="264">45</cx:pt>
          <cx:pt idx="265">37</cx:pt>
          <cx:pt idx="266">54</cx:pt>
          <cx:pt idx="267">56</cx:pt>
          <cx:pt idx="268">56</cx:pt>
          <cx:pt idx="269">34</cx:pt>
          <cx:pt idx="270">59</cx:pt>
          <cx:pt idx="271">36</cx:pt>
          <cx:pt idx="272">36</cx:pt>
          <cx:pt idx="273">52</cx:pt>
          <cx:pt idx="274">44</cx:pt>
          <cx:pt idx="275">51</cx:pt>
          <cx:pt idx="276">48</cx:pt>
          <cx:pt idx="277">51</cx:pt>
          <cx:pt idx="278">50</cx:pt>
          <cx:pt idx="279">36</cx:pt>
          <cx:pt idx="280">35</cx:pt>
          <cx:pt idx="281">43</cx:pt>
          <cx:pt idx="282">55</cx:pt>
          <cx:pt idx="283">25</cx:pt>
          <cx:pt idx="284">51</cx:pt>
          <cx:pt idx="285">38</cx:pt>
          <cx:pt idx="286">39</cx:pt>
          <cx:pt idx="287">54</cx:pt>
          <cx:pt idx="288">39</cx:pt>
          <cx:pt idx="289">26</cx:pt>
          <cx:pt idx="290">47</cx:pt>
          <cx:pt idx="291">54</cx:pt>
          <cx:pt idx="292">35</cx:pt>
          <cx:pt idx="293">50</cx:pt>
          <cx:pt idx="294">22</cx:pt>
          <cx:pt idx="295">18</cx:pt>
          <cx:pt idx="296">20</cx:pt>
          <cx:pt idx="297">33</cx:pt>
          <cx:pt idx="298">28</cx:pt>
          <cx:pt idx="299">43</cx:pt>
          <cx:pt idx="300">18</cx:pt>
          <cx:pt idx="301">25</cx:pt>
          <cx:pt idx="302">50</cx:pt>
          <cx:pt idx="303">33</cx:pt>
          <cx:pt idx="304">19</cx:pt>
          <cx:pt idx="305">20</cx:pt>
          <cx:pt idx="306">18</cx:pt>
          <cx:pt idx="307">21</cx:pt>
          <cx:pt idx="308">42</cx:pt>
          <cx:pt idx="309">25</cx:pt>
          <cx:pt idx="310">41</cx:pt>
          <cx:pt idx="311">49</cx:pt>
          <cx:pt idx="312">29</cx:pt>
          <cx:pt idx="313">19</cx:pt>
          <cx:pt idx="314">34</cx:pt>
          <cx:pt idx="315">21</cx:pt>
          <cx:pt idx="316">28</cx:pt>
          <cx:pt idx="317">45</cx:pt>
          <cx:pt idx="318">49</cx:pt>
          <cx:pt idx="319">23</cx:pt>
          <cx:pt idx="320">28</cx:pt>
          <cx:pt idx="321">21</cx:pt>
          <cx:pt idx="322">59</cx:pt>
          <cx:pt idx="323">37</cx:pt>
          <cx:pt idx="324">24</cx:pt>
          <cx:pt idx="325">48</cx:pt>
          <cx:pt idx="326">40</cx:pt>
          <cx:pt idx="327">43</cx:pt>
          <cx:pt idx="328">41</cx:pt>
          <cx:pt idx="329">38</cx:pt>
          <cx:pt idx="330">47</cx:pt>
          <cx:pt idx="331">57</cx:pt>
          <cx:pt idx="332">56</cx:pt>
          <cx:pt idx="333">30</cx:pt>
          <cx:pt idx="334">37</cx:pt>
          <cx:pt idx="335">40</cx:pt>
          <cx:pt idx="336">19</cx:pt>
          <cx:pt idx="337">50</cx:pt>
          <cx:pt idx="338">36</cx:pt>
          <cx:pt idx="339">38</cx:pt>
          <cx:pt idx="340">42</cx:pt>
          <cx:pt idx="341">43</cx:pt>
          <cx:pt idx="342">54</cx:pt>
          <cx:pt idx="343">55</cx:pt>
          <cx:pt idx="344">34</cx:pt>
          <cx:pt idx="345">52</cx:pt>
          <cx:pt idx="346">46</cx:pt>
          <cx:pt idx="347">57</cx:pt>
          <cx:pt idx="348">50</cx:pt>
          <cx:pt idx="349">57</cx:pt>
          <cx:pt idx="350">43</cx:pt>
          <cx:pt idx="351">59</cx:pt>
          <cx:pt idx="352">59</cx:pt>
          <cx:pt idx="353">24</cx:pt>
          <cx:pt idx="354">52</cx:pt>
          <cx:pt idx="355">27</cx:pt>
          <cx:pt idx="356">42</cx:pt>
          <cx:pt idx="357">55</cx:pt>
          <cx:pt idx="358">35</cx:pt>
          <cx:pt idx="359">50</cx:pt>
          <cx:pt idx="360">59</cx:pt>
          <cx:pt idx="361">31</cx:pt>
          <cx:pt idx="362">40</cx:pt>
          <cx:pt idx="363">46</cx:pt>
          <cx:pt idx="364">57</cx:pt>
          <cx:pt idx="365">48</cx:pt>
          <cx:pt idx="366">19</cx:pt>
          <cx:pt idx="367">58</cx:pt>
          <cx:pt idx="368">55</cx:pt>
          <cx:pt idx="369">56</cx:pt>
          <cx:pt idx="370">25</cx:pt>
          <cx:pt idx="371">55</cx:pt>
          <cx:pt idx="372">45</cx:pt>
          <cx:pt idx="373">49</cx:pt>
          <cx:pt idx="374">54</cx:pt>
          <cx:pt idx="375">51</cx:pt>
          <cx:pt idx="376">49</cx:pt>
          <cx:pt idx="377">25</cx:pt>
          <cx:pt idx="378">26</cx:pt>
          <cx:pt idx="379">43</cx:pt>
          <cx:pt idx="380">46</cx:pt>
          <cx:pt idx="381">30</cx:pt>
          <cx:pt idx="382">47</cx:pt>
          <cx:pt idx="383">48</cx:pt>
          <cx:pt idx="384">52</cx:pt>
          <cx:pt idx="385">22</cx:pt>
          <cx:pt idx="386">30</cx:pt>
          <cx:pt idx="387">54</cx:pt>
          <cx:pt idx="388">34</cx:pt>
          <cx:pt idx="389">57</cx:pt>
          <cx:pt idx="390">57</cx:pt>
          <cx:pt idx="391">47</cx:pt>
          <cx:pt idx="392">41</cx:pt>
          <cx:pt idx="393">58</cx:pt>
          <cx:pt idx="394">58</cx:pt>
          <cx:pt idx="395">56</cx:pt>
          <cx:pt idx="396">40</cx:pt>
          <cx:pt idx="397">56</cx:pt>
          <cx:pt idx="398">21</cx:pt>
          <cx:pt idx="399">20</cx:pt>
          <cx:pt idx="400">44</cx:pt>
          <cx:pt idx="401">22</cx:pt>
          <cx:pt idx="402">41</cx:pt>
          <cx:pt idx="403">39</cx:pt>
          <cx:pt idx="404">19</cx:pt>
          <cx:pt idx="405">20</cx:pt>
          <cx:pt idx="406">39</cx:pt>
          <cx:pt idx="407">18</cx:pt>
          <cx:pt idx="408">26</cx:pt>
          <cx:pt idx="409">28</cx:pt>
          <cx:pt idx="410">26</cx:pt>
          <cx:pt idx="411">19</cx:pt>
          <cx:pt idx="412">25</cx:pt>
          <cx:pt idx="413">21</cx:pt>
          <cx:pt idx="414">36</cx:pt>
          <cx:pt idx="415">31</cx:pt>
          <cx:pt idx="416">25</cx:pt>
          <cx:pt idx="417">30</cx:pt>
          <cx:pt idx="418">57</cx:pt>
          <cx:pt idx="419">26</cx:pt>
          <cx:pt idx="420">28</cx:pt>
          <cx:pt idx="421">47</cx:pt>
          <cx:pt idx="422">35</cx:pt>
          <cx:pt idx="423">40</cx:pt>
          <cx:pt idx="424">54</cx:pt>
          <cx:pt idx="425">46</cx:pt>
          <cx:pt idx="426">45</cx:pt>
          <cx:pt idx="427">43</cx:pt>
          <cx:pt idx="428">23</cx:pt>
          <cx:pt idx="429">53</cx:pt>
          <cx:pt idx="430">38</cx:pt>
          <cx:pt idx="431">18</cx:pt>
          <cx:pt idx="432">22</cx:pt>
          <cx:pt idx="433">59</cx:pt>
          <cx:pt idx="434">52</cx:pt>
          <cx:pt idx="435">57</cx:pt>
          <cx:pt idx="436">35</cx:pt>
          <cx:pt idx="437">51</cx:pt>
          <cx:pt idx="438">53</cx:pt>
          <cx:pt idx="439">20</cx:pt>
          <cx:pt idx="440">42</cx:pt>
          <cx:pt idx="441">53</cx:pt>
          <cx:pt idx="442">26</cx:pt>
          <cx:pt idx="443">22</cx:pt>
          <cx:pt idx="444">40</cx:pt>
          <cx:pt idx="445">32</cx:pt>
          <cx:pt idx="446">19</cx:pt>
          <cx:pt idx="447">33</cx:pt>
          <cx:pt idx="448">56</cx:pt>
          <cx:pt idx="449">47</cx:pt>
          <cx:pt idx="450">26</cx:pt>
          <cx:pt idx="451">37</cx:pt>
          <cx:pt idx="452">42</cx:pt>
          <cx:pt idx="453">50</cx:pt>
          <cx:pt idx="454">34</cx:pt>
          <cx:pt idx="455">34</cx:pt>
          <cx:pt idx="456">38</cx:pt>
          <cx:pt idx="457">50</cx:pt>
          <cx:pt idx="458">49</cx:pt>
          <cx:pt idx="459">53</cx:pt>
          <cx:pt idx="460">51</cx:pt>
          <cx:pt idx="461">37</cx:pt>
          <cx:pt idx="462">24</cx:pt>
          <cx:pt idx="463">38</cx:pt>
          <cx:pt idx="464">24</cx:pt>
          <cx:pt idx="465">44</cx:pt>
          <cx:pt idx="466">18</cx:pt>
          <cx:pt idx="467">47</cx:pt>
          <cx:pt idx="468">28</cx:pt>
          <cx:pt idx="469">37</cx:pt>
          <cx:pt idx="470">52</cx:pt>
          <cx:pt idx="471">35</cx:pt>
          <cx:pt idx="472">27</cx:pt>
          <cx:pt idx="473">29</cx:pt>
          <cx:pt idx="474">38</cx:pt>
          <cx:pt idx="475">29</cx:pt>
          <cx:pt idx="476">22</cx:pt>
          <cx:pt idx="477">53</cx:pt>
          <cx:pt idx="478">28</cx:pt>
          <cx:pt idx="479">29</cx:pt>
          <cx:pt idx="480">24</cx:pt>
          <cx:pt idx="481">55</cx:pt>
          <cx:pt idx="482">40</cx:pt>
          <cx:pt idx="483">47</cx:pt>
          <cx:pt idx="484">42</cx:pt>
          <cx:pt idx="485">43</cx:pt>
          <cx:pt idx="486">41</cx:pt>
          <cx:pt idx="487">50</cx:pt>
          <cx:pt idx="488">31</cx:pt>
          <cx:pt idx="489">49</cx:pt>
          <cx:pt idx="490">42</cx:pt>
          <cx:pt idx="491">31</cx:pt>
          <cx:pt idx="492">24</cx:pt>
          <cx:pt idx="493">31</cx:pt>
          <cx:pt idx="494">27</cx:pt>
          <cx:pt idx="495">32</cx:pt>
          <cx:pt idx="496">59</cx:pt>
          <cx:pt idx="497">26</cx:pt>
          <cx:pt idx="498">21</cx:pt>
          <cx:pt idx="499">29</cx:pt>
          <cx:pt idx="500">50</cx:pt>
          <cx:pt idx="501">40</cx:pt>
          <cx:pt idx="502">27</cx:pt>
          <cx:pt idx="503">29</cx:pt>
          <cx:pt idx="504">49</cx:pt>
          <cx:pt idx="505">41</cx:pt>
          <cx:pt idx="506">44</cx:pt>
          <cx:pt idx="507">22</cx:pt>
          <cx:pt idx="508">18</cx:pt>
          <cx:pt idx="509">37</cx:pt>
          <cx:pt idx="510">28</cx:pt>
          <cx:pt idx="511">52</cx:pt>
          <cx:pt idx="512">38</cx:pt>
          <cx:pt idx="513">32</cx:pt>
          <cx:pt idx="514">40</cx:pt>
          <cx:pt idx="515">42</cx:pt>
          <cx:pt idx="516">51</cx:pt>
          <cx:pt idx="517">31</cx:pt>
          <cx:pt idx="518">38</cx:pt>
          <cx:pt idx="519">34</cx:pt>
          <cx:pt idx="520">57</cx:pt>
          <cx:pt idx="521">41</cx:pt>
          <cx:pt idx="522">50</cx:pt>
          <cx:pt idx="523">36</cx:pt>
          <cx:pt idx="524">58</cx:pt>
          <cx:pt idx="525">51</cx:pt>
          <cx:pt idx="526">48</cx:pt>
          <cx:pt idx="527">58</cx:pt>
          <cx:pt idx="528">53</cx:pt>
          <cx:pt idx="529">50</cx:pt>
          <cx:pt idx="530">52</cx:pt>
          <cx:pt idx="531">47</cx:pt>
          <cx:pt idx="532">47</cx:pt>
          <cx:pt idx="533">49</cx:pt>
          <cx:pt idx="534">51</cx:pt>
          <cx:pt idx="535">42</cx:pt>
          <cx:pt idx="536">52</cx:pt>
          <cx:pt idx="537">48</cx:pt>
          <cx:pt idx="538">54</cx:pt>
          <cx:pt idx="539">52</cx:pt>
          <cx:pt idx="540">53</cx:pt>
          <cx:pt idx="541">34</cx:pt>
          <cx:pt idx="542">34</cx:pt>
          <cx:pt idx="543">33</cx:pt>
          <cx:pt idx="544">57</cx:pt>
          <cx:pt idx="545">54</cx:pt>
          <cx:pt idx="546">45</cx:pt>
          <cx:pt idx="547">50</cx:pt>
          <cx:pt idx="548">52</cx:pt>
          <cx:pt idx="549">31</cx:pt>
          <cx:pt idx="550">45</cx:pt>
          <cx:pt idx="551">43</cx:pt>
          <cx:pt idx="552">54</cx:pt>
          <cx:pt idx="553">40</cx:pt>
          <cx:pt idx="554">19</cx:pt>
          <cx:pt idx="555">25</cx:pt>
          <cx:pt idx="556">18</cx:pt>
          <cx:pt idx="557">25</cx:pt>
          <cx:pt idx="558">27</cx:pt>
          <cx:pt idx="559">43</cx:pt>
          <cx:pt idx="560">27</cx:pt>
          <cx:pt idx="561">20</cx:pt>
          <cx:pt idx="562">19</cx:pt>
          <cx:pt idx="563">52</cx:pt>
          <cx:pt idx="564">57</cx:pt>
          <cx:pt idx="565">30</cx:pt>
          <cx:pt idx="566">56</cx:pt>
          <cx:pt idx="567">38</cx:pt>
          <cx:pt idx="568">36</cx:pt>
          <cx:pt idx="569">44</cx:pt>
          <cx:pt idx="570">49</cx:pt>
          <cx:pt idx="571">40</cx:pt>
          <cx:pt idx="572">56</cx:pt>
          <cx:pt idx="573">52</cx:pt>
          <cx:pt idx="574">47</cx:pt>
          <cx:pt idx="575">38</cx:pt>
          <cx:pt idx="576">39</cx:pt>
          <cx:pt idx="577">44</cx:pt>
          <cx:pt idx="578">45</cx:pt>
          <cx:pt idx="579">31</cx:pt>
          <cx:pt idx="580">58</cx:pt>
          <cx:pt idx="581">42</cx:pt>
          <cx:pt idx="582">39</cx:pt>
          <cx:pt idx="583">43</cx:pt>
          <cx:pt idx="584">54</cx:pt>
          <cx:pt idx="585">56</cx:pt>
          <cx:pt idx="586">53</cx:pt>
          <cx:pt idx="587">39</cx:pt>
          <cx:pt idx="588">46</cx:pt>
          <cx:pt idx="589">43</cx:pt>
          <cx:pt idx="590">37</cx:pt>
          <cx:pt idx="591">52</cx:pt>
          <cx:pt idx="592">58</cx:pt>
          <cx:pt idx="593">35</cx:pt>
          <cx:pt idx="594">58</cx:pt>
          <cx:pt idx="595">47</cx:pt>
          <cx:pt idx="596">44</cx:pt>
          <cx:pt idx="597">38</cx:pt>
          <cx:pt idx="598">52</cx:pt>
          <cx:pt idx="599">47</cx:pt>
          <cx:pt idx="600">40</cx:pt>
          <cx:pt idx="601">50</cx:pt>
          <cx:pt idx="602">42</cx:pt>
          <cx:pt idx="603">52</cx:pt>
          <cx:pt idx="604">49</cx:pt>
          <cx:pt idx="605">54</cx:pt>
          <cx:pt idx="606">57</cx:pt>
          <cx:pt idx="607">46</cx:pt>
          <cx:pt idx="608">56</cx:pt>
          <cx:pt idx="609">50</cx:pt>
          <cx:pt idx="610">53</cx:pt>
          <cx:pt idx="611">41</cx:pt>
          <cx:pt idx="612">50</cx:pt>
          <cx:pt idx="613">50</cx:pt>
          <cx:pt idx="614">49</cx:pt>
          <cx:pt idx="615">40</cx:pt>
          <cx:pt idx="616">52</cx:pt>
          <cx:pt idx="617">36</cx:pt>
          <cx:pt idx="618">48</cx:pt>
          <cx:pt idx="619">33</cx:pt>
          <cx:pt idx="620">59</cx:pt>
          <cx:pt idx="621">35</cx:pt>
          <cx:pt idx="622">42</cx:pt>
          <cx:pt idx="623">45</cx:pt>
          <cx:pt idx="624">33</cx:pt>
          <cx:pt idx="625">55</cx:pt>
          <cx:pt idx="626">45</cx:pt>
          <cx:pt idx="627">37</cx:pt>
          <cx:pt idx="628">43</cx:pt>
          <cx:pt idx="629">50</cx:pt>
          <cx:pt idx="630">55</cx:pt>
          <cx:pt idx="631">40</cx:pt>
          <cx:pt idx="632">31</cx:pt>
          <cx:pt idx="633">57</cx:pt>
          <cx:pt idx="634">45</cx:pt>
          <cx:pt idx="635">51</cx:pt>
          <cx:pt idx="636">35</cx:pt>
          <cx:pt idx="637">51</cx:pt>
          <cx:pt idx="638">33</cx:pt>
          <cx:pt idx="639">45</cx:pt>
          <cx:pt idx="640">59</cx:pt>
          <cx:pt idx="641">39</cx:pt>
          <cx:pt idx="642">42</cx:pt>
          <cx:pt idx="643">37</cx:pt>
          <cx:pt idx="644">42</cx:pt>
          <cx:pt idx="645">58</cx:pt>
          <cx:pt idx="646">53</cx:pt>
          <cx:pt idx="647">54</cx:pt>
          <cx:pt idx="648">43</cx:pt>
          <cx:pt idx="649">37</cx:pt>
          <cx:pt idx="650">37</cx:pt>
          <cx:pt idx="651">48</cx:pt>
          <cx:pt idx="652">56</cx:pt>
          <cx:pt idx="653">50</cx:pt>
          <cx:pt idx="654">34</cx:pt>
          <cx:pt idx="655">56</cx:pt>
          <cx:pt idx="656">59</cx:pt>
          <cx:pt idx="657">45</cx:pt>
          <cx:pt idx="658">49</cx:pt>
          <cx:pt idx="659">55</cx:pt>
          <cx:pt idx="660">49</cx:pt>
          <cx:pt idx="661">21</cx:pt>
          <cx:pt idx="662">24</cx:pt>
          <cx:pt idx="663">34</cx:pt>
          <cx:pt idx="664">52</cx:pt>
          <cx:pt idx="665">31</cx:pt>
          <cx:pt idx="666">25</cx:pt>
          <cx:pt idx="667">43</cx:pt>
          <cx:pt idx="668">39</cx:pt>
          <cx:pt idx="669">24</cx:pt>
          <cx:pt idx="670">18</cx:pt>
          <cx:pt idx="671">30</cx:pt>
          <cx:pt idx="672">28</cx:pt>
          <cx:pt idx="673">56</cx:pt>
          <cx:pt idx="674">57</cx:pt>
          <cx:pt idx="675">18</cx:pt>
          <cx:pt idx="676">23</cx:pt>
          <cx:pt idx="677">20</cx:pt>
          <cx:pt idx="678">54</cx:pt>
          <cx:pt idx="679">58</cx:pt>
          <cx:pt idx="680">24</cx:pt>
          <cx:pt idx="681">48</cx:pt>
          <cx:pt idx="682">53</cx:pt>
          <cx:pt idx="683">45</cx:pt>
          <cx:pt idx="684">25</cx:pt>
          <cx:pt idx="685">25</cx:pt>
          <cx:pt idx="686">35</cx:pt>
          <cx:pt idx="687">22</cx:pt>
          <cx:pt idx="688">19</cx:pt>
          <cx:pt idx="689">24</cx:pt>
          <cx:pt idx="690">48</cx:pt>
          <cx:pt idx="691">55</cx:pt>
          <cx:pt idx="692">47</cx:pt>
          <cx:pt idx="693">21</cx:pt>
          <cx:pt idx="694">23</cx:pt>
          <cx:pt idx="695">18</cx:pt>
          <cx:pt idx="696">33</cx:pt>
          <cx:pt idx="697">29</cx:pt>
          <cx:pt idx="698">29</cx:pt>
          <cx:pt idx="699">22</cx:pt>
          <cx:pt idx="700">27</cx:pt>
          <cx:pt idx="701">48</cx:pt>
          <cx:pt idx="702">22</cx:pt>
          <cx:pt idx="703">18</cx:pt>
          <cx:pt idx="704">59</cx:pt>
          <cx:pt idx="705">24</cx:pt>
          <cx:pt idx="706">27</cx:pt>
          <cx:pt idx="707">27</cx:pt>
          <cx:pt idx="708">22</cx:pt>
          <cx:pt idx="709">55</cx:pt>
          <cx:pt idx="710">27</cx:pt>
          <cx:pt idx="711">57</cx:pt>
          <cx:pt idx="712">26</cx:pt>
          <cx:pt idx="713">22</cx:pt>
          <cx:pt idx="714">31</cx:pt>
          <cx:pt idx="715">31</cx:pt>
          <cx:pt idx="716">19</cx:pt>
          <cx:pt idx="717">23</cx:pt>
          <cx:pt idx="718">20</cx:pt>
          <cx:pt idx="719">22</cx:pt>
          <cx:pt idx="720">36</cx:pt>
          <cx:pt idx="721">18</cx:pt>
          <cx:pt idx="722">28</cx:pt>
          <cx:pt idx="723">41</cx:pt>
          <cx:pt idx="724">38</cx:pt>
          <cx:pt idx="725">45</cx:pt>
          <cx:pt idx="726">23</cx:pt>
          <cx:pt idx="727">29</cx:pt>
          <cx:pt idx="728">33</cx:pt>
          <cx:pt idx="729">27</cx:pt>
          <cx:pt idx="730">29</cx:pt>
          <cx:pt idx="731">22</cx:pt>
          <cx:pt idx="732">19</cx:pt>
          <cx:pt idx="733">18</cx:pt>
          <cx:pt idx="734">21</cx:pt>
          <cx:pt idx="735">23</cx:pt>
          <cx:pt idx="736">36</cx:pt>
          <cx:pt idx="737">42</cx:pt>
          <cx:pt idx="738">42</cx:pt>
          <cx:pt idx="739">52</cx:pt>
          <cx:pt idx="740">26</cx:pt>
          <cx:pt idx="741">23</cx:pt>
          <cx:pt idx="742">44</cx:pt>
          <cx:pt idx="743">41</cx:pt>
          <cx:pt idx="744">52</cx:pt>
          <cx:pt idx="745">41</cx:pt>
          <cx:pt idx="746">28</cx:pt>
          <cx:pt idx="747">31</cx:pt>
          <cx:pt idx="748">43</cx:pt>
          <cx:pt idx="749">49</cx:pt>
          <cx:pt idx="750">40</cx:pt>
          <cx:pt idx="751">40</cx:pt>
          <cx:pt idx="752">27</cx:pt>
          <cx:pt idx="753">47</cx:pt>
          <cx:pt idx="754">54</cx:pt>
          <cx:pt idx="755">49</cx:pt>
          <cx:pt idx="756">50</cx:pt>
          <cx:pt idx="757">49</cx:pt>
          <cx:pt idx="758">57</cx:pt>
          <cx:pt idx="759">42</cx:pt>
          <cx:pt idx="760">54</cx:pt>
          <cx:pt idx="761">50</cx:pt>
          <cx:pt idx="762">32</cx:pt>
          <cx:pt idx="763">48</cx:pt>
          <cx:pt idx="764">40</cx:pt>
          <cx:pt idx="765">44</cx:pt>
          <cx:pt idx="766">25</cx:pt>
          <cx:pt idx="767">31</cx:pt>
          <cx:pt idx="768">40</cx:pt>
          <cx:pt idx="769">39</cx:pt>
          <cx:pt idx="770">42</cx:pt>
          <cx:pt idx="771">32</cx:pt>
          <cx:pt idx="772">28</cx:pt>
          <cx:pt idx="773">20</cx:pt>
          <cx:pt idx="774">45</cx:pt>
          <cx:pt idx="775">47</cx:pt>
          <cx:pt idx="776">30</cx:pt>
          <cx:pt idx="777">29</cx:pt>
          <cx:pt idx="778">53</cx:pt>
          <cx:pt idx="779">32</cx:pt>
          <cx:pt idx="780">45</cx:pt>
          <cx:pt idx="781">31</cx:pt>
          <cx:pt idx="782">43</cx:pt>
          <cx:pt idx="783">43</cx:pt>
          <cx:pt idx="784">56</cx:pt>
          <cx:pt idx="785">50</cx:pt>
          <cx:pt idx="786">54</cx:pt>
          <cx:pt idx="787">40</cx:pt>
          <cx:pt idx="788">45</cx:pt>
          <cx:pt idx="789">43</cx:pt>
          <cx:pt idx="790">42</cx:pt>
          <cx:pt idx="791">51</cx:pt>
          <cx:pt idx="792">37</cx:pt>
          <cx:pt idx="793">57</cx:pt>
          <cx:pt idx="794">44</cx:pt>
          <cx:pt idx="795">56</cx:pt>
          <cx:pt idx="796">21</cx:pt>
          <cx:pt idx="797">48</cx:pt>
          <cx:pt idx="798">49</cx:pt>
          <cx:pt idx="799">43</cx:pt>
          <cx:pt idx="800">43</cx:pt>
          <cx:pt idx="801">47</cx:pt>
          <cx:pt idx="802">53</cx:pt>
          <cx:pt idx="803">43</cx:pt>
          <cx:pt idx="804">35</cx:pt>
          <cx:pt idx="805">43</cx:pt>
          <cx:pt idx="806">33</cx:pt>
          <cx:pt idx="807">45</cx:pt>
          <cx:pt idx="808">47</cx:pt>
          <cx:pt idx="809">32</cx:pt>
          <cx:pt idx="810">53</cx:pt>
          <cx:pt idx="811">32</cx:pt>
          <cx:pt idx="812">22</cx:pt>
          <cx:pt idx="813">52</cx:pt>
          <cx:pt idx="814">52</cx:pt>
          <cx:pt idx="815">33</cx:pt>
          <cx:pt idx="816">36</cx:pt>
          <cx:pt idx="817">56</cx:pt>
          <cx:pt idx="818">53</cx:pt>
          <cx:pt idx="819">29</cx:pt>
          <cx:pt idx="820">41</cx:pt>
          <cx:pt idx="821">26</cx:pt>
          <cx:pt idx="822">54</cx:pt>
          <cx:pt idx="823">56</cx:pt>
          <cx:pt idx="824">45</cx:pt>
          <cx:pt idx="825">46</cx:pt>
          <cx:pt idx="826">20</cx:pt>
          <cx:pt idx="827">50</cx:pt>
          <cx:pt idx="828">30</cx:pt>
          <cx:pt idx="829">54</cx:pt>
          <cx:pt idx="830">33</cx:pt>
          <cx:pt idx="831">30</cx:pt>
          <cx:pt idx="832">54</cx:pt>
          <cx:pt idx="833">27</cx:pt>
          <cx:pt idx="834">49</cx:pt>
          <cx:pt idx="835">25</cx:pt>
          <cx:pt idx="836">45</cx:pt>
          <cx:pt idx="837">45</cx:pt>
          <cx:pt idx="838">56</cx:pt>
          <cx:pt idx="839">44</cx:pt>
          <cx:pt idx="840">21</cx:pt>
          <cx:pt idx="841">27</cx:pt>
          <cx:pt idx="842">58</cx:pt>
          <cx:pt idx="843">56</cx:pt>
          <cx:pt idx="844">45</cx:pt>
          <cx:pt idx="845">23</cx:pt>
          <cx:pt idx="846">58</cx:pt>
          <cx:pt idx="847">40</cx:pt>
          <cx:pt idx="848">21</cx:pt>
          <cx:pt idx="849">52</cx:pt>
          <cx:pt idx="850">30</cx:pt>
          <cx:pt idx="851">46</cx:pt>
          <cx:pt idx="852">50</cx:pt>
          <cx:pt idx="853">34</cx:pt>
          <cx:pt idx="854">44</cx:pt>
          <cx:pt idx="855">54</cx:pt>
          <cx:pt idx="856">46</cx:pt>
          <cx:pt idx="857">22</cx:pt>
          <cx:pt idx="858">59</cx:pt>
          <cx:pt idx="859">18</cx:pt>
          <cx:pt idx="860">46</cx:pt>
          <cx:pt idx="861">46</cx:pt>
          <cx:pt idx="862">41</cx:pt>
          <cx:pt idx="863">53</cx:pt>
          <cx:pt idx="864">56</cx:pt>
          <cx:pt idx="865">54</cx:pt>
          <cx:pt idx="866">44</cx:pt>
          <cx:pt idx="867">36</cx:pt>
          <cx:pt idx="868">45</cx:pt>
          <cx:pt idx="869">43</cx:pt>
          <cx:pt idx="870">32</cx:pt>
          <cx:pt idx="871">39</cx:pt>
          <cx:pt idx="872">30</cx:pt>
          <cx:pt idx="873">47</cx:pt>
          <cx:pt idx="874">49</cx:pt>
          <cx:pt idx="875">38</cx:pt>
          <cx:pt idx="876">55</cx:pt>
          <cx:pt idx="877">36</cx:pt>
          <cx:pt idx="878">50</cx:pt>
          <cx:pt idx="879">56</cx:pt>
          <cx:pt idx="880">40</cx:pt>
          <cx:pt idx="881">59</cx:pt>
          <cx:pt idx="882">58</cx:pt>
          <cx:pt idx="883">46</cx:pt>
          <cx:pt idx="884">53</cx:pt>
          <cx:pt idx="885">43</cx:pt>
          <cx:pt idx="886">49</cx:pt>
          <cx:pt idx="887">54</cx:pt>
          <cx:pt idx="888">58</cx:pt>
          <cx:pt idx="889">53</cx:pt>
          <cx:pt idx="890">42</cx:pt>
          <cx:pt idx="891">52</cx:pt>
          <cx:pt idx="892">42</cx:pt>
          <cx:pt idx="893">53</cx:pt>
          <cx:pt idx="894">39</cx:pt>
          <cx:pt idx="895">46</cx:pt>
          <cx:pt idx="896">55</cx:pt>
          <cx:pt idx="897">48</cx:pt>
          <cx:pt idx="898">54</cx:pt>
          <cx:pt idx="899">52</cx:pt>
          <cx:pt idx="900">42</cx:pt>
          <cx:pt idx="901">56</cx:pt>
          <cx:pt idx="902">45</cx:pt>
          <cx:pt idx="903">45</cx:pt>
          <cx:pt idx="904">54</cx:pt>
          <cx:pt idx="905">38</cx:pt>
          <cx:pt idx="906">32</cx:pt>
          <cx:pt idx="907">32</cx:pt>
          <cx:pt idx="908">49</cx:pt>
          <cx:pt idx="909">28</cx:pt>
          <cx:pt idx="910">45</cx:pt>
          <cx:pt idx="911">19</cx:pt>
          <cx:pt idx="912">26</cx:pt>
          <cx:pt idx="913">21</cx:pt>
          <cx:pt idx="914">20</cx:pt>
          <cx:pt idx="915">35</cx:pt>
          <cx:pt idx="916">20</cx:pt>
          <cx:pt idx="917">22</cx:pt>
          <cx:pt idx="918">34</cx:pt>
          <cx:pt idx="919">20</cx:pt>
          <cx:pt idx="920">43</cx:pt>
          <cx:pt idx="921">47</cx:pt>
          <cx:pt idx="922">20</cx:pt>
          <cx:pt idx="923">26</cx:pt>
          <cx:pt idx="924">27</cx:pt>
          <cx:pt idx="925">37</cx:pt>
          <cx:pt idx="926">49</cx:pt>
          <cx:pt idx="927">39</cx:pt>
          <cx:pt idx="928">49</cx:pt>
          <cx:pt idx="929">39</cx:pt>
          <cx:pt idx="930">35</cx:pt>
          <cx:pt idx="931">51</cx:pt>
          <cx:pt idx="932">44</cx:pt>
          <cx:pt idx="933">39</cx:pt>
          <cx:pt idx="934">41</cx:pt>
          <cx:pt idx="935">54</cx:pt>
          <cx:pt idx="936">56</cx:pt>
          <cx:pt idx="937">51</cx:pt>
          <cx:pt idx="938">52</cx:pt>
          <cx:pt idx="939">54</cx:pt>
          <cx:pt idx="940">50</cx:pt>
          <cx:pt idx="941">51</cx:pt>
          <cx:pt idx="942">58</cx:pt>
          <cx:pt idx="943">57</cx:pt>
          <cx:pt idx="944">43</cx:pt>
          <cx:pt idx="945">49</cx:pt>
          <cx:pt idx="946">55</cx:pt>
          <cx:pt idx="947">57</cx:pt>
          <cx:pt idx="948">32</cx:pt>
          <cx:pt idx="949">52</cx:pt>
          <cx:pt idx="950">53</cx:pt>
          <cx:pt idx="951">46</cx:pt>
          <cx:pt idx="952">58</cx:pt>
          <cx:pt idx="953">34</cx:pt>
          <cx:pt idx="954">54</cx:pt>
          <cx:pt idx="955">42</cx:pt>
          <cx:pt idx="956">56</cx:pt>
          <cx:pt idx="957">55</cx:pt>
          <cx:pt idx="958">50</cx:pt>
          <cx:pt idx="959">57</cx:pt>
          <cx:pt idx="960">59</cx:pt>
          <cx:pt idx="961">59</cx:pt>
          <cx:pt idx="962">58</cx:pt>
          <cx:pt idx="963">59</cx:pt>
          <cx:pt idx="964">52</cx:pt>
          <cx:pt idx="965">59</cx:pt>
          <cx:pt idx="966">58</cx:pt>
          <cx:pt idx="967">57</cx:pt>
          <cx:pt idx="968">47</cx:pt>
          <cx:pt idx="969">55</cx:pt>
          <cx:pt idx="970">59</cx:pt>
          <cx:pt idx="971">55</cx:pt>
          <cx:pt idx="972">55</cx:pt>
        </cx:lvl>
      </cx:numDim>
    </cx:data>
  </cx:chartData>
  <cx:chart>
    <cx:title pos="t" align="ctr" overlay="0">
      <cx:tx>
        <cx:txData>
          <cx:v>By Gender: Age Distribution</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By Gender: Age Distribution</a:t>
          </a:r>
        </a:p>
      </cx:txPr>
    </cx:title>
    <cx:plotArea>
      <cx:plotAreaRegion>
        <cx:series layoutId="boxWhisker" uniqueId="{2C59DB82-FF83-4673-9D8C-323D6A539F68}">
          <cx:tx>
            <cx:txData>
              <cx:f>'Gym Members Exercise Tracking'!$B$1</cx:f>
              <cx:v>Age</cx:v>
            </cx:txData>
          </cx:tx>
          <cx:dataId val="0"/>
          <cx:layoutPr>
            <cx:visibility meanLine="0" meanMarker="1" nonoutliers="0" outliers="1"/>
            <cx:statistics quartileMethod="exclusive"/>
          </cx:layoutPr>
        </cx:series>
      </cx:plotAreaRegion>
      <cx:axis id="0">
        <cx:catScaling gapWidth="1"/>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axis id="1">
        <cx:valScaling/>
        <cx:title>
          <cx:tx>
            <cx:txData>
              <cx:v>Age</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Age</a:t>
              </a:r>
            </a:p>
          </cx:txPr>
        </cx:title>
        <cx:majorGridlines/>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Tracking'!$B$2:$B$974</cx:f>
        <cx:lvl ptCount="973" formatCode="General">
          <cx:pt idx="0">32</cx:pt>
          <cx:pt idx="1">41</cx:pt>
          <cx:pt idx="2">19</cx:pt>
          <cx:pt idx="3">25</cx:pt>
          <cx:pt idx="4">19</cx:pt>
          <cx:pt idx="5">21</cx:pt>
          <cx:pt idx="6">43</cx:pt>
          <cx:pt idx="7">31</cx:pt>
          <cx:pt idx="8">35</cx:pt>
          <cx:pt idx="9">32</cx:pt>
          <cx:pt idx="10">24</cx:pt>
          <cx:pt idx="11">41</cx:pt>
          <cx:pt idx="12">18</cx:pt>
          <cx:pt idx="13">29</cx:pt>
          <cx:pt idx="14">20</cx:pt>
          <cx:pt idx="15">32</cx:pt>
          <cx:pt idx="16">46</cx:pt>
          <cx:pt idx="17">24</cx:pt>
          <cx:pt idx="18">19</cx:pt>
          <cx:pt idx="19">50</cx:pt>
          <cx:pt idx="20">23</cx:pt>
          <cx:pt idx="21">26</cx:pt>
          <cx:pt idx="22">32</cx:pt>
          <cx:pt idx="23">41</cx:pt>
          <cx:pt idx="24">54</cx:pt>
          <cx:pt idx="25">40</cx:pt>
          <cx:pt idx="26">22</cx:pt>
          <cx:pt idx="27">23</cx:pt>
          <cx:pt idx="28">39</cx:pt>
          <cx:pt idx="29">33</cx:pt>
          <cx:pt idx="30">26</cx:pt>
          <cx:pt idx="31">36</cx:pt>
          <cx:pt idx="32">24</cx:pt>
          <cx:pt idx="33">18</cx:pt>
          <cx:pt idx="34">29</cx:pt>
          <cx:pt idx="35">37</cx:pt>
          <cx:pt idx="36">19</cx:pt>
          <cx:pt idx="37">33</cx:pt>
          <cx:pt idx="38">21</cx:pt>
          <cx:pt idx="39">31</cx:pt>
          <cx:pt idx="40">21</cx:pt>
          <cx:pt idx="41">46</cx:pt>
          <cx:pt idx="42">23</cx:pt>
          <cx:pt idx="43">41</cx:pt>
          <cx:pt idx="44">20</cx:pt>
          <cx:pt idx="45">19</cx:pt>
          <cx:pt idx="46">43</cx:pt>
          <cx:pt idx="47">42</cx:pt>
          <cx:pt idx="48">25</cx:pt>
          <cx:pt idx="49">39</cx:pt>
          <cx:pt idx="50">33</cx:pt>
          <cx:pt idx="51">30</cx:pt>
          <cx:pt idx="52">47</cx:pt>
          <cx:pt idx="53">43</cx:pt>
          <cx:pt idx="54">18</cx:pt>
          <cx:pt idx="55">20</cx:pt>
          <cx:pt idx="56">33</cx:pt>
          <cx:pt idx="57">22</cx:pt>
          <cx:pt idx="58">33</cx:pt>
          <cx:pt idx="59">43</cx:pt>
          <cx:pt idx="60">27</cx:pt>
          <cx:pt idx="61">36</cx:pt>
          <cx:pt idx="62">21</cx:pt>
          <cx:pt idx="63">33</cx:pt>
          <cx:pt idx="64">41</cx:pt>
          <cx:pt idx="65">29</cx:pt>
          <cx:pt idx="66">29</cx:pt>
          <cx:pt idx="67">27</cx:pt>
          <cx:pt idx="68">46</cx:pt>
          <cx:pt idx="69">26</cx:pt>
          <cx:pt idx="70">41</cx:pt>
          <cx:pt idx="71">29</cx:pt>
          <cx:pt idx="72">37</cx:pt>
          <cx:pt idx="73">30</cx:pt>
          <cx:pt idx="74">29</cx:pt>
          <cx:pt idx="75">33</cx:pt>
          <cx:pt idx="76">40</cx:pt>
          <cx:pt idx="77">40</cx:pt>
          <cx:pt idx="78">28</cx:pt>
          <cx:pt idx="79">29</cx:pt>
          <cx:pt idx="80">26</cx:pt>
          <cx:pt idx="81">22</cx:pt>
          <cx:pt idx="82">46</cx:pt>
          <cx:pt idx="83">39</cx:pt>
          <cx:pt idx="84">34</cx:pt>
          <cx:pt idx="85">53</cx:pt>
          <cx:pt idx="86">20</cx:pt>
          <cx:pt idx="87">37</cx:pt>
          <cx:pt idx="88">18</cx:pt>
          <cx:pt idx="89">42</cx:pt>
          <cx:pt idx="90">49</cx:pt>
          <cx:pt idx="91">38</cx:pt>
          <cx:pt idx="92">33</cx:pt>
          <cx:pt idx="93">52</cx:pt>
          <cx:pt idx="94">31</cx:pt>
          <cx:pt idx="95">32</cx:pt>
          <cx:pt idx="96">18</cx:pt>
          <cx:pt idx="97">20</cx:pt>
          <cx:pt idx="98">29</cx:pt>
          <cx:pt idx="99">25</cx:pt>
          <cx:pt idx="100">34</cx:pt>
          <cx:pt idx="101">50</cx:pt>
          <cx:pt idx="102">18</cx:pt>
          <cx:pt idx="103">38</cx:pt>
          <cx:pt idx="104">39</cx:pt>
          <cx:pt idx="105">52</cx:pt>
          <cx:pt idx="106">23</cx:pt>
          <cx:pt idx="107">45</cx:pt>
          <cx:pt idx="108">22</cx:pt>
          <cx:pt idx="109">36</cx:pt>
          <cx:pt idx="110">34</cx:pt>
          <cx:pt idx="111">38</cx:pt>
          <cx:pt idx="112">26</cx:pt>
          <cx:pt idx="113">30</cx:pt>
          <cx:pt idx="114">18</cx:pt>
          <cx:pt idx="115">49</cx:pt>
          <cx:pt idx="116">51</cx:pt>
          <cx:pt idx="117">20</cx:pt>
          <cx:pt idx="118">47</cx:pt>
          <cx:pt idx="119">32</cx:pt>
          <cx:pt idx="120">34</cx:pt>
          <cx:pt idx="121">23</cx:pt>
          <cx:pt idx="122">19</cx:pt>
          <cx:pt idx="123">30</cx:pt>
          <cx:pt idx="124">25</cx:pt>
          <cx:pt idx="125">21</cx:pt>
          <cx:pt idx="126">42</cx:pt>
          <cx:pt idx="127">46</cx:pt>
          <cx:pt idx="128">38</cx:pt>
          <cx:pt idx="129">23</cx:pt>
          <cx:pt idx="130">18</cx:pt>
          <cx:pt idx="131">31</cx:pt>
          <cx:pt idx="132">39</cx:pt>
          <cx:pt idx="133">31</cx:pt>
          <cx:pt idx="134">41</cx:pt>
          <cx:pt idx="135">43</cx:pt>
          <cx:pt idx="136">31</cx:pt>
          <cx:pt idx="137">20</cx:pt>
          <cx:pt idx="138">32</cx:pt>
          <cx:pt idx="139">34</cx:pt>
          <cx:pt idx="140">34</cx:pt>
          <cx:pt idx="141">25</cx:pt>
          <cx:pt idx="142">36</cx:pt>
          <cx:pt idx="143">58</cx:pt>
          <cx:pt idx="144">23</cx:pt>
          <cx:pt idx="145">23</cx:pt>
          <cx:pt idx="146">41</cx:pt>
          <cx:pt idx="147">48</cx:pt>
          <cx:pt idx="148">23</cx:pt>
          <cx:pt idx="149">37</cx:pt>
          <cx:pt idx="150">28</cx:pt>
          <cx:pt idx="151">19</cx:pt>
          <cx:pt idx="152">32</cx:pt>
          <cx:pt idx="153">28</cx:pt>
          <cx:pt idx="154">23</cx:pt>
          <cx:pt idx="155">20</cx:pt>
          <cx:pt idx="156">23</cx:pt>
          <cx:pt idx="157">19</cx:pt>
          <cx:pt idx="158">37</cx:pt>
          <cx:pt idx="159">26</cx:pt>
          <cx:pt idx="160">29</cx:pt>
          <cx:pt idx="161">25</cx:pt>
          <cx:pt idx="162">28</cx:pt>
          <cx:pt idx="163">36</cx:pt>
          <cx:pt idx="164">31</cx:pt>
          <cx:pt idx="165">25</cx:pt>
          <cx:pt idx="166">42</cx:pt>
          <cx:pt idx="167">31</cx:pt>
          <cx:pt idx="168">20</cx:pt>
          <cx:pt idx="169">33</cx:pt>
          <cx:pt idx="170">24</cx:pt>
          <cx:pt idx="171">38</cx:pt>
          <cx:pt idx="172">25</cx:pt>
          <cx:pt idx="173">28</cx:pt>
          <cx:pt idx="174">45</cx:pt>
          <cx:pt idx="175">52</cx:pt>
          <cx:pt idx="176">19</cx:pt>
          <cx:pt idx="177">19</cx:pt>
          <cx:pt idx="178">34</cx:pt>
          <cx:pt idx="179">23</cx:pt>
          <cx:pt idx="180">53</cx:pt>
          <cx:pt idx="181">48</cx:pt>
          <cx:pt idx="182">22</cx:pt>
          <cx:pt idx="183">25</cx:pt>
          <cx:pt idx="184">20</cx:pt>
          <cx:pt idx="185">57</cx:pt>
          <cx:pt idx="186">41</cx:pt>
          <cx:pt idx="187">39</cx:pt>
          <cx:pt idx="188">45</cx:pt>
          <cx:pt idx="189">39</cx:pt>
          <cx:pt idx="190">23</cx:pt>
          <cx:pt idx="191">34</cx:pt>
          <cx:pt idx="192">51</cx:pt>
          <cx:pt idx="193">18</cx:pt>
          <cx:pt idx="194">31</cx:pt>
          <cx:pt idx="195">46</cx:pt>
          <cx:pt idx="196">51</cx:pt>
          <cx:pt idx="197">35</cx:pt>
          <cx:pt idx="198">30</cx:pt>
          <cx:pt idx="199">22</cx:pt>
          <cx:pt idx="200">21</cx:pt>
          <cx:pt idx="201">23</cx:pt>
          <cx:pt idx="202">30</cx:pt>
          <cx:pt idx="203">28</cx:pt>
          <cx:pt idx="204">18</cx:pt>
          <cx:pt idx="205">32</cx:pt>
          <cx:pt idx="206">41</cx:pt>
          <cx:pt idx="207">22</cx:pt>
          <cx:pt idx="208">25</cx:pt>
          <cx:pt idx="209">43</cx:pt>
          <cx:pt idx="210">21</cx:pt>
          <cx:pt idx="211">22</cx:pt>
          <cx:pt idx="212">18</cx:pt>
          <cx:pt idx="213">28</cx:pt>
          <cx:pt idx="214">19</cx:pt>
          <cx:pt idx="215">23</cx:pt>
          <cx:pt idx="216">41</cx:pt>
          <cx:pt idx="217">18</cx:pt>
          <cx:pt idx="218">28</cx:pt>
          <cx:pt idx="219">57</cx:pt>
          <cx:pt idx="220">50</cx:pt>
          <cx:pt idx="221">34</cx:pt>
          <cx:pt idx="222">29</cx:pt>
          <cx:pt idx="223">36</cx:pt>
          <cx:pt idx="224">34</cx:pt>
          <cx:pt idx="225">20</cx:pt>
          <cx:pt idx="226">29</cx:pt>
          <cx:pt idx="227">19</cx:pt>
          <cx:pt idx="228">43</cx:pt>
          <cx:pt idx="229">28</cx:pt>
          <cx:pt idx="230">36</cx:pt>
          <cx:pt idx="231">22</cx:pt>
          <cx:pt idx="232">27</cx:pt>
          <cx:pt idx="233">30</cx:pt>
          <cx:pt idx="234">25</cx:pt>
          <cx:pt idx="235">48</cx:pt>
          <cx:pt idx="236">44</cx:pt>
          <cx:pt idx="237">28</cx:pt>
          <cx:pt idx="238">25</cx:pt>
          <cx:pt idx="239">23</cx:pt>
          <cx:pt idx="240">19</cx:pt>
          <cx:pt idx="241">26</cx:pt>
          <cx:pt idx="242">30</cx:pt>
          <cx:pt idx="243">26</cx:pt>
          <cx:pt idx="244">22</cx:pt>
          <cx:pt idx="245">40</cx:pt>
          <cx:pt idx="246">41</cx:pt>
          <cx:pt idx="247">35</cx:pt>
          <cx:pt idx="248">46</cx:pt>
          <cx:pt idx="249">44</cx:pt>
          <cx:pt idx="250">45</cx:pt>
          <cx:pt idx="251">54</cx:pt>
          <cx:pt idx="252">35</cx:pt>
          <cx:pt idx="253">36</cx:pt>
          <cx:pt idx="254">39</cx:pt>
          <cx:pt idx="255">50</cx:pt>
          <cx:pt idx="256">50</cx:pt>
          <cx:pt idx="257">50</cx:pt>
          <cx:pt idx="258">59</cx:pt>
          <cx:pt idx="259">51</cx:pt>
          <cx:pt idx="260">56</cx:pt>
          <cx:pt idx="261">52</cx:pt>
          <cx:pt idx="262">56</cx:pt>
          <cx:pt idx="263">53</cx:pt>
          <cx:pt idx="264">45</cx:pt>
          <cx:pt idx="265">37</cx:pt>
          <cx:pt idx="266">54</cx:pt>
          <cx:pt idx="267">56</cx:pt>
          <cx:pt idx="268">56</cx:pt>
          <cx:pt idx="269">34</cx:pt>
          <cx:pt idx="270">59</cx:pt>
          <cx:pt idx="271">36</cx:pt>
          <cx:pt idx="272">36</cx:pt>
          <cx:pt idx="273">52</cx:pt>
          <cx:pt idx="274">44</cx:pt>
          <cx:pt idx="275">51</cx:pt>
          <cx:pt idx="276">48</cx:pt>
          <cx:pt idx="277">51</cx:pt>
          <cx:pt idx="278">50</cx:pt>
          <cx:pt idx="279">36</cx:pt>
          <cx:pt idx="280">35</cx:pt>
          <cx:pt idx="281">43</cx:pt>
          <cx:pt idx="282">55</cx:pt>
          <cx:pt idx="283">25</cx:pt>
          <cx:pt idx="284">51</cx:pt>
          <cx:pt idx="285">38</cx:pt>
          <cx:pt idx="286">39</cx:pt>
          <cx:pt idx="287">54</cx:pt>
          <cx:pt idx="288">39</cx:pt>
          <cx:pt idx="289">26</cx:pt>
          <cx:pt idx="290">47</cx:pt>
          <cx:pt idx="291">54</cx:pt>
          <cx:pt idx="292">35</cx:pt>
          <cx:pt idx="293">50</cx:pt>
          <cx:pt idx="294">22</cx:pt>
          <cx:pt idx="295">18</cx:pt>
          <cx:pt idx="296">20</cx:pt>
          <cx:pt idx="297">33</cx:pt>
          <cx:pt idx="298">28</cx:pt>
          <cx:pt idx="299">43</cx:pt>
          <cx:pt idx="300">18</cx:pt>
          <cx:pt idx="301">25</cx:pt>
          <cx:pt idx="302">50</cx:pt>
          <cx:pt idx="303">33</cx:pt>
          <cx:pt idx="304">19</cx:pt>
          <cx:pt idx="305">20</cx:pt>
          <cx:pt idx="306">18</cx:pt>
          <cx:pt idx="307">21</cx:pt>
          <cx:pt idx="308">42</cx:pt>
          <cx:pt idx="309">25</cx:pt>
          <cx:pt idx="310">41</cx:pt>
          <cx:pt idx="311">49</cx:pt>
          <cx:pt idx="312">29</cx:pt>
          <cx:pt idx="313">19</cx:pt>
          <cx:pt idx="314">34</cx:pt>
          <cx:pt idx="315">21</cx:pt>
          <cx:pt idx="316">28</cx:pt>
          <cx:pt idx="317">45</cx:pt>
          <cx:pt idx="318">49</cx:pt>
          <cx:pt idx="319">23</cx:pt>
          <cx:pt idx="320">28</cx:pt>
          <cx:pt idx="321">21</cx:pt>
          <cx:pt idx="322">59</cx:pt>
          <cx:pt idx="323">37</cx:pt>
          <cx:pt idx="324">24</cx:pt>
          <cx:pt idx="325">48</cx:pt>
          <cx:pt idx="326">40</cx:pt>
          <cx:pt idx="327">43</cx:pt>
          <cx:pt idx="328">41</cx:pt>
          <cx:pt idx="329">38</cx:pt>
          <cx:pt idx="330">47</cx:pt>
          <cx:pt idx="331">57</cx:pt>
          <cx:pt idx="332">56</cx:pt>
          <cx:pt idx="333">30</cx:pt>
          <cx:pt idx="334">37</cx:pt>
          <cx:pt idx="335">40</cx:pt>
          <cx:pt idx="336">19</cx:pt>
          <cx:pt idx="337">50</cx:pt>
          <cx:pt idx="338">36</cx:pt>
          <cx:pt idx="339">38</cx:pt>
          <cx:pt idx="340">42</cx:pt>
          <cx:pt idx="341">43</cx:pt>
          <cx:pt idx="342">54</cx:pt>
          <cx:pt idx="343">55</cx:pt>
          <cx:pt idx="344">34</cx:pt>
          <cx:pt idx="345">52</cx:pt>
          <cx:pt idx="346">46</cx:pt>
          <cx:pt idx="347">57</cx:pt>
          <cx:pt idx="348">50</cx:pt>
          <cx:pt idx="349">57</cx:pt>
          <cx:pt idx="350">43</cx:pt>
          <cx:pt idx="351">59</cx:pt>
          <cx:pt idx="352">59</cx:pt>
          <cx:pt idx="353">24</cx:pt>
          <cx:pt idx="354">52</cx:pt>
          <cx:pt idx="355">27</cx:pt>
          <cx:pt idx="356">42</cx:pt>
          <cx:pt idx="357">55</cx:pt>
          <cx:pt idx="358">35</cx:pt>
          <cx:pt idx="359">50</cx:pt>
          <cx:pt idx="360">59</cx:pt>
          <cx:pt idx="361">31</cx:pt>
          <cx:pt idx="362">40</cx:pt>
          <cx:pt idx="363">46</cx:pt>
          <cx:pt idx="364">57</cx:pt>
          <cx:pt idx="365">48</cx:pt>
          <cx:pt idx="366">19</cx:pt>
          <cx:pt idx="367">58</cx:pt>
          <cx:pt idx="368">55</cx:pt>
          <cx:pt idx="369">56</cx:pt>
          <cx:pt idx="370">25</cx:pt>
          <cx:pt idx="371">55</cx:pt>
          <cx:pt idx="372">45</cx:pt>
          <cx:pt idx="373">49</cx:pt>
          <cx:pt idx="374">54</cx:pt>
          <cx:pt idx="375">51</cx:pt>
          <cx:pt idx="376">49</cx:pt>
          <cx:pt idx="377">25</cx:pt>
          <cx:pt idx="378">26</cx:pt>
          <cx:pt idx="379">43</cx:pt>
          <cx:pt idx="380">46</cx:pt>
          <cx:pt idx="381">30</cx:pt>
          <cx:pt idx="382">47</cx:pt>
          <cx:pt idx="383">48</cx:pt>
          <cx:pt idx="384">52</cx:pt>
          <cx:pt idx="385">22</cx:pt>
          <cx:pt idx="386">30</cx:pt>
          <cx:pt idx="387">54</cx:pt>
          <cx:pt idx="388">34</cx:pt>
          <cx:pt idx="389">57</cx:pt>
          <cx:pt idx="390">57</cx:pt>
          <cx:pt idx="391">47</cx:pt>
          <cx:pt idx="392">41</cx:pt>
          <cx:pt idx="393">58</cx:pt>
          <cx:pt idx="394">58</cx:pt>
          <cx:pt idx="395">56</cx:pt>
          <cx:pt idx="396">40</cx:pt>
          <cx:pt idx="397">56</cx:pt>
          <cx:pt idx="398">21</cx:pt>
          <cx:pt idx="399">20</cx:pt>
          <cx:pt idx="400">44</cx:pt>
          <cx:pt idx="401">22</cx:pt>
          <cx:pt idx="402">41</cx:pt>
          <cx:pt idx="403">39</cx:pt>
          <cx:pt idx="404">19</cx:pt>
          <cx:pt idx="405">20</cx:pt>
          <cx:pt idx="406">39</cx:pt>
          <cx:pt idx="407">18</cx:pt>
          <cx:pt idx="408">26</cx:pt>
          <cx:pt idx="409">28</cx:pt>
          <cx:pt idx="410">26</cx:pt>
          <cx:pt idx="411">19</cx:pt>
          <cx:pt idx="412">25</cx:pt>
          <cx:pt idx="413">21</cx:pt>
          <cx:pt idx="414">36</cx:pt>
          <cx:pt idx="415">31</cx:pt>
          <cx:pt idx="416">25</cx:pt>
          <cx:pt idx="417">30</cx:pt>
          <cx:pt idx="418">57</cx:pt>
          <cx:pt idx="419">26</cx:pt>
          <cx:pt idx="420">28</cx:pt>
          <cx:pt idx="421">47</cx:pt>
          <cx:pt idx="422">35</cx:pt>
          <cx:pt idx="423">40</cx:pt>
          <cx:pt idx="424">54</cx:pt>
          <cx:pt idx="425">46</cx:pt>
          <cx:pt idx="426">45</cx:pt>
          <cx:pt idx="427">43</cx:pt>
          <cx:pt idx="428">23</cx:pt>
          <cx:pt idx="429">53</cx:pt>
          <cx:pt idx="430">38</cx:pt>
          <cx:pt idx="431">18</cx:pt>
          <cx:pt idx="432">22</cx:pt>
          <cx:pt idx="433">59</cx:pt>
          <cx:pt idx="434">52</cx:pt>
          <cx:pt idx="435">57</cx:pt>
          <cx:pt idx="436">35</cx:pt>
          <cx:pt idx="437">51</cx:pt>
          <cx:pt idx="438">53</cx:pt>
          <cx:pt idx="439">20</cx:pt>
          <cx:pt idx="440">42</cx:pt>
          <cx:pt idx="441">53</cx:pt>
          <cx:pt idx="442">26</cx:pt>
          <cx:pt idx="443">22</cx:pt>
          <cx:pt idx="444">40</cx:pt>
          <cx:pt idx="445">32</cx:pt>
          <cx:pt idx="446">19</cx:pt>
          <cx:pt idx="447">33</cx:pt>
          <cx:pt idx="448">56</cx:pt>
          <cx:pt idx="449">47</cx:pt>
          <cx:pt idx="450">26</cx:pt>
          <cx:pt idx="451">37</cx:pt>
          <cx:pt idx="452">42</cx:pt>
          <cx:pt idx="453">50</cx:pt>
          <cx:pt idx="454">34</cx:pt>
          <cx:pt idx="455">34</cx:pt>
          <cx:pt idx="456">38</cx:pt>
          <cx:pt idx="457">50</cx:pt>
          <cx:pt idx="458">49</cx:pt>
          <cx:pt idx="459">53</cx:pt>
          <cx:pt idx="460">51</cx:pt>
          <cx:pt idx="461">37</cx:pt>
          <cx:pt idx="462">24</cx:pt>
          <cx:pt idx="463">38</cx:pt>
          <cx:pt idx="464">24</cx:pt>
          <cx:pt idx="465">44</cx:pt>
          <cx:pt idx="466">18</cx:pt>
          <cx:pt idx="467">47</cx:pt>
          <cx:pt idx="468">28</cx:pt>
          <cx:pt idx="469">37</cx:pt>
          <cx:pt idx="470">52</cx:pt>
          <cx:pt idx="471">35</cx:pt>
          <cx:pt idx="472">27</cx:pt>
          <cx:pt idx="473">29</cx:pt>
          <cx:pt idx="474">38</cx:pt>
          <cx:pt idx="475">29</cx:pt>
          <cx:pt idx="476">22</cx:pt>
          <cx:pt idx="477">53</cx:pt>
          <cx:pt idx="478">28</cx:pt>
          <cx:pt idx="479">29</cx:pt>
          <cx:pt idx="480">24</cx:pt>
          <cx:pt idx="481">55</cx:pt>
          <cx:pt idx="482">40</cx:pt>
          <cx:pt idx="483">47</cx:pt>
          <cx:pt idx="484">42</cx:pt>
          <cx:pt idx="485">43</cx:pt>
          <cx:pt idx="486">41</cx:pt>
          <cx:pt idx="487">50</cx:pt>
          <cx:pt idx="488">31</cx:pt>
          <cx:pt idx="489">49</cx:pt>
          <cx:pt idx="490">42</cx:pt>
          <cx:pt idx="491">31</cx:pt>
          <cx:pt idx="492">24</cx:pt>
          <cx:pt idx="493">31</cx:pt>
          <cx:pt idx="494">27</cx:pt>
          <cx:pt idx="495">32</cx:pt>
          <cx:pt idx="496">59</cx:pt>
          <cx:pt idx="497">26</cx:pt>
          <cx:pt idx="498">21</cx:pt>
          <cx:pt idx="499">29</cx:pt>
          <cx:pt idx="500">50</cx:pt>
          <cx:pt idx="501">40</cx:pt>
          <cx:pt idx="502">27</cx:pt>
          <cx:pt idx="503">29</cx:pt>
          <cx:pt idx="504">49</cx:pt>
          <cx:pt idx="505">41</cx:pt>
          <cx:pt idx="506">44</cx:pt>
          <cx:pt idx="507">22</cx:pt>
          <cx:pt idx="508">18</cx:pt>
          <cx:pt idx="509">37</cx:pt>
          <cx:pt idx="510">28</cx:pt>
          <cx:pt idx="511">52</cx:pt>
          <cx:pt idx="512">38</cx:pt>
          <cx:pt idx="513">32</cx:pt>
          <cx:pt idx="514">40</cx:pt>
          <cx:pt idx="515">42</cx:pt>
          <cx:pt idx="516">51</cx:pt>
          <cx:pt idx="517">31</cx:pt>
          <cx:pt idx="518">38</cx:pt>
          <cx:pt idx="519">34</cx:pt>
          <cx:pt idx="520">57</cx:pt>
          <cx:pt idx="521">41</cx:pt>
          <cx:pt idx="522">50</cx:pt>
          <cx:pt idx="523">36</cx:pt>
          <cx:pt idx="524">58</cx:pt>
          <cx:pt idx="525">51</cx:pt>
          <cx:pt idx="526">48</cx:pt>
          <cx:pt idx="527">58</cx:pt>
          <cx:pt idx="528">53</cx:pt>
          <cx:pt idx="529">50</cx:pt>
          <cx:pt idx="530">52</cx:pt>
          <cx:pt idx="531">47</cx:pt>
          <cx:pt idx="532">47</cx:pt>
          <cx:pt idx="533">49</cx:pt>
          <cx:pt idx="534">51</cx:pt>
          <cx:pt idx="535">42</cx:pt>
          <cx:pt idx="536">52</cx:pt>
          <cx:pt idx="537">48</cx:pt>
          <cx:pt idx="538">54</cx:pt>
          <cx:pt idx="539">52</cx:pt>
          <cx:pt idx="540">53</cx:pt>
          <cx:pt idx="541">34</cx:pt>
          <cx:pt idx="542">34</cx:pt>
          <cx:pt idx="543">33</cx:pt>
          <cx:pt idx="544">57</cx:pt>
          <cx:pt idx="545">54</cx:pt>
          <cx:pt idx="546">45</cx:pt>
          <cx:pt idx="547">50</cx:pt>
          <cx:pt idx="548">52</cx:pt>
          <cx:pt idx="549">31</cx:pt>
          <cx:pt idx="550">45</cx:pt>
          <cx:pt idx="551">43</cx:pt>
          <cx:pt idx="552">54</cx:pt>
          <cx:pt idx="553">40</cx:pt>
          <cx:pt idx="554">19</cx:pt>
          <cx:pt idx="555">25</cx:pt>
          <cx:pt idx="556">18</cx:pt>
          <cx:pt idx="557">25</cx:pt>
          <cx:pt idx="558">27</cx:pt>
          <cx:pt idx="559">43</cx:pt>
          <cx:pt idx="560">27</cx:pt>
          <cx:pt idx="561">20</cx:pt>
          <cx:pt idx="562">19</cx:pt>
          <cx:pt idx="563">52</cx:pt>
          <cx:pt idx="564">57</cx:pt>
          <cx:pt idx="565">30</cx:pt>
          <cx:pt idx="566">56</cx:pt>
          <cx:pt idx="567">38</cx:pt>
          <cx:pt idx="568">36</cx:pt>
          <cx:pt idx="569">44</cx:pt>
          <cx:pt idx="570">49</cx:pt>
          <cx:pt idx="571">40</cx:pt>
          <cx:pt idx="572">56</cx:pt>
          <cx:pt idx="573">52</cx:pt>
          <cx:pt idx="574">47</cx:pt>
          <cx:pt idx="575">38</cx:pt>
          <cx:pt idx="576">39</cx:pt>
          <cx:pt idx="577">44</cx:pt>
          <cx:pt idx="578">45</cx:pt>
          <cx:pt idx="579">31</cx:pt>
          <cx:pt idx="580">58</cx:pt>
          <cx:pt idx="581">42</cx:pt>
          <cx:pt idx="582">39</cx:pt>
          <cx:pt idx="583">43</cx:pt>
          <cx:pt idx="584">54</cx:pt>
          <cx:pt idx="585">56</cx:pt>
          <cx:pt idx="586">53</cx:pt>
          <cx:pt idx="587">39</cx:pt>
          <cx:pt idx="588">46</cx:pt>
          <cx:pt idx="589">43</cx:pt>
          <cx:pt idx="590">37</cx:pt>
          <cx:pt idx="591">52</cx:pt>
          <cx:pt idx="592">58</cx:pt>
          <cx:pt idx="593">35</cx:pt>
          <cx:pt idx="594">58</cx:pt>
          <cx:pt idx="595">47</cx:pt>
          <cx:pt idx="596">44</cx:pt>
          <cx:pt idx="597">38</cx:pt>
          <cx:pt idx="598">52</cx:pt>
          <cx:pt idx="599">47</cx:pt>
          <cx:pt idx="600">40</cx:pt>
          <cx:pt idx="601">50</cx:pt>
          <cx:pt idx="602">42</cx:pt>
          <cx:pt idx="603">52</cx:pt>
          <cx:pt idx="604">49</cx:pt>
          <cx:pt idx="605">54</cx:pt>
          <cx:pt idx="606">57</cx:pt>
          <cx:pt idx="607">46</cx:pt>
          <cx:pt idx="608">56</cx:pt>
          <cx:pt idx="609">50</cx:pt>
          <cx:pt idx="610">53</cx:pt>
          <cx:pt idx="611">41</cx:pt>
          <cx:pt idx="612">50</cx:pt>
          <cx:pt idx="613">50</cx:pt>
          <cx:pt idx="614">49</cx:pt>
          <cx:pt idx="615">40</cx:pt>
          <cx:pt idx="616">52</cx:pt>
          <cx:pt idx="617">36</cx:pt>
          <cx:pt idx="618">48</cx:pt>
          <cx:pt idx="619">33</cx:pt>
          <cx:pt idx="620">59</cx:pt>
          <cx:pt idx="621">35</cx:pt>
          <cx:pt idx="622">42</cx:pt>
          <cx:pt idx="623">45</cx:pt>
          <cx:pt idx="624">33</cx:pt>
          <cx:pt idx="625">55</cx:pt>
          <cx:pt idx="626">45</cx:pt>
          <cx:pt idx="627">37</cx:pt>
          <cx:pt idx="628">43</cx:pt>
          <cx:pt idx="629">50</cx:pt>
          <cx:pt idx="630">55</cx:pt>
          <cx:pt idx="631">40</cx:pt>
          <cx:pt idx="632">31</cx:pt>
          <cx:pt idx="633">57</cx:pt>
          <cx:pt idx="634">45</cx:pt>
          <cx:pt idx="635">51</cx:pt>
          <cx:pt idx="636">35</cx:pt>
          <cx:pt idx="637">51</cx:pt>
          <cx:pt idx="638">33</cx:pt>
          <cx:pt idx="639">45</cx:pt>
          <cx:pt idx="640">59</cx:pt>
          <cx:pt idx="641">39</cx:pt>
          <cx:pt idx="642">42</cx:pt>
          <cx:pt idx="643">37</cx:pt>
          <cx:pt idx="644">42</cx:pt>
          <cx:pt idx="645">58</cx:pt>
          <cx:pt idx="646">53</cx:pt>
          <cx:pt idx="647">54</cx:pt>
          <cx:pt idx="648">43</cx:pt>
          <cx:pt idx="649">37</cx:pt>
          <cx:pt idx="650">37</cx:pt>
          <cx:pt idx="651">48</cx:pt>
          <cx:pt idx="652">56</cx:pt>
          <cx:pt idx="653">50</cx:pt>
          <cx:pt idx="654">34</cx:pt>
          <cx:pt idx="655">56</cx:pt>
          <cx:pt idx="656">59</cx:pt>
          <cx:pt idx="657">45</cx:pt>
          <cx:pt idx="658">49</cx:pt>
          <cx:pt idx="659">55</cx:pt>
          <cx:pt idx="660">49</cx:pt>
          <cx:pt idx="661">21</cx:pt>
          <cx:pt idx="662">24</cx:pt>
          <cx:pt idx="663">34</cx:pt>
          <cx:pt idx="664">52</cx:pt>
          <cx:pt idx="665">31</cx:pt>
          <cx:pt idx="666">25</cx:pt>
          <cx:pt idx="667">43</cx:pt>
          <cx:pt idx="668">39</cx:pt>
          <cx:pt idx="669">24</cx:pt>
          <cx:pt idx="670">18</cx:pt>
          <cx:pt idx="671">30</cx:pt>
          <cx:pt idx="672">28</cx:pt>
          <cx:pt idx="673">56</cx:pt>
          <cx:pt idx="674">57</cx:pt>
          <cx:pt idx="675">18</cx:pt>
          <cx:pt idx="676">23</cx:pt>
          <cx:pt idx="677">20</cx:pt>
          <cx:pt idx="678">54</cx:pt>
          <cx:pt idx="679">58</cx:pt>
          <cx:pt idx="680">24</cx:pt>
          <cx:pt idx="681">48</cx:pt>
          <cx:pt idx="682">53</cx:pt>
          <cx:pt idx="683">45</cx:pt>
          <cx:pt idx="684">25</cx:pt>
          <cx:pt idx="685">25</cx:pt>
          <cx:pt idx="686">35</cx:pt>
          <cx:pt idx="687">22</cx:pt>
          <cx:pt idx="688">19</cx:pt>
          <cx:pt idx="689">24</cx:pt>
          <cx:pt idx="690">48</cx:pt>
          <cx:pt idx="691">55</cx:pt>
          <cx:pt idx="692">47</cx:pt>
          <cx:pt idx="693">21</cx:pt>
          <cx:pt idx="694">23</cx:pt>
          <cx:pt idx="695">18</cx:pt>
          <cx:pt idx="696">33</cx:pt>
          <cx:pt idx="697">29</cx:pt>
          <cx:pt idx="698">29</cx:pt>
          <cx:pt idx="699">22</cx:pt>
          <cx:pt idx="700">27</cx:pt>
          <cx:pt idx="701">48</cx:pt>
          <cx:pt idx="702">22</cx:pt>
          <cx:pt idx="703">18</cx:pt>
          <cx:pt idx="704">59</cx:pt>
          <cx:pt idx="705">24</cx:pt>
          <cx:pt idx="706">27</cx:pt>
          <cx:pt idx="707">27</cx:pt>
          <cx:pt idx="708">22</cx:pt>
          <cx:pt idx="709">55</cx:pt>
          <cx:pt idx="710">27</cx:pt>
          <cx:pt idx="711">57</cx:pt>
          <cx:pt idx="712">26</cx:pt>
          <cx:pt idx="713">22</cx:pt>
          <cx:pt idx="714">31</cx:pt>
          <cx:pt idx="715">31</cx:pt>
          <cx:pt idx="716">19</cx:pt>
          <cx:pt idx="717">23</cx:pt>
          <cx:pt idx="718">20</cx:pt>
          <cx:pt idx="719">22</cx:pt>
          <cx:pt idx="720">36</cx:pt>
          <cx:pt idx="721">18</cx:pt>
          <cx:pt idx="722">28</cx:pt>
          <cx:pt idx="723">41</cx:pt>
          <cx:pt idx="724">38</cx:pt>
          <cx:pt idx="725">45</cx:pt>
          <cx:pt idx="726">23</cx:pt>
          <cx:pt idx="727">29</cx:pt>
          <cx:pt idx="728">33</cx:pt>
          <cx:pt idx="729">27</cx:pt>
          <cx:pt idx="730">29</cx:pt>
          <cx:pt idx="731">22</cx:pt>
          <cx:pt idx="732">19</cx:pt>
          <cx:pt idx="733">18</cx:pt>
          <cx:pt idx="734">21</cx:pt>
          <cx:pt idx="735">23</cx:pt>
          <cx:pt idx="736">36</cx:pt>
          <cx:pt idx="737">42</cx:pt>
          <cx:pt idx="738">42</cx:pt>
          <cx:pt idx="739">52</cx:pt>
          <cx:pt idx="740">26</cx:pt>
          <cx:pt idx="741">23</cx:pt>
          <cx:pt idx="742">44</cx:pt>
          <cx:pt idx="743">41</cx:pt>
          <cx:pt idx="744">52</cx:pt>
          <cx:pt idx="745">41</cx:pt>
          <cx:pt idx="746">28</cx:pt>
          <cx:pt idx="747">31</cx:pt>
          <cx:pt idx="748">43</cx:pt>
          <cx:pt idx="749">49</cx:pt>
          <cx:pt idx="750">40</cx:pt>
          <cx:pt idx="751">40</cx:pt>
          <cx:pt idx="752">27</cx:pt>
          <cx:pt idx="753">47</cx:pt>
          <cx:pt idx="754">54</cx:pt>
          <cx:pt idx="755">49</cx:pt>
          <cx:pt idx="756">50</cx:pt>
          <cx:pt idx="757">49</cx:pt>
          <cx:pt idx="758">57</cx:pt>
          <cx:pt idx="759">42</cx:pt>
          <cx:pt idx="760">54</cx:pt>
          <cx:pt idx="761">50</cx:pt>
          <cx:pt idx="762">32</cx:pt>
          <cx:pt idx="763">48</cx:pt>
          <cx:pt idx="764">40</cx:pt>
          <cx:pt idx="765">44</cx:pt>
          <cx:pt idx="766">25</cx:pt>
          <cx:pt idx="767">31</cx:pt>
          <cx:pt idx="768">40</cx:pt>
          <cx:pt idx="769">39</cx:pt>
          <cx:pt idx="770">42</cx:pt>
          <cx:pt idx="771">32</cx:pt>
          <cx:pt idx="772">28</cx:pt>
          <cx:pt idx="773">20</cx:pt>
          <cx:pt idx="774">45</cx:pt>
          <cx:pt idx="775">47</cx:pt>
          <cx:pt idx="776">30</cx:pt>
          <cx:pt idx="777">29</cx:pt>
          <cx:pt idx="778">53</cx:pt>
          <cx:pt idx="779">32</cx:pt>
          <cx:pt idx="780">45</cx:pt>
          <cx:pt idx="781">31</cx:pt>
          <cx:pt idx="782">43</cx:pt>
          <cx:pt idx="783">43</cx:pt>
          <cx:pt idx="784">56</cx:pt>
          <cx:pt idx="785">50</cx:pt>
          <cx:pt idx="786">54</cx:pt>
          <cx:pt idx="787">40</cx:pt>
          <cx:pt idx="788">45</cx:pt>
          <cx:pt idx="789">43</cx:pt>
          <cx:pt idx="790">42</cx:pt>
          <cx:pt idx="791">51</cx:pt>
          <cx:pt idx="792">37</cx:pt>
          <cx:pt idx="793">57</cx:pt>
          <cx:pt idx="794">44</cx:pt>
          <cx:pt idx="795">56</cx:pt>
          <cx:pt idx="796">21</cx:pt>
          <cx:pt idx="797">48</cx:pt>
          <cx:pt idx="798">49</cx:pt>
          <cx:pt idx="799">43</cx:pt>
          <cx:pt idx="800">43</cx:pt>
          <cx:pt idx="801">47</cx:pt>
          <cx:pt idx="802">53</cx:pt>
          <cx:pt idx="803">43</cx:pt>
          <cx:pt idx="804">35</cx:pt>
          <cx:pt idx="805">43</cx:pt>
          <cx:pt idx="806">33</cx:pt>
          <cx:pt idx="807">45</cx:pt>
          <cx:pt idx="808">47</cx:pt>
          <cx:pt idx="809">32</cx:pt>
          <cx:pt idx="810">53</cx:pt>
          <cx:pt idx="811">32</cx:pt>
          <cx:pt idx="812">22</cx:pt>
          <cx:pt idx="813">52</cx:pt>
          <cx:pt idx="814">52</cx:pt>
          <cx:pt idx="815">33</cx:pt>
          <cx:pt idx="816">36</cx:pt>
          <cx:pt idx="817">56</cx:pt>
          <cx:pt idx="818">53</cx:pt>
          <cx:pt idx="819">29</cx:pt>
          <cx:pt idx="820">41</cx:pt>
          <cx:pt idx="821">26</cx:pt>
          <cx:pt idx="822">54</cx:pt>
          <cx:pt idx="823">56</cx:pt>
          <cx:pt idx="824">45</cx:pt>
          <cx:pt idx="825">46</cx:pt>
          <cx:pt idx="826">20</cx:pt>
          <cx:pt idx="827">50</cx:pt>
          <cx:pt idx="828">30</cx:pt>
          <cx:pt idx="829">54</cx:pt>
          <cx:pt idx="830">33</cx:pt>
          <cx:pt idx="831">30</cx:pt>
          <cx:pt idx="832">54</cx:pt>
          <cx:pt idx="833">27</cx:pt>
          <cx:pt idx="834">49</cx:pt>
          <cx:pt idx="835">25</cx:pt>
          <cx:pt idx="836">45</cx:pt>
          <cx:pt idx="837">45</cx:pt>
          <cx:pt idx="838">56</cx:pt>
          <cx:pt idx="839">44</cx:pt>
          <cx:pt idx="840">21</cx:pt>
          <cx:pt idx="841">27</cx:pt>
          <cx:pt idx="842">58</cx:pt>
          <cx:pt idx="843">56</cx:pt>
          <cx:pt idx="844">45</cx:pt>
          <cx:pt idx="845">23</cx:pt>
          <cx:pt idx="846">58</cx:pt>
          <cx:pt idx="847">40</cx:pt>
          <cx:pt idx="848">21</cx:pt>
          <cx:pt idx="849">52</cx:pt>
          <cx:pt idx="850">30</cx:pt>
          <cx:pt idx="851">46</cx:pt>
          <cx:pt idx="852">50</cx:pt>
          <cx:pt idx="853">34</cx:pt>
          <cx:pt idx="854">44</cx:pt>
          <cx:pt idx="855">54</cx:pt>
          <cx:pt idx="856">46</cx:pt>
          <cx:pt idx="857">22</cx:pt>
          <cx:pt idx="858">59</cx:pt>
          <cx:pt idx="859">18</cx:pt>
          <cx:pt idx="860">46</cx:pt>
          <cx:pt idx="861">46</cx:pt>
          <cx:pt idx="862">41</cx:pt>
          <cx:pt idx="863">53</cx:pt>
          <cx:pt idx="864">56</cx:pt>
          <cx:pt idx="865">54</cx:pt>
          <cx:pt idx="866">44</cx:pt>
          <cx:pt idx="867">36</cx:pt>
          <cx:pt idx="868">45</cx:pt>
          <cx:pt idx="869">43</cx:pt>
          <cx:pt idx="870">32</cx:pt>
          <cx:pt idx="871">39</cx:pt>
          <cx:pt idx="872">30</cx:pt>
          <cx:pt idx="873">47</cx:pt>
          <cx:pt idx="874">49</cx:pt>
          <cx:pt idx="875">38</cx:pt>
          <cx:pt idx="876">55</cx:pt>
          <cx:pt idx="877">36</cx:pt>
          <cx:pt idx="878">50</cx:pt>
          <cx:pt idx="879">56</cx:pt>
          <cx:pt idx="880">40</cx:pt>
          <cx:pt idx="881">59</cx:pt>
          <cx:pt idx="882">58</cx:pt>
          <cx:pt idx="883">46</cx:pt>
          <cx:pt idx="884">53</cx:pt>
          <cx:pt idx="885">43</cx:pt>
          <cx:pt idx="886">49</cx:pt>
          <cx:pt idx="887">54</cx:pt>
          <cx:pt idx="888">58</cx:pt>
          <cx:pt idx="889">53</cx:pt>
          <cx:pt idx="890">42</cx:pt>
          <cx:pt idx="891">52</cx:pt>
          <cx:pt idx="892">42</cx:pt>
          <cx:pt idx="893">53</cx:pt>
          <cx:pt idx="894">39</cx:pt>
          <cx:pt idx="895">46</cx:pt>
          <cx:pt idx="896">55</cx:pt>
          <cx:pt idx="897">48</cx:pt>
          <cx:pt idx="898">54</cx:pt>
          <cx:pt idx="899">52</cx:pt>
          <cx:pt idx="900">42</cx:pt>
          <cx:pt idx="901">56</cx:pt>
          <cx:pt idx="902">45</cx:pt>
          <cx:pt idx="903">45</cx:pt>
          <cx:pt idx="904">54</cx:pt>
          <cx:pt idx="905">38</cx:pt>
          <cx:pt idx="906">32</cx:pt>
          <cx:pt idx="907">32</cx:pt>
          <cx:pt idx="908">49</cx:pt>
          <cx:pt idx="909">28</cx:pt>
          <cx:pt idx="910">45</cx:pt>
          <cx:pt idx="911">19</cx:pt>
          <cx:pt idx="912">26</cx:pt>
          <cx:pt idx="913">21</cx:pt>
          <cx:pt idx="914">20</cx:pt>
          <cx:pt idx="915">35</cx:pt>
          <cx:pt idx="916">20</cx:pt>
          <cx:pt idx="917">22</cx:pt>
          <cx:pt idx="918">34</cx:pt>
          <cx:pt idx="919">20</cx:pt>
          <cx:pt idx="920">43</cx:pt>
          <cx:pt idx="921">47</cx:pt>
          <cx:pt idx="922">20</cx:pt>
          <cx:pt idx="923">26</cx:pt>
          <cx:pt idx="924">27</cx:pt>
          <cx:pt idx="925">37</cx:pt>
          <cx:pt idx="926">49</cx:pt>
          <cx:pt idx="927">39</cx:pt>
          <cx:pt idx="928">49</cx:pt>
          <cx:pt idx="929">39</cx:pt>
          <cx:pt idx="930">35</cx:pt>
          <cx:pt idx="931">51</cx:pt>
          <cx:pt idx="932">44</cx:pt>
          <cx:pt idx="933">39</cx:pt>
          <cx:pt idx="934">41</cx:pt>
          <cx:pt idx="935">54</cx:pt>
          <cx:pt idx="936">56</cx:pt>
          <cx:pt idx="937">51</cx:pt>
          <cx:pt idx="938">52</cx:pt>
          <cx:pt idx="939">54</cx:pt>
          <cx:pt idx="940">50</cx:pt>
          <cx:pt idx="941">51</cx:pt>
          <cx:pt idx="942">58</cx:pt>
          <cx:pt idx="943">57</cx:pt>
          <cx:pt idx="944">43</cx:pt>
          <cx:pt idx="945">49</cx:pt>
          <cx:pt idx="946">55</cx:pt>
          <cx:pt idx="947">57</cx:pt>
          <cx:pt idx="948">32</cx:pt>
          <cx:pt idx="949">52</cx:pt>
          <cx:pt idx="950">53</cx:pt>
          <cx:pt idx="951">46</cx:pt>
          <cx:pt idx="952">58</cx:pt>
          <cx:pt idx="953">34</cx:pt>
          <cx:pt idx="954">54</cx:pt>
          <cx:pt idx="955">42</cx:pt>
          <cx:pt idx="956">56</cx:pt>
          <cx:pt idx="957">55</cx:pt>
          <cx:pt idx="958">50</cx:pt>
          <cx:pt idx="959">57</cx:pt>
          <cx:pt idx="960">59</cx:pt>
          <cx:pt idx="961">59</cx:pt>
          <cx:pt idx="962">58</cx:pt>
          <cx:pt idx="963">59</cx:pt>
          <cx:pt idx="964">52</cx:pt>
          <cx:pt idx="965">59</cx:pt>
          <cx:pt idx="966">58</cx:pt>
          <cx:pt idx="967">57</cx:pt>
          <cx:pt idx="968">47</cx:pt>
          <cx:pt idx="969">55</cx:pt>
          <cx:pt idx="970">59</cx:pt>
          <cx:pt idx="971">55</cx:pt>
          <cx:pt idx="972">55</cx:pt>
        </cx:lvl>
      </cx:numDim>
    </cx:data>
  </cx:chartData>
  <cx:chart>
    <cx:title pos="t" align="ctr" overlay="0">
      <cx:tx>
        <cx:txData>
          <cx:v>Age Distribution</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Age Distribution</a:t>
          </a:r>
        </a:p>
      </cx:txPr>
    </cx:title>
    <cx:plotArea>
      <cx:plotAreaRegion>
        <cx:series layoutId="clusteredColumn" uniqueId="{3A72FF54-6E2F-4246-9BC1-9CDB458782E4}">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a:solidFill>
                    <a:srgbClr val="595959"/>
                  </a:solidFill>
                </a:endParaRPr>
              </a:p>
            </cx:txPr>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axis id="1" hidden="1">
        <cx:valScaling/>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Tracking'!$D$2:$D$974</cx:f>
        <cx:lvl ptCount="973" formatCode="General">
          <cx:pt idx="0">68.099999999999994</cx:pt>
          <cx:pt idx="1">94.5</cx:pt>
          <cx:pt idx="2">60.5</cx:pt>
          <cx:pt idx="3">88.099999999999994</cx:pt>
          <cx:pt idx="4">73</cx:pt>
          <cx:pt idx="5">50.299999999999997</cx:pt>
          <cx:pt idx="6">58.200000000000003</cx:pt>
          <cx:pt idx="7">61.100000000000001</cx:pt>
          <cx:pt idx="8">70.099999999999994</cx:pt>
          <cx:pt idx="9">61.700000000000003</cx:pt>
          <cx:pt idx="10">72.900000000000006</cx:pt>
          <cx:pt idx="11">72.099999999999994</cx:pt>
          <cx:pt idx="12">54.799999999999997</cx:pt>
          <cx:pt idx="13">58.600000000000001</cx:pt>
          <cx:pt idx="14">82.700000000000003</cx:pt>
          <cx:pt idx="15">59</cx:pt>
          <cx:pt idx="16">60.100000000000001</cx:pt>
          <cx:pt idx="17">62.899999999999999</cx:pt>
          <cx:pt idx="18">73.900000000000006</cx:pt>
          <cx:pt idx="19">67.099999999999994</cx:pt>
          <cx:pt idx="20">80.900000000000006</cx:pt>
          <cx:pt idx="21">54</cx:pt>
          <cx:pt idx="22">87.900000000000006</cx:pt>
          <cx:pt idx="23">64.799999999999997</cx:pt>
          <cx:pt idx="24">83.599999999999994</cx:pt>
          <cx:pt idx="25">57.399999999999999</cx:pt>
          <cx:pt idx="26">71.599999999999994</cx:pt>
          <cx:pt idx="27">83.799999999999997</cx:pt>
          <cx:pt idx="28">55.899999999999999</cx:pt>
          <cx:pt idx="29">65.299999999999997</cx:pt>
          <cx:pt idx="30">87.099999999999994</cx:pt>
          <cx:pt idx="31">57.299999999999997</cx:pt>
          <cx:pt idx="32">58.899999999999999</cx:pt>
          <cx:pt idx="33">60.899999999999999</cx:pt>
          <cx:pt idx="34">55.700000000000003</cx:pt>
          <cx:pt idx="35">54.600000000000001</cx:pt>
          <cx:pt idx="36">58.799999999999997</cx:pt>
          <cx:pt idx="37">45.899999999999999</cx:pt>
          <cx:pt idx="38">60</cx:pt>
          <cx:pt idx="39">63.100000000000001</cx:pt>
          <cx:pt idx="40">61.299999999999997</cx:pt>
          <cx:pt idx="41">55.100000000000001</cx:pt>
          <cx:pt idx="42">59</cx:pt>
          <cx:pt idx="43">76.700000000000003</cx:pt>
          <cx:pt idx="44">75.799999999999997</cx:pt>
          <cx:pt idx="45">48.299999999999997</cx:pt>
          <cx:pt idx="46">73.200000000000003</cx:pt>
          <cx:pt idx="47">49.200000000000003</cx:pt>
          <cx:pt idx="48">76.5</cx:pt>
          <cx:pt idx="49">63.299999999999997</cx:pt>
          <cx:pt idx="50">68.200000000000003</cx:pt>
          <cx:pt idx="51">91.400000000000006</cx:pt>
          <cx:pt idx="52">68.700000000000003</cx:pt>
          <cx:pt idx="53">66.299999999999997</cx:pt>
          <cx:pt idx="54">62</cx:pt>
          <cx:pt idx="55">51.100000000000001</cx:pt>
          <cx:pt idx="56">81.799999999999997</cx:pt>
          <cx:pt idx="57">50.700000000000003</cx:pt>
          <cx:pt idx="58">58</cx:pt>
          <cx:pt idx="59">61.5</cx:pt>
          <cx:pt idx="60">69.5</cx:pt>
          <cx:pt idx="61">84</cx:pt>
          <cx:pt idx="62">80.900000000000006</cx:pt>
          <cx:pt idx="63">64.099999999999994</cx:pt>
          <cx:pt idx="64">67</cx:pt>
          <cx:pt idx="65">68</cx:pt>
          <cx:pt idx="66">88.099999999999994</cx:pt>
          <cx:pt idx="67">76.5</cx:pt>
          <cx:pt idx="68">52</cx:pt>
          <cx:pt idx="69">54.200000000000003</cx:pt>
          <cx:pt idx="70">81.599999999999994</cx:pt>
          <cx:pt idx="71">68.700000000000003</cx:pt>
          <cx:pt idx="72">55.600000000000001</cx:pt>
          <cx:pt idx="73">59.200000000000003</cx:pt>
          <cx:pt idx="74">60</cx:pt>
          <cx:pt idx="75">59</cx:pt>
          <cx:pt idx="76">58.100000000000001</cx:pt>
          <cx:pt idx="77">76.900000000000006</cx:pt>
          <cx:pt idx="78">62.399999999999999</cx:pt>
          <cx:pt idx="79">54.899999999999999</cx:pt>
          <cx:pt idx="80">76.400000000000006</cx:pt>
          <cx:pt idx="81">86.200000000000003</cx:pt>
          <cx:pt idx="82">59.399999999999999</cx:pt>
          <cx:pt idx="83">85.299999999999997</cx:pt>
          <cx:pt idx="84">68</cx:pt>
          <cx:pt idx="85">61</cx:pt>
          <cx:pt idx="86">72.599999999999994</cx:pt>
          <cx:pt idx="87">76.299999999999997</cx:pt>
          <cx:pt idx="88">83.200000000000003</cx:pt>
          <cx:pt idx="89">57.5</cx:pt>
          <cx:pt idx="90">88.599999999999994</cx:pt>
          <cx:pt idx="91">49.700000000000003</cx:pt>
          <cx:pt idx="92">56.399999999999999</cx:pt>
          <cx:pt idx="93">70.599999999999994</cx:pt>
          <cx:pt idx="94">63.200000000000003</cx:pt>
          <cx:pt idx="95">62.600000000000001</cx:pt>
          <cx:pt idx="96">82.299999999999997</cx:pt>
          <cx:pt idx="97">64.299999999999997</cx:pt>
          <cx:pt idx="98">88</cx:pt>
          <cx:pt idx="99">64.400000000000006</cx:pt>
          <cx:pt idx="100">54.200000000000003</cx:pt>
          <cx:pt idx="101">64.5</cx:pt>
          <cx:pt idx="102">50.700000000000003</cx:pt>
          <cx:pt idx="103">68.700000000000003</cx:pt>
          <cx:pt idx="104">50.299999999999997</cx:pt>
          <cx:pt idx="105">52.100000000000001</cx:pt>
          <cx:pt idx="106">81.400000000000006</cx:pt>
          <cx:pt idx="107">50.899999999999999</cx:pt>
          <cx:pt idx="108">58.299999999999997</cx:pt>
          <cx:pt idx="109">59.299999999999997</cx:pt>
          <cx:pt idx="110">75.700000000000003</cx:pt>
          <cx:pt idx="111">56.299999999999997</cx:pt>
          <cx:pt idx="112">55.700000000000003</cx:pt>
          <cx:pt idx="113">62.700000000000003</cx:pt>
          <cx:pt idx="114">64.5</cx:pt>
          <cx:pt idx="115">81.400000000000006</cx:pt>
          <cx:pt idx="116">54.700000000000003</cx:pt>
          <cx:pt idx="117">92.299999999999997</cx:pt>
          <cx:pt idx="118">73.900000000000006</cx:pt>
          <cx:pt idx="119">65.200000000000003</cx:pt>
          <cx:pt idx="120">64.299999999999997</cx:pt>
          <cx:pt idx="121">64.5</cx:pt>
          <cx:pt idx="122">72</cx:pt>
          <cx:pt idx="123">77.900000000000006</cx:pt>
          <cx:pt idx="124">57.700000000000003</cx:pt>
          <cx:pt idx="125">74.200000000000003</cx:pt>
          <cx:pt idx="126">50.299999999999997</cx:pt>
          <cx:pt idx="127">66.5</cx:pt>
          <cx:pt idx="128">57.700000000000003</cx:pt>
          <cx:pt idx="129">47.399999999999999</cx:pt>
          <cx:pt idx="130">57.200000000000003</cx:pt>
          <cx:pt idx="131">60.5</cx:pt>
          <cx:pt idx="132">56</cx:pt>
          <cx:pt idx="133">49.299999999999997</cx:pt>
          <cx:pt idx="134">61.899999999999999</cx:pt>
          <cx:pt idx="135">66.5</cx:pt>
          <cx:pt idx="136">75.5</cx:pt>
          <cx:pt idx="137">74.799999999999997</cx:pt>
          <cx:pt idx="138">77.400000000000006</cx:pt>
          <cx:pt idx="139">59</cx:pt>
          <cx:pt idx="140">64.5</cx:pt>
          <cx:pt idx="141">81.700000000000003</cx:pt>
          <cx:pt idx="142">60</cx:pt>
          <cx:pt idx="143">75.400000000000006</cx:pt>
          <cx:pt idx="144">65.200000000000003</cx:pt>
          <cx:pt idx="145">60.100000000000001</cx:pt>
          <cx:pt idx="146">66.799999999999997</cx:pt>
          <cx:pt idx="147">52.299999999999997</cx:pt>
          <cx:pt idx="148">56.700000000000003</cx:pt>
          <cx:pt idx="149">70.299999999999997</cx:pt>
          <cx:pt idx="150">56</cx:pt>
          <cx:pt idx="151">64.299999999999997</cx:pt>
          <cx:pt idx="152">49.299999999999997</cx:pt>
          <cx:pt idx="153">63</cx:pt>
          <cx:pt idx="154">60.899999999999999</cx:pt>
          <cx:pt idx="155">85.700000000000003</cx:pt>
          <cx:pt idx="156">57.700000000000003</cx:pt>
          <cx:pt idx="157">59.100000000000001</cx:pt>
          <cx:pt idx="158">66.900000000000006</cx:pt>
          <cx:pt idx="159">62.399999999999999</cx:pt>
          <cx:pt idx="160">75.599999999999994</cx:pt>
          <cx:pt idx="161">63.799999999999997</cx:pt>
          <cx:pt idx="162">67.299999999999997</cx:pt>
          <cx:pt idx="163">59.100000000000001</cx:pt>
          <cx:pt idx="164">53.299999999999997</cx:pt>
          <cx:pt idx="165">62.600000000000001</cx:pt>
          <cx:pt idx="166">57.700000000000003</cx:pt>
          <cx:pt idx="167">66.599999999999994</cx:pt>
          <cx:pt idx="168">55</cx:pt>
          <cx:pt idx="169">78</cx:pt>
          <cx:pt idx="170">58.899999999999999</cx:pt>
          <cx:pt idx="171">61.399999999999999</cx:pt>
          <cx:pt idx="172">105</cx:pt>
          <cx:pt idx="173">81.599999999999994</cx:pt>
          <cx:pt idx="174">59.399999999999999</cx:pt>
          <cx:pt idx="175">82.400000000000006</cx:pt>
          <cx:pt idx="176">87.799999999999997</cx:pt>
          <cx:pt idx="177">65.200000000000003</cx:pt>
          <cx:pt idx="178">71.900000000000006</cx:pt>
          <cx:pt idx="179">78.599999999999994</cx:pt>
          <cx:pt idx="180">78.299999999999997</cx:pt>
          <cx:pt idx="181">73.700000000000003</cx:pt>
          <cx:pt idx="182">110.5</cx:pt>
          <cx:pt idx="183">112.40000000000001</cx:pt>
          <cx:pt idx="184">74.700000000000003</cx:pt>
          <cx:pt idx="185">75.700000000000003</cx:pt>
          <cx:pt idx="186">71.200000000000003</cx:pt>
          <cx:pt idx="187">63.600000000000001</cx:pt>
          <cx:pt idx="188">71.200000000000003</cx:pt>
          <cx:pt idx="189">68.599999999999994</cx:pt>
          <cx:pt idx="190">107</cx:pt>
          <cx:pt idx="191">92</cx:pt>
          <cx:pt idx="192">64.900000000000006</cx:pt>
          <cx:pt idx="193">67.400000000000006</cx:pt>
          <cx:pt idx="194">78.799999999999997</cx:pt>
          <cx:pt idx="195">94.700000000000003</cx:pt>
          <cx:pt idx="196">66.200000000000003</cx:pt>
          <cx:pt idx="197">102.5</cx:pt>
          <cx:pt idx="198">60.600000000000001</cx:pt>
          <cx:pt idx="199">98.400000000000006</cx:pt>
          <cx:pt idx="200">76.299999999999997</cx:pt>
          <cx:pt idx="201">67.799999999999997</cx:pt>
          <cx:pt idx="202">70.400000000000006</cx:pt>
          <cx:pt idx="203">78.700000000000003</cx:pt>
          <cx:pt idx="204">66.900000000000006</cx:pt>
          <cx:pt idx="205">97.299999999999997</cx:pt>
          <cx:pt idx="206">74.299999999999997</cx:pt>
          <cx:pt idx="207">78.5</cx:pt>
          <cx:pt idx="208">95.599999999999994</cx:pt>
          <cx:pt idx="209">70.099999999999994</cx:pt>
          <cx:pt idx="210">101.2</cx:pt>
          <cx:pt idx="211">71</cx:pt>
          <cx:pt idx="212">114.5</cx:pt>
          <cx:pt idx="213">72.900000000000006</cx:pt>
          <cx:pt idx="214">69.200000000000003</cx:pt>
          <cx:pt idx="215">114.8</cx:pt>
          <cx:pt idx="216">94.099999999999994</cx:pt>
          <cx:pt idx="217">92.400000000000006</cx:pt>
          <cx:pt idx="218">108.5</cx:pt>
          <cx:pt idx="219">126.8</cx:pt>
          <cx:pt idx="220">90</cx:pt>
          <cx:pt idx="221">74.200000000000003</cx:pt>
          <cx:pt idx="222">125.90000000000001</cx:pt>
          <cx:pt idx="223">123.7</cx:pt>
          <cx:pt idx="224">110.5</cx:pt>
          <cx:pt idx="225">124.3</cx:pt>
          <cx:pt idx="226">121.09999999999999</cx:pt>
          <cx:pt idx="227">98.599999999999994</cx:pt>
          <cx:pt idx="228">110</cx:pt>
          <cx:pt idx="229">114.2</cx:pt>
          <cx:pt idx="230">90.299999999999997</cx:pt>
          <cx:pt idx="231">78.700000000000003</cx:pt>
          <cx:pt idx="232">106.40000000000001</cx:pt>
          <cx:pt idx="233">113.40000000000001</cx:pt>
          <cx:pt idx="234">120.59999999999999</cx:pt>
          <cx:pt idx="235">114.90000000000001</cx:pt>
          <cx:pt idx="236">124.8</cx:pt>
          <cx:pt idx="237">128.40000000000001</cx:pt>
          <cx:pt idx="238">77.700000000000003</cx:pt>
          <cx:pt idx="239">121.3</cx:pt>
          <cx:pt idx="240">127.90000000000001</cx:pt>
          <cx:pt idx="241">125.5</cx:pt>
          <cx:pt idx="242">120.3</cx:pt>
          <cx:pt idx="243">71.200000000000003</cx:pt>
          <cx:pt idx="244">107.40000000000001</cx:pt>
          <cx:pt idx="245">69.700000000000003</cx:pt>
          <cx:pt idx="246">120.8</cx:pt>
          <cx:pt idx="247">96.900000000000006</cx:pt>
          <cx:pt idx="248">103.90000000000001</cx:pt>
          <cx:pt idx="249">61.700000000000003</cx:pt>
          <cx:pt idx="250">113.40000000000001</cx:pt>
          <cx:pt idx="251">114.90000000000001</cx:pt>
          <cx:pt idx="252">65.799999999999997</cx:pt>
          <cx:pt idx="253">99.900000000000006</cx:pt>
          <cx:pt idx="254">93.400000000000006</cx:pt>
          <cx:pt idx="255">101.7</cx:pt>
          <cx:pt idx="256">87.400000000000006</cx:pt>
          <cx:pt idx="257">66.299999999999997</cx:pt>
          <cx:pt idx="258">89.400000000000006</cx:pt>
          <cx:pt idx="259">78.099999999999994</cx:pt>
          <cx:pt idx="260">125.5</cx:pt>
          <cx:pt idx="261">104.8</cx:pt>
          <cx:pt idx="262">125.3</cx:pt>
          <cx:pt idx="263">105.09999999999999</cx:pt>
          <cx:pt idx="264">65.5</cx:pt>
          <cx:pt idx="265">69.5</cx:pt>
          <cx:pt idx="266">78.099999999999994</cx:pt>
          <cx:pt idx="267">118</cx:pt>
          <cx:pt idx="268">84.599999999999994</cx:pt>
          <cx:pt idx="269">68.400000000000006</cx:pt>
          <cx:pt idx="270">70.700000000000003</cx:pt>
          <cx:pt idx="271">95.799999999999997</cx:pt>
          <cx:pt idx="272">109.8</cx:pt>
          <cx:pt idx="273">79.900000000000006</cx:pt>
          <cx:pt idx="274">102.3</cx:pt>
          <cx:pt idx="275">74.599999999999994</cx:pt>
          <cx:pt idx="276">73</cx:pt>
          <cx:pt idx="277">115.3</cx:pt>
          <cx:pt idx="278">73.599999999999994</cx:pt>
          <cx:pt idx="279">121.90000000000001</cx:pt>
          <cx:pt idx="280">101.40000000000001</cx:pt>
          <cx:pt idx="281">95.700000000000003</cx:pt>
          <cx:pt idx="282">84.700000000000003</cx:pt>
          <cx:pt idx="283">53.200000000000003</cx:pt>
          <cx:pt idx="284">102.59999999999999</cx:pt>
          <cx:pt idx="285">76.599999999999994</cx:pt>
          <cx:pt idx="286">42.5</cx:pt>
          <cx:pt idx="287">78.700000000000003</cx:pt>
          <cx:pt idx="288">102.3</cx:pt>
          <cx:pt idx="289">44.299999999999997</cx:pt>
          <cx:pt idx="290">98.200000000000003</cx:pt>
          <cx:pt idx="291">117.2</cx:pt>
          <cx:pt idx="292">127.09999999999999</cx:pt>
          <cx:pt idx="293">95.400000000000006</cx:pt>
          <cx:pt idx="294">102.59999999999999</cx:pt>
          <cx:pt idx="295">70</cx:pt>
          <cx:pt idx="296">76.400000000000006</cx:pt>
          <cx:pt idx="297">40.5</cx:pt>
          <cx:pt idx="298">76.299999999999997</cx:pt>
          <cx:pt idx="299">55.5</cx:pt>
          <cx:pt idx="300">52.299999999999997</cx:pt>
          <cx:pt idx="301">41.200000000000003</cx:pt>
          <cx:pt idx="302">69.599999999999994</cx:pt>
          <cx:pt idx="303">78.5</cx:pt>
          <cx:pt idx="304">110.8</cx:pt>
          <cx:pt idx="305">75.900000000000006</cx:pt>
          <cx:pt idx="306">125.90000000000001</cx:pt>
          <cx:pt idx="307">86.599999999999994</cx:pt>
          <cx:pt idx="308">62.899999999999999</cx:pt>
          <cx:pt idx="309">43.100000000000001</cx:pt>
          <cx:pt idx="310">51.5</cx:pt>
          <cx:pt idx="311">42</cx:pt>
          <cx:pt idx="312">56.200000000000003</cx:pt>
          <cx:pt idx="313">49</cx:pt>
          <cx:pt idx="314">112.40000000000001</cx:pt>
          <cx:pt idx="315">72.599999999999994</cx:pt>
          <cx:pt idx="316">66</cx:pt>
          <cx:pt idx="317">44.5</cx:pt>
          <cx:pt idx="318">46.5</cx:pt>
          <cx:pt idx="319">107.2</cx:pt>
          <cx:pt idx="320">86.900000000000006</cx:pt>
          <cx:pt idx="321">67</cx:pt>
          <cx:pt idx="322">65.5</cx:pt>
          <cx:pt idx="323">48.700000000000003</cx:pt>
          <cx:pt idx="324">42</cx:pt>
          <cx:pt idx="325">67.099999999999994</cx:pt>
          <cx:pt idx="326">106.5</cx:pt>
          <cx:pt idx="327">127.7</cx:pt>
          <cx:pt idx="328">77.599999999999994</cx:pt>
          <cx:pt idx="329">61.299999999999997</cx:pt>
          <cx:pt idx="330">89.099999999999994</cx:pt>
          <cx:pt idx="331">46.100000000000001</cx:pt>
          <cx:pt idx="332">45.100000000000001</cx:pt>
          <cx:pt idx="333">64.099999999999994</cx:pt>
          <cx:pt idx="334">53</cx:pt>
          <cx:pt idx="335">70</cx:pt>
          <cx:pt idx="336">50.600000000000001</cx:pt>
          <cx:pt idx="337">58.399999999999999</cx:pt>
          <cx:pt idx="338">56.200000000000003</cx:pt>
          <cx:pt idx="339">123.3</cx:pt>
          <cx:pt idx="340">42.700000000000003</cx:pt>
          <cx:pt idx="341">42.700000000000003</cx:pt>
          <cx:pt idx="342">54.600000000000001</cx:pt>
          <cx:pt idx="343">91.799999999999997</cx:pt>
          <cx:pt idx="344">115.3</cx:pt>
          <cx:pt idx="345">50.299999999999997</cx:pt>
          <cx:pt idx="346">74.900000000000006</cx:pt>
          <cx:pt idx="347">112.5</cx:pt>
          <cx:pt idx="348">71</cx:pt>
          <cx:pt idx="349">78.400000000000006</cx:pt>
          <cx:pt idx="350">42.200000000000003</cx:pt>
          <cx:pt idx="351">122.3</cx:pt>
          <cx:pt idx="352">89.400000000000006</cx:pt>
          <cx:pt idx="353">51</cx:pt>
          <cx:pt idx="354">63.100000000000001</cx:pt>
          <cx:pt idx="355">71.200000000000003</cx:pt>
          <cx:pt idx="356">63.700000000000003</cx:pt>
          <cx:pt idx="357">128.40000000000001</cx:pt>
          <cx:pt idx="358">78</cx:pt>
          <cx:pt idx="359">90.799999999999997</cx:pt>
          <cx:pt idx="360">123.3</cx:pt>
          <cx:pt idx="361">42.700000000000003</cx:pt>
          <cx:pt idx="362">93.599999999999994</cx:pt>
          <cx:pt idx="363">108.8</cx:pt>
          <cx:pt idx="364">60.899999999999999</cx:pt>
          <cx:pt idx="365">71.5</cx:pt>
          <cx:pt idx="366">56.899999999999999</cx:pt>
          <cx:pt idx="367">74.799999999999997</cx:pt>
          <cx:pt idx="368">76.299999999999997</cx:pt>
          <cx:pt idx="369">67.700000000000003</cx:pt>
          <cx:pt idx="370">55.299999999999997</cx:pt>
          <cx:pt idx="371">129.90000000000001</cx:pt>
          <cx:pt idx="372">118.40000000000001</cx:pt>
          <cx:pt idx="373">78.900000000000006</cx:pt>
          <cx:pt idx="374">75.599999999999994</cx:pt>
          <cx:pt idx="375">77.299999999999997</cx:pt>
          <cx:pt idx="376">70.200000000000003</cx:pt>
          <cx:pt idx="377">47.200000000000003</cx:pt>
          <cx:pt idx="378">47.700000000000003</cx:pt>
          <cx:pt idx="379">94</cx:pt>
          <cx:pt idx="380">47.899999999999999</cx:pt>
          <cx:pt idx="381">51.5</cx:pt>
          <cx:pt idx="382">127.09999999999999</cx:pt>
          <cx:pt idx="383">129.19999999999999</cx:pt>
          <cx:pt idx="384">70.599999999999994</cx:pt>
          <cx:pt idx="385">42.799999999999997</cx:pt>
          <cx:pt idx="386">62.899999999999999</cx:pt>
          <cx:pt idx="387">70.700000000000003</cx:pt>
          <cx:pt idx="388">52</cx:pt>
          <cx:pt idx="389">75.599999999999994</cx:pt>
          <cx:pt idx="390">96.099999999999994</cx:pt>
          <cx:pt idx="391">40</cx:pt>
          <cx:pt idx="392">47.100000000000001</cx:pt>
          <cx:pt idx="393">103.5</cx:pt>
          <cx:pt idx="394">109.7</cx:pt>
          <cx:pt idx="395">109.59999999999999</cx:pt>
          <cx:pt idx="396">68.900000000000006</cx:pt>
          <cx:pt idx="397">90.200000000000003</cx:pt>
          <cx:pt idx="398">54.899999999999999</cx:pt>
          <cx:pt idx="399">46.5</cx:pt>
          <cx:pt idx="400">59.100000000000001</cx:pt>
          <cx:pt idx="401">40.299999999999997</cx:pt>
          <cx:pt idx="402">63.399999999999999</cx:pt>
          <cx:pt idx="403">59.700000000000003</cx:pt>
          <cx:pt idx="404">49.100000000000001</cx:pt>
          <cx:pt idx="405">44.200000000000003</cx:pt>
          <cx:pt idx="406">58.299999999999997</cx:pt>
          <cx:pt idx="407">63.899999999999999</cx:pt>
          <cx:pt idx="408">59.299999999999997</cx:pt>
          <cx:pt idx="409">55.100000000000001</cx:pt>
          <cx:pt idx="410">64.099999999999994</cx:pt>
          <cx:pt idx="411">46.799999999999997</cx:pt>
          <cx:pt idx="412">41.100000000000001</cx:pt>
          <cx:pt idx="413">51</cx:pt>
          <cx:pt idx="414">57.700000000000003</cx:pt>
          <cx:pt idx="415">53.5</cx:pt>
          <cx:pt idx="416">59.399999999999999</cx:pt>
          <cx:pt idx="417">61.600000000000001</cx:pt>
          <cx:pt idx="418">64</cx:pt>
          <cx:pt idx="419">51.899999999999999</cx:pt>
          <cx:pt idx="420">58.299999999999997</cx:pt>
          <cx:pt idx="421">61.899999999999999</cx:pt>
          <cx:pt idx="422">64.200000000000003</cx:pt>
          <cx:pt idx="423">62.600000000000001</cx:pt>
          <cx:pt idx="424">64.5</cx:pt>
          <cx:pt idx="425">62.5</cx:pt>
          <cx:pt idx="426">64.299999999999997</cx:pt>
          <cx:pt idx="427">46.200000000000003</cx:pt>
          <cx:pt idx="428">44.100000000000001</cx:pt>
          <cx:pt idx="429">64.400000000000006</cx:pt>
          <cx:pt idx="430">46.100000000000001</cx:pt>
          <cx:pt idx="431">64.799999999999997</cx:pt>
          <cx:pt idx="432">61.799999999999997</cx:pt>
          <cx:pt idx="433">53.899999999999999</cx:pt>
          <cx:pt idx="434">64.900000000000006</cx:pt>
          <cx:pt idx="435">64.400000000000006</cx:pt>
          <cx:pt idx="436">44.600000000000001</cx:pt>
          <cx:pt idx="437">44.799999999999997</cx:pt>
          <cx:pt idx="438">51.799999999999997</cx:pt>
          <cx:pt idx="439">65.400000000000006</cx:pt>
          <cx:pt idx="440">53.700000000000003</cx:pt>
          <cx:pt idx="441">84.200000000000003</cx:pt>
          <cx:pt idx="442">76.700000000000003</cx:pt>
          <cx:pt idx="443">63.200000000000003</cx:pt>
          <cx:pt idx="444">56.200000000000003</cx:pt>
          <cx:pt idx="445">70.5</cx:pt>
          <cx:pt idx="446">85.900000000000006</cx:pt>
          <cx:pt idx="447">78</cx:pt>
          <cx:pt idx="448">55.600000000000001</cx:pt>
          <cx:pt idx="449">58.5</cx:pt>
          <cx:pt idx="450">70.900000000000006</cx:pt>
          <cx:pt idx="451">71.200000000000003</cx:pt>
          <cx:pt idx="452">72.400000000000006</cx:pt>
          <cx:pt idx="453">51.100000000000001</cx:pt>
          <cx:pt idx="454">69.200000000000003</cx:pt>
          <cx:pt idx="455">56.200000000000003</cx:pt>
          <cx:pt idx="456">83.599999999999994</cx:pt>
          <cx:pt idx="457">57.100000000000001</cx:pt>
          <cx:pt idx="458">40</cx:pt>
          <cx:pt idx="459">68.099999999999994</cx:pt>
          <cx:pt idx="460">57.399999999999999</cx:pt>
          <cx:pt idx="461">49.100000000000001</cx:pt>
          <cx:pt idx="462">67.700000000000003</cx:pt>
          <cx:pt idx="463">88.400000000000006</cx:pt>
          <cx:pt idx="464">59.399999999999999</cx:pt>
          <cx:pt idx="465">72.099999999999994</cx:pt>
          <cx:pt idx="466">65.299999999999997</cx:pt>
          <cx:pt idx="467">55.600000000000001</cx:pt>
          <cx:pt idx="468">71.299999999999997</cx:pt>
          <cx:pt idx="469">73.5</cx:pt>
          <cx:pt idx="470">45.100000000000001</cx:pt>
          <cx:pt idx="471">85.599999999999994</cx:pt>
          <cx:pt idx="472">63.700000000000003</cx:pt>
          <cx:pt idx="473">87</cx:pt>
          <cx:pt idx="474">85.799999999999997</cx:pt>
          <cx:pt idx="475">71.799999999999997</cx:pt>
          <cx:pt idx="476">72.099999999999994</cx:pt>
          <cx:pt idx="477">56.299999999999997</cx:pt>
          <cx:pt idx="478">69.599999999999994</cx:pt>
          <cx:pt idx="479">84.900000000000006</cx:pt>
          <cx:pt idx="480">88.200000000000003</cx:pt>
          <cx:pt idx="481">42.899999999999999</cx:pt>
          <cx:pt idx="482">72.200000000000003</cx:pt>
          <cx:pt idx="483">49.899999999999999</cx:pt>
          <cx:pt idx="484">72.900000000000006</cx:pt>
          <cx:pt idx="485">68.599999999999994</cx:pt>
          <cx:pt idx="486">64.900000000000006</cx:pt>
          <cx:pt idx="487">70.400000000000006</cx:pt>
          <cx:pt idx="488">77.400000000000006</cx:pt>
          <cx:pt idx="489">44.100000000000001</cx:pt>
          <cx:pt idx="490">86.299999999999997</cx:pt>
          <cx:pt idx="491">76.700000000000003</cx:pt>
          <cx:pt idx="492">87.099999999999994</cx:pt>
          <cx:pt idx="493">79.700000000000003</cx:pt>
          <cx:pt idx="494">87.5</cx:pt>
          <cx:pt idx="495">85.900000000000006</cx:pt>
          <cx:pt idx="496">42.100000000000001</cx:pt>
          <cx:pt idx="497">86.200000000000003</cx:pt>
          <cx:pt idx="498">88.400000000000006</cx:pt>
          <cx:pt idx="499">86.700000000000003</cx:pt>
          <cx:pt idx="500">86.700000000000003</cx:pt>
          <cx:pt idx="501">58.200000000000003</cx:pt>
          <cx:pt idx="502">89.299999999999997</cx:pt>
          <cx:pt idx="503">86.099999999999994</cx:pt>
          <cx:pt idx="504">61</cx:pt>
          <cx:pt idx="505">82.799999999999997</cx:pt>
          <cx:pt idx="506">48</cx:pt>
          <cx:pt idx="507">88.5</cx:pt>
          <cx:pt idx="508">72.200000000000003</cx:pt>
          <cx:pt idx="509">87.799999999999997</cx:pt>
          <cx:pt idx="510">79.599999999999994</cx:pt>
          <cx:pt idx="511">44.100000000000001</cx:pt>
          <cx:pt idx="512">70.299999999999997</cx:pt>
          <cx:pt idx="513">85.299999999999997</cx:pt>
          <cx:pt idx="514">60.200000000000003</cx:pt>
          <cx:pt idx="515">46.600000000000001</cx:pt>
          <cx:pt idx="516">88.200000000000003</cx:pt>
          <cx:pt idx="517">86.900000000000006</cx:pt>
          <cx:pt idx="518">81.400000000000006</cx:pt>
          <cx:pt idx="519">75.599999999999994</cx:pt>
          <cx:pt idx="520">68.5</cx:pt>
          <cx:pt idx="521">82.5</cx:pt>
          <cx:pt idx="522">89.599999999999994</cx:pt>
          <cx:pt idx="523">48.700000000000003</cx:pt>
          <cx:pt idx="524">49.700000000000003</cx:pt>
          <cx:pt idx="525">70.299999999999997</cx:pt>
          <cx:pt idx="526">62.899999999999999</cx:pt>
          <cx:pt idx="527">46.100000000000001</cx:pt>
          <cx:pt idx="528">68.5</cx:pt>
          <cx:pt idx="529">52.200000000000003</cx:pt>
          <cx:pt idx="530">85.599999999999994</cx:pt>
          <cx:pt idx="531">88.400000000000006</cx:pt>
          <cx:pt idx="532">43.399999999999999</cx:pt>
          <cx:pt idx="533">69.299999999999997</cx:pt>
          <cx:pt idx="534">56.299999999999997</cx:pt>
          <cx:pt idx="535">85.200000000000003</cx:pt>
          <cx:pt idx="536">85.5</cx:pt>
          <cx:pt idx="537">83.900000000000006</cx:pt>
          <cx:pt idx="538">43.799999999999997</cx:pt>
          <cx:pt idx="539">65.900000000000006</cx:pt>
          <cx:pt idx="540">82.299999999999997</cx:pt>
          <cx:pt idx="541">46.899999999999999</cx:pt>
          <cx:pt idx="542">88</cx:pt>
          <cx:pt idx="543">45.899999999999999</cx:pt>
          <cx:pt idx="544">85.599999999999994</cx:pt>
          <cx:pt idx="545">67.5</cx:pt>
          <cx:pt idx="546">80.799999999999997</cx:pt>
          <cx:pt idx="547">80.5</cx:pt>
          <cx:pt idx="548">47.799999999999997</cx:pt>
          <cx:pt idx="549">70.200000000000003</cx:pt>
          <cx:pt idx="550">50.399999999999999</cx:pt>
          <cx:pt idx="551">81</cx:pt>
          <cx:pt idx="552">70.099999999999994</cx:pt>
          <cx:pt idx="553">87.900000000000006</cx:pt>
          <cx:pt idx="554">64</cx:pt>
          <cx:pt idx="555">81.5</cx:pt>
          <cx:pt idx="556">72.700000000000003</cx:pt>
          <cx:pt idx="557">74.299999999999997</cx:pt>
          <cx:pt idx="558">80.700000000000003</cx:pt>
          <cx:pt idx="559">40.5</cx:pt>
          <cx:pt idx="560">89.299999999999997</cx:pt>
          <cx:pt idx="561">71.299999999999997</cx:pt>
          <cx:pt idx="562">65.700000000000003</cx:pt>
          <cx:pt idx="563">79.400000000000006</cx:pt>
          <cx:pt idx="564">55.700000000000003</cx:pt>
          <cx:pt idx="565">79.200000000000003</cx:pt>
          <cx:pt idx="566">88.5</cx:pt>
          <cx:pt idx="567">45.200000000000003</cx:pt>
          <cx:pt idx="568">88</cx:pt>
          <cx:pt idx="569">82.5</cx:pt>
          <cx:pt idx="570">57.200000000000003</cx:pt>
          <cx:pt idx="571">80.299999999999997</cx:pt>
          <cx:pt idx="572">88.299999999999997</cx:pt>
          <cx:pt idx="573">85.5</cx:pt>
          <cx:pt idx="574">66.799999999999997</cx:pt>
          <cx:pt idx="575">71.900000000000006</cx:pt>
          <cx:pt idx="576">64.299999999999997</cx:pt>
          <cx:pt idx="577">65.200000000000003</cx:pt>
          <cx:pt idx="578">84.900000000000006</cx:pt>
          <cx:pt idx="579">48.799999999999997</cx:pt>
          <cx:pt idx="580">66.099999999999994</cx:pt>
          <cx:pt idx="581">59.5</cx:pt>
          <cx:pt idx="582">55.399999999999999</cx:pt>
          <cx:pt idx="583">82.700000000000003</cx:pt>
          <cx:pt idx="584">86.099999999999994</cx:pt>
          <cx:pt idx="585">69.299999999999997</cx:pt>
          <cx:pt idx="586">94.099999999999994</cx:pt>
          <cx:pt idx="587">62</cx:pt>
          <cx:pt idx="588">58</cx:pt>
          <cx:pt idx="589">48.399999999999999</cx:pt>
          <cx:pt idx="590">72.900000000000006</cx:pt>
          <cx:pt idx="591">60.299999999999997</cx:pt>
          <cx:pt idx="592">74.599999999999994</cx:pt>
          <cx:pt idx="593">50.399999999999999</cx:pt>
          <cx:pt idx="594">65.200000000000003</cx:pt>
          <cx:pt idx="595">82.099999999999994</cx:pt>
          <cx:pt idx="596">89.299999999999997</cx:pt>
          <cx:pt idx="597">59.100000000000001</cx:pt>
          <cx:pt idx="598">72.299999999999997</cx:pt>
          <cx:pt idx="599">84.799999999999997</cx:pt>
          <cx:pt idx="600">63.799999999999997</cx:pt>
          <cx:pt idx="601">55.399999999999999</cx:pt>
          <cx:pt idx="602">57.5</cx:pt>
          <cx:pt idx="603">70.900000000000006</cx:pt>
          <cx:pt idx="604">70.200000000000003</cx:pt>
          <cx:pt idx="605">66.900000000000006</cx:pt>
          <cx:pt idx="606">51.399999999999999</cx:pt>
          <cx:pt idx="607">56.899999999999999</cx:pt>
          <cx:pt idx="608">82.5</cx:pt>
          <cx:pt idx="609">58.100000000000001</cx:pt>
          <cx:pt idx="610">68</cx:pt>
          <cx:pt idx="611">66.099999999999994</cx:pt>
          <cx:pt idx="612">69.299999999999997</cx:pt>
          <cx:pt idx="613">69.700000000000003</cx:pt>
          <cx:pt idx="614">82.299999999999997</cx:pt>
          <cx:pt idx="615">52.100000000000001</cx:pt>
          <cx:pt idx="616">65.5</cx:pt>
          <cx:pt idx="617">85.400000000000006</cx:pt>
          <cx:pt idx="618">56.799999999999997</cx:pt>
          <cx:pt idx="619">74.200000000000003</cx:pt>
          <cx:pt idx="620">78</cx:pt>
          <cx:pt idx="621">63.700000000000003</cx:pt>
          <cx:pt idx="622">63.299999999999997</cx:pt>
          <cx:pt idx="623">73</cx:pt>
          <cx:pt idx="624">53.700000000000003</cx:pt>
          <cx:pt idx="625">87.5</cx:pt>
          <cx:pt idx="626">65.400000000000006</cx:pt>
          <cx:pt idx="627">88.799999999999997</cx:pt>
          <cx:pt idx="628">53.100000000000001</cx:pt>
          <cx:pt idx="629">56.5</cx:pt>
          <cx:pt idx="630">63</cx:pt>
          <cx:pt idx="631">52.600000000000001</cx:pt>
          <cx:pt idx="632">58.200000000000003</cx:pt>
          <cx:pt idx="633">76.599999999999994</cx:pt>
          <cx:pt idx="634">57.200000000000003</cx:pt>
          <cx:pt idx="635">63.899999999999999</cx:pt>
          <cx:pt idx="636">55.299999999999997</cx:pt>
          <cx:pt idx="637">49.299999999999997</cx:pt>
          <cx:pt idx="638">53.600000000000001</cx:pt>
          <cx:pt idx="639">79.200000000000003</cx:pt>
          <cx:pt idx="640">75.799999999999997</cx:pt>
          <cx:pt idx="641">71.700000000000003</cx:pt>
          <cx:pt idx="642">56.700000000000003</cx:pt>
          <cx:pt idx="643">75.099999999999994</cx:pt>
          <cx:pt idx="644">79.299999999999997</cx:pt>
          <cx:pt idx="645">56.5</cx:pt>
          <cx:pt idx="646">55.799999999999997</cx:pt>
          <cx:pt idx="647">64.200000000000003</cx:pt>
          <cx:pt idx="648">64.700000000000003</cx:pt>
          <cx:pt idx="649">76.900000000000006</cx:pt>
          <cx:pt idx="650">73.299999999999997</cx:pt>
          <cx:pt idx="651">73.099999999999994</cx:pt>
          <cx:pt idx="652">55.700000000000003</cx:pt>
          <cx:pt idx="653">51.799999999999997</cx:pt>
          <cx:pt idx="654">66.5</cx:pt>
          <cx:pt idx="655">64.200000000000003</cx:pt>
          <cx:pt idx="656">60.399999999999999</cx:pt>
          <cx:pt idx="657">88.5</cx:pt>
          <cx:pt idx="658">68.299999999999997</cx:pt>
          <cx:pt idx="659">79.700000000000003</cx:pt>
          <cx:pt idx="660">85</cx:pt>
          <cx:pt idx="661">62.600000000000001</cx:pt>
          <cx:pt idx="662">54.700000000000003</cx:pt>
          <cx:pt idx="663">51</cx:pt>
          <cx:pt idx="664">68.200000000000003</cx:pt>
          <cx:pt idx="665">64.400000000000006</cx:pt>
          <cx:pt idx="666">65.400000000000006</cx:pt>
          <cx:pt idx="667">73</cx:pt>
          <cx:pt idx="668">86.200000000000003</cx:pt>
          <cx:pt idx="669">60.100000000000001</cx:pt>
          <cx:pt idx="670">87.599999999999994</cx:pt>
          <cx:pt idx="671">85.299999999999997</cx:pt>
          <cx:pt idx="672">52</cx:pt>
          <cx:pt idx="673">89</cx:pt>
          <cx:pt idx="674">61.899999999999999</cx:pt>
          <cx:pt idx="675">68.099999999999994</cx:pt>
          <cx:pt idx="676">41.899999999999999</cx:pt>
          <cx:pt idx="677">71.299999999999997</cx:pt>
          <cx:pt idx="678">75.599999999999994</cx:pt>
          <cx:pt idx="679">74.599999999999994</cx:pt>
          <cx:pt idx="680">40.399999999999999</cx:pt>
          <cx:pt idx="681">87.099999999999994</cx:pt>
          <cx:pt idx="682">73.5</cx:pt>
          <cx:pt idx="683">89.599999999999994</cx:pt>
          <cx:pt idx="684">49.899999999999999</cx:pt>
          <cx:pt idx="685">57.799999999999997</cx:pt>
          <cx:pt idx="686">78.900000000000006</cx:pt>
          <cx:pt idx="687">55.100000000000001</cx:pt>
          <cx:pt idx="688">72.400000000000006</cx:pt>
          <cx:pt idx="689">69.700000000000003</cx:pt>
          <cx:pt idx="690">80.599999999999994</cx:pt>
          <cx:pt idx="691">70.799999999999997</cx:pt>
          <cx:pt idx="692">87.200000000000003</cx:pt>
          <cx:pt idx="693">55.200000000000003</cx:pt>
          <cx:pt idx="694">71.400000000000006</cx:pt>
          <cx:pt idx="695">58.100000000000001</cx:pt>
          <cx:pt idx="696">55.600000000000001</cx:pt>
          <cx:pt idx="697">81.700000000000003</cx:pt>
          <cx:pt idx="698">80.799999999999997</cx:pt>
          <cx:pt idx="699">62.200000000000003</cx:pt>
          <cx:pt idx="700">58</cx:pt>
          <cx:pt idx="701">69.099999999999994</cx:pt>
          <cx:pt idx="702">45.700000000000003</cx:pt>
          <cx:pt idx="703">62</cx:pt>
          <cx:pt idx="704">85.5</cx:pt>
          <cx:pt idx="705">52.600000000000001</cx:pt>
          <cx:pt idx="706">53</cx:pt>
          <cx:pt idx="707">88.5</cx:pt>
          <cx:pt idx="708">71</cx:pt>
          <cx:pt idx="709">75.200000000000003</cx:pt>
          <cx:pt idx="710">61.600000000000001</cx:pt>
          <cx:pt idx="711">83.400000000000006</cx:pt>
          <cx:pt idx="712">77.700000000000003</cx:pt>
          <cx:pt idx="713">48.700000000000003</cx:pt>
          <cx:pt idx="714">86.599999999999994</cx:pt>
          <cx:pt idx="715">57.899999999999999</cx:pt>
          <cx:pt idx="716">82.400000000000006</cx:pt>
          <cx:pt idx="717">83.099999999999994</cx:pt>
          <cx:pt idx="718">101</cx:pt>
          <cx:pt idx="719">44.799999999999997</cx:pt>
          <cx:pt idx="720">69.200000000000003</cx:pt>
          <cx:pt idx="721">63.200000000000003</cx:pt>
          <cx:pt idx="722">87</cx:pt>
          <cx:pt idx="723">78.799999999999997</cx:pt>
          <cx:pt idx="724">91.5</cx:pt>
          <cx:pt idx="725">93</cx:pt>
          <cx:pt idx="726">40.899999999999999</cx:pt>
          <cx:pt idx="727">49</cx:pt>
          <cx:pt idx="728">113.59999999999999</cx:pt>
          <cx:pt idx="729">75.700000000000003</cx:pt>
          <cx:pt idx="730">95.200000000000003</cx:pt>
          <cx:pt idx="731">102.09999999999999</cx:pt>
          <cx:pt idx="732">95.099999999999994</cx:pt>
          <cx:pt idx="733">66.900000000000006</cx:pt>
          <cx:pt idx="734">101.5</cx:pt>
          <cx:pt idx="735">87.299999999999997</cx:pt>
          <cx:pt idx="736">70.299999999999997</cx:pt>
          <cx:pt idx="737">63.700000000000003</cx:pt>
          <cx:pt idx="738">45.5</cx:pt>
          <cx:pt idx="739">59.700000000000003</cx:pt>
          <cx:pt idx="740">73.700000000000003</cx:pt>
          <cx:pt idx="741">108.59999999999999</cx:pt>
          <cx:pt idx="742">94.599999999999994</cx:pt>
          <cx:pt idx="743">55</cx:pt>
          <cx:pt idx="744">61.5</cx:pt>
          <cx:pt idx="745">71.700000000000003</cx:pt>
          <cx:pt idx="746">84.799999999999997</cx:pt>
          <cx:pt idx="747">42.299999999999997</cx:pt>
          <cx:pt idx="748">57.299999999999997</cx:pt>
          <cx:pt idx="749">45.200000000000003</cx:pt>
          <cx:pt idx="750">63.5</cx:pt>
          <cx:pt idx="751">81.700000000000003</cx:pt>
          <cx:pt idx="752">76.700000000000003</cx:pt>
          <cx:pt idx="753">80</cx:pt>
          <cx:pt idx="754">72.299999999999997</cx:pt>
          <cx:pt idx="755">62.100000000000001</cx:pt>
          <cx:pt idx="756">45.399999999999999</cx:pt>
          <cx:pt idx="757">82.099999999999994</cx:pt>
          <cx:pt idx="758">81.400000000000006</cx:pt>
          <cx:pt idx="759">50.700000000000003</cx:pt>
          <cx:pt idx="760">55.200000000000003</cx:pt>
          <cx:pt idx="761">50.600000000000001</cx:pt>
          <cx:pt idx="762">102.8</cx:pt>
          <cx:pt idx="763">69</cx:pt>
          <cx:pt idx="764">73.200000000000003</cx:pt>
          <cx:pt idx="765">42.799999999999997</cx:pt>
          <cx:pt idx="766">66.599999999999994</cx:pt>
          <cx:pt idx="767">62.5</cx:pt>
          <cx:pt idx="768">51.700000000000003</cx:pt>
          <cx:pt idx="769">60.600000000000001</cx:pt>
          <cx:pt idx="770">76.400000000000006</cx:pt>
          <cx:pt idx="771">68.299999999999997</cx:pt>
          <cx:pt idx="772">121.7</cx:pt>
          <cx:pt idx="773">117.7</cx:pt>
          <cx:pt idx="774">48.200000000000003</cx:pt>
          <cx:pt idx="775">61</cx:pt>
          <cx:pt idx="776">67.900000000000006</cx:pt>
          <cx:pt idx="777">120.90000000000001</cx:pt>
          <cx:pt idx="778">47.799999999999997</cx:pt>
          <cx:pt idx="779">108.2</cx:pt>
          <cx:pt idx="780">78.299999999999997</cx:pt>
          <cx:pt idx="781">48.200000000000003</cx:pt>
          <cx:pt idx="782">113.2</cx:pt>
          <cx:pt idx="783">61.200000000000003</cx:pt>
          <cx:pt idx="784">48.299999999999997</cx:pt>
          <cx:pt idx="785">42.700000000000003</cx:pt>
          <cx:pt idx="786">71.599999999999994</cx:pt>
          <cx:pt idx="787">63</cx:pt>
          <cx:pt idx="788">58.200000000000003</cx:pt>
          <cx:pt idx="789">55.200000000000003</cx:pt>
          <cx:pt idx="790">64.799999999999997</cx:pt>
          <cx:pt idx="791">60.700000000000003</cx:pt>
          <cx:pt idx="792">124.2</cx:pt>
          <cx:pt idx="793">122.09999999999999</cx:pt>
          <cx:pt idx="794">60.399999999999999</cx:pt>
          <cx:pt idx="795">129.5</cx:pt>
          <cx:pt idx="796">125.2</cx:pt>
          <cx:pt idx="797">68.200000000000003</cx:pt>
          <cx:pt idx="798">115.3</cx:pt>
          <cx:pt idx="799">53.799999999999997</cx:pt>
          <cx:pt idx="800">66.299999999999997</cx:pt>
          <cx:pt idx="801">45.899999999999999</cx:pt>
          <cx:pt idx="802">44.700000000000003</cx:pt>
          <cx:pt idx="803">72.700000000000003</cx:pt>
          <cx:pt idx="804">62.799999999999997</cx:pt>
          <cx:pt idx="805">108.59999999999999</cx:pt>
          <cx:pt idx="806">117</cx:pt>
          <cx:pt idx="807">81.400000000000006</cx:pt>
          <cx:pt idx="808">41.600000000000001</cx:pt>
          <cx:pt idx="809">56.600000000000001</cx:pt>
          <cx:pt idx="810">73.400000000000006</cx:pt>
          <cx:pt idx="811">105.3</cx:pt>
          <cx:pt idx="812">96.299999999999997</cx:pt>
          <cx:pt idx="813">57.899999999999999</cx:pt>
          <cx:pt idx="814">63.600000000000001</cx:pt>
          <cx:pt idx="815">106.5</cx:pt>
          <cx:pt idx="816">112.40000000000001</cx:pt>
          <cx:pt idx="817">58</cx:pt>
          <cx:pt idx="818">51.700000000000003</cx:pt>
          <cx:pt idx="819">106.5</cx:pt>
          <cx:pt idx="820">43.799999999999997</cx:pt>
          <cx:pt idx="821">111.5</cx:pt>
          <cx:pt idx="822">50.200000000000003</cx:pt>
          <cx:pt idx="823">59.299999999999997</cx:pt>
          <cx:pt idx="824">52.399999999999999</cx:pt>
          <cx:pt idx="825">61</cx:pt>
          <cx:pt idx="826">120.5</cx:pt>
          <cx:pt idx="827">56.399999999999999</cx:pt>
          <cx:pt idx="828">121.59999999999999</cx:pt>
          <cx:pt idx="829">86</cx:pt>
          <cx:pt idx="830">102.59999999999999</cx:pt>
          <cx:pt idx="831">101</cx:pt>
          <cx:pt idx="832">67</cx:pt>
          <cx:pt idx="833">108</cx:pt>
          <cx:pt idx="834">82.799999999999997</cx:pt>
          <cx:pt idx="835">123.8</cx:pt>
          <cx:pt idx="836">65.099999999999994</cx:pt>
          <cx:pt idx="837">46.600000000000001</cx:pt>
          <cx:pt idx="838">40.399999999999999</cx:pt>
          <cx:pt idx="839">69.5</cx:pt>
          <cx:pt idx="840">110.7</cx:pt>
          <cx:pt idx="841">102.59999999999999</cx:pt>
          <cx:pt idx="842">63</cx:pt>
          <cx:pt idx="843">52.899999999999999</cx:pt>
          <cx:pt idx="844">51.100000000000001</cx:pt>
          <cx:pt idx="845">116.8</cx:pt>
          <cx:pt idx="846">82.200000000000003</cx:pt>
          <cx:pt idx="847">55.100000000000001</cx:pt>
          <cx:pt idx="848">93.700000000000003</cx:pt>
          <cx:pt idx="849">47.799999999999997</cx:pt>
          <cx:pt idx="850">90</cx:pt>
          <cx:pt idx="851">58.899999999999999</cx:pt>
          <cx:pt idx="852">51.5</cx:pt>
          <cx:pt idx="853">102.09999999999999</cx:pt>
          <cx:pt idx="854">77.700000000000003</cx:pt>
          <cx:pt idx="855">78.400000000000006</cx:pt>
          <cx:pt idx="856">63.100000000000001</cx:pt>
          <cx:pt idx="857">117.3</cx:pt>
          <cx:pt idx="858">60.700000000000003</cx:pt>
          <cx:pt idx="859">118.59999999999999</cx:pt>
          <cx:pt idx="860">88.700000000000003</cx:pt>
          <cx:pt idx="861">45</cx:pt>
          <cx:pt idx="862">62.299999999999997</cx:pt>
          <cx:pt idx="863">56.899999999999999</cx:pt>
          <cx:pt idx="864">129</cx:pt>
          <cx:pt idx="865">47.799999999999997</cx:pt>
          <cx:pt idx="866">98</cx:pt>
          <cx:pt idx="867">47.200000000000003</cx:pt>
          <cx:pt idx="868">58.399999999999999</cx:pt>
          <cx:pt idx="869">82.900000000000006</cx:pt>
          <cx:pt idx="870">78.599999999999994</cx:pt>
          <cx:pt idx="871">61.899999999999999</cx:pt>
          <cx:pt idx="872">107.90000000000001</cx:pt>
          <cx:pt idx="873">86.599999999999994</cx:pt>
          <cx:pt idx="874">79.200000000000003</cx:pt>
          <cx:pt idx="875">40.600000000000001</cx:pt>
          <cx:pt idx="876">75.599999999999994</cx:pt>
          <cx:pt idx="877">110.2</cx:pt>
          <cx:pt idx="878">96.700000000000003</cx:pt>
          <cx:pt idx="879">107.8</cx:pt>
          <cx:pt idx="880">57.700000000000003</cx:pt>
          <cx:pt idx="881">86.900000000000006</cx:pt>
          <cx:pt idx="882">58.600000000000001</cx:pt>
          <cx:pt idx="883">54.399999999999999</cx:pt>
          <cx:pt idx="884">52.399999999999999</cx:pt>
          <cx:pt idx="885">102.59999999999999</cx:pt>
          <cx:pt idx="886">49.200000000000003</cx:pt>
          <cx:pt idx="887">46.600000000000001</cx:pt>
          <cx:pt idx="888">44.200000000000003</cx:pt>
          <cx:pt idx="889">125.09999999999999</cx:pt>
          <cx:pt idx="890">97.900000000000006</cx:pt>
          <cx:pt idx="891">105.2</cx:pt>
          <cx:pt idx="892">88.400000000000006</cx:pt>
          <cx:pt idx="893">53.299999999999997</cx:pt>
          <cx:pt idx="894">105.5</cx:pt>
          <cx:pt idx="895">84.299999999999997</cx:pt>
          <cx:pt idx="896">63.5</cx:pt>
          <cx:pt idx="897">94.5</cx:pt>
          <cx:pt idx="898">125.90000000000001</cx:pt>
          <cx:pt idx="899">66.5</cx:pt>
          <cx:pt idx="900">73.5</cx:pt>
          <cx:pt idx="901">50.600000000000001</cx:pt>
          <cx:pt idx="902">52.5</cx:pt>
          <cx:pt idx="903">41.200000000000003</cx:pt>
          <cx:pt idx="904">116.40000000000001</cx:pt>
          <cx:pt idx="905">46.899999999999999</cx:pt>
          <cx:pt idx="906">84</cx:pt>
          <cx:pt idx="907">126.40000000000001</cx:pt>
          <cx:pt idx="908">83.700000000000003</cx:pt>
          <cx:pt idx="909">101.8</cx:pt>
          <cx:pt idx="910">73.5</cx:pt>
          <cx:pt idx="911">89</cx:pt>
          <cx:pt idx="912">127.59999999999999</cx:pt>
          <cx:pt idx="913">96.700000000000003</cx:pt>
          <cx:pt idx="914">128.19999999999999</cx:pt>
          <cx:pt idx="915">59.200000000000003</cx:pt>
          <cx:pt idx="916">128.40000000000001</cx:pt>
          <cx:pt idx="917">106.8</cx:pt>
          <cx:pt idx="918">124.59999999999999</cx:pt>
          <cx:pt idx="919">111</cx:pt>
          <cx:pt idx="920">76.799999999999997</cx:pt>
          <cx:pt idx="921">66.200000000000003</cx:pt>
          <cx:pt idx="922">83</cx:pt>
          <cx:pt idx="923">72.799999999999997</cx:pt>
          <cx:pt idx="924">104.3</cx:pt>
          <cx:pt idx="925">103.5</cx:pt>
          <cx:pt idx="926">77.700000000000003</cx:pt>
          <cx:pt idx="927">107.7</cx:pt>
          <cx:pt idx="928">57.799999999999997</cx:pt>
          <cx:pt idx="929">127.5</cx:pt>
          <cx:pt idx="930">100.90000000000001</cx:pt>
          <cx:pt idx="931">59</cx:pt>
          <cx:pt idx="932">86.599999999999994</cx:pt>
          <cx:pt idx="933">81.700000000000003</cx:pt>
          <cx:pt idx="934">101.09999999999999</cx:pt>
          <cx:pt idx="935">58.399999999999999</cx:pt>
          <cx:pt idx="936">58.700000000000003</cx:pt>
          <cx:pt idx="937">48.600000000000001</cx:pt>
          <cx:pt idx="938">74</cx:pt>
          <cx:pt idx="939">56.5</cx:pt>
          <cx:pt idx="940">61.600000000000001</cx:pt>
          <cx:pt idx="941">109.3</cx:pt>
          <cx:pt idx="942">109</cx:pt>
          <cx:pt idx="943">82.200000000000003</cx:pt>
          <cx:pt idx="944">95.900000000000006</cx:pt>
          <cx:pt idx="945">105.7</cx:pt>
          <cx:pt idx="946">49.299999999999997</cx:pt>
          <cx:pt idx="947">51.899999999999999</cx:pt>
          <cx:pt idx="948">89.799999999999997</cx:pt>
          <cx:pt idx="949">84.799999999999997</cx:pt>
          <cx:pt idx="950">115.40000000000001</cx:pt>
          <cx:pt idx="951">72.599999999999994</cx:pt>
          <cx:pt idx="952">59.299999999999997</cx:pt>
          <cx:pt idx="953">65.900000000000006</cx:pt>
          <cx:pt idx="954">86.5</cx:pt>
          <cx:pt idx="955">70.200000000000003</cx:pt>
          <cx:pt idx="956">93.599999999999994</cx:pt>
          <cx:pt idx="957">86.400000000000006</cx:pt>
          <cx:pt idx="958">67.900000000000006</cx:pt>
          <cx:pt idx="959">43.799999999999997</cx:pt>
          <cx:pt idx="960">96.700000000000003</cx:pt>
          <cx:pt idx="961">54.600000000000001</cx:pt>
          <cx:pt idx="962">90.200000000000003</cx:pt>
          <cx:pt idx="963">50.299999999999997</cx:pt>
          <cx:pt idx="964">116.5</cx:pt>
          <cx:pt idx="965">126.40000000000001</cx:pt>
          <cx:pt idx="966">52</cx:pt>
          <cx:pt idx="967">96.299999999999997</cx:pt>
          <cx:pt idx="968">127.8</cx:pt>
          <cx:pt idx="969">52.100000000000001</cx:pt>
          <cx:pt idx="970">88.099999999999994</cx:pt>
          <cx:pt idx="971">69.900000000000006</cx:pt>
          <cx:pt idx="972">118.59999999999999</cx:pt>
        </cx:lvl>
      </cx:numDim>
    </cx:data>
  </cx:chartData>
  <cx:chart>
    <cx:title pos="t" align="ctr" overlay="0">
      <cx:tx>
        <cx:txData>
          <cx:v>Weight Distribution</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Weight Distribution</a:t>
          </a:r>
        </a:p>
      </cx:txPr>
    </cx:title>
    <cx:plotArea>
      <cx:plotAreaRegion>
        <cx:series layoutId="clusteredColumn" uniqueId="{88EA9505-457D-40C5-AB16-3CB594F7CE36}">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a:solidFill>
                    <a:srgbClr val="595959"/>
                  </a:solidFill>
                </a:endParaRPr>
              </a:p>
            </cx:txPr>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axis id="1" hidden="1">
        <cx:valScaling/>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Tracking'!$E$2:$E$974</cx:f>
        <cx:lvl ptCount="973" formatCode="General">
          <cx:pt idx="0">1.6599999999999999</cx:pt>
          <cx:pt idx="1">2</cx:pt>
          <cx:pt idx="2">1.5900000000000001</cx:pt>
          <cx:pt idx="3">1.95</cx:pt>
          <cx:pt idx="4">1.79</cx:pt>
          <cx:pt idx="5">1.52</cx:pt>
          <cx:pt idx="6">1.6100000000000001</cx:pt>
          <cx:pt idx="7">1.76</cx:pt>
          <cx:pt idx="8">1.79</cx:pt>
          <cx:pt idx="9">1.5800000000000001</cx:pt>
          <cx:pt idx="10">1.76</cx:pt>
          <cx:pt idx="11">1.8300000000000001</cx:pt>
          <cx:pt idx="12">1.6799999999999999</cx:pt>
          <cx:pt idx="13">1.6100000000000001</cx:pt>
          <cx:pt idx="14">1.99</cx:pt>
          <cx:pt idx="15">1.6599999999999999</cx:pt>
          <cx:pt idx="16">1.6499999999999999</cx:pt>
          <cx:pt idx="17">1.79</cx:pt>
          <cx:pt idx="18">1.77</cx:pt>
          <cx:pt idx="19">1.75</cx:pt>
          <cx:pt idx="20">1.8</cx:pt>
          <cx:pt idx="21">1.53</cx:pt>
          <cx:pt idx="22">1.8799999999999999</cx:pt>
          <cx:pt idx="23">1.71</cx:pt>
          <cx:pt idx="24">1.8600000000000001</cx:pt>
          <cx:pt idx="25">1.71</cx:pt>
          <cx:pt idx="26">1.77</cx:pt>
          <cx:pt idx="27">1.99</cx:pt>
          <cx:pt idx="28">1.71</cx:pt>
          <cx:pt idx="29">1.71</cx:pt>
          <cx:pt idx="30">1.8700000000000001</cx:pt>
          <cx:pt idx="31">1.6399999999999999</cx:pt>
          <cx:pt idx="32">1.76</cx:pt>
          <cx:pt idx="33">1.79</cx:pt>
          <cx:pt idx="34">1.6100000000000001</cx:pt>
          <cx:pt idx="35">1.5700000000000001</cx:pt>
          <cx:pt idx="36">1.77</cx:pt>
          <cx:pt idx="37">1.5</cx:pt>
          <cx:pt idx="38">1.7</cx:pt>
          <cx:pt idx="39">1.6399999999999999</cx:pt>
          <cx:pt idx="40">1.5700000000000001</cx:pt>
          <cx:pt idx="41">1.72</cx:pt>
          <cx:pt idx="42">1.78</cx:pt>
          <cx:pt idx="43">1.79</cx:pt>
          <cx:pt idx="44">1.78</cx:pt>
          <cx:pt idx="45">1.52</cx:pt>
          <cx:pt idx="46">1.8799999999999999</cx:pt>
          <cx:pt idx="47">1.5</cx:pt>
          <cx:pt idx="48">1.96</cx:pt>
          <cx:pt idx="49">1.71</cx:pt>
          <cx:pt idx="50">1.75</cx:pt>
          <cx:pt idx="51">1.99</cx:pt>
          <cx:pt idx="52">1.76</cx:pt>
          <cx:pt idx="53">1.8500000000000001</cx:pt>
          <cx:pt idx="54">1.5900000000000001</cx:pt>
          <cx:pt idx="55">1.5800000000000001</cx:pt>
          <cx:pt idx="56">1.99</cx:pt>
          <cx:pt idx="57">1.5900000000000001</cx:pt>
          <cx:pt idx="58">1.53</cx:pt>
          <cx:pt idx="59">1.5800000000000001</cx:pt>
          <cx:pt idx="60">1.76</cx:pt>
          <cx:pt idx="61">1.9399999999999999</cx:pt>
          <cx:pt idx="62">1.8999999999999999</cx:pt>
          <cx:pt idx="63">1.6299999999999999</cx:pt>
          <cx:pt idx="64">1.77</cx:pt>
          <cx:pt idx="65">1.7</cx:pt>
          <cx:pt idx="66">1.9299999999999999</cx:pt>
          <cx:pt idx="67">1.97</cx:pt>
          <cx:pt idx="68">1.6499999999999999</cx:pt>
          <cx:pt idx="69">1.6499999999999999</cx:pt>
          <cx:pt idx="70">1.8700000000000001</cx:pt>
          <cx:pt idx="71">1.72</cx:pt>
          <cx:pt idx="72">1.5700000000000001</cx:pt>
          <cx:pt idx="73">1.6299999999999999</cx:pt>
          <cx:pt idx="74">1.6200000000000001</cx:pt>
          <cx:pt idx="75">1.6699999999999999</cx:pt>
          <cx:pt idx="76">1.5600000000000001</cx:pt>
          <cx:pt idx="77">1.9199999999999999</cx:pt>
          <cx:pt idx="78">1.6000000000000001</cx:pt>
          <cx:pt idx="79">1.52</cx:pt>
          <cx:pt idx="80">1.79</cx:pt>
          <cx:pt idx="81">1.8999999999999999</cx:pt>
          <cx:pt idx="82">1.6799999999999999</cx:pt>
          <cx:pt idx="83">1.8899999999999999</cx:pt>
          <cx:pt idx="84">1.6799999999999999</cx:pt>
          <cx:pt idx="85">1.6299999999999999</cx:pt>
          <cx:pt idx="86">1.73</cx:pt>
          <cx:pt idx="87">1.77</cx:pt>
          <cx:pt idx="88">1.96</cx:pt>
          <cx:pt idx="89">1.6699999999999999</cx:pt>
          <cx:pt idx="90">2</cx:pt>
          <cx:pt idx="91">1.51</cx:pt>
          <cx:pt idx="92">1.54</cx:pt>
          <cx:pt idx="93">1.6899999999999999</cx:pt>
          <cx:pt idx="94">1.8</cx:pt>
          <cx:pt idx="95">1.6299999999999999</cx:pt>
          <cx:pt idx="96">1.8400000000000001</cx:pt>
          <cx:pt idx="97">1.78</cx:pt>
          <cx:pt idx="98">1.8899999999999999</cx:pt>
          <cx:pt idx="99">1.71</cx:pt>
          <cx:pt idx="100">1.52</cx:pt>
          <cx:pt idx="101">1.79</cx:pt>
          <cx:pt idx="102">1.53</cx:pt>
          <cx:pt idx="103">1.9199999999999999</cx:pt>
          <cx:pt idx="104">1.6100000000000001</cx:pt>
          <cx:pt idx="105">1.6699999999999999</cx:pt>
          <cx:pt idx="106">1.8500000000000001</cx:pt>
          <cx:pt idx="107">1.6499999999999999</cx:pt>
          <cx:pt idx="108">1.72</cx:pt>
          <cx:pt idx="109">1.75</cx:pt>
          <cx:pt idx="110">1.9399999999999999</cx:pt>
          <cx:pt idx="111">1.6000000000000001</cx:pt>
          <cx:pt idx="112">1.6799999999999999</cx:pt>
          <cx:pt idx="113">1.6699999999999999</cx:pt>
          <cx:pt idx="114">1.8200000000000001</cx:pt>
          <cx:pt idx="115">1.8300000000000001</cx:pt>
          <cx:pt idx="116">1.53</cx:pt>
          <cx:pt idx="117">1.9399999999999999</cx:pt>
          <cx:pt idx="118">1.8</cx:pt>
          <cx:pt idx="119">1.6200000000000001</cx:pt>
          <cx:pt idx="120">1.6200000000000001</cx:pt>
          <cx:pt idx="121">1.7</cx:pt>
          <cx:pt idx="122">1.9399999999999999</cx:pt>
          <cx:pt idx="123">1.77</cx:pt>
          <cx:pt idx="124">1.5800000000000001</cx:pt>
          <cx:pt idx="125">1.9299999999999999</cx:pt>
          <cx:pt idx="126">1.6399999999999999</cx:pt>
          <cx:pt idx="127">1.73</cx:pt>
          <cx:pt idx="128">1.5600000000000001</cx:pt>
          <cx:pt idx="129">1.6000000000000001</cx:pt>
          <cx:pt idx="130">1.75</cx:pt>
          <cx:pt idx="131">1.77</cx:pt>
          <cx:pt idx="132">1.6000000000000001</cx:pt>
          <cx:pt idx="133">1.6200000000000001</cx:pt>
          <cx:pt idx="134">1.6399999999999999</cx:pt>
          <cx:pt idx="135">1.8300000000000001</cx:pt>
          <cx:pt idx="136">1.9299999999999999</cx:pt>
          <cx:pt idx="137">1.75</cx:pt>
          <cx:pt idx="138">1.9199999999999999</cx:pt>
          <cx:pt idx="139">1.6200000000000001</cx:pt>
          <cx:pt idx="140">1.78</cx:pt>
          <cx:pt idx="141">1.95</cx:pt>
          <cx:pt idx="142">1.72</cx:pt>
          <cx:pt idx="143">1.78</cx:pt>
          <cx:pt idx="144">1.6200000000000001</cx:pt>
          <cx:pt idx="145">1.5900000000000001</cx:pt>
          <cx:pt idx="146">1.74</cx:pt>
          <cx:pt idx="147">1.6599999999999999</cx:pt>
          <cx:pt idx="148">1.55</cx:pt>
          <cx:pt idx="149">1.77</cx:pt>
          <cx:pt idx="150">1.5</cx:pt>
          <cx:pt idx="151">1.6299999999999999</cx:pt>
          <cx:pt idx="152">1.6200000000000001</cx:pt>
          <cx:pt idx="153">1.6200000000000001</cx:pt>
          <cx:pt idx="154">1.6200000000000001</cx:pt>
          <cx:pt idx="155">1.9199999999999999</cx:pt>
          <cx:pt idx="156">1.71</cx:pt>
          <cx:pt idx="157">1.5700000000000001</cx:pt>
          <cx:pt idx="158">1.75</cx:pt>
          <cx:pt idx="159">1.6100000000000001</cx:pt>
          <cx:pt idx="160">1.8</cx:pt>
          <cx:pt idx="161">1.6799999999999999</cx:pt>
          <cx:pt idx="162">1.6699999999999999</cx:pt>
          <cx:pt idx="163">1.78</cx:pt>
          <cx:pt idx="164">1.6399999999999999</cx:pt>
          <cx:pt idx="165">1.6499999999999999</cx:pt>
          <cx:pt idx="166">1.5700000000000001</cx:pt>
          <cx:pt idx="167">1.6699999999999999</cx:pt>
          <cx:pt idx="168">1.6000000000000001</cx:pt>
          <cx:pt idx="169">1.6799999999999999</cx:pt>
          <cx:pt idx="170">1.51</cx:pt>
          <cx:pt idx="171">1.54</cx:pt>
          <cx:pt idx="172">1.8799999999999999</cx:pt>
          <cx:pt idx="173">1.6599999999999999</cx:pt>
          <cx:pt idx="174">1.51</cx:pt>
          <cx:pt idx="175">1.72</cx:pt>
          <cx:pt idx="176">1.78</cx:pt>
          <cx:pt idx="177">1.52</cx:pt>
          <cx:pt idx="178">1.6399999999999999</cx:pt>
          <cx:pt idx="179">1.73</cx:pt>
          <cx:pt idx="180">1.6499999999999999</cx:pt>
          <cx:pt idx="181">1.6100000000000001</cx:pt>
          <cx:pt idx="182">1.9199999999999999</cx:pt>
          <cx:pt idx="183">1.96</cx:pt>
          <cx:pt idx="184">1.5800000000000001</cx:pt>
          <cx:pt idx="185">1.6299999999999999</cx:pt>
          <cx:pt idx="186">1.6399999999999999</cx:pt>
          <cx:pt idx="187">1.5600000000000001</cx:pt>
          <cx:pt idx="188">1.6799999999999999</cx:pt>
          <cx:pt idx="189">1.6399999999999999</cx:pt>
          <cx:pt idx="190">1.9399999999999999</cx:pt>
          <cx:pt idx="191">1.76</cx:pt>
          <cx:pt idx="192">1.6000000000000001</cx:pt>
          <cx:pt idx="193">1.6000000000000001</cx:pt>
          <cx:pt idx="194">1.71</cx:pt>
          <cx:pt idx="195">1.8200000000000001</cx:pt>
          <cx:pt idx="196">1.5800000000000001</cx:pt>
          <cx:pt idx="197">1.9399999999999999</cx:pt>
          <cx:pt idx="198">1.55</cx:pt>
          <cx:pt idx="199">1.8799999999999999</cx:pt>
          <cx:pt idx="200">1.6499999999999999</cx:pt>
          <cx:pt idx="201">1.6100000000000001</cx:pt>
          <cx:pt idx="202">1.5600000000000001</cx:pt>
          <cx:pt idx="203">1.6299999999999999</cx:pt>
          <cx:pt idx="204">1.5700000000000001</cx:pt>
          <cx:pt idx="205">1.96</cx:pt>
          <cx:pt idx="206">1.6100000000000001</cx:pt>
          <cx:pt idx="207">1.7</cx:pt>
          <cx:pt idx="208">1.8999999999999999</cx:pt>
          <cx:pt idx="209">1.6599999999999999</cx:pt>
          <cx:pt idx="210">1.8400000000000001</cx:pt>
          <cx:pt idx="211">1.6200000000000001</cx:pt>
          <cx:pt idx="212">1.97</cx:pt>
          <cx:pt idx="213">1.6699999999999999</cx:pt>
          <cx:pt idx="214">1.6000000000000001</cx:pt>
          <cx:pt idx="215">1.6000000000000001</cx:pt>
          <cx:pt idx="216">1.6200000000000001</cx:pt>
          <cx:pt idx="217">1.74</cx:pt>
          <cx:pt idx="218">1.79</cx:pt>
          <cx:pt idx="219">1.6299999999999999</cx:pt>
          <cx:pt idx="220">1.7</cx:pt>
          <cx:pt idx="221">1.5700000000000001</cx:pt>
          <cx:pt idx="222">2</cx:pt>
          <cx:pt idx="223">1.6899999999999999</cx:pt>
          <cx:pt idx="224">1.8600000000000001</cx:pt>
          <cx:pt idx="225">1.8200000000000001</cx:pt>
          <cx:pt idx="226">1.8700000000000001</cx:pt>
          <cx:pt idx="227">1.7</cx:pt>
          <cx:pt idx="228">1.76</cx:pt>
          <cx:pt idx="229">1.8700000000000001</cx:pt>
          <cx:pt idx="230">1.6499999999999999</cx:pt>
          <cx:pt idx="231">1.52</cx:pt>
          <cx:pt idx="232">1.8600000000000001</cx:pt>
          <cx:pt idx="233">1.9099999999999999</cx:pt>
          <cx:pt idx="234">1.8300000000000001</cx:pt>
          <cx:pt idx="235">1.8600000000000001</cx:pt>
          <cx:pt idx="236">1.8500000000000001</cx:pt>
          <cx:pt idx="237">1.8600000000000001</cx:pt>
          <cx:pt idx="238">1.55</cx:pt>
          <cx:pt idx="239">1.8500000000000001</cx:pt>
          <cx:pt idx="240">1.9299999999999999</cx:pt>
          <cx:pt idx="241">1.76</cx:pt>
          <cx:pt idx="242">1.96</cx:pt>
          <cx:pt idx="243">1.5</cx:pt>
          <cx:pt idx="244">1.74</cx:pt>
          <cx:pt idx="245">1.51</cx:pt>
          <cx:pt idx="246">1.6699999999999999</cx:pt>
          <cx:pt idx="247">1.71</cx:pt>
          <cx:pt idx="248">1.77</cx:pt>
          <cx:pt idx="249">1.55</cx:pt>
          <cx:pt idx="250">1.71</cx:pt>
          <cx:pt idx="251">1.9199999999999999</cx:pt>
          <cx:pt idx="252">1.6200000000000001</cx:pt>
          <cx:pt idx="253">1.99</cx:pt>
          <cx:pt idx="254">1.7</cx:pt>
          <cx:pt idx="255">1.6699999999999999</cx:pt>
          <cx:pt idx="256">1.6000000000000001</cx:pt>
          <cx:pt idx="257">1.5700000000000001</cx:pt>
          <cx:pt idx="258">1.6200000000000001</cx:pt>
          <cx:pt idx="259">1.51</cx:pt>
          <cx:pt idx="260">1.8</cx:pt>
          <cx:pt idx="261">1.99</cx:pt>
          <cx:pt idx="262">1.8600000000000001</cx:pt>
          <cx:pt idx="263">1.8400000000000001</cx:pt>
          <cx:pt idx="264">1.5700000000000001</cx:pt>
          <cx:pt idx="265">1.5</cx:pt>
          <cx:pt idx="266">1.6000000000000001</cx:pt>
          <cx:pt idx="267">1.8999999999999999</cx:pt>
          <cx:pt idx="268">1.6299999999999999</cx:pt>
          <cx:pt idx="269">1.5</cx:pt>
          <cx:pt idx="270">1.6799999999999999</cx:pt>
          <cx:pt idx="271">1.8600000000000001</cx:pt>
          <cx:pt idx="272">1.6200000000000001</cx:pt>
          <cx:pt idx="273">1.51</cx:pt>
          <cx:pt idx="274">1.6299999999999999</cx:pt>
          <cx:pt idx="275">1.55</cx:pt>
          <cx:pt idx="276">1.5900000000000001</cx:pt>
          <cx:pt idx="277">1.6699999999999999</cx:pt>
          <cx:pt idx="278">1.55</cx:pt>
          <cx:pt idx="279">1.9299999999999999</cx:pt>
          <cx:pt idx="280">1.76</cx:pt>
          <cx:pt idx="281">1.77</cx:pt>
          <cx:pt idx="282">1.79</cx:pt>
          <cx:pt idx="283">1.7</cx:pt>
          <cx:pt idx="284">1.77</cx:pt>
          <cx:pt idx="285">1.5800000000000001</cx:pt>
          <cx:pt idx="286">1.75</cx:pt>
          <cx:pt idx="287">1.6599999999999999</cx:pt>
          <cx:pt idx="288">1.9399999999999999</cx:pt>
          <cx:pt idx="289">1.6000000000000001</cx:pt>
          <cx:pt idx="290">1.8999999999999999</cx:pt>
          <cx:pt idx="291">1.6200000000000001</cx:pt>
          <cx:pt idx="292">1.6200000000000001</cx:pt>
          <cx:pt idx="293">1.6100000000000001</cx:pt>
          <cx:pt idx="294">1.8400000000000001</cx:pt>
          <cx:pt idx="295">1.6100000000000001</cx:pt>
          <cx:pt idx="296">1.6200000000000001</cx:pt>
          <cx:pt idx="297">1.6299999999999999</cx:pt>
          <cx:pt idx="298">1.6200000000000001</cx:pt>
          <cx:pt idx="299">1.8200000000000001</cx:pt>
          <cx:pt idx="300">1.74</cx:pt>
          <cx:pt idx="301">1.6200000000000001</cx:pt>
          <cx:pt idx="302">1.96</cx:pt>
          <cx:pt idx="303">1.6599999999999999</cx:pt>
          <cx:pt idx="304">1.9099999999999999</cx:pt>
          <cx:pt idx="305">1.73</cx:pt>
          <cx:pt idx="306">1.6699999999999999</cx:pt>
          <cx:pt idx="307">1.8600000000000001</cx:pt>
          <cx:pt idx="308">1.98</cx:pt>
          <cx:pt idx="309">1.6200000000000001</cx:pt>
          <cx:pt idx="310">1.8</cx:pt>
          <cx:pt idx="311">1.52</cx:pt>
          <cx:pt idx="312">1.77</cx:pt>
          <cx:pt idx="313">1.6899999999999999</cx:pt>
          <cx:pt idx="314">1.8500000000000001</cx:pt>
          <cx:pt idx="315">1.6799999999999999</cx:pt>
          <cx:pt idx="316">1.8999999999999999</cx:pt>
          <cx:pt idx="317">1.6499999999999999</cx:pt>
          <cx:pt idx="318">1.72</cx:pt>
          <cx:pt idx="319">1.9299999999999999</cx:pt>
          <cx:pt idx="320">1.78</cx:pt>
          <cx:pt idx="321">1.6100000000000001</cx:pt>
          <cx:pt idx="322">1.52</cx:pt>
          <cx:pt idx="323">1.6699999999999999</cx:pt>
          <cx:pt idx="324">1.75</cx:pt>
          <cx:pt idx="325">1.6100000000000001</cx:pt>
          <cx:pt idx="326">1.6499999999999999</cx:pt>
          <cx:pt idx="327">1.6899999999999999</cx:pt>
          <cx:pt idx="328">1.76</cx:pt>
          <cx:pt idx="329">1.97</cx:pt>
          <cx:pt idx="330">1.8400000000000001</cx:pt>
          <cx:pt idx="331">1.76</cx:pt>
          <cx:pt idx="332">1.73</cx:pt>
          <cx:pt idx="333">1.8700000000000001</cx:pt>
          <cx:pt idx="334">1.71</cx:pt>
          <cx:pt idx="335">1.55</cx:pt>
          <cx:pt idx="336">1.6799999999999999</cx:pt>
          <cx:pt idx="337">1.79</cx:pt>
          <cx:pt idx="338">1.95</cx:pt>
          <cx:pt idx="339">1.6200000000000001</cx:pt>
          <cx:pt idx="340">1.74</cx:pt>
          <cx:pt idx="341">1.6599999999999999</cx:pt>
          <cx:pt idx="342">1.76</cx:pt>
          <cx:pt idx="343">1.78</cx:pt>
          <cx:pt idx="344">1.8100000000000001</cx:pt>
          <cx:pt idx="345">1.78</cx:pt>
          <cx:pt idx="346">1.53</cx:pt>
          <cx:pt idx="347">1.6100000000000001</cx:pt>
          <cx:pt idx="348">1.6799999999999999</cx:pt>
          <cx:pt idx="349">1.6200000000000001</cx:pt>
          <cx:pt idx="350">1.6499999999999999</cx:pt>
          <cx:pt idx="351">1.8899999999999999</cx:pt>
          <cx:pt idx="352">1.72</cx:pt>
          <cx:pt idx="353">1.6699999999999999</cx:pt>
          <cx:pt idx="354">1.54</cx:pt>
          <cx:pt idx="355">1.97</cx:pt>
          <cx:pt idx="356">1.98</cx:pt>
          <cx:pt idx="357">1.6799999999999999</cx:pt>
          <cx:pt idx="358">1.6699999999999999</cx:pt>
          <cx:pt idx="359">1.71</cx:pt>
          <cx:pt idx="360">1.8799999999999999</cx:pt>
          <cx:pt idx="361">1.76</cx:pt>
          <cx:pt idx="362">1.9299999999999999</cx:pt>
          <cx:pt idx="363">1.6399999999999999</cx:pt>
          <cx:pt idx="364">1.52</cx:pt>
          <cx:pt idx="365">1.6399999999999999</cx:pt>
          <cx:pt idx="366">1.8700000000000001</cx:pt>
          <cx:pt idx="367">1.6899999999999999</cx:pt>
          <cx:pt idx="368">1.73</cx:pt>
          <cx:pt idx="369">1.5800000000000001</cx:pt>
          <cx:pt idx="370">1.76</cx:pt>
          <cx:pt idx="371">1.73</cx:pt>
          <cx:pt idx="372">1.95</cx:pt>
          <cx:pt idx="373">1.73</cx:pt>
          <cx:pt idx="374">1.6100000000000001</cx:pt>
          <cx:pt idx="375">1.5800000000000001</cx:pt>
          <cx:pt idx="376">1.6699999999999999</cx:pt>
          <cx:pt idx="377">1.71</cx:pt>
          <cx:pt idx="378">1.77</cx:pt>
          <cx:pt idx="379">1.79</cx:pt>
          <cx:pt idx="380">1.72</cx:pt>
          <cx:pt idx="381">1.74</cx:pt>
          <cx:pt idx="382">1.76</cx:pt>
          <cx:pt idx="383">1.6100000000000001</cx:pt>
          <cx:pt idx="384">1.5800000000000001</cx:pt>
          <cx:pt idx="385">1.5600000000000001</cx:pt>
          <cx:pt idx="386">1.9199999999999999</cx:pt>
          <cx:pt idx="387">1.5700000000000001</cx:pt>
          <cx:pt idx="388">1.78</cx:pt>
          <cx:pt idx="389">1.6699999999999999</cx:pt>
          <cx:pt idx="390">1.74</cx:pt>
          <cx:pt idx="391">1.76</cx:pt>
          <cx:pt idx="392">1.78</cx:pt>
          <cx:pt idx="393">1.6599999999999999</cx:pt>
          <cx:pt idx="394">1.75</cx:pt>
          <cx:pt idx="395">1.6599999999999999</cx:pt>
          <cx:pt idx="396">1.99</cx:pt>
          <cx:pt idx="397">1.6100000000000001</cx:pt>
          <cx:pt idx="398">1.78</cx:pt>
          <cx:pt idx="399">1.6799999999999999</cx:pt>
          <cx:pt idx="400">1.52</cx:pt>
          <cx:pt idx="401">1.5600000000000001</cx:pt>
          <cx:pt idx="402">1.5900000000000001</cx:pt>
          <cx:pt idx="403">1.8300000000000001</cx:pt>
          <cx:pt idx="404">1.6799999999999999</cx:pt>
          <cx:pt idx="405">1.6100000000000001</cx:pt>
          <cx:pt idx="406">1.9299999999999999</cx:pt>
          <cx:pt idx="407">1.5900000000000001</cx:pt>
          <cx:pt idx="408">1.51</cx:pt>
          <cx:pt idx="409">1.79</cx:pt>
          <cx:pt idx="410">1.5</cx:pt>
          <cx:pt idx="411">1.6299999999999999</cx:pt>
          <cx:pt idx="412">1.6699999999999999</cx:pt>
          <cx:pt idx="413">1.71</cx:pt>
          <cx:pt idx="414">1.77</cx:pt>
          <cx:pt idx="415">1.76</cx:pt>
          <cx:pt idx="416">1.51</cx:pt>
          <cx:pt idx="417">1.52</cx:pt>
          <cx:pt idx="418">1.52</cx:pt>
          <cx:pt idx="419">2</cx:pt>
          <cx:pt idx="420">2</cx:pt>
          <cx:pt idx="421">1.54</cx:pt>
          <cx:pt idx="422">1.5900000000000001</cx:pt>
          <cx:pt idx="423">1.53</cx:pt>
          <cx:pt idx="424">1.53</cx:pt>
          <cx:pt idx="425">1.54</cx:pt>
          <cx:pt idx="426">1.54</cx:pt>
          <cx:pt idx="427">1.6299999999999999</cx:pt>
          <cx:pt idx="428">1.6200000000000001</cx:pt>
          <cx:pt idx="429">1.55</cx:pt>
          <cx:pt idx="430">1.79</cx:pt>
          <cx:pt idx="431">1.53</cx:pt>
          <cx:pt idx="432">1.52</cx:pt>
          <cx:pt idx="433">1.75</cx:pt>
          <cx:pt idx="434">1.51</cx:pt>
          <cx:pt idx="435">1.5600000000000001</cx:pt>
          <cx:pt idx="436">1.6200000000000001</cx:pt>
          <cx:pt idx="437">1.6299999999999999</cx:pt>
          <cx:pt idx="438">1.74</cx:pt>
          <cx:pt idx="439">1.52</cx:pt>
          <cx:pt idx="440">1.72</cx:pt>
          <cx:pt idx="441">1.76</cx:pt>
          <cx:pt idx="442">1.6299999999999999</cx:pt>
          <cx:pt idx="443">1.54</cx:pt>
          <cx:pt idx="444">1.79</cx:pt>
          <cx:pt idx="445">1.6200000000000001</cx:pt>
          <cx:pt idx="446">1.8500000000000001</cx:pt>
          <cx:pt idx="447">1.71</cx:pt>
          <cx:pt idx="448">1.9199999999999999</cx:pt>
          <cx:pt idx="449">1.79</cx:pt>
          <cx:pt idx="450">1.6599999999999999</cx:pt>
          <cx:pt idx="451">1.6399999999999999</cx:pt>
          <cx:pt idx="452">1.6899999999999999</cx:pt>
          <cx:pt idx="453">1.98</cx:pt>
          <cx:pt idx="454">1.53</cx:pt>
          <cx:pt idx="455">1.77</cx:pt>
          <cx:pt idx="456">1.74</cx:pt>
          <cx:pt idx="457">1.9099999999999999</cx:pt>
          <cx:pt idx="458">1.6499999999999999</cx:pt>
          <cx:pt idx="459">1.55</cx:pt>
          <cx:pt idx="460">1.77</cx:pt>
          <cx:pt idx="461">1.74</cx:pt>
          <cx:pt idx="462">1.5600000000000001</cx:pt>
          <cx:pt idx="463">1.79</cx:pt>
          <cx:pt idx="464">1.5</cx:pt>
          <cx:pt idx="465">1.6599999999999999</cx:pt>
          <cx:pt idx="466">1.55</cx:pt>
          <cx:pt idx="467">1.77</cx:pt>
          <cx:pt idx="468">1.6699999999999999</cx:pt>
          <cx:pt idx="469">1.6899999999999999</cx:pt>
          <cx:pt idx="470">1.72</cx:pt>
          <cx:pt idx="471">1.8500000000000001</cx:pt>
          <cx:pt idx="472">1.52</cx:pt>
          <cx:pt idx="473">1.8600000000000001</cx:pt>
          <cx:pt idx="474">1.8</cx:pt>
          <cx:pt idx="475">1.55</cx:pt>
          <cx:pt idx="476">1.6200000000000001</cx:pt>
          <cx:pt idx="477">1.79</cx:pt>
          <cx:pt idx="478">1.5800000000000001</cx:pt>
          <cx:pt idx="479">1.72</cx:pt>
          <cx:pt idx="480">1.79</cx:pt>
          <cx:pt idx="481">1.6899999999999999</cx:pt>
          <cx:pt idx="482">1.6000000000000001</cx:pt>
          <cx:pt idx="483">1.6899999999999999</cx:pt>
          <cx:pt idx="484">1.6200000000000001</cx:pt>
          <cx:pt idx="485">1.52</cx:pt>
          <cx:pt idx="486">1.5700000000000001</cx:pt>
          <cx:pt idx="487">1.55</cx:pt>
          <cx:pt idx="488">1.71</cx:pt>
          <cx:pt idx="489">1.6499999999999999</cx:pt>
          <cx:pt idx="490">1.77</cx:pt>
          <cx:pt idx="491">1.6200000000000001</cx:pt>
          <cx:pt idx="492">1.74</cx:pt>
          <cx:pt idx="493">1.54</cx:pt>
          <cx:pt idx="494">1.6299999999999999</cx:pt>
          <cx:pt idx="495">1.6000000000000001</cx:pt>
          <cx:pt idx="496">1.6499999999999999</cx:pt>
          <cx:pt idx="497">1.6799999999999999</cx:pt>
          <cx:pt idx="498">1.6000000000000001</cx:pt>
          <cx:pt idx="499">1.6200000000000001</cx:pt>
          <cx:pt idx="500">1.6299999999999999</cx:pt>
          <cx:pt idx="501">1.98</cx:pt>
          <cx:pt idx="502">1.6399999999999999</cx:pt>
          <cx:pt idx="503">1.6499999999999999</cx:pt>
          <cx:pt idx="504">1.8700000000000001</cx:pt>
          <cx:pt idx="505">1.6599999999999999</cx:pt>
          <cx:pt idx="506">1.76</cx:pt>
          <cx:pt idx="507">1.6200000000000001</cx:pt>
          <cx:pt idx="508">1.54</cx:pt>
          <cx:pt idx="509">1.6899999999999999</cx:pt>
          <cx:pt idx="510">1.5900000000000001</cx:pt>
          <cx:pt idx="511">1.6200000000000001</cx:pt>
          <cx:pt idx="512">1.52</cx:pt>
          <cx:pt idx="513">1.6399999999999999</cx:pt>
          <cx:pt idx="514">1.8799999999999999</cx:pt>
          <cx:pt idx="515">1.77</cx:pt>
          <cx:pt idx="516">1.6200000000000001</cx:pt>
          <cx:pt idx="517">1.6899999999999999</cx:pt>
          <cx:pt idx="518">1.71</cx:pt>
          <cx:pt idx="519">1.6000000000000001</cx:pt>
          <cx:pt idx="520">1.5600000000000001</cx:pt>
          <cx:pt idx="521">1.79</cx:pt>
          <cx:pt idx="522">1.6799999999999999</cx:pt>
          <cx:pt idx="523">1.6799999999999999</cx:pt>
          <cx:pt idx="524">1.6699999999999999</cx:pt>
          <cx:pt idx="525">1.55</cx:pt>
          <cx:pt idx="526">1.5800000000000001</cx:pt>
          <cx:pt idx="527">1.6699999999999999</cx:pt>
          <cx:pt idx="528">1.97</cx:pt>
          <cx:pt idx="529">1.8400000000000001</cx:pt>
          <cx:pt idx="530">1.74</cx:pt>
          <cx:pt idx="531">1.6000000000000001</cx:pt>
          <cx:pt idx="532">1.6200000000000001</cx:pt>
          <cx:pt idx="533">1.6200000000000001</cx:pt>
          <cx:pt idx="534">1.5</cx:pt>
          <cx:pt idx="535">1.8100000000000001</cx:pt>
          <cx:pt idx="536">1.8</cx:pt>
          <cx:pt idx="537">1.8200000000000001</cx:pt>
          <cx:pt idx="538">1.6499999999999999</cx:pt>
          <cx:pt idx="539">1.52</cx:pt>
          <cx:pt idx="540">1.6100000000000001</cx:pt>
          <cx:pt idx="541">1.6100000000000001</cx:pt>
          <cx:pt idx="542">1.6399999999999999</cx:pt>
          <cx:pt idx="543">1.8899999999999999</cx:pt>
          <cx:pt idx="544">1.6899999999999999</cx:pt>
          <cx:pt idx="545">1.54</cx:pt>
          <cx:pt idx="546">1.76</cx:pt>
          <cx:pt idx="547">1.77</cx:pt>
          <cx:pt idx="548">1.8600000000000001</cx:pt>
          <cx:pt idx="549">1.98</cx:pt>
          <cx:pt idx="550">1.79</cx:pt>
          <cx:pt idx="551">1.78</cx:pt>
          <cx:pt idx="552">1.52</cx:pt>
          <cx:pt idx="553">1.8700000000000001</cx:pt>
          <cx:pt idx="554">1.53</cx:pt>
          <cx:pt idx="555">1.6100000000000001</cx:pt>
          <cx:pt idx="556">1.55</cx:pt>
          <cx:pt idx="557">1.71</cx:pt>
          <cx:pt idx="558">1.6100000000000001</cx:pt>
          <cx:pt idx="559">1.74</cx:pt>
          <cx:pt idx="560">1.8700000000000001</cx:pt>
          <cx:pt idx="561">1.5800000000000001</cx:pt>
          <cx:pt idx="562">1.5800000000000001</cx:pt>
          <cx:pt idx="563">1.5900000000000001</cx:pt>
          <cx:pt idx="564">1.99</cx:pt>
          <cx:pt idx="565">1.6200000000000001</cx:pt>
          <cx:pt idx="566">1.8500000000000001</cx:pt>
          <cx:pt idx="567">1.6799999999999999</cx:pt>
          <cx:pt idx="568">1.71</cx:pt>
          <cx:pt idx="569">1.79</cx:pt>
          <cx:pt idx="570">1.8899999999999999</cx:pt>
          <cx:pt idx="571">1.76</cx:pt>
          <cx:pt idx="572">1.71</cx:pt>
          <cx:pt idx="573">1.8200000000000001</cx:pt>
          <cx:pt idx="574">1.75</cx:pt>
          <cx:pt idx="575">1.77</cx:pt>
          <cx:pt idx="576">1.6899999999999999</cx:pt>
          <cx:pt idx="577">1.8</cx:pt>
          <cx:pt idx="578">1.8600000000000001</cx:pt>
          <cx:pt idx="579">1.51</cx:pt>
          <cx:pt idx="580">1.75</cx:pt>
          <cx:pt idx="581">1.74</cx:pt>
          <cx:pt idx="582">1.6000000000000001</cx:pt>
          <cx:pt idx="583">1.8500000000000001</cx:pt>
          <cx:pt idx="584">1.95</cx:pt>
          <cx:pt idx="585">1.6799999999999999</cx:pt>
          <cx:pt idx="586">1.95</cx:pt>
          <cx:pt idx="587">1.6399999999999999</cx:pt>
          <cx:pt idx="588">1.53</cx:pt>
          <cx:pt idx="589">1.6100000000000001</cx:pt>
          <cx:pt idx="590">1.76</cx:pt>
          <cx:pt idx="591">1.6799999999999999</cx:pt>
          <cx:pt idx="592">1.75</cx:pt>
          <cx:pt idx="593">1.6000000000000001</cx:pt>
          <cx:pt idx="594">1.6299999999999999</cx:pt>
          <cx:pt idx="595">1.8400000000000001</cx:pt>
          <cx:pt idx="596">1.99</cx:pt>
          <cx:pt idx="597">1.72</cx:pt>
          <cx:pt idx="598">1.9399999999999999</cx:pt>
          <cx:pt idx="599">1.8600000000000001</cx:pt>
          <cx:pt idx="600">1.6200000000000001</cx:pt>
          <cx:pt idx="601">1.55</cx:pt>
          <cx:pt idx="602">1.6699999999999999</cx:pt>
          <cx:pt idx="603">1.72</cx:pt>
          <cx:pt idx="604">1.8899999999999999</cx:pt>
          <cx:pt idx="605">1.74</cx:pt>
          <cx:pt idx="606">1.6299999999999999</cx:pt>
          <cx:pt idx="607">1.6000000000000001</cx:pt>
          <cx:pt idx="608">1.8700000000000001</cx:pt>
          <cx:pt idx="609">1.5800000000000001</cx:pt>
          <cx:pt idx="610">1.7</cx:pt>
          <cx:pt idx="611">1.6899999999999999</cx:pt>
          <cx:pt idx="612">1.6799999999999999</cx:pt>
          <cx:pt idx="613">1.72</cx:pt>
          <cx:pt idx="614">1.8400000000000001</cx:pt>
          <cx:pt idx="615">1.6100000000000001</cx:pt>
          <cx:pt idx="616">1.74</cx:pt>
          <cx:pt idx="617">1.8799999999999999</cx:pt>
          <cx:pt idx="618">1.51</cx:pt>
          <cx:pt idx="619">1.76</cx:pt>
          <cx:pt idx="620">1.9199999999999999</cx:pt>
          <cx:pt idx="621">1.74</cx:pt>
          <cx:pt idx="622">1.77</cx:pt>
          <cx:pt idx="623">1.75</cx:pt>
          <cx:pt idx="624">1.6599999999999999</cx:pt>
          <cx:pt idx="625">1.8799999999999999</cx:pt>
          <cx:pt idx="626">1.6799999999999999</cx:pt>
          <cx:pt idx="627">1.95</cx:pt>
          <cx:pt idx="628">1.5900000000000001</cx:pt>
          <cx:pt idx="629">1.6000000000000001</cx:pt>
          <cx:pt idx="630">1.7</cx:pt>
          <cx:pt idx="631">1.6599999999999999</cx:pt>
          <cx:pt idx="632">1.73</cx:pt>
          <cx:pt idx="633">1.8600000000000001</cx:pt>
          <cx:pt idx="634">1.55</cx:pt>
          <cx:pt idx="635">1.8</cx:pt>
          <cx:pt idx="636">1.5600000000000001</cx:pt>
          <cx:pt idx="637">1.6100000000000001</cx:pt>
          <cx:pt idx="638">1.52</cx:pt>
          <cx:pt idx="639">1.95</cx:pt>
          <cx:pt idx="640">1.77</cx:pt>
          <cx:pt idx="641">1.8799999999999999</cx:pt>
          <cx:pt idx="642">1.53</cx:pt>
          <cx:pt idx="643">1.8200000000000001</cx:pt>
          <cx:pt idx="644">1.9299999999999999</cx:pt>
          <cx:pt idx="645">1.7</cx:pt>
          <cx:pt idx="646">1.55</cx:pt>
          <cx:pt idx="647">1.6899999999999999</cx:pt>
          <cx:pt idx="648">1.6599999999999999</cx:pt>
          <cx:pt idx="649">1.8200000000000001</cx:pt>
          <cx:pt idx="650">1.74</cx:pt>
          <cx:pt idx="651">1.8300000000000001</cx:pt>
          <cx:pt idx="652">1.53</cx:pt>
          <cx:pt idx="653">1.5</cx:pt>
          <cx:pt idx="654">1.6899999999999999</cx:pt>
          <cx:pt idx="655">1.6899999999999999</cx:pt>
          <cx:pt idx="656">1.76</cx:pt>
          <cx:pt idx="657">1.78</cx:pt>
          <cx:pt idx="658">1.52</cx:pt>
          <cx:pt idx="659">1.6599999999999999</cx:pt>
          <cx:pt idx="660">1.6799999999999999</cx:pt>
          <cx:pt idx="661">1.8100000000000001</cx:pt>
          <cx:pt idx="662">1.74</cx:pt>
          <cx:pt idx="663">1.6200000000000001</cx:pt>
          <cx:pt idx="664">1.6299999999999999</cx:pt>
          <cx:pt idx="665">1.7</cx:pt>
          <cx:pt idx="666">1.77</cx:pt>
          <cx:pt idx="667">1.5900000000000001</cx:pt>
          <cx:pt idx="668">1.8200000000000001</cx:pt>
          <cx:pt idx="669">1.79</cx:pt>
          <cx:pt idx="670">1.9299999999999999</cx:pt>
          <cx:pt idx="671">1.95</cx:pt>
          <cx:pt idx="672">1.6100000000000001</cx:pt>
          <cx:pt idx="673">1.6799999999999999</cx:pt>
          <cx:pt idx="674">1.52</cx:pt>
          <cx:pt idx="675">1.8</cx:pt>
          <cx:pt idx="676">1.5800000000000001</cx:pt>
          <cx:pt idx="677">1.6899999999999999</cx:pt>
          <cx:pt idx="678">1.72</cx:pt>
          <cx:pt idx="679">1.6799999999999999</cx:pt>
          <cx:pt idx="680">1.6399999999999999</cx:pt>
          <cx:pt idx="681">1.76</cx:pt>
          <cx:pt idx="682">1.55</cx:pt>
          <cx:pt idx="683">1.8100000000000001</cx:pt>
          <cx:pt idx="684">1.98</cx:pt>
          <cx:pt idx="685">1.5600000000000001</cx:pt>
          <cx:pt idx="686">1.6399999999999999</cx:pt>
          <cx:pt idx="687">1.6100000000000001</cx:pt>
          <cx:pt idx="688">1.75</cx:pt>
          <cx:pt idx="689">1.75</cx:pt>
          <cx:pt idx="690">1.77</cx:pt>
          <cx:pt idx="691">1.6200000000000001</cx:pt>
          <cx:pt idx="692">1.6399999999999999</cx:pt>
          <cx:pt idx="693">1.55</cx:pt>
          <cx:pt idx="694">1.72</cx:pt>
          <cx:pt idx="695">1.6100000000000001</cx:pt>
          <cx:pt idx="696">1.6100000000000001</cx:pt>
          <cx:pt idx="697">1.99</cx:pt>
          <cx:pt idx="698">1.98</cx:pt>
          <cx:pt idx="699">1.8400000000000001</cx:pt>
          <cx:pt idx="700">1.79</cx:pt>
          <cx:pt idx="701">1.6000000000000001</cx:pt>
          <cx:pt idx="702">1.77</cx:pt>
          <cx:pt idx="703">1.8500000000000001</cx:pt>
          <cx:pt idx="704">1.6699999999999999</cx:pt>
          <cx:pt idx="705">1.5700000000000001</cx:pt>
          <cx:pt idx="706">1.5800000000000001</cx:pt>
          <cx:pt idx="707">1.98</cx:pt>
          <cx:pt idx="708">1.9299999999999999</cx:pt>
          <cx:pt idx="709">1.6699999999999999</cx:pt>
          <cx:pt idx="710">1.8</cx:pt>
          <cx:pt idx="711">1.6499999999999999</cx:pt>
          <cx:pt idx="712">1.6200000000000001</cx:pt>
          <cx:pt idx="713">1.76</cx:pt>
          <cx:pt idx="714">1.76</cx:pt>
          <cx:pt idx="715">1.5600000000000001</cx:pt>
          <cx:pt idx="716">1.96</cx:pt>
          <cx:pt idx="717">1.8</cx:pt>
          <cx:pt idx="718">1.9099999999999999</cx:pt>
          <cx:pt idx="719">1.72</cx:pt>
          <cx:pt idx="720">1.6499999999999999</cx:pt>
          <cx:pt idx="721">1.6299999999999999</cx:pt>
          <cx:pt idx="722">1.76</cx:pt>
          <cx:pt idx="723">1.72</cx:pt>
          <cx:pt idx="724">1.77</cx:pt>
          <cx:pt idx="725">1.9099999999999999</cx:pt>
          <cx:pt idx="726">1.75</cx:pt>
          <cx:pt idx="727">1.5700000000000001</cx:pt>
          <cx:pt idx="728">1.99</cx:pt>
          <cx:pt idx="729">1.76</cx:pt>
          <cx:pt idx="730">1.8600000000000001</cx:pt>
          <cx:pt idx="731">1.8500000000000001</cx:pt>
          <cx:pt idx="732">1.8500000000000001</cx:pt>
          <cx:pt idx="733">1.75</cx:pt>
          <cx:pt idx="734">1.95</cx:pt>
          <cx:pt idx="735">1.9099999999999999</cx:pt>
          <cx:pt idx="736">1.72</cx:pt>
          <cx:pt idx="737">1.71</cx:pt>
          <cx:pt idx="738">1.6000000000000001</cx:pt>
          <cx:pt idx="739">1.71</cx:pt>
          <cx:pt idx="740">1.6599999999999999</cx:pt>
          <cx:pt idx="741">1.9199999999999999</cx:pt>
          <cx:pt idx="742">1.8400000000000001</cx:pt>
          <cx:pt idx="743">1.55</cx:pt>
          <cx:pt idx="744">1.6899999999999999</cx:pt>
          <cx:pt idx="745">1.96</cx:pt>
          <cx:pt idx="746">1.79</cx:pt>
          <cx:pt idx="747">1.6000000000000001</cx:pt>
          <cx:pt idx="748">1.79</cx:pt>
          <cx:pt idx="749">1.74</cx:pt>
          <cx:pt idx="750">1.6100000000000001</cx:pt>
          <cx:pt idx="751">1.74</cx:pt>
          <cx:pt idx="752">1.7</cx:pt>
          <cx:pt idx="753">1.77</cx:pt>
          <cx:pt idx="754">1.78</cx:pt>
          <cx:pt idx="755">1.6599999999999999</cx:pt>
          <cx:pt idx="756">1.6699999999999999</cx:pt>
          <cx:pt idx="757">1.8600000000000001</cx:pt>
          <cx:pt idx="758">1.8600000000000001</cx:pt>
          <cx:pt idx="759">1.75</cx:pt>
          <cx:pt idx="760">1.71</cx:pt>
          <cx:pt idx="761">1.6899999999999999</cx:pt>
          <cx:pt idx="762">1.98</cx:pt>
          <cx:pt idx="763">1.74</cx:pt>
          <cx:pt idx="764">1.9399999999999999</cx:pt>
          <cx:pt idx="765">1.78</cx:pt>
          <cx:pt idx="766">1.6100000000000001</cx:pt>
          <cx:pt idx="767">1.6200000000000001</cx:pt>
          <cx:pt idx="768">1.8200000000000001</cx:pt>
          <cx:pt idx="769">1.6499999999999999</cx:pt>
          <cx:pt idx="770">1.97</cx:pt>
          <cx:pt idx="771">1.9199999999999999</cx:pt>
          <cx:pt idx="772">1.9399999999999999</cx:pt>
          <cx:pt idx="773">1.8100000000000001</cx:pt>
          <cx:pt idx="774">1.6399999999999999</cx:pt>
          <cx:pt idx="775">1.76</cx:pt>
          <cx:pt idx="776">1.75</cx:pt>
          <cx:pt idx="777">1.78</cx:pt>
          <cx:pt idx="778">1.76</cx:pt>
          <cx:pt idx="779">1.8</cx:pt>
          <cx:pt idx="780">1.96</cx:pt>
          <cx:pt idx="781">1.6499999999999999</cx:pt>
          <cx:pt idx="782">1.8300000000000001</cx:pt>
          <cx:pt idx="783">1.8799999999999999</cx:pt>
          <cx:pt idx="784">1.8700000000000001</cx:pt>
          <cx:pt idx="785">1.53</cx:pt>
          <cx:pt idx="786">1.8600000000000001</cx:pt>
          <cx:pt idx="787">2</cx:pt>
          <cx:pt idx="788">1.7</cx:pt>
          <cx:pt idx="789">1.73</cx:pt>
          <cx:pt idx="790">1.6499999999999999</cx:pt>
          <cx:pt idx="791">1.71</cx:pt>
          <cx:pt idx="792">1.76</cx:pt>
          <cx:pt idx="793">1.8899999999999999</cx:pt>
          <cx:pt idx="794">1.6499999999999999</cx:pt>
          <cx:pt idx="795">1.95</cx:pt>
          <cx:pt idx="796">1.6599999999999999</cx:pt>
          <cx:pt idx="797">1.6899999999999999</cx:pt>
          <cx:pt idx="798">1.9099999999999999</cx:pt>
          <cx:pt idx="799">1.72</cx:pt>
          <cx:pt idx="800">1.77</cx:pt>
          <cx:pt idx="801">1.9299999999999999</cx:pt>
          <cx:pt idx="802">1.79</cx:pt>
          <cx:pt idx="803">1.8</cx:pt>
          <cx:pt idx="804">1.6299999999999999</cx:pt>
          <cx:pt idx="805">1.73</cx:pt>
          <cx:pt idx="806">1.6100000000000001</cx:pt>
          <cx:pt idx="807">1.6100000000000001</cx:pt>
          <cx:pt idx="808">1.5800000000000001</cx:pt>
          <cx:pt idx="809">1.5700000000000001</cx:pt>
          <cx:pt idx="810">1.76</cx:pt>
          <cx:pt idx="811">1.6699999999999999</cx:pt>
          <cx:pt idx="812">1.6299999999999999</cx:pt>
          <cx:pt idx="813">1.5600000000000001</cx:pt>
          <cx:pt idx="814">1.6200000000000001</cx:pt>
          <cx:pt idx="815">1.6000000000000001</cx:pt>
          <cx:pt idx="816">1.6299999999999999</cx:pt>
          <cx:pt idx="817">1.6799999999999999</cx:pt>
          <cx:pt idx="818">1.7</cx:pt>
          <cx:pt idx="819">1.8100000000000001</cx:pt>
          <cx:pt idx="820">1.77</cx:pt>
          <cx:pt idx="821">1.8999999999999999</cx:pt>
          <cx:pt idx="822">1.6100000000000001</cx:pt>
          <cx:pt idx="823">1.5600000000000001</cx:pt>
          <cx:pt idx="824">1.8500000000000001</cx:pt>
          <cx:pt idx="825">1.71</cx:pt>
          <cx:pt idx="826">1.73</cx:pt>
          <cx:pt idx="827">1.5900000000000001</cx:pt>
          <cx:pt idx="828">2</cx:pt>
          <cx:pt idx="829">1.9299999999999999</cx:pt>
          <cx:pt idx="830">1.75</cx:pt>
          <cx:pt idx="831">1.6799999999999999</cx:pt>
          <cx:pt idx="832">1.6799999999999999</cx:pt>
          <cx:pt idx="833">1.8</cx:pt>
          <cx:pt idx="834">1.95</cx:pt>
          <cx:pt idx="835">1.99</cx:pt>
          <cx:pt idx="836">1.78</cx:pt>
          <cx:pt idx="837">1.79</cx:pt>
          <cx:pt idx="838">1.8</cx:pt>
          <cx:pt idx="839">1.75</cx:pt>
          <cx:pt idx="840">1.6899999999999999</cx:pt>
          <cx:pt idx="841">1.8300000000000001</cx:pt>
          <cx:pt idx="842">1.78</cx:pt>
          <cx:pt idx="843">1.6399999999999999</cx:pt>
          <cx:pt idx="844">1.8700000000000001</cx:pt>
          <cx:pt idx="845">1.79</cx:pt>
          <cx:pt idx="846">1.8700000000000001</cx:pt>
          <cx:pt idx="847">1.6100000000000001</cx:pt>
          <cx:pt idx="848">1.73</cx:pt>
          <cx:pt idx="849">1.54</cx:pt>
          <cx:pt idx="850">1.6599999999999999</cx:pt>
          <cx:pt idx="851">1.7</cx:pt>
          <cx:pt idx="852">1.71</cx:pt>
          <cx:pt idx="853">1.71</cx:pt>
          <cx:pt idx="854">1.79</cx:pt>
          <cx:pt idx="855">1.8999999999999999</cx:pt>
          <cx:pt idx="856">1.6100000000000001</cx:pt>
          <cx:pt idx="857">1.6799999999999999</cx:pt>
          <cx:pt idx="858">1.73</cx:pt>
          <cx:pt idx="859">1.6399999999999999</cx:pt>
          <cx:pt idx="860">1.6299999999999999</cx:pt>
          <cx:pt idx="861">1.77</cx:pt>
          <cx:pt idx="862">1.79</cx:pt>
          <cx:pt idx="863">1.5900000000000001</cx:pt>
          <cx:pt idx="864">1.78</cx:pt>
          <cx:pt idx="865">1.6000000000000001</cx:pt>
          <cx:pt idx="866">1.8300000000000001</cx:pt>
          <cx:pt idx="867">1.74</cx:pt>
          <cx:pt idx="868">1.72</cx:pt>
          <cx:pt idx="869">1.95</cx:pt>
          <cx:pt idx="870">1.6200000000000001</cx:pt>
          <cx:pt idx="871">1.77</cx:pt>
          <cx:pt idx="872">1.6599999999999999</cx:pt>
          <cx:pt idx="873">1.99</cx:pt>
          <cx:pt idx="874">1.72</cx:pt>
          <cx:pt idx="875">1.79</cx:pt>
          <cx:pt idx="876">1.71</cx:pt>
          <cx:pt idx="877">1.77</cx:pt>
          <cx:pt idx="878">1.72</cx:pt>
          <cx:pt idx="879">1.73</cx:pt>
          <cx:pt idx="880">1.6899999999999999</cx:pt>
          <cx:pt idx="881">1.76</cx:pt>
          <cx:pt idx="882">1.6599999999999999</cx:pt>
          <cx:pt idx="883">1.72</cx:pt>
          <cx:pt idx="884">1.5700000000000001</cx:pt>
          <cx:pt idx="885">1.72</cx:pt>
          <cx:pt idx="886">1.54</cx:pt>
          <cx:pt idx="887">1.5</cx:pt>
          <cx:pt idx="888">1.5700000000000001</cx:pt>
          <cx:pt idx="889">1.9099999999999999</cx:pt>
          <cx:pt idx="890">1.9099999999999999</cx:pt>
          <cx:pt idx="891">1.6200000000000001</cx:pt>
          <cx:pt idx="892">1.9299999999999999</cx:pt>
          <cx:pt idx="893">1.74</cx:pt>
          <cx:pt idx="894">1.99</cx:pt>
          <cx:pt idx="895">2</cx:pt>
          <cx:pt idx="896">1.8600000000000001</cx:pt>
          <cx:pt idx="897">1.7</cx:pt>
          <cx:pt idx="898">1.9399999999999999</cx:pt>
          <cx:pt idx="899">1.6000000000000001</cx:pt>
          <cx:pt idx="900">1.6299999999999999</cx:pt>
          <cx:pt idx="901">1.7</cx:pt>
          <cx:pt idx="902">1.8799999999999999</cx:pt>
          <cx:pt idx="903">1.5800000000000001</cx:pt>
          <cx:pt idx="904">2</cx:pt>
          <cx:pt idx="905">1.74</cx:pt>
          <cx:pt idx="906">1.74</cx:pt>
          <cx:pt idx="907">1.8300000000000001</cx:pt>
          <cx:pt idx="908">1.8700000000000001</cx:pt>
          <cx:pt idx="909">1.8400000000000001</cx:pt>
          <cx:pt idx="910">1.74</cx:pt>
          <cx:pt idx="911">1.77</cx:pt>
          <cx:pt idx="912">1.73</cx:pt>
          <cx:pt idx="913">1.72</cx:pt>
          <cx:pt idx="914">1.8400000000000001</cx:pt>
          <cx:pt idx="915">1.6599999999999999</cx:pt>
          <cx:pt idx="916">1.9199999999999999</cx:pt>
          <cx:pt idx="917">1.8200000000000001</cx:pt>
          <cx:pt idx="918">1.6299999999999999</cx:pt>
          <cx:pt idx="919">1.9399999999999999</cx:pt>
          <cx:pt idx="920">1.9199999999999999</cx:pt>
          <cx:pt idx="921">1.71</cx:pt>
          <cx:pt idx="922">1.8</cx:pt>
          <cx:pt idx="923">1.6699999999999999</cx:pt>
          <cx:pt idx="924">1.6799999999999999</cx:pt>
          <cx:pt idx="925">1.8899999999999999</cx:pt>
          <cx:pt idx="926">1.6100000000000001</cx:pt>
          <cx:pt idx="927">1.8799999999999999</cx:pt>
          <cx:pt idx="928">1.99</cx:pt>
          <cx:pt idx="929">1.8200000000000001</cx:pt>
          <cx:pt idx="930">1.6299999999999999</cx:pt>
          <cx:pt idx="931">1.6499999999999999</cx:pt>
          <cx:pt idx="932">1.97</cx:pt>
          <cx:pt idx="933">1.75</cx:pt>
          <cx:pt idx="934">1.8300000000000001</cx:pt>
          <cx:pt idx="935">1.5900000000000001</cx:pt>
          <cx:pt idx="936">1.8600000000000001</cx:pt>
          <cx:pt idx="937">1.77</cx:pt>
          <cx:pt idx="938">1.6299999999999999</cx:pt>
          <cx:pt idx="939">1.75</cx:pt>
          <cx:pt idx="940">1.75</cx:pt>
          <cx:pt idx="941">1.78</cx:pt>
          <cx:pt idx="942">1.9099999999999999</cx:pt>
          <cx:pt idx="943">1.6899999999999999</cx:pt>
          <cx:pt idx="944">1.8500000000000001</cx:pt>
          <cx:pt idx="945">1.6399999999999999</cx:pt>
          <cx:pt idx="946">1.76</cx:pt>
          <cx:pt idx="947">1.5700000000000001</cx:pt>
          <cx:pt idx="948">1.9199999999999999</cx:pt>
          <cx:pt idx="949">1.8500000000000001</cx:pt>
          <cx:pt idx="950">1.9199999999999999</cx:pt>
          <cx:pt idx="951">1.8700000000000001</cx:pt>
          <cx:pt idx="952">1.5800000000000001</cx:pt>
          <cx:pt idx="953">1.6200000000000001</cx:pt>
          <cx:pt idx="954">1.76</cx:pt>
          <cx:pt idx="955">1.8700000000000001</cx:pt>
          <cx:pt idx="956">1.6599999999999999</cx:pt>
          <cx:pt idx="957">1.77</cx:pt>
          <cx:pt idx="958">1.77</cx:pt>
          <cx:pt idx="959">1.75</cx:pt>
          <cx:pt idx="960">1.71</cx:pt>
          <cx:pt idx="961">1.5700000000000001</cx:pt>
          <cx:pt idx="962">1.72</cx:pt>
          <cx:pt idx="963">1.95</cx:pt>
          <cx:pt idx="964">1.6899999999999999</cx:pt>
          <cx:pt idx="965">1.6899999999999999</cx:pt>
          <cx:pt idx="966">1.79</cx:pt>
          <cx:pt idx="967">1.8600000000000001</cx:pt>
          <cx:pt idx="968">1.6499999999999999</cx:pt>
          <cx:pt idx="969">1.6799999999999999</cx:pt>
          <cx:pt idx="970">1.76</cx:pt>
          <cx:pt idx="971">1.8100000000000001</cx:pt>
          <cx:pt idx="972">1.72</cx:pt>
        </cx:lvl>
      </cx:numDim>
    </cx:data>
  </cx:chartData>
  <cx:chart>
    <cx:title pos="t" align="ctr" overlay="0">
      <cx:tx>
        <cx:txData>
          <cx:v>Height Distribution</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Height Distribution</a:t>
          </a:r>
        </a:p>
      </cx:txPr>
    </cx:title>
    <cx:plotArea>
      <cx:plotAreaRegion>
        <cx:series layoutId="clusteredColumn" uniqueId="{5D17BBAA-DAF8-4291-A661-8C8958975094}">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a:solidFill>
                    <a:srgbClr val="595959"/>
                  </a:solidFill>
                </a:endParaRPr>
              </a:p>
            </cx:txPr>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axis id="1" hidden="1">
        <cx:valScaling/>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plotArea>
  </cx:chart>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'Gym Members Exercise Tracking'!$A$2:$A$974</cx:f>
        <cx:lvl ptCount="973">
          <cx:pt idx="0">Female</cx:pt>
          <cx:pt idx="1">Male</cx:pt>
          <cx:pt idx="2">Female</cx:pt>
          <cx:pt idx="3">Male</cx:pt>
          <cx:pt idx="4">Female</cx:pt>
          <cx:pt idx="5">Female</cx:pt>
          <cx:pt idx="6">Female</cx:pt>
          <cx:pt idx="7">Female</cx:pt>
          <cx:pt idx="8">Male</cx:pt>
          <cx:pt idx="9">Female</cx:pt>
          <cx:pt idx="10">Female</cx:pt>
          <cx:pt idx="11">Male</cx:pt>
          <cx:pt idx="12">Female</cx:pt>
          <cx:pt idx="13">Male</cx:pt>
          <cx:pt idx="14">Male</cx:pt>
          <cx:pt idx="15">Female</cx:pt>
          <cx:pt idx="16">Female</cx:pt>
          <cx:pt idx="17">Female</cx:pt>
          <cx:pt idx="18">Female</cx:pt>
          <cx:pt idx="19">Female</cx:pt>
          <cx:pt idx="20">Male</cx:pt>
          <cx:pt idx="21">Female</cx:pt>
          <cx:pt idx="22">Male</cx:pt>
          <cx:pt idx="23">Male</cx:pt>
          <cx:pt idx="24">Male</cx:pt>
          <cx:pt idx="25">Female</cx:pt>
          <cx:pt idx="26">Female</cx:pt>
          <cx:pt idx="27">Male</cx:pt>
          <cx:pt idx="28">Female</cx:pt>
          <cx:pt idx="29">Female</cx:pt>
          <cx:pt idx="30">Male</cx:pt>
          <cx:pt idx="31">Female</cx:pt>
          <cx:pt idx="32">Female</cx:pt>
          <cx:pt idx="33">Female</cx:pt>
          <cx:pt idx="34">Male</cx:pt>
          <cx:pt idx="35">Female</cx:pt>
          <cx:pt idx="36">Female</cx:pt>
          <cx:pt idx="37">Female</cx:pt>
          <cx:pt idx="38">Female</cx:pt>
          <cx:pt idx="39">Female</cx:pt>
          <cx:pt idx="40">Female</cx:pt>
          <cx:pt idx="41">Male</cx:pt>
          <cx:pt idx="42">Female</cx:pt>
          <cx:pt idx="43">Female</cx:pt>
          <cx:pt idx="44">Female</cx:pt>
          <cx:pt idx="45">Female</cx:pt>
          <cx:pt idx="46">Male</cx:pt>
          <cx:pt idx="47">Female</cx:pt>
          <cx:pt idx="48">Male</cx:pt>
          <cx:pt idx="49">Female</cx:pt>
          <cx:pt idx="50">Female</cx:pt>
          <cx:pt idx="51">Male</cx:pt>
          <cx:pt idx="52">Female</cx:pt>
          <cx:pt idx="53">Male</cx:pt>
          <cx:pt idx="54">Female</cx:pt>
          <cx:pt idx="55">Female</cx:pt>
          <cx:pt idx="56">Male</cx:pt>
          <cx:pt idx="57">Female</cx:pt>
          <cx:pt idx="58">Female</cx:pt>
          <cx:pt idx="59">Female</cx:pt>
          <cx:pt idx="60">Female</cx:pt>
          <cx:pt idx="61">Male</cx:pt>
          <cx:pt idx="62">Male</cx:pt>
          <cx:pt idx="63">Female</cx:pt>
          <cx:pt idx="64">Male</cx:pt>
          <cx:pt idx="65">Male</cx:pt>
          <cx:pt idx="66">Male</cx:pt>
          <cx:pt idx="67">Male</cx:pt>
          <cx:pt idx="68">Female</cx:pt>
          <cx:pt idx="69">Female</cx:pt>
          <cx:pt idx="70">Male</cx:pt>
          <cx:pt idx="71">Female</cx:pt>
          <cx:pt idx="72">Female</cx:pt>
          <cx:pt idx="73">Female</cx:pt>
          <cx:pt idx="74">Female</cx:pt>
          <cx:pt idx="75">Female</cx:pt>
          <cx:pt idx="76">Female</cx:pt>
          <cx:pt idx="77">Male</cx:pt>
          <cx:pt idx="78">Female</cx:pt>
          <cx:pt idx="79">Female</cx:pt>
          <cx:pt idx="80">Male</cx:pt>
          <cx:pt idx="81">Male</cx:pt>
          <cx:pt idx="82">Male</cx:pt>
          <cx:pt idx="83">Male</cx:pt>
          <cx:pt idx="84">Male</cx:pt>
          <cx:pt idx="85">Male</cx:pt>
          <cx:pt idx="86">Female</cx:pt>
          <cx:pt idx="87">Male</cx:pt>
          <cx:pt idx="88">Male</cx:pt>
          <cx:pt idx="89">Female</cx:pt>
          <cx:pt idx="90">Male</cx:pt>
          <cx:pt idx="91">Female</cx:pt>
          <cx:pt idx="92">Female</cx:pt>
          <cx:pt idx="93">Female</cx:pt>
          <cx:pt idx="94">Female</cx:pt>
          <cx:pt idx="95">Female</cx:pt>
          <cx:pt idx="96">Male</cx:pt>
          <cx:pt idx="97">Female</cx:pt>
          <cx:pt idx="98">Male</cx:pt>
          <cx:pt idx="99">Female</cx:pt>
          <cx:pt idx="100">Female</cx:pt>
          <cx:pt idx="101">Male</cx:pt>
          <cx:pt idx="102">Female</cx:pt>
          <cx:pt idx="103">Male</cx:pt>
          <cx:pt idx="104">Female</cx:pt>
          <cx:pt idx="105">Female</cx:pt>
          <cx:pt idx="106">Male</cx:pt>
          <cx:pt idx="107">Female</cx:pt>
          <cx:pt idx="108">Female</cx:pt>
          <cx:pt idx="109">Female</cx:pt>
          <cx:pt idx="110">Male</cx:pt>
          <cx:pt idx="111">Female</cx:pt>
          <cx:pt idx="112">Male</cx:pt>
          <cx:pt idx="113">Female</cx:pt>
          <cx:pt idx="114">Male</cx:pt>
          <cx:pt idx="115">Male</cx:pt>
          <cx:pt idx="116">Female</cx:pt>
          <cx:pt idx="117">Male</cx:pt>
          <cx:pt idx="118">Male</cx:pt>
          <cx:pt idx="119">Male</cx:pt>
          <cx:pt idx="120">Female</cx:pt>
          <cx:pt idx="121">Female</cx:pt>
          <cx:pt idx="122">Male</cx:pt>
          <cx:pt idx="123">Female</cx:pt>
          <cx:pt idx="124">Female</cx:pt>
          <cx:pt idx="125">Male</cx:pt>
          <cx:pt idx="126">Male</cx:pt>
          <cx:pt idx="127">Female</cx:pt>
          <cx:pt idx="128">Female</cx:pt>
          <cx:pt idx="129">Female</cx:pt>
          <cx:pt idx="130">Female</cx:pt>
          <cx:pt idx="131">Female</cx:pt>
          <cx:pt idx="132">Female</cx:pt>
          <cx:pt idx="133">Male</cx:pt>
          <cx:pt idx="134">Female</cx:pt>
          <cx:pt idx="135">Male</cx:pt>
          <cx:pt idx="136">Male</cx:pt>
          <cx:pt idx="137">Male</cx:pt>
          <cx:pt idx="138">Male</cx:pt>
          <cx:pt idx="139">Female</cx:pt>
          <cx:pt idx="140">Female</cx:pt>
          <cx:pt idx="141">Male</cx:pt>
          <cx:pt idx="142">Female</cx:pt>
          <cx:pt idx="143">Female</cx:pt>
          <cx:pt idx="144">Female</cx:pt>
          <cx:pt idx="145">Female</cx:pt>
          <cx:pt idx="146">Female</cx:pt>
          <cx:pt idx="147">Female</cx:pt>
          <cx:pt idx="148">Female</cx:pt>
          <cx:pt idx="149">Female</cx:pt>
          <cx:pt idx="150">Female</cx:pt>
          <cx:pt idx="151">Female</cx:pt>
          <cx:pt idx="152">Male</cx:pt>
          <cx:pt idx="153">Female</cx:pt>
          <cx:pt idx="154">Female</cx:pt>
          <cx:pt idx="155">Male</cx:pt>
          <cx:pt idx="156">Male</cx:pt>
          <cx:pt idx="157">Female</cx:pt>
          <cx:pt idx="158">Female</cx:pt>
          <cx:pt idx="159">Female</cx:pt>
          <cx:pt idx="160">Female</cx:pt>
          <cx:pt idx="161">Female</cx:pt>
          <cx:pt idx="162">Female</cx:pt>
          <cx:pt idx="163">Female</cx:pt>
          <cx:pt idx="164">Female</cx:pt>
          <cx:pt idx="165">Female</cx:pt>
          <cx:pt idx="166">Female</cx:pt>
          <cx:pt idx="167">Female</cx:pt>
          <cx:pt idx="168">Male</cx:pt>
          <cx:pt idx="169">Female</cx:pt>
          <cx:pt idx="170">Female</cx:pt>
          <cx:pt idx="171">Female</cx:pt>
          <cx:pt idx="172">Male</cx:pt>
          <cx:pt idx="173">Male</cx:pt>
          <cx:pt idx="174">Female</cx:pt>
          <cx:pt idx="175">Male</cx:pt>
          <cx:pt idx="176">Male</cx:pt>
          <cx:pt idx="177">Female</cx:pt>
          <cx:pt idx="178">Male</cx:pt>
          <cx:pt idx="179">Female</cx:pt>
          <cx:pt idx="180">Female</cx:pt>
          <cx:pt idx="181">Male</cx:pt>
          <cx:pt idx="182">Male</cx:pt>
          <cx:pt idx="183">Male</cx:pt>
          <cx:pt idx="184">Female</cx:pt>
          <cx:pt idx="185">Female</cx:pt>
          <cx:pt idx="186">Female</cx:pt>
          <cx:pt idx="187">Female</cx:pt>
          <cx:pt idx="188">Female</cx:pt>
          <cx:pt idx="189">Female</cx:pt>
          <cx:pt idx="190">Male</cx:pt>
          <cx:pt idx="191">Male</cx:pt>
          <cx:pt idx="192">Female</cx:pt>
          <cx:pt idx="193">Female</cx:pt>
          <cx:pt idx="194">Male</cx:pt>
          <cx:pt idx="195">Male</cx:pt>
          <cx:pt idx="196">Female</cx:pt>
          <cx:pt idx="197">Male</cx:pt>
          <cx:pt idx="198">Female</cx:pt>
          <cx:pt idx="199">Male</cx:pt>
          <cx:pt idx="200">Female</cx:pt>
          <cx:pt idx="201">Female</cx:pt>
          <cx:pt idx="202">Female</cx:pt>
          <cx:pt idx="203">Female</cx:pt>
          <cx:pt idx="204">Female</cx:pt>
          <cx:pt idx="205">Male</cx:pt>
          <cx:pt idx="206">Male</cx:pt>
          <cx:pt idx="207">Female</cx:pt>
          <cx:pt idx="208">Male</cx:pt>
          <cx:pt idx="209">Female</cx:pt>
          <cx:pt idx="210">Male</cx:pt>
          <cx:pt idx="211">Male</cx:pt>
          <cx:pt idx="212">Male</cx:pt>
          <cx:pt idx="213">Female</cx:pt>
          <cx:pt idx="214">Female</cx:pt>
          <cx:pt idx="215">Male</cx:pt>
          <cx:pt idx="216">Male</cx:pt>
          <cx:pt idx="217">Male</cx:pt>
          <cx:pt idx="218">Male</cx:pt>
          <cx:pt idx="219">Male</cx:pt>
          <cx:pt idx="220">Male</cx:pt>
          <cx:pt idx="221">Female</cx:pt>
          <cx:pt idx="222">Male</cx:pt>
          <cx:pt idx="223">Male</cx:pt>
          <cx:pt idx="224">Male</cx:pt>
          <cx:pt idx="225">Male</cx:pt>
          <cx:pt idx="226">Male</cx:pt>
          <cx:pt idx="227">Male</cx:pt>
          <cx:pt idx="228">Male</cx:pt>
          <cx:pt idx="229">Male</cx:pt>
          <cx:pt idx="230">Male</cx:pt>
          <cx:pt idx="231">Female</cx:pt>
          <cx:pt idx="232">Male</cx:pt>
          <cx:pt idx="233">Male</cx:pt>
          <cx:pt idx="234">Male</cx:pt>
          <cx:pt idx="235">Male</cx:pt>
          <cx:pt idx="236">Male</cx:pt>
          <cx:pt idx="237">Male</cx:pt>
          <cx:pt idx="238">Female</cx:pt>
          <cx:pt idx="239">Male</cx:pt>
          <cx:pt idx="240">Male</cx:pt>
          <cx:pt idx="241">Male</cx:pt>
          <cx:pt idx="242">Male</cx:pt>
          <cx:pt idx="243">Female</cx:pt>
          <cx:pt idx="244">Male</cx:pt>
          <cx:pt idx="245">Female</cx:pt>
          <cx:pt idx="246">Male</cx:pt>
          <cx:pt idx="247">Male</cx:pt>
          <cx:pt idx="248">Male</cx:pt>
          <cx:pt idx="249">Female</cx:pt>
          <cx:pt idx="250">Male</cx:pt>
          <cx:pt idx="251">Male</cx:pt>
          <cx:pt idx="252">Female</cx:pt>
          <cx:pt idx="253">Male</cx:pt>
          <cx:pt idx="254">Male</cx:pt>
          <cx:pt idx="255">Male</cx:pt>
          <cx:pt idx="256">Male</cx:pt>
          <cx:pt idx="257">Female</cx:pt>
          <cx:pt idx="258">Male</cx:pt>
          <cx:pt idx="259">Female</cx:pt>
          <cx:pt idx="260">Male</cx:pt>
          <cx:pt idx="261">Male</cx:pt>
          <cx:pt idx="262">Male</cx:pt>
          <cx:pt idx="263">Male</cx:pt>
          <cx:pt idx="264">Female</cx:pt>
          <cx:pt idx="265">Female</cx:pt>
          <cx:pt idx="266">Female</cx:pt>
          <cx:pt idx="267">Male</cx:pt>
          <cx:pt idx="268">Male</cx:pt>
          <cx:pt idx="269">Female</cx:pt>
          <cx:pt idx="270">Female</cx:pt>
          <cx:pt idx="271">Male</cx:pt>
          <cx:pt idx="272">Male</cx:pt>
          <cx:pt idx="273">Female</cx:pt>
          <cx:pt idx="274">Male</cx:pt>
          <cx:pt idx="275">Female</cx:pt>
          <cx:pt idx="276">Female</cx:pt>
          <cx:pt idx="277">Male</cx:pt>
          <cx:pt idx="278">Female</cx:pt>
          <cx:pt idx="279">Male</cx:pt>
          <cx:pt idx="280">Male</cx:pt>
          <cx:pt idx="281">Male</cx:pt>
          <cx:pt idx="282">Male</cx:pt>
          <cx:pt idx="283">Male</cx:pt>
          <cx:pt idx="284">Male</cx:pt>
          <cx:pt idx="285">Female</cx:pt>
          <cx:pt idx="286">Female</cx:pt>
          <cx:pt idx="287">Male</cx:pt>
          <cx:pt idx="288">Male</cx:pt>
          <cx:pt idx="289">Female</cx:pt>
          <cx:pt idx="290">Male</cx:pt>
          <cx:pt idx="291">Male</cx:pt>
          <cx:pt idx="292">Male</cx:pt>
          <cx:pt idx="293">Male</cx:pt>
          <cx:pt idx="294">Male</cx:pt>
          <cx:pt idx="295">Male</cx:pt>
          <cx:pt idx="296">Male</cx:pt>
          <cx:pt idx="297">Female</cx:pt>
          <cx:pt idx="298">Male</cx:pt>
          <cx:pt idx="299">Male</cx:pt>
          <cx:pt idx="300">Female</cx:pt>
          <cx:pt idx="301">Female</cx:pt>
          <cx:pt idx="302">Male</cx:pt>
          <cx:pt idx="303">Female</cx:pt>
          <cx:pt idx="304">Male</cx:pt>
          <cx:pt idx="305">Female</cx:pt>
          <cx:pt idx="306">Male</cx:pt>
          <cx:pt idx="307">Male</cx:pt>
          <cx:pt idx="308">Male</cx:pt>
          <cx:pt idx="309">Female</cx:pt>
          <cx:pt idx="310">Male</cx:pt>
          <cx:pt idx="311">Female</cx:pt>
          <cx:pt idx="312">Female</cx:pt>
          <cx:pt idx="313">Female</cx:pt>
          <cx:pt idx="314">Male</cx:pt>
          <cx:pt idx="315">Female</cx:pt>
          <cx:pt idx="316">Male</cx:pt>
          <cx:pt idx="317">Female</cx:pt>
          <cx:pt idx="318">Male</cx:pt>
          <cx:pt idx="319">Male</cx:pt>
          <cx:pt idx="320">Male</cx:pt>
          <cx:pt idx="321">Male</cx:pt>
          <cx:pt idx="322">Female</cx:pt>
          <cx:pt idx="323">Male</cx:pt>
          <cx:pt idx="324">Female</cx:pt>
          <cx:pt idx="325">Female</cx:pt>
          <cx:pt idx="326">Male</cx:pt>
          <cx:pt idx="327">Male</cx:pt>
          <cx:pt idx="328">Female</cx:pt>
          <cx:pt idx="329">Male</cx:pt>
          <cx:pt idx="330">Male</cx:pt>
          <cx:pt idx="331">Female</cx:pt>
          <cx:pt idx="332">Female</cx:pt>
          <cx:pt idx="333">Male</cx:pt>
          <cx:pt idx="334">Female</cx:pt>
          <cx:pt idx="335">Female</cx:pt>
          <cx:pt idx="336">Female</cx:pt>
          <cx:pt idx="337">Female</cx:pt>
          <cx:pt idx="338">Male</cx:pt>
          <cx:pt idx="339">Male</cx:pt>
          <cx:pt idx="340">Female</cx:pt>
          <cx:pt idx="341">Female</cx:pt>
          <cx:pt idx="342">Male</cx:pt>
          <cx:pt idx="343">Male</cx:pt>
          <cx:pt idx="344">Male</cx:pt>
          <cx:pt idx="345">Male</cx:pt>
          <cx:pt idx="346">Female</cx:pt>
          <cx:pt idx="347">Male</cx:pt>
          <cx:pt idx="348">Female</cx:pt>
          <cx:pt idx="349">Female</cx:pt>
          <cx:pt idx="350">Female</cx:pt>
          <cx:pt idx="351">Male</cx:pt>
          <cx:pt idx="352">Male</cx:pt>
          <cx:pt idx="353">Male</cx:pt>
          <cx:pt idx="354">Female</cx:pt>
          <cx:pt idx="355">Male</cx:pt>
          <cx:pt idx="356">Male</cx:pt>
          <cx:pt idx="357">Male</cx:pt>
          <cx:pt idx="358">Female</cx:pt>
          <cx:pt idx="359">Male</cx:pt>
          <cx:pt idx="360">Male</cx:pt>
          <cx:pt idx="361">Female</cx:pt>
          <cx:pt idx="362">Male</cx:pt>
          <cx:pt idx="363">Male</cx:pt>
          <cx:pt idx="364">Female</cx:pt>
          <cx:pt idx="365">Female</cx:pt>
          <cx:pt idx="366">Male</cx:pt>
          <cx:pt idx="367">Female</cx:pt>
          <cx:pt idx="368">Female</cx:pt>
          <cx:pt idx="369">Female</cx:pt>
          <cx:pt idx="370">Female</cx:pt>
          <cx:pt idx="371">Male</cx:pt>
          <cx:pt idx="372">Male</cx:pt>
          <cx:pt idx="373">Female</cx:pt>
          <cx:pt idx="374">Female</cx:pt>
          <cx:pt idx="375">Female</cx:pt>
          <cx:pt idx="376">Female</cx:pt>
          <cx:pt idx="377">Female</cx:pt>
          <cx:pt idx="378">Male</cx:pt>
          <cx:pt idx="379">Male</cx:pt>
          <cx:pt idx="380">Female</cx:pt>
          <cx:pt idx="381">Female</cx:pt>
          <cx:pt idx="382">Male</cx:pt>
          <cx:pt idx="383">Male</cx:pt>
          <cx:pt idx="384">Female</cx:pt>
          <cx:pt idx="385">Female</cx:pt>
          <cx:pt idx="386">Male</cx:pt>
          <cx:pt idx="387">Female</cx:pt>
          <cx:pt idx="388">Male</cx:pt>
          <cx:pt idx="389">Female</cx:pt>
          <cx:pt idx="390">Male</cx:pt>
          <cx:pt idx="391">Female</cx:pt>
          <cx:pt idx="392">Male</cx:pt>
          <cx:pt idx="393">Male</cx:pt>
          <cx:pt idx="394">Male</cx:pt>
          <cx:pt idx="395">Male</cx:pt>
          <cx:pt idx="396">Male</cx:pt>
          <cx:pt idx="397">Male</cx:pt>
          <cx:pt idx="398">Female</cx:pt>
          <cx:pt idx="399">Female</cx:pt>
          <cx:pt idx="400">Female</cx:pt>
          <cx:pt idx="401">Female</cx:pt>
          <cx:pt idx="402">Female</cx:pt>
          <cx:pt idx="403">Male</cx:pt>
          <cx:pt idx="404">Female</cx:pt>
          <cx:pt idx="405">Female</cx:pt>
          <cx:pt idx="406">Male</cx:pt>
          <cx:pt idx="407">Female</cx:pt>
          <cx:pt idx="408">Female</cx:pt>
          <cx:pt idx="409">Female</cx:pt>
          <cx:pt idx="410">Female</cx:pt>
          <cx:pt idx="411">Female</cx:pt>
          <cx:pt idx="412">Female</cx:pt>
          <cx:pt idx="413">Female</cx:pt>
          <cx:pt idx="414">Female</cx:pt>
          <cx:pt idx="415">Female</cx:pt>
          <cx:pt idx="416">Female</cx:pt>
          <cx:pt idx="417">Female</cx:pt>
          <cx:pt idx="418">Female</cx:pt>
          <cx:pt idx="419">Male</cx:pt>
          <cx:pt idx="420">Male</cx:pt>
          <cx:pt idx="421">Female</cx:pt>
          <cx:pt idx="422">Female</cx:pt>
          <cx:pt idx="423">Female</cx:pt>
          <cx:pt idx="424">Female</cx:pt>
          <cx:pt idx="425">Female</cx:pt>
          <cx:pt idx="426">Female</cx:pt>
          <cx:pt idx="427">Male</cx:pt>
          <cx:pt idx="428">Female</cx:pt>
          <cx:pt idx="429">Female</cx:pt>
          <cx:pt idx="430">Male</cx:pt>
          <cx:pt idx="431">Female</cx:pt>
          <cx:pt idx="432">Female</cx:pt>
          <cx:pt idx="433">Male</cx:pt>
          <cx:pt idx="434">Female</cx:pt>
          <cx:pt idx="435">Female</cx:pt>
          <cx:pt idx="436">Female</cx:pt>
          <cx:pt idx="437">Female</cx:pt>
          <cx:pt idx="438">Male</cx:pt>
          <cx:pt idx="439">Female</cx:pt>
          <cx:pt idx="440">Female</cx:pt>
          <cx:pt idx="441">Male</cx:pt>
          <cx:pt idx="442">Female</cx:pt>
          <cx:pt idx="443">Female</cx:pt>
          <cx:pt idx="444">Female</cx:pt>
          <cx:pt idx="445">Female</cx:pt>
          <cx:pt idx="446">Male</cx:pt>
          <cx:pt idx="447">Female</cx:pt>
          <cx:pt idx="448">Male</cx:pt>
          <cx:pt idx="449">Female</cx:pt>
          <cx:pt idx="450">Female</cx:pt>
          <cx:pt idx="451">Female</cx:pt>
          <cx:pt idx="452">Female</cx:pt>
          <cx:pt idx="453">Male</cx:pt>
          <cx:pt idx="454">Female</cx:pt>
          <cx:pt idx="455">Female</cx:pt>
          <cx:pt idx="456">Male</cx:pt>
          <cx:pt idx="457">Male</cx:pt>
          <cx:pt idx="458">Female</cx:pt>
          <cx:pt idx="459">Female</cx:pt>
          <cx:pt idx="460">Female</cx:pt>
          <cx:pt idx="461">Male</cx:pt>
          <cx:pt idx="462">Female</cx:pt>
          <cx:pt idx="463">Male</cx:pt>
          <cx:pt idx="464">Female</cx:pt>
          <cx:pt idx="465">Female</cx:pt>
          <cx:pt idx="466">Female</cx:pt>
          <cx:pt idx="467">Male</cx:pt>
          <cx:pt idx="468">Female</cx:pt>
          <cx:pt idx="469">Female</cx:pt>
          <cx:pt idx="470">Male</cx:pt>
          <cx:pt idx="471">Male</cx:pt>
          <cx:pt idx="472">Female</cx:pt>
          <cx:pt idx="473">Male</cx:pt>
          <cx:pt idx="474">Male</cx:pt>
          <cx:pt idx="475">Female</cx:pt>
          <cx:pt idx="476">Female</cx:pt>
          <cx:pt idx="477">Female</cx:pt>
          <cx:pt idx="478">Female</cx:pt>
          <cx:pt idx="479">Male</cx:pt>
          <cx:pt idx="480">Male</cx:pt>
          <cx:pt idx="481">Female</cx:pt>
          <cx:pt idx="482">Female</cx:pt>
          <cx:pt idx="483">Female</cx:pt>
          <cx:pt idx="484">Female</cx:pt>
          <cx:pt idx="485">Female</cx:pt>
          <cx:pt idx="486">Female</cx:pt>
          <cx:pt idx="487">Female</cx:pt>
          <cx:pt idx="488">Female</cx:pt>
          <cx:pt idx="489">Female</cx:pt>
          <cx:pt idx="490">Male</cx:pt>
          <cx:pt idx="491">Female</cx:pt>
          <cx:pt idx="492">Male</cx:pt>
          <cx:pt idx="493">Female</cx:pt>
          <cx:pt idx="494">Male</cx:pt>
          <cx:pt idx="495">Male</cx:pt>
          <cx:pt idx="496">Female</cx:pt>
          <cx:pt idx="497">Male</cx:pt>
          <cx:pt idx="498">Male</cx:pt>
          <cx:pt idx="499">Male</cx:pt>
          <cx:pt idx="500">Male</cx:pt>
          <cx:pt idx="501">Male</cx:pt>
          <cx:pt idx="502">Male</cx:pt>
          <cx:pt idx="503">Male</cx:pt>
          <cx:pt idx="504">Male</cx:pt>
          <cx:pt idx="505">Male</cx:pt>
          <cx:pt idx="506">Female</cx:pt>
          <cx:pt idx="507">Male</cx:pt>
          <cx:pt idx="508">Female</cx:pt>
          <cx:pt idx="509">Male</cx:pt>
          <cx:pt idx="510">Female</cx:pt>
          <cx:pt idx="511">Female</cx:pt>
          <cx:pt idx="512">Female</cx:pt>
          <cx:pt idx="513">Male</cx:pt>
          <cx:pt idx="514">Male</cx:pt>
          <cx:pt idx="515">Female</cx:pt>
          <cx:pt idx="516">Male</cx:pt>
          <cx:pt idx="517">Male</cx:pt>
          <cx:pt idx="518">Male</cx:pt>
          <cx:pt idx="519">Female</cx:pt>
          <cx:pt idx="520">Female</cx:pt>
          <cx:pt idx="521">Male</cx:pt>
          <cx:pt idx="522">Male</cx:pt>
          <cx:pt idx="523">Female</cx:pt>
          <cx:pt idx="524">Female</cx:pt>
          <cx:pt idx="525">Female</cx:pt>
          <cx:pt idx="526">Female</cx:pt>
          <cx:pt idx="527">Female</cx:pt>
          <cx:pt idx="528">Male</cx:pt>
          <cx:pt idx="529">Male</cx:pt>
          <cx:pt idx="530">Male</cx:pt>
          <cx:pt idx="531">Male</cx:pt>
          <cx:pt idx="532">Female</cx:pt>
          <cx:pt idx="533">Female</cx:pt>
          <cx:pt idx="534">Female</cx:pt>
          <cx:pt idx="535">Male</cx:pt>
          <cx:pt idx="536">Male</cx:pt>
          <cx:pt idx="537">Male</cx:pt>
          <cx:pt idx="538">Female</cx:pt>
          <cx:pt idx="539">Female</cx:pt>
          <cx:pt idx="540">Male</cx:pt>
          <cx:pt idx="541">Female</cx:pt>
          <cx:pt idx="542">Male</cx:pt>
          <cx:pt idx="543">Male</cx:pt>
          <cx:pt idx="544">Male</cx:pt>
          <cx:pt idx="545">Female</cx:pt>
          <cx:pt idx="546">Male</cx:pt>
          <cx:pt idx="547">Male</cx:pt>
          <cx:pt idx="548">Male</cx:pt>
          <cx:pt idx="549">Male</cx:pt>
          <cx:pt idx="550">Female</cx:pt>
          <cx:pt idx="551">Male</cx:pt>
          <cx:pt idx="552">Female</cx:pt>
          <cx:pt idx="553">Male</cx:pt>
          <cx:pt idx="554">Female</cx:pt>
          <cx:pt idx="555">Male</cx:pt>
          <cx:pt idx="556">Female</cx:pt>
          <cx:pt idx="557">Female</cx:pt>
          <cx:pt idx="558">Male</cx:pt>
          <cx:pt idx="559">Female</cx:pt>
          <cx:pt idx="560">Male</cx:pt>
          <cx:pt idx="561">Female</cx:pt>
          <cx:pt idx="562">Female</cx:pt>
          <cx:pt idx="563">Female</cx:pt>
          <cx:pt idx="564">Male</cx:pt>
          <cx:pt idx="565">Female</cx:pt>
          <cx:pt idx="566">Male</cx:pt>
          <cx:pt idx="567">Female</cx:pt>
          <cx:pt idx="568">Male</cx:pt>
          <cx:pt idx="569">Male</cx:pt>
          <cx:pt idx="570">Male</cx:pt>
          <cx:pt idx="571">Male</cx:pt>
          <cx:pt idx="572">Male</cx:pt>
          <cx:pt idx="573">Male</cx:pt>
          <cx:pt idx="574">Female</cx:pt>
          <cx:pt idx="575">Male</cx:pt>
          <cx:pt idx="576">Female</cx:pt>
          <cx:pt idx="577">Male</cx:pt>
          <cx:pt idx="578">Male</cx:pt>
          <cx:pt idx="579">Female</cx:pt>
          <cx:pt idx="580">Female</cx:pt>
          <cx:pt idx="581">Female</cx:pt>
          <cx:pt idx="582">Female</cx:pt>
          <cx:pt idx="583">Male</cx:pt>
          <cx:pt idx="584">Male</cx:pt>
          <cx:pt idx="585">Male</cx:pt>
          <cx:pt idx="586">Male</cx:pt>
          <cx:pt idx="587">Male</cx:pt>
          <cx:pt idx="588">Female</cx:pt>
          <cx:pt idx="589">Female</cx:pt>
          <cx:pt idx="590">Female</cx:pt>
          <cx:pt idx="591">Female</cx:pt>
          <cx:pt idx="592">Male</cx:pt>
          <cx:pt idx="593">Female</cx:pt>
          <cx:pt idx="594">Female</cx:pt>
          <cx:pt idx="595">Male</cx:pt>
          <cx:pt idx="596">Male</cx:pt>
          <cx:pt idx="597">Female</cx:pt>
          <cx:pt idx="598">Male</cx:pt>
          <cx:pt idx="599">Male</cx:pt>
          <cx:pt idx="600">Male</cx:pt>
          <cx:pt idx="601">Female</cx:pt>
          <cx:pt idx="602">Female</cx:pt>
          <cx:pt idx="603">Male</cx:pt>
          <cx:pt idx="604">Male</cx:pt>
          <cx:pt idx="605">Female</cx:pt>
          <cx:pt idx="606">Female</cx:pt>
          <cx:pt idx="607">Female</cx:pt>
          <cx:pt idx="608">Male</cx:pt>
          <cx:pt idx="609">Female</cx:pt>
          <cx:pt idx="610">Female</cx:pt>
          <cx:pt idx="611">Male</cx:pt>
          <cx:pt idx="612">Female</cx:pt>
          <cx:pt idx="613">Female</cx:pt>
          <cx:pt idx="614">Male</cx:pt>
          <cx:pt idx="615">Male</cx:pt>
          <cx:pt idx="616">Male</cx:pt>
          <cx:pt idx="617">Male</cx:pt>
          <cx:pt idx="618">Female</cx:pt>
          <cx:pt idx="619">Female</cx:pt>
          <cx:pt idx="620">Male</cx:pt>
          <cx:pt idx="621">Male</cx:pt>
          <cx:pt idx="622">Male</cx:pt>
          <cx:pt idx="623">Female</cx:pt>
          <cx:pt idx="624">Female</cx:pt>
          <cx:pt idx="625">Male</cx:pt>
          <cx:pt idx="626">Female</cx:pt>
          <cx:pt idx="627">Male</cx:pt>
          <cx:pt idx="628">Female</cx:pt>
          <cx:pt idx="629">Female</cx:pt>
          <cx:pt idx="630">Female</cx:pt>
          <cx:pt idx="631">Female</cx:pt>
          <cx:pt idx="632">Female</cx:pt>
          <cx:pt idx="633">Male</cx:pt>
          <cx:pt idx="634">Female</cx:pt>
          <cx:pt idx="635">Female</cx:pt>
          <cx:pt idx="636">Female</cx:pt>
          <cx:pt idx="637">Male</cx:pt>
          <cx:pt idx="638">Female</cx:pt>
          <cx:pt idx="639">Male</cx:pt>
          <cx:pt idx="640">Female</cx:pt>
          <cx:pt idx="641">Male</cx:pt>
          <cx:pt idx="642">Female</cx:pt>
          <cx:pt idx="643">Male</cx:pt>
          <cx:pt idx="644">Male</cx:pt>
          <cx:pt idx="645">Female</cx:pt>
          <cx:pt idx="646">Female</cx:pt>
          <cx:pt idx="647">Female</cx:pt>
          <cx:pt idx="648">Female</cx:pt>
          <cx:pt idx="649">Male</cx:pt>
          <cx:pt idx="650">Female</cx:pt>
          <cx:pt idx="651">Male</cx:pt>
          <cx:pt idx="652">Female</cx:pt>
          <cx:pt idx="653">Female</cx:pt>
          <cx:pt idx="654">Female</cx:pt>
          <cx:pt idx="655">Female</cx:pt>
          <cx:pt idx="656">Female</cx:pt>
          <cx:pt idx="657">Male</cx:pt>
          <cx:pt idx="658">Female</cx:pt>
          <cx:pt idx="659">Female</cx:pt>
          <cx:pt idx="660">Male</cx:pt>
          <cx:pt idx="661">Male</cx:pt>
          <cx:pt idx="662">Male</cx:pt>
          <cx:pt idx="663">Female</cx:pt>
          <cx:pt idx="664">Female</cx:pt>
          <cx:pt idx="665">Female</cx:pt>
          <cx:pt idx="666">Female</cx:pt>
          <cx:pt idx="667">Female</cx:pt>
          <cx:pt idx="668">Male</cx:pt>
          <cx:pt idx="669">Female</cx:pt>
          <cx:pt idx="670">Male</cx:pt>
          <cx:pt idx="671">Male</cx:pt>
          <cx:pt idx="672">Female</cx:pt>
          <cx:pt idx="673">Male</cx:pt>
          <cx:pt idx="674">Female</cx:pt>
          <cx:pt idx="675">Male</cx:pt>
          <cx:pt idx="676">Female</cx:pt>
          <cx:pt idx="677">Female</cx:pt>
          <cx:pt idx="678">Female</cx:pt>
          <cx:pt idx="679">Female</cx:pt>
          <cx:pt idx="680">Female</cx:pt>
          <cx:pt idx="681">Male</cx:pt>
          <cx:pt idx="682">Female</cx:pt>
          <cx:pt idx="683">Male</cx:pt>
          <cx:pt idx="684">Male</cx:pt>
          <cx:pt idx="685">Female</cx:pt>
          <cx:pt idx="686">Female</cx:pt>
          <cx:pt idx="687">Female</cx:pt>
          <cx:pt idx="688">Female</cx:pt>
          <cx:pt idx="689">Female</cx:pt>
          <cx:pt idx="690">Male</cx:pt>
          <cx:pt idx="691">Female</cx:pt>
          <cx:pt idx="692">Male</cx:pt>
          <cx:pt idx="693">Female</cx:pt>
          <cx:pt idx="694">Female</cx:pt>
          <cx:pt idx="695">Female</cx:pt>
          <cx:pt idx="696">Female</cx:pt>
          <cx:pt idx="697">Male</cx:pt>
          <cx:pt idx="698">Male</cx:pt>
          <cx:pt idx="699">Male</cx:pt>
          <cx:pt idx="700">Female</cx:pt>
          <cx:pt idx="701">Female</cx:pt>
          <cx:pt idx="702">Male</cx:pt>
          <cx:pt idx="703">Male</cx:pt>
          <cx:pt idx="704">Male</cx:pt>
          <cx:pt idx="705">Female</cx:pt>
          <cx:pt idx="706">Female</cx:pt>
          <cx:pt idx="707">Male</cx:pt>
          <cx:pt idx="708">Male</cx:pt>
          <cx:pt idx="709">Female</cx:pt>
          <cx:pt idx="710">Male</cx:pt>
          <cx:pt idx="711">Male</cx:pt>
          <cx:pt idx="712">Male</cx:pt>
          <cx:pt idx="713">Female</cx:pt>
          <cx:pt idx="714">Male</cx:pt>
          <cx:pt idx="715">Female</cx:pt>
          <cx:pt idx="716">Male</cx:pt>
          <cx:pt idx="717">Male</cx:pt>
          <cx:pt idx="718">Male</cx:pt>
          <cx:pt idx="719">Female</cx:pt>
          <cx:pt idx="720">Male</cx:pt>
          <cx:pt idx="721">Male</cx:pt>
          <cx:pt idx="722">Male</cx:pt>
          <cx:pt idx="723">Male</cx:pt>
          <cx:pt idx="724">Male</cx:pt>
          <cx:pt idx="725">Male</cx:pt>
          <cx:pt idx="726">Female</cx:pt>
          <cx:pt idx="727">Female</cx:pt>
          <cx:pt idx="728">Male</cx:pt>
          <cx:pt idx="729">Male</cx:pt>
          <cx:pt idx="730">Male</cx:pt>
          <cx:pt idx="731">Male</cx:pt>
          <cx:pt idx="732">Male</cx:pt>
          <cx:pt idx="733">Female</cx:pt>
          <cx:pt idx="734">Male</cx:pt>
          <cx:pt idx="735">Male</cx:pt>
          <cx:pt idx="736">Male</cx:pt>
          <cx:pt idx="737">Female</cx:pt>
          <cx:pt idx="738">Male</cx:pt>
          <cx:pt idx="739">Female</cx:pt>
          <cx:pt idx="740">Male</cx:pt>
          <cx:pt idx="741">Male</cx:pt>
          <cx:pt idx="742">Male</cx:pt>
          <cx:pt idx="743">Female</cx:pt>
          <cx:pt idx="744">Female</cx:pt>
          <cx:pt idx="745">Male</cx:pt>
          <cx:pt idx="746">Male</cx:pt>
          <cx:pt idx="747">Female</cx:pt>
          <cx:pt idx="748">Female</cx:pt>
          <cx:pt idx="749">Female</cx:pt>
          <cx:pt idx="750">Female</cx:pt>
          <cx:pt idx="751">Male</cx:pt>
          <cx:pt idx="752">Male</cx:pt>
          <cx:pt idx="753">Male</cx:pt>
          <cx:pt idx="754">Female</cx:pt>
          <cx:pt idx="755">Female</cx:pt>
          <cx:pt idx="756">Male</cx:pt>
          <cx:pt idx="757">Male</cx:pt>
          <cx:pt idx="758">Male</cx:pt>
          <cx:pt idx="759">Female</cx:pt>
          <cx:pt idx="760">Male</cx:pt>
          <cx:pt idx="761">Male</cx:pt>
          <cx:pt idx="762">Male</cx:pt>
          <cx:pt idx="763">Male</cx:pt>
          <cx:pt idx="764">Male</cx:pt>
          <cx:pt idx="765">Female</cx:pt>
          <cx:pt idx="766">Male</cx:pt>
          <cx:pt idx="767">Female</cx:pt>
          <cx:pt idx="768">Male</cx:pt>
          <cx:pt idx="769">Female</cx:pt>
          <cx:pt idx="770">Male</cx:pt>
          <cx:pt idx="771">Male</cx:pt>
          <cx:pt idx="772">Male</cx:pt>
          <cx:pt idx="773">Male</cx:pt>
          <cx:pt idx="774">Female</cx:pt>
          <cx:pt idx="775">Female</cx:pt>
          <cx:pt idx="776">Male</cx:pt>
          <cx:pt idx="777">Male</cx:pt>
          <cx:pt idx="778">Female</cx:pt>
          <cx:pt idx="779">Male</cx:pt>
          <cx:pt idx="780">Male</cx:pt>
          <cx:pt idx="781">Female</cx:pt>
          <cx:pt idx="782">Male</cx:pt>
          <cx:pt idx="783">Male</cx:pt>
          <cx:pt idx="784">Male</cx:pt>
          <cx:pt idx="785">Female</cx:pt>
          <cx:pt idx="786">Male</cx:pt>
          <cx:pt idx="787">Male</cx:pt>
          <cx:pt idx="788">Female</cx:pt>
          <cx:pt idx="789">Female</cx:pt>
          <cx:pt idx="790">Male</cx:pt>
          <cx:pt idx="791">Male</cx:pt>
          <cx:pt idx="792">Male</cx:pt>
          <cx:pt idx="793">Male</cx:pt>
          <cx:pt idx="794">Female</cx:pt>
          <cx:pt idx="795">Male</cx:pt>
          <cx:pt idx="796">Male</cx:pt>
          <cx:pt idx="797">Female</cx:pt>
          <cx:pt idx="798">Male</cx:pt>
          <cx:pt idx="799">Female</cx:pt>
          <cx:pt idx="800">Female</cx:pt>
          <cx:pt idx="801">Male</cx:pt>
          <cx:pt idx="802">Female</cx:pt>
          <cx:pt idx="803">Female</cx:pt>
          <cx:pt idx="804">Male</cx:pt>
          <cx:pt idx="805">Male</cx:pt>
          <cx:pt idx="806">Male</cx:pt>
          <cx:pt idx="807">Male</cx:pt>
          <cx:pt idx="808">Female</cx:pt>
          <cx:pt idx="809">Female</cx:pt>
          <cx:pt idx="810">Male</cx:pt>
          <cx:pt idx="811">Male</cx:pt>
          <cx:pt idx="812">Male</cx:pt>
          <cx:pt idx="813">Female</cx:pt>
          <cx:pt idx="814">Male</cx:pt>
          <cx:pt idx="815">Male</cx:pt>
          <cx:pt idx="816">Male</cx:pt>
          <cx:pt idx="817">Female</cx:pt>
          <cx:pt idx="818">Male</cx:pt>
          <cx:pt idx="819">Male</cx:pt>
          <cx:pt idx="820">Female</cx:pt>
          <cx:pt idx="821">Male</cx:pt>
          <cx:pt idx="822">Female</cx:pt>
          <cx:pt idx="823">Female</cx:pt>
          <cx:pt idx="824">Male</cx:pt>
          <cx:pt idx="825">Female</cx:pt>
          <cx:pt idx="826">Male</cx:pt>
          <cx:pt idx="827">Female</cx:pt>
          <cx:pt idx="828">Male</cx:pt>
          <cx:pt idx="829">Male</cx:pt>
          <cx:pt idx="830">Male</cx:pt>
          <cx:pt idx="831">Male</cx:pt>
          <cx:pt idx="832">Male</cx:pt>
          <cx:pt idx="833">Male</cx:pt>
          <cx:pt idx="834">Male</cx:pt>
          <cx:pt idx="835">Male</cx:pt>
          <cx:pt idx="836">Female</cx:pt>
          <cx:pt idx="837">Male</cx:pt>
          <cx:pt idx="838">Female</cx:pt>
          <cx:pt idx="839">Female</cx:pt>
          <cx:pt idx="840">Male</cx:pt>
          <cx:pt idx="841">Male</cx:pt>
          <cx:pt idx="842">Female</cx:pt>
          <cx:pt idx="843">Female</cx:pt>
          <cx:pt idx="844">Male</cx:pt>
          <cx:pt idx="845">Male</cx:pt>
          <cx:pt idx="846">Male</cx:pt>
          <cx:pt idx="847">Female</cx:pt>
          <cx:pt idx="848">Male</cx:pt>
          <cx:pt idx="849">Female</cx:pt>
          <cx:pt idx="850">Male</cx:pt>
          <cx:pt idx="851">Female</cx:pt>
          <cx:pt idx="852">Male</cx:pt>
          <cx:pt idx="853">Male</cx:pt>
          <cx:pt idx="854">Female</cx:pt>
          <cx:pt idx="855">Male</cx:pt>
          <cx:pt idx="856">Female</cx:pt>
          <cx:pt idx="857">Male</cx:pt>
          <cx:pt idx="858">Female</cx:pt>
          <cx:pt idx="859">Male</cx:pt>
          <cx:pt idx="860">Male</cx:pt>
          <cx:pt idx="861">Male</cx:pt>
          <cx:pt idx="862">Female</cx:pt>
          <cx:pt idx="863">Female</cx:pt>
          <cx:pt idx="864">Male</cx:pt>
          <cx:pt idx="865">Female</cx:pt>
          <cx:pt idx="866">Male</cx:pt>
          <cx:pt idx="867">Female</cx:pt>
          <cx:pt idx="868">Male</cx:pt>
          <cx:pt idx="869">Male</cx:pt>
          <cx:pt idx="870">Male</cx:pt>
          <cx:pt idx="871">Male</cx:pt>
          <cx:pt idx="872">Male</cx:pt>
          <cx:pt idx="873">Male</cx:pt>
          <cx:pt idx="874">Male</cx:pt>
          <cx:pt idx="875">Female</cx:pt>
          <cx:pt idx="876">Male</cx:pt>
          <cx:pt idx="877">Male</cx:pt>
          <cx:pt idx="878">Male</cx:pt>
          <cx:pt idx="879">Male</cx:pt>
          <cx:pt idx="880">Female</cx:pt>
          <cx:pt idx="881">Male</cx:pt>
          <cx:pt idx="882">Male</cx:pt>
          <cx:pt idx="883">Male</cx:pt>
          <cx:pt idx="884">Female</cx:pt>
          <cx:pt idx="885">Male</cx:pt>
          <cx:pt idx="886">Female</cx:pt>
          <cx:pt idx="887">Female</cx:pt>
          <cx:pt idx="888">Female</cx:pt>
          <cx:pt idx="889">Male</cx:pt>
          <cx:pt idx="890">Male</cx:pt>
          <cx:pt idx="891">Male</cx:pt>
          <cx:pt idx="892">Male</cx:pt>
          <cx:pt idx="893">Female</cx:pt>
          <cx:pt idx="894">Male</cx:pt>
          <cx:pt idx="895">Male</cx:pt>
          <cx:pt idx="896">Male</cx:pt>
          <cx:pt idx="897">Male</cx:pt>
          <cx:pt idx="898">Male</cx:pt>
          <cx:pt idx="899">Male</cx:pt>
          <cx:pt idx="900">Male</cx:pt>
          <cx:pt idx="901">Female</cx:pt>
          <cx:pt idx="902">Male</cx:pt>
          <cx:pt idx="903">Female</cx:pt>
          <cx:pt idx="904">Male</cx:pt>
          <cx:pt idx="905">Male</cx:pt>
          <cx:pt idx="906">Male</cx:pt>
          <cx:pt idx="907">Male</cx:pt>
          <cx:pt idx="908">Male</cx:pt>
          <cx:pt idx="909">Male</cx:pt>
          <cx:pt idx="910">Female</cx:pt>
          <cx:pt idx="911">Male</cx:pt>
          <cx:pt idx="912">Male</cx:pt>
          <cx:pt idx="913">Male</cx:pt>
          <cx:pt idx="914">Male</cx:pt>
          <cx:pt idx="915">Male</cx:pt>
          <cx:pt idx="916">Male</cx:pt>
          <cx:pt idx="917">Male</cx:pt>
          <cx:pt idx="918">Male</cx:pt>
          <cx:pt idx="919">Male</cx:pt>
          <cx:pt idx="920">Male</cx:pt>
          <cx:pt idx="921">Male</cx:pt>
          <cx:pt idx="922">Male</cx:pt>
          <cx:pt idx="923">Female</cx:pt>
          <cx:pt idx="924">Male</cx:pt>
          <cx:pt idx="925">Male</cx:pt>
          <cx:pt idx="926">Male</cx:pt>
          <cx:pt idx="927">Male</cx:pt>
          <cx:pt idx="928">Male</cx:pt>
          <cx:pt idx="929">Male</cx:pt>
          <cx:pt idx="930">Male</cx:pt>
          <cx:pt idx="931">Male</cx:pt>
          <cx:pt idx="932">Male</cx:pt>
          <cx:pt idx="933">Male</cx:pt>
          <cx:pt idx="934">Male</cx:pt>
          <cx:pt idx="935">Female</cx:pt>
          <cx:pt idx="936">Male</cx:pt>
          <cx:pt idx="937">Male</cx:pt>
          <cx:pt idx="938">Male</cx:pt>
          <cx:pt idx="939">Female</cx:pt>
          <cx:pt idx="940">Female</cx:pt>
          <cx:pt idx="941">Male</cx:pt>
          <cx:pt idx="942">Male</cx:pt>
          <cx:pt idx="943">Male</cx:pt>
          <cx:pt idx="944">Male</cx:pt>
          <cx:pt idx="945">Male</cx:pt>
          <cx:pt idx="946">Female</cx:pt>
          <cx:pt idx="947">Female</cx:pt>
          <cx:pt idx="948">Male</cx:pt>
          <cx:pt idx="949">Male</cx:pt>
          <cx:pt idx="950">Male</cx:pt>
          <cx:pt idx="951">Male</cx:pt>
          <cx:pt idx="952">Female</cx:pt>
          <cx:pt idx="953">Male</cx:pt>
          <cx:pt idx="954">Male</cx:pt>
          <cx:pt idx="955">Male</cx:pt>
          <cx:pt idx="956">Male</cx:pt>
          <cx:pt idx="957">Male</cx:pt>
          <cx:pt idx="958">Female</cx:pt>
          <cx:pt idx="959">Female</cx:pt>
          <cx:pt idx="960">Male</cx:pt>
          <cx:pt idx="961">Female</cx:pt>
          <cx:pt idx="962">Male</cx:pt>
          <cx:pt idx="963">Male</cx:pt>
          <cx:pt idx="964">Male</cx:pt>
          <cx:pt idx="965">Male</cx:pt>
          <cx:pt idx="966">Male</cx:pt>
          <cx:pt idx="967">Male</cx:pt>
          <cx:pt idx="968">Male</cx:pt>
          <cx:pt idx="969">Male</cx:pt>
          <cx:pt idx="970">Male</cx:pt>
          <cx:pt idx="971">Male</cx:pt>
          <cx:pt idx="972">Male</cx:pt>
        </cx:lvl>
      </cx:strDim>
      <cx:numDim type="val">
        <cx:f>'Gym Members Exercise Tracking'!$J$2:$J$974</cx:f>
        <cx:lvl ptCount="973" formatCode="General">
          <cx:pt idx="0">2</cx:pt>
          <cx:pt idx="1">1</cx:pt>
          <cx:pt idx="2">1</cx:pt>
          <cx:pt idx="3">1</cx:pt>
          <cx:pt idx="4">1</cx:pt>
          <cx:pt idx="5">1</cx:pt>
          <cx:pt idx="6">2</cx:pt>
          <cx:pt idx="7">3</cx:pt>
          <cx:pt idx="8">2</cx:pt>
          <cx:pt idx="9">3</cx:pt>
          <cx:pt idx="10">1</cx:pt>
          <cx:pt idx="11">2</cx:pt>
          <cx:pt idx="12">2</cx:pt>
          <cx:pt idx="13">2</cx:pt>
          <cx:pt idx="14">3</cx:pt>
          <cx:pt idx="15">1</cx:pt>
          <cx:pt idx="16">3</cx:pt>
          <cx:pt idx="17">2</cx:pt>
          <cx:pt idx="18">2</cx:pt>
          <cx:pt idx="19">1</cx:pt>
          <cx:pt idx="20">3</cx:pt>
          <cx:pt idx="21">1</cx:pt>
          <cx:pt idx="22">3</cx:pt>
          <cx:pt idx="23">2</cx:pt>
          <cx:pt idx="24">3</cx:pt>
          <cx:pt idx="25">3</cx:pt>
          <cx:pt idx="26">1</cx:pt>
          <cx:pt idx="27">3</cx:pt>
          <cx:pt idx="28">3</cx:pt>
          <cx:pt idx="29">2</cx:pt>
          <cx:pt idx="30">3</cx:pt>
          <cx:pt idx="31">2</cx:pt>
          <cx:pt idx="32">1</cx:pt>
          <cx:pt idx="33">1</cx:pt>
          <cx:pt idx="34">1</cx:pt>
          <cx:pt idx="35">1</cx:pt>
          <cx:pt idx="36">1</cx:pt>
          <cx:pt idx="37">1</cx:pt>
          <cx:pt idx="38">3</cx:pt>
          <cx:pt idx="39">3</cx:pt>
          <cx:pt idx="40">3</cx:pt>
          <cx:pt idx="41">2</cx:pt>
          <cx:pt idx="42">3</cx:pt>
          <cx:pt idx="43">2</cx:pt>
          <cx:pt idx="44">2</cx:pt>
          <cx:pt idx="45">1</cx:pt>
          <cx:pt idx="46">1</cx:pt>
          <cx:pt idx="47">2</cx:pt>
          <cx:pt idx="48">1</cx:pt>
          <cx:pt idx="49">3</cx:pt>
          <cx:pt idx="50">1</cx:pt>
          <cx:pt idx="51">2</cx:pt>
          <cx:pt idx="52">2</cx:pt>
          <cx:pt idx="53">1</cx:pt>
          <cx:pt idx="54">2</cx:pt>
          <cx:pt idx="55">1</cx:pt>
          <cx:pt idx="56">3</cx:pt>
          <cx:pt idx="57">2</cx:pt>
          <cx:pt idx="58">3</cx:pt>
          <cx:pt idx="59">3</cx:pt>
          <cx:pt idx="60">1</cx:pt>
          <cx:pt idx="61">3</cx:pt>
          <cx:pt idx="62">3</cx:pt>
          <cx:pt idx="63">3</cx:pt>
          <cx:pt idx="64">2</cx:pt>
          <cx:pt idx="65">1</cx:pt>
          <cx:pt idx="66">3</cx:pt>
          <cx:pt idx="67">1</cx:pt>
          <cx:pt idx="68">1</cx:pt>
          <cx:pt idx="69">2</cx:pt>
          <cx:pt idx="70">3</cx:pt>
          <cx:pt idx="71">2</cx:pt>
          <cx:pt idx="72">1</cx:pt>
          <cx:pt idx="73">3</cx:pt>
          <cx:pt idx="74">1</cx:pt>
          <cx:pt idx="75">1</cx:pt>
          <cx:pt idx="76">1</cx:pt>
          <cx:pt idx="77">2</cx:pt>
          <cx:pt idx="78">2</cx:pt>
          <cx:pt idx="79">1</cx:pt>
          <cx:pt idx="80">2</cx:pt>
          <cx:pt idx="81">3</cx:pt>
          <cx:pt idx="82">2</cx:pt>
          <cx:pt idx="83">1</cx:pt>
          <cx:pt idx="84">1</cx:pt>
          <cx:pt idx="85">1</cx:pt>
          <cx:pt idx="86">2</cx:pt>
          <cx:pt idx="87">2</cx:pt>
          <cx:pt idx="88">3</cx:pt>
          <cx:pt idx="89">3</cx:pt>
          <cx:pt idx="90">3</cx:pt>
          <cx:pt idx="91">1</cx:pt>
          <cx:pt idx="92">1</cx:pt>
          <cx:pt idx="93">1</cx:pt>
          <cx:pt idx="94">1</cx:pt>
          <cx:pt idx="95">3</cx:pt>
          <cx:pt idx="96">3</cx:pt>
          <cx:pt idx="97">3</cx:pt>
          <cx:pt idx="98">3</cx:pt>
          <cx:pt idx="99">1</cx:pt>
          <cx:pt idx="100">1</cx:pt>
          <cx:pt idx="101">2</cx:pt>
          <cx:pt idx="102">2</cx:pt>
          <cx:pt idx="103">2</cx:pt>
          <cx:pt idx="104">1</cx:pt>
          <cx:pt idx="105">1</cx:pt>
          <cx:pt idx="106">3</cx:pt>
          <cx:pt idx="107">1</cx:pt>
          <cx:pt idx="108">2</cx:pt>
          <cx:pt idx="109">1</cx:pt>
          <cx:pt idx="110">2</cx:pt>
          <cx:pt idx="111">2</cx:pt>
          <cx:pt idx="112">1</cx:pt>
          <cx:pt idx="113">2</cx:pt>
          <cx:pt idx="114">2</cx:pt>
          <cx:pt idx="115">3</cx:pt>
          <cx:pt idx="116">2</cx:pt>
          <cx:pt idx="117">2</cx:pt>
          <cx:pt idx="118">1</cx:pt>
          <cx:pt idx="119">1</cx:pt>
          <cx:pt idx="120">3</cx:pt>
          <cx:pt idx="121">1</cx:pt>
          <cx:pt idx="122">2</cx:pt>
          <cx:pt idx="123">2</cx:pt>
          <cx:pt idx="124">2</cx:pt>
          <cx:pt idx="125">2</cx:pt>
          <cx:pt idx="126">1</cx:pt>
          <cx:pt idx="127">1</cx:pt>
          <cx:pt idx="128">3</cx:pt>
          <cx:pt idx="129">1</cx:pt>
          <cx:pt idx="130">2</cx:pt>
          <cx:pt idx="131">3</cx:pt>
          <cx:pt idx="132">1</cx:pt>
          <cx:pt idx="133">1</cx:pt>
          <cx:pt idx="134">3</cx:pt>
          <cx:pt idx="135">2</cx:pt>
          <cx:pt idx="136">1</cx:pt>
          <cx:pt idx="137">2</cx:pt>
          <cx:pt idx="138">2</cx:pt>
          <cx:pt idx="139">2</cx:pt>
          <cx:pt idx="140">2</cx:pt>
          <cx:pt idx="141">3</cx:pt>
          <cx:pt idx="142">3</cx:pt>
          <cx:pt idx="143">2</cx:pt>
          <cx:pt idx="144">2</cx:pt>
          <cx:pt idx="145">3</cx:pt>
          <cx:pt idx="146">1</cx:pt>
          <cx:pt idx="147">1</cx:pt>
          <cx:pt idx="148">2</cx:pt>
          <cx:pt idx="149">1</cx:pt>
          <cx:pt idx="150">3</cx:pt>
          <cx:pt idx="151">3</cx:pt>
          <cx:pt idx="152">2</cx:pt>
          <cx:pt idx="153">1</cx:pt>
          <cx:pt idx="154">3</cx:pt>
          <cx:pt idx="155">3</cx:pt>
          <cx:pt idx="156">2</cx:pt>
          <cx:pt idx="157">3</cx:pt>
          <cx:pt idx="158">2</cx:pt>
          <cx:pt idx="159">3</cx:pt>
          <cx:pt idx="160">2</cx:pt>
          <cx:pt idx="161">1</cx:pt>
          <cx:pt idx="162">1</cx:pt>
          <cx:pt idx="163">1</cx:pt>
          <cx:pt idx="164">1</cx:pt>
          <cx:pt idx="165">1</cx:pt>
          <cx:pt idx="166">3</cx:pt>
          <cx:pt idx="167">2</cx:pt>
          <cx:pt idx="168">2</cx:pt>
          <cx:pt idx="169">2</cx:pt>
          <cx:pt idx="170">1</cx:pt>
          <cx:pt idx="171">2</cx:pt>
          <cx:pt idx="172">2</cx:pt>
          <cx:pt idx="173">2</cx:pt>
          <cx:pt idx="174">2</cx:pt>
          <cx:pt idx="175">2</cx:pt>
          <cx:pt idx="176">1</cx:pt>
          <cx:pt idx="177">1</cx:pt>
          <cx:pt idx="178">2</cx:pt>
          <cx:pt idx="179">2</cx:pt>
          <cx:pt idx="180">1</cx:pt>
          <cx:pt idx="181">2</cx:pt>
          <cx:pt idx="182">2</cx:pt>
          <cx:pt idx="183">1</cx:pt>
          <cx:pt idx="184">2</cx:pt>
          <cx:pt idx="185">1</cx:pt>
          <cx:pt idx="186">2</cx:pt>
          <cx:pt idx="187">1</cx:pt>
          <cx:pt idx="188">1</cx:pt>
          <cx:pt idx="189">2</cx:pt>
          <cx:pt idx="190">1</cx:pt>
          <cx:pt idx="191">1</cx:pt>
          <cx:pt idx="192">2</cx:pt>
          <cx:pt idx="193">1</cx:pt>
          <cx:pt idx="194">2</cx:pt>
          <cx:pt idx="195">2</cx:pt>
          <cx:pt idx="196">1</cx:pt>
          <cx:pt idx="197">1</cx:pt>
          <cx:pt idx="198">2</cx:pt>
          <cx:pt idx="199">1</cx:pt>
          <cx:pt idx="200">2</cx:pt>
          <cx:pt idx="201">1</cx:pt>
          <cx:pt idx="202">2</cx:pt>
          <cx:pt idx="203">2</cx:pt>
          <cx:pt idx="204">2</cx:pt>
          <cx:pt idx="205">2</cx:pt>
          <cx:pt idx="206">2</cx:pt>
          <cx:pt idx="207">2</cx:pt>
          <cx:pt idx="208">2</cx:pt>
          <cx:pt idx="209">1</cx:pt>
          <cx:pt idx="210">1</cx:pt>
          <cx:pt idx="211">1</cx:pt>
          <cx:pt idx="212">1</cx:pt>
          <cx:pt idx="213">2</cx:pt>
          <cx:pt idx="214">1</cx:pt>
          <cx:pt idx="215">2</cx:pt>
          <cx:pt idx="216">2</cx:pt>
          <cx:pt idx="217">1</cx:pt>
          <cx:pt idx="218">2</cx:pt>
          <cx:pt idx="219">1</cx:pt>
          <cx:pt idx="220">1</cx:pt>
          <cx:pt idx="221">1</cx:pt>
          <cx:pt idx="222">2</cx:pt>
          <cx:pt idx="223">2</cx:pt>
          <cx:pt idx="224">1</cx:pt>
          <cx:pt idx="225">2</cx:pt>
          <cx:pt idx="226">2</cx:pt>
          <cx:pt idx="227">1</cx:pt>
          <cx:pt idx="228">1</cx:pt>
          <cx:pt idx="229">2</cx:pt>
          <cx:pt idx="230">2</cx:pt>
          <cx:pt idx="231">2</cx:pt>
          <cx:pt idx="232">1</cx:pt>
          <cx:pt idx="233">1</cx:pt>
          <cx:pt idx="234">2</cx:pt>
          <cx:pt idx="235">1</cx:pt>
          <cx:pt idx="236">2</cx:pt>
          <cx:pt idx="237">2</cx:pt>
          <cx:pt idx="238">1</cx:pt>
          <cx:pt idx="239">1</cx:pt>
          <cx:pt idx="240">2</cx:pt>
          <cx:pt idx="241">2</cx:pt>
          <cx:pt idx="242">1</cx:pt>
          <cx:pt idx="243">1</cx:pt>
          <cx:pt idx="244">1</cx:pt>
          <cx:pt idx="245">2</cx:pt>
          <cx:pt idx="246">1</cx:pt>
          <cx:pt idx="247">2</cx:pt>
          <cx:pt idx="248">1</cx:pt>
          <cx:pt idx="249">2</cx:pt>
          <cx:pt idx="250">1</cx:pt>
          <cx:pt idx="251">2</cx:pt>
          <cx:pt idx="252">2</cx:pt>
          <cx:pt idx="253">1</cx:pt>
          <cx:pt idx="254">2</cx:pt>
          <cx:pt idx="255">1</cx:pt>
          <cx:pt idx="256">1</cx:pt>
          <cx:pt idx="257">1</cx:pt>
          <cx:pt idx="258">2</cx:pt>
          <cx:pt idx="259">1</cx:pt>
          <cx:pt idx="260">2</cx:pt>
          <cx:pt idx="261">1</cx:pt>
          <cx:pt idx="262">2</cx:pt>
          <cx:pt idx="263">1</cx:pt>
          <cx:pt idx="264">1</cx:pt>
          <cx:pt idx="265">1</cx:pt>
          <cx:pt idx="266">2</cx:pt>
          <cx:pt idx="267">1</cx:pt>
          <cx:pt idx="268">2</cx:pt>
          <cx:pt idx="269">2</cx:pt>
          <cx:pt idx="270">2</cx:pt>
          <cx:pt idx="271">1</cx:pt>
          <cx:pt idx="272">1</cx:pt>
          <cx:pt idx="273">1</cx:pt>
          <cx:pt idx="274">2</cx:pt>
          <cx:pt idx="275">1</cx:pt>
          <cx:pt idx="276">2</cx:pt>
          <cx:pt idx="277">2</cx:pt>
          <cx:pt idx="278">1</cx:pt>
          <cx:pt idx="279">2</cx:pt>
          <cx:pt idx="280">1</cx:pt>
          <cx:pt idx="281">1</cx:pt>
          <cx:pt idx="282">2</cx:pt>
          <cx:pt idx="283">1</cx:pt>
          <cx:pt idx="284">1</cx:pt>
          <cx:pt idx="285">1</cx:pt>
          <cx:pt idx="286">1</cx:pt>
          <cx:pt idx="287">2</cx:pt>
          <cx:pt idx="288">1</cx:pt>
          <cx:pt idx="289">1</cx:pt>
          <cx:pt idx="290">1</cx:pt>
          <cx:pt idx="291">2</cx:pt>
          <cx:pt idx="292">2</cx:pt>
          <cx:pt idx="293">2</cx:pt>
          <cx:pt idx="294">2</cx:pt>
          <cx:pt idx="295">1</cx:pt>
          <cx:pt idx="296">2</cx:pt>
          <cx:pt idx="297">2</cx:pt>
          <cx:pt idx="298">2</cx:pt>
          <cx:pt idx="299">1</cx:pt>
          <cx:pt idx="300">1</cx:pt>
          <cx:pt idx="301">2</cx:pt>
          <cx:pt idx="302">1</cx:pt>
          <cx:pt idx="303">2</cx:pt>
          <cx:pt idx="304">1</cx:pt>
          <cx:pt idx="305">2</cx:pt>
          <cx:pt idx="306">2</cx:pt>
          <cx:pt idx="307">2</cx:pt>
          <cx:pt idx="308">2</cx:pt>
          <cx:pt idx="309">2</cx:pt>
          <cx:pt idx="310">2</cx:pt>
          <cx:pt idx="311">1</cx:pt>
          <cx:pt idx="312">1</cx:pt>
          <cx:pt idx="313">1</cx:pt>
          <cx:pt idx="314">2</cx:pt>
          <cx:pt idx="315">2</cx:pt>
          <cx:pt idx="316">1</cx:pt>
          <cx:pt idx="317">1</cx:pt>
          <cx:pt idx="318">2</cx:pt>
          <cx:pt idx="319">2</cx:pt>
          <cx:pt idx="320">2</cx:pt>
          <cx:pt idx="321">2</cx:pt>
          <cx:pt idx="322">2</cx:pt>
          <cx:pt idx="323">1</cx:pt>
          <cx:pt idx="324">1</cx:pt>
          <cx:pt idx="325">1</cx:pt>
          <cx:pt idx="326">2</cx:pt>
          <cx:pt idx="327">2</cx:pt>
          <cx:pt idx="328">2</cx:pt>
          <cx:pt idx="329">1</cx:pt>
          <cx:pt idx="330">2</cx:pt>
          <cx:pt idx="331">2</cx:pt>
          <cx:pt idx="332">1</cx:pt>
          <cx:pt idx="333">1</cx:pt>
          <cx:pt idx="334">2</cx:pt>
          <cx:pt idx="335">1</cx:pt>
          <cx:pt idx="336">2</cx:pt>
          <cx:pt idx="337">3</cx:pt>
          <cx:pt idx="338">2</cx:pt>
          <cx:pt idx="339">2</cx:pt>
          <cx:pt idx="340">1</cx:pt>
          <cx:pt idx="341">1</cx:pt>
          <cx:pt idx="342">2</cx:pt>
          <cx:pt idx="343">1</cx:pt>
          <cx:pt idx="344">1</cx:pt>
          <cx:pt idx="345">1</cx:pt>
          <cx:pt idx="346">2</cx:pt>
          <cx:pt idx="347">2</cx:pt>
          <cx:pt idx="348">1</cx:pt>
          <cx:pt idx="349">2</cx:pt>
          <cx:pt idx="350">2</cx:pt>
          <cx:pt idx="351">1</cx:pt>
          <cx:pt idx="352">1</cx:pt>
          <cx:pt idx="353">1</cx:pt>
          <cx:pt idx="354">2</cx:pt>
          <cx:pt idx="355">1</cx:pt>
          <cx:pt idx="356">1</cx:pt>
          <cx:pt idx="357">2</cx:pt>
          <cx:pt idx="358">2</cx:pt>
          <cx:pt idx="359">2</cx:pt>
          <cx:pt idx="360">2</cx:pt>
          <cx:pt idx="361">1</cx:pt>
          <cx:pt idx="362">1</cx:pt>
          <cx:pt idx="363">1</cx:pt>
          <cx:pt idx="364">2</cx:pt>
          <cx:pt idx="365">2</cx:pt>
          <cx:pt idx="366">1</cx:pt>
          <cx:pt idx="367">2</cx:pt>
          <cx:pt idx="368">1</cx:pt>
          <cx:pt idx="369">1</cx:pt>
          <cx:pt idx="370">3</cx:pt>
          <cx:pt idx="371">1</cx:pt>
          <cx:pt idx="372">2</cx:pt>
          <cx:pt idx="373">1</cx:pt>
          <cx:pt idx="374">2</cx:pt>
          <cx:pt idx="375">1</cx:pt>
          <cx:pt idx="376">1</cx:pt>
          <cx:pt idx="377">1</cx:pt>
          <cx:pt idx="378">2</cx:pt>
          <cx:pt idx="379">1</cx:pt>
          <cx:pt idx="380">1</cx:pt>
          <cx:pt idx="381">2</cx:pt>
          <cx:pt idx="382">1</cx:pt>
          <cx:pt idx="383">2</cx:pt>
          <cx:pt idx="384">2</cx:pt>
          <cx:pt idx="385">2</cx:pt>
          <cx:pt idx="386">1</cx:pt>
          <cx:pt idx="387">1</cx:pt>
          <cx:pt idx="388">2</cx:pt>
          <cx:pt idx="389">2</cx:pt>
          <cx:pt idx="390">2</cx:pt>
          <cx:pt idx="391">1</cx:pt>
          <cx:pt idx="392">1</cx:pt>
          <cx:pt idx="393">1</cx:pt>
          <cx:pt idx="394">1</cx:pt>
          <cx:pt idx="395">2</cx:pt>
          <cx:pt idx="396">2</cx:pt>
          <cx:pt idx="397">2</cx:pt>
          <cx:pt idx="398">1</cx:pt>
          <cx:pt idx="399">1</cx:pt>
          <cx:pt idx="400">3</cx:pt>
          <cx:pt idx="401">2</cx:pt>
          <cx:pt idx="402">3</cx:pt>
          <cx:pt idx="403">2</cx:pt>
          <cx:pt idx="404">2</cx:pt>
          <cx:pt idx="405">1</cx:pt>
          <cx:pt idx="406">2</cx:pt>
          <cx:pt idx="407">3</cx:pt>
          <cx:pt idx="408">3</cx:pt>
          <cx:pt idx="409">3</cx:pt>
          <cx:pt idx="410">3</cx:pt>
          <cx:pt idx="411">2</cx:pt>
          <cx:pt idx="412">2</cx:pt>
          <cx:pt idx="413">2</cx:pt>
          <cx:pt idx="414">3</cx:pt>
          <cx:pt idx="415">2</cx:pt>
          <cx:pt idx="416">3</cx:pt>
          <cx:pt idx="417">3</cx:pt>
          <cx:pt idx="418">3</cx:pt>
          <cx:pt idx="419">1</cx:pt>
          <cx:pt idx="420">2</cx:pt>
          <cx:pt idx="421">3</cx:pt>
          <cx:pt idx="422">3</cx:pt>
          <cx:pt idx="423">3</cx:pt>
          <cx:pt idx="424">3</cx:pt>
          <cx:pt idx="425">3</cx:pt>
          <cx:pt idx="426">3</cx:pt>
          <cx:pt idx="427">1</cx:pt>
          <cx:pt idx="428">1</cx:pt>
          <cx:pt idx="429">3</cx:pt>
          <cx:pt idx="430">1</cx:pt>
          <cx:pt idx="431">3</cx:pt>
          <cx:pt idx="432">3</cx:pt>
          <cx:pt idx="433">2</cx:pt>
          <cx:pt idx="434">3</cx:pt>
          <cx:pt idx="435">3</cx:pt>
          <cx:pt idx="436">1</cx:pt>
          <cx:pt idx="437">2</cx:pt>
          <cx:pt idx="438">2</cx:pt>
          <cx:pt idx="439">2</cx:pt>
          <cx:pt idx="440">1</cx:pt>
          <cx:pt idx="441">3</cx:pt>
          <cx:pt idx="442">1</cx:pt>
          <cx:pt idx="443">2</cx:pt>
          <cx:pt idx="444">3</cx:pt>
          <cx:pt idx="445">1</cx:pt>
          <cx:pt idx="446">3</cx:pt>
          <cx:pt idx="447">1</cx:pt>
          <cx:pt idx="448">1</cx:pt>
          <cx:pt idx="449">2</cx:pt>
          <cx:pt idx="450">1</cx:pt>
          <cx:pt idx="451">2</cx:pt>
          <cx:pt idx="452">2</cx:pt>
          <cx:pt idx="453">1</cx:pt>
          <cx:pt idx="454">1</cx:pt>
          <cx:pt idx="455">3</cx:pt>
          <cx:pt idx="456">3</cx:pt>
          <cx:pt idx="457">2</cx:pt>
          <cx:pt idx="458">2</cx:pt>
          <cx:pt idx="459">2</cx:pt>
          <cx:pt idx="460">2</cx:pt>
          <cx:pt idx="461">2</cx:pt>
          <cx:pt idx="462">2</cx:pt>
          <cx:pt idx="463">3</cx:pt>
          <cx:pt idx="464">2</cx:pt>
          <cx:pt idx="465">1</cx:pt>
          <cx:pt idx="466">2</cx:pt>
          <cx:pt idx="467">2</cx:pt>
          <cx:pt idx="468">2</cx:pt>
          <cx:pt idx="469">1</cx:pt>
          <cx:pt idx="470">1</cx:pt>
          <cx:pt idx="471">3</cx:pt>
          <cx:pt idx="472">2</cx:pt>
          <cx:pt idx="473">3</cx:pt>
          <cx:pt idx="474">3</cx:pt>
          <cx:pt idx="475">2</cx:pt>
          <cx:pt idx="476">1</cx:pt>
          <cx:pt idx="477">3</cx:pt>
          <cx:pt idx="478">2</cx:pt>
          <cx:pt idx="479">3</cx:pt>
          <cx:pt idx="480">3</cx:pt>
          <cx:pt idx="481">1</cx:pt>
          <cx:pt idx="482">1</cx:pt>
          <cx:pt idx="483">2</cx:pt>
          <cx:pt idx="484">2</cx:pt>
          <cx:pt idx="485">2</cx:pt>
          <cx:pt idx="486">2</cx:pt>
          <cx:pt idx="487">1</cx:pt>
          <cx:pt idx="488">2</cx:pt>
          <cx:pt idx="489">2</cx:pt>
          <cx:pt idx="490">3</cx:pt>
          <cx:pt idx="491">2</cx:pt>
          <cx:pt idx="492">3</cx:pt>
          <cx:pt idx="493">2</cx:pt>
          <cx:pt idx="494">3</cx:pt>
          <cx:pt idx="495">3</cx:pt>
          <cx:pt idx="496">1</cx:pt>
          <cx:pt idx="497">3</cx:pt>
          <cx:pt idx="498">3</cx:pt>
          <cx:pt idx="499">3</cx:pt>
          <cx:pt idx="500">3</cx:pt>
          <cx:pt idx="501">2</cx:pt>
          <cx:pt idx="502">3</cx:pt>
          <cx:pt idx="503">3</cx:pt>
          <cx:pt idx="504">2</cx:pt>
          <cx:pt idx="505">3</cx:pt>
          <cx:pt idx="506">1</cx:pt>
          <cx:pt idx="507">3</cx:pt>
          <cx:pt idx="508">1</cx:pt>
          <cx:pt idx="509">3</cx:pt>
          <cx:pt idx="510">2</cx:pt>
          <cx:pt idx="511">1</cx:pt>
          <cx:pt idx="512">2</cx:pt>
          <cx:pt idx="513">3</cx:pt>
          <cx:pt idx="514">2</cx:pt>
          <cx:pt idx="515">1</cx:pt>
          <cx:pt idx="516">3</cx:pt>
          <cx:pt idx="517">3</cx:pt>
          <cx:pt idx="518">3</cx:pt>
          <cx:pt idx="519">1</cx:pt>
          <cx:pt idx="520">2</cx:pt>
          <cx:pt idx="521">3</cx:pt>
          <cx:pt idx="522">3</cx:pt>
          <cx:pt idx="523">1</cx:pt>
          <cx:pt idx="524">2</cx:pt>
          <cx:pt idx="525">1</cx:pt>
          <cx:pt idx="526">3</cx:pt>
          <cx:pt idx="527">2</cx:pt>
          <cx:pt idx="528">2</cx:pt>
          <cx:pt idx="529">2</cx:pt>
          <cx:pt idx="530">3</cx:pt>
          <cx:pt idx="531">3</cx:pt>
          <cx:pt idx="532">1</cx:pt>
          <cx:pt idx="533">2</cx:pt>
          <cx:pt idx="534">1</cx:pt>
          <cx:pt idx="535">3</cx:pt>
          <cx:pt idx="536">3</cx:pt>
          <cx:pt idx="537">3</cx:pt>
          <cx:pt idx="538">2</cx:pt>
          <cx:pt idx="539">2</cx:pt>
          <cx:pt idx="540">3</cx:pt>
          <cx:pt idx="541">2</cx:pt>
          <cx:pt idx="542">3</cx:pt>
          <cx:pt idx="543">2</cx:pt>
          <cx:pt idx="544">3</cx:pt>
          <cx:pt idx="545">1</cx:pt>
          <cx:pt idx="546">3</cx:pt>
          <cx:pt idx="547">3</cx:pt>
          <cx:pt idx="548">2</cx:pt>
          <cx:pt idx="549">1</cx:pt>
          <cx:pt idx="550">1</cx:pt>
          <cx:pt idx="551">3</cx:pt>
          <cx:pt idx="552">1</cx:pt>
          <cx:pt idx="553">3</cx:pt>
          <cx:pt idx="554">2</cx:pt>
          <cx:pt idx="555">3</cx:pt>
          <cx:pt idx="556">1</cx:pt>
          <cx:pt idx="557">2</cx:pt>
          <cx:pt idx="558">3</cx:pt>
          <cx:pt idx="559">2</cx:pt>
          <cx:pt idx="560">3</cx:pt>
          <cx:pt idx="561">2</cx:pt>
          <cx:pt idx="562">2</cx:pt>
          <cx:pt idx="563">2</cx:pt>
          <cx:pt idx="564">2</cx:pt>
          <cx:pt idx="565">2</cx:pt>
          <cx:pt idx="566">3</cx:pt>
          <cx:pt idx="567">2</cx:pt>
          <cx:pt idx="568">3</cx:pt>
          <cx:pt idx="569">3</cx:pt>
          <cx:pt idx="570">1</cx:pt>
          <cx:pt idx="571">3</cx:pt>
          <cx:pt idx="572">3</cx:pt>
          <cx:pt idx="573">3</cx:pt>
          <cx:pt idx="574">2</cx:pt>
          <cx:pt idx="575">1</cx:pt>
          <cx:pt idx="576">2</cx:pt>
          <cx:pt idx="577">1</cx:pt>
          <cx:pt idx="578">3</cx:pt>
          <cx:pt idx="579">1</cx:pt>
          <cx:pt idx="580">1</cx:pt>
          <cx:pt idx="581">3</cx:pt>
          <cx:pt idx="582">2</cx:pt>
          <cx:pt idx="583">2</cx:pt>
          <cx:pt idx="584">1</cx:pt>
          <cx:pt idx="585">1</cx:pt>
          <cx:pt idx="586">1</cx:pt>
          <cx:pt idx="587">1</cx:pt>
          <cx:pt idx="588">3</cx:pt>
          <cx:pt idx="589">1</cx:pt>
          <cx:pt idx="590">2</cx:pt>
          <cx:pt idx="591">3</cx:pt>
          <cx:pt idx="592">1</cx:pt>
          <cx:pt idx="593">2</cx:pt>
          <cx:pt idx="594">2</cx:pt>
          <cx:pt idx="595">2</cx:pt>
          <cx:pt idx="596">2</cx:pt>
          <cx:pt idx="597">2</cx:pt>
          <cx:pt idx="598">2</cx:pt>
          <cx:pt idx="599">3</cx:pt>
          <cx:pt idx="600">1</cx:pt>
          <cx:pt idx="601">3</cx:pt>
          <cx:pt idx="602">1</cx:pt>
          <cx:pt idx="603">2</cx:pt>
          <cx:pt idx="604">1</cx:pt>
          <cx:pt idx="605">1</cx:pt>
          <cx:pt idx="606">2</cx:pt>
          <cx:pt idx="607">1</cx:pt>
          <cx:pt idx="608">3</cx:pt>
          <cx:pt idx="609">3</cx:pt>
          <cx:pt idx="610">2</cx:pt>
          <cx:pt idx="611">1</cx:pt>
          <cx:pt idx="612">1</cx:pt>
          <cx:pt idx="613">2</cx:pt>
          <cx:pt idx="614">2</cx:pt>
          <cx:pt idx="615">1</cx:pt>
          <cx:pt idx="616">2</cx:pt>
          <cx:pt idx="617">3</cx:pt>
          <cx:pt idx="618">2</cx:pt>
          <cx:pt idx="619">2</cx:pt>
          <cx:pt idx="620">1</cx:pt>
          <cx:pt idx="621">2</cx:pt>
          <cx:pt idx="622">2</cx:pt>
          <cx:pt idx="623">2</cx:pt>
          <cx:pt idx="624">1</cx:pt>
          <cx:pt idx="625">2</cx:pt>
          <cx:pt idx="626">1</cx:pt>
          <cx:pt idx="627">3</cx:pt>
          <cx:pt idx="628">1</cx:pt>
          <cx:pt idx="629">3</cx:pt>
          <cx:pt idx="630">1</cx:pt>
          <cx:pt idx="631">2</cx:pt>
          <cx:pt idx="632">2</cx:pt>
          <cx:pt idx="633">2</cx:pt>
          <cx:pt idx="634">3</cx:pt>
          <cx:pt idx="635">2</cx:pt>
          <cx:pt idx="636">3</cx:pt>
          <cx:pt idx="637">1</cx:pt>
          <cx:pt idx="638">1</cx:pt>
          <cx:pt idx="639">2</cx:pt>
          <cx:pt idx="640">1</cx:pt>
          <cx:pt idx="641">1</cx:pt>
          <cx:pt idx="642">1</cx:pt>
          <cx:pt idx="643">2</cx:pt>
          <cx:pt idx="644">1</cx:pt>
          <cx:pt idx="645">1</cx:pt>
          <cx:pt idx="646">2</cx:pt>
          <cx:pt idx="647">3</cx:pt>
          <cx:pt idx="648">3</cx:pt>
          <cx:pt idx="649">2</cx:pt>
          <cx:pt idx="650">2</cx:pt>
          <cx:pt idx="651">2</cx:pt>
          <cx:pt idx="652">3</cx:pt>
          <cx:pt idx="653">1</cx:pt>
          <cx:pt idx="654">1</cx:pt>
          <cx:pt idx="655">3</cx:pt>
          <cx:pt idx="656">3</cx:pt>
          <cx:pt idx="657">3</cx:pt>
          <cx:pt idx="658">2</cx:pt>
          <cx:pt idx="659">1</cx:pt>
          <cx:pt idx="660">3</cx:pt>
          <cx:pt idx="661">2</cx:pt>
          <cx:pt idx="662">1</cx:pt>
          <cx:pt idx="663">2</cx:pt>
          <cx:pt idx="664">1</cx:pt>
          <cx:pt idx="665">3</cx:pt>
          <cx:pt idx="666">1</cx:pt>
          <cx:pt idx="667">1</cx:pt>
          <cx:pt idx="668">3</cx:pt>
          <cx:pt idx="669">3</cx:pt>
          <cx:pt idx="670">3</cx:pt>
          <cx:pt idx="671">3</cx:pt>
          <cx:pt idx="672">2</cx:pt>
          <cx:pt idx="673">3</cx:pt>
          <cx:pt idx="674">1</cx:pt>
          <cx:pt idx="675">2</cx:pt>
          <cx:pt idx="676">1</cx:pt>
          <cx:pt idx="677">2</cx:pt>
          <cx:pt idx="678">1</cx:pt>
          <cx:pt idx="679">2</cx:pt>
          <cx:pt idx="680">1</cx:pt>
          <cx:pt idx="681">3</cx:pt>
          <cx:pt idx="682">2</cx:pt>
          <cx:pt idx="683">3</cx:pt>
          <cx:pt idx="684">2</cx:pt>
          <cx:pt idx="685">2</cx:pt>
          <cx:pt idx="686">2</cx:pt>
          <cx:pt idx="687">3</cx:pt>
          <cx:pt idx="688">2</cx:pt>
          <cx:pt idx="689">1</cx:pt>
          <cx:pt idx="690">3</cx:pt>
          <cx:pt idx="691">1</cx:pt>
          <cx:pt idx="692">3</cx:pt>
          <cx:pt idx="693">2</cx:pt>
          <cx:pt idx="694">1</cx:pt>
          <cx:pt idx="695">3</cx:pt>
          <cx:pt idx="696">3</cx:pt>
          <cx:pt idx="697">1</cx:pt>
          <cx:pt idx="698">3</cx:pt>
          <cx:pt idx="699">1</cx:pt>
          <cx:pt idx="700">1</cx:pt>
          <cx:pt idx="701">2</cx:pt>
          <cx:pt idx="702">1</cx:pt>
          <cx:pt idx="703">1</cx:pt>
          <cx:pt idx="704">3</cx:pt>
          <cx:pt idx="705">1</cx:pt>
          <cx:pt idx="706">2</cx:pt>
          <cx:pt idx="707">3</cx:pt>
          <cx:pt idx="708">2</cx:pt>
          <cx:pt idx="709">1</cx:pt>
          <cx:pt idx="710">1</cx:pt>
          <cx:pt idx="711">3</cx:pt>
          <cx:pt idx="712">2</cx:pt>
          <cx:pt idx="713">2</cx:pt>
          <cx:pt idx="714">2</cx:pt>
          <cx:pt idx="715">3</cx:pt>
          <cx:pt idx="716">3</cx:pt>
          <cx:pt idx="717">1</cx:pt>
          <cx:pt idx="718">2</cx:pt>
          <cx:pt idx="719">2</cx:pt>
          <cx:pt idx="720">1</cx:pt>
          <cx:pt idx="721">1</cx:pt>
          <cx:pt idx="722">2</cx:pt>
          <cx:pt idx="723">2</cx:pt>
          <cx:pt idx="724">1</cx:pt>
          <cx:pt idx="725">2</cx:pt>
          <cx:pt idx="726">1</cx:pt>
          <cx:pt idx="727">2</cx:pt>
          <cx:pt idx="728">1</cx:pt>
          <cx:pt idx="729">1</cx:pt>
          <cx:pt idx="730">1</cx:pt>
          <cx:pt idx="731">2</cx:pt>
          <cx:pt idx="732">2</cx:pt>
          <cx:pt idx="733">1</cx:pt>
          <cx:pt idx="734">1</cx:pt>
          <cx:pt idx="735">3</cx:pt>
          <cx:pt idx="736">2</cx:pt>
          <cx:pt idx="737">2</cx:pt>
          <cx:pt idx="738">2</cx:pt>
          <cx:pt idx="739">1</cx:pt>
          <cx:pt idx="740">1</cx:pt>
          <cx:pt idx="741">1</cx:pt>
          <cx:pt idx="742">2</cx:pt>
          <cx:pt idx="743">2</cx:pt>
          <cx:pt idx="744">3</cx:pt>
          <cx:pt idx="745">1</cx:pt>
          <cx:pt idx="746">2</cx:pt>
          <cx:pt idx="747">2</cx:pt>
          <cx:pt idx="748">3</cx:pt>
          <cx:pt idx="749">2</cx:pt>
          <cx:pt idx="750">2</cx:pt>
          <cx:pt idx="751">1</cx:pt>
          <cx:pt idx="752">1</cx:pt>
          <cx:pt idx="753">1</cx:pt>
          <cx:pt idx="754">1</cx:pt>
          <cx:pt idx="755">2</cx:pt>
          <cx:pt idx="756">2</cx:pt>
          <cx:pt idx="757">3</cx:pt>
          <cx:pt idx="758">3</cx:pt>
          <cx:pt idx="759">2</cx:pt>
          <cx:pt idx="760">1</cx:pt>
          <cx:pt idx="761">1</cx:pt>
          <cx:pt idx="762">2</cx:pt>
          <cx:pt idx="763">2</cx:pt>
          <cx:pt idx="764">1</cx:pt>
          <cx:pt idx="765">2</cx:pt>
          <cx:pt idx="766">1</cx:pt>
          <cx:pt idx="767">3</cx:pt>
          <cx:pt idx="768">1</cx:pt>
          <cx:pt idx="769">1</cx:pt>
          <cx:pt idx="770">2</cx:pt>
          <cx:pt idx="771">1</cx:pt>
          <cx:pt idx="772">2</cx:pt>
          <cx:pt idx="773">2</cx:pt>
          <cx:pt idx="774">2</cx:pt>
          <cx:pt idx="775">3</cx:pt>
          <cx:pt idx="776">1</cx:pt>
          <cx:pt idx="777">1</cx:pt>
          <cx:pt idx="778">2</cx:pt>
          <cx:pt idx="779">1</cx:pt>
          <cx:pt idx="780">1</cx:pt>
          <cx:pt idx="781">1</cx:pt>
          <cx:pt idx="782">2</cx:pt>
          <cx:pt idx="783">1</cx:pt>
          <cx:pt idx="784">1</cx:pt>
          <cx:pt idx="785">2</cx:pt>
          <cx:pt idx="786">2</cx:pt>
          <cx:pt idx="787">2</cx:pt>
          <cx:pt idx="788">1</cx:pt>
          <cx:pt idx="789">3</cx:pt>
          <cx:pt idx="790">2</cx:pt>
          <cx:pt idx="791">1</cx:pt>
          <cx:pt idx="792">1</cx:pt>
          <cx:pt idx="793">1</cx:pt>
          <cx:pt idx="794">2</cx:pt>
          <cx:pt idx="795">1</cx:pt>
          <cx:pt idx="796">2</cx:pt>
          <cx:pt idx="797">1</cx:pt>
          <cx:pt idx="798">1</cx:pt>
          <cx:pt idx="799">2</cx:pt>
          <cx:pt idx="800">2</cx:pt>
          <cx:pt idx="801">2</cx:pt>
          <cx:pt idx="802">2</cx:pt>
          <cx:pt idx="803">1</cx:pt>
          <cx:pt idx="804">2</cx:pt>
          <cx:pt idx="805">1</cx:pt>
          <cx:pt idx="806">2</cx:pt>
          <cx:pt idx="807">2</cx:pt>
          <cx:pt idx="808">2</cx:pt>
          <cx:pt idx="809">3</cx:pt>
          <cx:pt idx="810">2</cx:pt>
          <cx:pt idx="811">1</cx:pt>
          <cx:pt idx="812">2</cx:pt>
          <cx:pt idx="813">3</cx:pt>
          <cx:pt idx="814">2</cx:pt>
          <cx:pt idx="815">2</cx:pt>
          <cx:pt idx="816">2</cx:pt>
          <cx:pt idx="817">3</cx:pt>
          <cx:pt idx="818">2</cx:pt>
          <cx:pt idx="819">2</cx:pt>
          <cx:pt idx="820">1</cx:pt>
          <cx:pt idx="821">1</cx:pt>
          <cx:pt idx="822">1</cx:pt>
          <cx:pt idx="823">2</cx:pt>
          <cx:pt idx="824">1</cx:pt>
          <cx:pt idx="825">3</cx:pt>
          <cx:pt idx="826">2</cx:pt>
          <cx:pt idx="827">1</cx:pt>
          <cx:pt idx="828">2</cx:pt>
          <cx:pt idx="829">3</cx:pt>
          <cx:pt idx="830">2</cx:pt>
          <cx:pt idx="831">2</cx:pt>
          <cx:pt idx="832">1</cx:pt>
          <cx:pt idx="833">2</cx:pt>
          <cx:pt idx="834">3</cx:pt>
          <cx:pt idx="835">1</cx:pt>
          <cx:pt idx="836">1</cx:pt>
          <cx:pt idx="837">2</cx:pt>
          <cx:pt idx="838">2</cx:pt>
          <cx:pt idx="839">1</cx:pt>
          <cx:pt idx="840">1</cx:pt>
          <cx:pt idx="841">2</cx:pt>
          <cx:pt idx="842">3</cx:pt>
          <cx:pt idx="843">2</cx:pt>
          <cx:pt idx="844">2</cx:pt>
          <cx:pt idx="845">2</cx:pt>
          <cx:pt idx="846">3</cx:pt>
          <cx:pt idx="847">3</cx:pt>
          <cx:pt idx="848">1</cx:pt>
          <cx:pt idx="849">2</cx:pt>
          <cx:pt idx="850">2</cx:pt>
          <cx:pt idx="851">3</cx:pt>
          <cx:pt idx="852">1</cx:pt>
          <cx:pt idx="853">1</cx:pt>
          <cx:pt idx="854">1</cx:pt>
          <cx:pt idx="855">1</cx:pt>
          <cx:pt idx="856">2</cx:pt>
          <cx:pt idx="857">2</cx:pt>
          <cx:pt idx="858">2</cx:pt>
          <cx:pt idx="859">1</cx:pt>
          <cx:pt idx="860">1</cx:pt>
          <cx:pt idx="861">2</cx:pt>
          <cx:pt idx="862">3</cx:pt>
          <cx:pt idx="863">2</cx:pt>
          <cx:pt idx="864">1</cx:pt>
          <cx:pt idx="865">2</cx:pt>
          <cx:pt idx="866">2</cx:pt>
          <cx:pt idx="867">2</cx:pt>
          <cx:pt idx="868">2</cx:pt>
          <cx:pt idx="869">3</cx:pt>
          <cx:pt idx="870">1</cx:pt>
          <cx:pt idx="871">1</cx:pt>
          <cx:pt idx="872">2</cx:pt>
          <cx:pt idx="873">3</cx:pt>
          <cx:pt idx="874">1</cx:pt>
          <cx:pt idx="875">1</cx:pt>
          <cx:pt idx="876">2</cx:pt>
          <cx:pt idx="877">1</cx:pt>
          <cx:pt idx="878">2</cx:pt>
          <cx:pt idx="879">2</cx:pt>
          <cx:pt idx="880">2</cx:pt>
          <cx:pt idx="881">2</cx:pt>
          <cx:pt idx="882">1</cx:pt>
          <cx:pt idx="883">1</cx:pt>
          <cx:pt idx="884">2</cx:pt>
          <cx:pt idx="885">1</cx:pt>
          <cx:pt idx="886">2</cx:pt>
          <cx:pt idx="887">1</cx:pt>
          <cx:pt idx="888">1</cx:pt>
          <cx:pt idx="889">1</cx:pt>
          <cx:pt idx="890">2</cx:pt>
          <cx:pt idx="891">1</cx:pt>
          <cx:pt idx="892">3</cx:pt>
          <cx:pt idx="893">2</cx:pt>
          <cx:pt idx="894">1</cx:pt>
          <cx:pt idx="895">3</cx:pt>
          <cx:pt idx="896">2</cx:pt>
          <cx:pt idx="897">2</cx:pt>
          <cx:pt idx="898">2</cx:pt>
          <cx:pt idx="899">2</cx:pt>
          <cx:pt idx="900">1</cx:pt>
          <cx:pt idx="901">1</cx:pt>
          <cx:pt idx="902">2</cx:pt>
          <cx:pt idx="903">1</cx:pt>
          <cx:pt idx="904">1</cx:pt>
          <cx:pt idx="905">2</cx:pt>
          <cx:pt idx="906">1</cx:pt>
          <cx:pt idx="907">2</cx:pt>
          <cx:pt idx="908">2</cx:pt>
          <cx:pt idx="909">1</cx:pt>
          <cx:pt idx="910">2</cx:pt>
          <cx:pt idx="911">2</cx:pt>
          <cx:pt idx="912">1</cx:pt>
          <cx:pt idx="913">1</cx:pt>
          <cx:pt idx="914">1</cx:pt>
          <cx:pt idx="915">1</cx:pt>
          <cx:pt idx="916">1</cx:pt>
          <cx:pt idx="917">2</cx:pt>
          <cx:pt idx="918">2</cx:pt>
          <cx:pt idx="919">2</cx:pt>
          <cx:pt idx="920">1</cx:pt>
          <cx:pt idx="921">1</cx:pt>
          <cx:pt idx="922">1</cx:pt>
          <cx:pt idx="923">1</cx:pt>
          <cx:pt idx="924">2</cx:pt>
          <cx:pt idx="925">1</cx:pt>
          <cx:pt idx="926">2</cx:pt>
          <cx:pt idx="927">1</cx:pt>
          <cx:pt idx="928">1</cx:pt>
          <cx:pt idx="929">2</cx:pt>
          <cx:pt idx="930">1</cx:pt>
          <cx:pt idx="931">2</cx:pt>
          <cx:pt idx="932">3</cx:pt>
          <cx:pt idx="933">2</cx:pt>
          <cx:pt idx="934">1</cx:pt>
          <cx:pt idx="935">1</cx:pt>
          <cx:pt idx="936">2</cx:pt>
          <cx:pt idx="937">1</cx:pt>
          <cx:pt idx="938">2</cx:pt>
          <cx:pt idx="939">3</cx:pt>
          <cx:pt idx="940">2</cx:pt>
          <cx:pt idx="941">1</cx:pt>
          <cx:pt idx="942">2</cx:pt>
          <cx:pt idx="943">2</cx:pt>
          <cx:pt idx="944">1</cx:pt>
          <cx:pt idx="945">2</cx:pt>
          <cx:pt idx="946">1</cx:pt>
          <cx:pt idx="947">2</cx:pt>
          <cx:pt idx="948">3</cx:pt>
          <cx:pt idx="949">1</cx:pt>
          <cx:pt idx="950">2</cx:pt>
          <cx:pt idx="951">2</cx:pt>
          <cx:pt idx="952">3</cx:pt>
          <cx:pt idx="953">1</cx:pt>
          <cx:pt idx="954">2</cx:pt>
          <cx:pt idx="955">2</cx:pt>
          <cx:pt idx="956">1</cx:pt>
          <cx:pt idx="957">2</cx:pt>
          <cx:pt idx="958">2</cx:pt>
          <cx:pt idx="959">1</cx:pt>
          <cx:pt idx="960">1</cx:pt>
          <cx:pt idx="961">1</cx:pt>
          <cx:pt idx="962">1</cx:pt>
          <cx:pt idx="963">1</cx:pt>
          <cx:pt idx="964">1</cx:pt>
          <cx:pt idx="965">1</cx:pt>
          <cx:pt idx="966">1</cx:pt>
          <cx:pt idx="967">2</cx:pt>
          <cx:pt idx="968">1</cx:pt>
          <cx:pt idx="969">1</cx:pt>
          <cx:pt idx="970">2</cx:pt>
          <cx:pt idx="971">2</cx:pt>
          <cx:pt idx="972">1</cx:pt>
        </cx:lvl>
      </cx:numDim>
    </cx:data>
  </cx:chartData>
  <cx:chart>
    <cx:title pos="t" align="ctr" overlay="0">
      <cx:tx>
        <cx:txData>
          <cx:v>By Gender: Exp Level Distribution</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By Gender: Exp Level Distribution</a:t>
          </a:r>
        </a:p>
      </cx:txPr>
    </cx:title>
    <cx:plotArea>
      <cx:plotAreaRegion>
        <cx:series layoutId="boxWhisker" uniqueId="{076A5013-2B5A-44F7-99F5-F9B094A877A8}">
          <cx:tx>
            <cx:txData>
              <cx:f>'Gym Members Exercise Tracking'!$J$1</cx:f>
              <cx:v>Experience Level</cx:v>
            </cx:txData>
          </cx:tx>
          <cx:dataId val="0"/>
          <cx:layoutPr>
            <cx:visibility meanLine="0" meanMarker="1" nonoutliers="0" outliers="1"/>
            <cx:statistics quartileMethod="exclusive"/>
          </cx:layoutPr>
        </cx:series>
      </cx:plotAreaRegion>
      <cx:axis id="0">
        <cx:catScaling gapWidth="1"/>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axis id="1">
        <cx:valScaling max="3" min="0"/>
        <cx:title>
          <cx:tx>
            <cx:txData>
              <cx:v>Exp Level</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Exp Level</a:t>
              </a:r>
            </a:p>
          </cx:txPr>
        </cx:title>
        <cx:majorGridlines/>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plotArea>
  </cx:chart>
</cx:chartSpace>
</file>

<file path=ppt/charts/chartEx6.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'Gym Members Exercise Tracking'!$A$2:$A$974</cx:f>
        <cx:lvl ptCount="973">
          <cx:pt idx="0">Female</cx:pt>
          <cx:pt idx="1">Male</cx:pt>
          <cx:pt idx="2">Female</cx:pt>
          <cx:pt idx="3">Male</cx:pt>
          <cx:pt idx="4">Female</cx:pt>
          <cx:pt idx="5">Female</cx:pt>
          <cx:pt idx="6">Female</cx:pt>
          <cx:pt idx="7">Female</cx:pt>
          <cx:pt idx="8">Male</cx:pt>
          <cx:pt idx="9">Female</cx:pt>
          <cx:pt idx="10">Female</cx:pt>
          <cx:pt idx="11">Male</cx:pt>
          <cx:pt idx="12">Female</cx:pt>
          <cx:pt idx="13">Male</cx:pt>
          <cx:pt idx="14">Male</cx:pt>
          <cx:pt idx="15">Female</cx:pt>
          <cx:pt idx="16">Female</cx:pt>
          <cx:pt idx="17">Female</cx:pt>
          <cx:pt idx="18">Female</cx:pt>
          <cx:pt idx="19">Female</cx:pt>
          <cx:pt idx="20">Male</cx:pt>
          <cx:pt idx="21">Female</cx:pt>
          <cx:pt idx="22">Male</cx:pt>
          <cx:pt idx="23">Male</cx:pt>
          <cx:pt idx="24">Male</cx:pt>
          <cx:pt idx="25">Female</cx:pt>
          <cx:pt idx="26">Female</cx:pt>
          <cx:pt idx="27">Male</cx:pt>
          <cx:pt idx="28">Female</cx:pt>
          <cx:pt idx="29">Female</cx:pt>
          <cx:pt idx="30">Male</cx:pt>
          <cx:pt idx="31">Female</cx:pt>
          <cx:pt idx="32">Female</cx:pt>
          <cx:pt idx="33">Female</cx:pt>
          <cx:pt idx="34">Male</cx:pt>
          <cx:pt idx="35">Female</cx:pt>
          <cx:pt idx="36">Female</cx:pt>
          <cx:pt idx="37">Female</cx:pt>
          <cx:pt idx="38">Female</cx:pt>
          <cx:pt idx="39">Female</cx:pt>
          <cx:pt idx="40">Female</cx:pt>
          <cx:pt idx="41">Male</cx:pt>
          <cx:pt idx="42">Female</cx:pt>
          <cx:pt idx="43">Female</cx:pt>
          <cx:pt idx="44">Female</cx:pt>
          <cx:pt idx="45">Female</cx:pt>
          <cx:pt idx="46">Male</cx:pt>
          <cx:pt idx="47">Female</cx:pt>
          <cx:pt idx="48">Male</cx:pt>
          <cx:pt idx="49">Female</cx:pt>
          <cx:pt idx="50">Female</cx:pt>
          <cx:pt idx="51">Male</cx:pt>
          <cx:pt idx="52">Female</cx:pt>
          <cx:pt idx="53">Male</cx:pt>
          <cx:pt idx="54">Female</cx:pt>
          <cx:pt idx="55">Female</cx:pt>
          <cx:pt idx="56">Male</cx:pt>
          <cx:pt idx="57">Female</cx:pt>
          <cx:pt idx="58">Female</cx:pt>
          <cx:pt idx="59">Female</cx:pt>
          <cx:pt idx="60">Female</cx:pt>
          <cx:pt idx="61">Male</cx:pt>
          <cx:pt idx="62">Male</cx:pt>
          <cx:pt idx="63">Female</cx:pt>
          <cx:pt idx="64">Male</cx:pt>
          <cx:pt idx="65">Male</cx:pt>
          <cx:pt idx="66">Male</cx:pt>
          <cx:pt idx="67">Male</cx:pt>
          <cx:pt idx="68">Female</cx:pt>
          <cx:pt idx="69">Female</cx:pt>
          <cx:pt idx="70">Male</cx:pt>
          <cx:pt idx="71">Female</cx:pt>
          <cx:pt idx="72">Female</cx:pt>
          <cx:pt idx="73">Female</cx:pt>
          <cx:pt idx="74">Female</cx:pt>
          <cx:pt idx="75">Female</cx:pt>
          <cx:pt idx="76">Female</cx:pt>
          <cx:pt idx="77">Male</cx:pt>
          <cx:pt idx="78">Female</cx:pt>
          <cx:pt idx="79">Female</cx:pt>
          <cx:pt idx="80">Male</cx:pt>
          <cx:pt idx="81">Male</cx:pt>
          <cx:pt idx="82">Male</cx:pt>
          <cx:pt idx="83">Male</cx:pt>
          <cx:pt idx="84">Male</cx:pt>
          <cx:pt idx="85">Male</cx:pt>
          <cx:pt idx="86">Female</cx:pt>
          <cx:pt idx="87">Male</cx:pt>
          <cx:pt idx="88">Male</cx:pt>
          <cx:pt idx="89">Female</cx:pt>
          <cx:pt idx="90">Male</cx:pt>
          <cx:pt idx="91">Female</cx:pt>
          <cx:pt idx="92">Female</cx:pt>
          <cx:pt idx="93">Female</cx:pt>
          <cx:pt idx="94">Female</cx:pt>
          <cx:pt idx="95">Female</cx:pt>
          <cx:pt idx="96">Male</cx:pt>
          <cx:pt idx="97">Female</cx:pt>
          <cx:pt idx="98">Male</cx:pt>
          <cx:pt idx="99">Female</cx:pt>
          <cx:pt idx="100">Female</cx:pt>
          <cx:pt idx="101">Male</cx:pt>
          <cx:pt idx="102">Female</cx:pt>
          <cx:pt idx="103">Male</cx:pt>
          <cx:pt idx="104">Female</cx:pt>
          <cx:pt idx="105">Female</cx:pt>
          <cx:pt idx="106">Male</cx:pt>
          <cx:pt idx="107">Female</cx:pt>
          <cx:pt idx="108">Female</cx:pt>
          <cx:pt idx="109">Female</cx:pt>
          <cx:pt idx="110">Male</cx:pt>
          <cx:pt idx="111">Female</cx:pt>
          <cx:pt idx="112">Male</cx:pt>
          <cx:pt idx="113">Female</cx:pt>
          <cx:pt idx="114">Male</cx:pt>
          <cx:pt idx="115">Male</cx:pt>
          <cx:pt idx="116">Female</cx:pt>
          <cx:pt idx="117">Male</cx:pt>
          <cx:pt idx="118">Male</cx:pt>
          <cx:pt idx="119">Male</cx:pt>
          <cx:pt idx="120">Female</cx:pt>
          <cx:pt idx="121">Female</cx:pt>
          <cx:pt idx="122">Male</cx:pt>
          <cx:pt idx="123">Female</cx:pt>
          <cx:pt idx="124">Female</cx:pt>
          <cx:pt idx="125">Male</cx:pt>
          <cx:pt idx="126">Male</cx:pt>
          <cx:pt idx="127">Female</cx:pt>
          <cx:pt idx="128">Female</cx:pt>
          <cx:pt idx="129">Female</cx:pt>
          <cx:pt idx="130">Female</cx:pt>
          <cx:pt idx="131">Female</cx:pt>
          <cx:pt idx="132">Female</cx:pt>
          <cx:pt idx="133">Male</cx:pt>
          <cx:pt idx="134">Female</cx:pt>
          <cx:pt idx="135">Male</cx:pt>
          <cx:pt idx="136">Male</cx:pt>
          <cx:pt idx="137">Male</cx:pt>
          <cx:pt idx="138">Male</cx:pt>
          <cx:pt idx="139">Female</cx:pt>
          <cx:pt idx="140">Female</cx:pt>
          <cx:pt idx="141">Male</cx:pt>
          <cx:pt idx="142">Female</cx:pt>
          <cx:pt idx="143">Female</cx:pt>
          <cx:pt idx="144">Female</cx:pt>
          <cx:pt idx="145">Female</cx:pt>
          <cx:pt idx="146">Female</cx:pt>
          <cx:pt idx="147">Female</cx:pt>
          <cx:pt idx="148">Female</cx:pt>
          <cx:pt idx="149">Female</cx:pt>
          <cx:pt idx="150">Female</cx:pt>
          <cx:pt idx="151">Female</cx:pt>
          <cx:pt idx="152">Male</cx:pt>
          <cx:pt idx="153">Female</cx:pt>
          <cx:pt idx="154">Female</cx:pt>
          <cx:pt idx="155">Male</cx:pt>
          <cx:pt idx="156">Male</cx:pt>
          <cx:pt idx="157">Female</cx:pt>
          <cx:pt idx="158">Female</cx:pt>
          <cx:pt idx="159">Female</cx:pt>
          <cx:pt idx="160">Female</cx:pt>
          <cx:pt idx="161">Female</cx:pt>
          <cx:pt idx="162">Female</cx:pt>
          <cx:pt idx="163">Female</cx:pt>
          <cx:pt idx="164">Female</cx:pt>
          <cx:pt idx="165">Female</cx:pt>
          <cx:pt idx="166">Female</cx:pt>
          <cx:pt idx="167">Female</cx:pt>
          <cx:pt idx="168">Male</cx:pt>
          <cx:pt idx="169">Female</cx:pt>
          <cx:pt idx="170">Female</cx:pt>
          <cx:pt idx="171">Female</cx:pt>
          <cx:pt idx="172">Male</cx:pt>
          <cx:pt idx="173">Male</cx:pt>
          <cx:pt idx="174">Female</cx:pt>
          <cx:pt idx="175">Male</cx:pt>
          <cx:pt idx="176">Male</cx:pt>
          <cx:pt idx="177">Female</cx:pt>
          <cx:pt idx="178">Male</cx:pt>
          <cx:pt idx="179">Female</cx:pt>
          <cx:pt idx="180">Female</cx:pt>
          <cx:pt idx="181">Male</cx:pt>
          <cx:pt idx="182">Male</cx:pt>
          <cx:pt idx="183">Male</cx:pt>
          <cx:pt idx="184">Female</cx:pt>
          <cx:pt idx="185">Female</cx:pt>
          <cx:pt idx="186">Female</cx:pt>
          <cx:pt idx="187">Female</cx:pt>
          <cx:pt idx="188">Female</cx:pt>
          <cx:pt idx="189">Female</cx:pt>
          <cx:pt idx="190">Male</cx:pt>
          <cx:pt idx="191">Male</cx:pt>
          <cx:pt idx="192">Female</cx:pt>
          <cx:pt idx="193">Female</cx:pt>
          <cx:pt idx="194">Male</cx:pt>
          <cx:pt idx="195">Male</cx:pt>
          <cx:pt idx="196">Female</cx:pt>
          <cx:pt idx="197">Male</cx:pt>
          <cx:pt idx="198">Female</cx:pt>
          <cx:pt idx="199">Male</cx:pt>
          <cx:pt idx="200">Female</cx:pt>
          <cx:pt idx="201">Female</cx:pt>
          <cx:pt idx="202">Female</cx:pt>
          <cx:pt idx="203">Female</cx:pt>
          <cx:pt idx="204">Female</cx:pt>
          <cx:pt idx="205">Male</cx:pt>
          <cx:pt idx="206">Male</cx:pt>
          <cx:pt idx="207">Female</cx:pt>
          <cx:pt idx="208">Male</cx:pt>
          <cx:pt idx="209">Female</cx:pt>
          <cx:pt idx="210">Male</cx:pt>
          <cx:pt idx="211">Male</cx:pt>
          <cx:pt idx="212">Male</cx:pt>
          <cx:pt idx="213">Female</cx:pt>
          <cx:pt idx="214">Female</cx:pt>
          <cx:pt idx="215">Male</cx:pt>
          <cx:pt idx="216">Male</cx:pt>
          <cx:pt idx="217">Male</cx:pt>
          <cx:pt idx="218">Male</cx:pt>
          <cx:pt idx="219">Male</cx:pt>
          <cx:pt idx="220">Male</cx:pt>
          <cx:pt idx="221">Female</cx:pt>
          <cx:pt idx="222">Male</cx:pt>
          <cx:pt idx="223">Male</cx:pt>
          <cx:pt idx="224">Male</cx:pt>
          <cx:pt idx="225">Male</cx:pt>
          <cx:pt idx="226">Male</cx:pt>
          <cx:pt idx="227">Male</cx:pt>
          <cx:pt idx="228">Male</cx:pt>
          <cx:pt idx="229">Male</cx:pt>
          <cx:pt idx="230">Male</cx:pt>
          <cx:pt idx="231">Female</cx:pt>
          <cx:pt idx="232">Male</cx:pt>
          <cx:pt idx="233">Male</cx:pt>
          <cx:pt idx="234">Male</cx:pt>
          <cx:pt idx="235">Male</cx:pt>
          <cx:pt idx="236">Male</cx:pt>
          <cx:pt idx="237">Male</cx:pt>
          <cx:pt idx="238">Female</cx:pt>
          <cx:pt idx="239">Male</cx:pt>
          <cx:pt idx="240">Male</cx:pt>
          <cx:pt idx="241">Male</cx:pt>
          <cx:pt idx="242">Male</cx:pt>
          <cx:pt idx="243">Female</cx:pt>
          <cx:pt idx="244">Male</cx:pt>
          <cx:pt idx="245">Female</cx:pt>
          <cx:pt idx="246">Male</cx:pt>
          <cx:pt idx="247">Male</cx:pt>
          <cx:pt idx="248">Male</cx:pt>
          <cx:pt idx="249">Female</cx:pt>
          <cx:pt idx="250">Male</cx:pt>
          <cx:pt idx="251">Male</cx:pt>
          <cx:pt idx="252">Female</cx:pt>
          <cx:pt idx="253">Male</cx:pt>
          <cx:pt idx="254">Male</cx:pt>
          <cx:pt idx="255">Male</cx:pt>
          <cx:pt idx="256">Male</cx:pt>
          <cx:pt idx="257">Female</cx:pt>
          <cx:pt idx="258">Male</cx:pt>
          <cx:pt idx="259">Female</cx:pt>
          <cx:pt idx="260">Male</cx:pt>
          <cx:pt idx="261">Male</cx:pt>
          <cx:pt idx="262">Male</cx:pt>
          <cx:pt idx="263">Male</cx:pt>
          <cx:pt idx="264">Female</cx:pt>
          <cx:pt idx="265">Female</cx:pt>
          <cx:pt idx="266">Female</cx:pt>
          <cx:pt idx="267">Male</cx:pt>
          <cx:pt idx="268">Male</cx:pt>
          <cx:pt idx="269">Female</cx:pt>
          <cx:pt idx="270">Female</cx:pt>
          <cx:pt idx="271">Male</cx:pt>
          <cx:pt idx="272">Male</cx:pt>
          <cx:pt idx="273">Female</cx:pt>
          <cx:pt idx="274">Male</cx:pt>
          <cx:pt idx="275">Female</cx:pt>
          <cx:pt idx="276">Female</cx:pt>
          <cx:pt idx="277">Male</cx:pt>
          <cx:pt idx="278">Female</cx:pt>
          <cx:pt idx="279">Male</cx:pt>
          <cx:pt idx="280">Male</cx:pt>
          <cx:pt idx="281">Male</cx:pt>
          <cx:pt idx="282">Male</cx:pt>
          <cx:pt idx="283">Male</cx:pt>
          <cx:pt idx="284">Male</cx:pt>
          <cx:pt idx="285">Female</cx:pt>
          <cx:pt idx="286">Female</cx:pt>
          <cx:pt idx="287">Male</cx:pt>
          <cx:pt idx="288">Male</cx:pt>
          <cx:pt idx="289">Female</cx:pt>
          <cx:pt idx="290">Male</cx:pt>
          <cx:pt idx="291">Male</cx:pt>
          <cx:pt idx="292">Male</cx:pt>
          <cx:pt idx="293">Male</cx:pt>
          <cx:pt idx="294">Male</cx:pt>
          <cx:pt idx="295">Male</cx:pt>
          <cx:pt idx="296">Male</cx:pt>
          <cx:pt idx="297">Female</cx:pt>
          <cx:pt idx="298">Male</cx:pt>
          <cx:pt idx="299">Male</cx:pt>
          <cx:pt idx="300">Female</cx:pt>
          <cx:pt idx="301">Female</cx:pt>
          <cx:pt idx="302">Male</cx:pt>
          <cx:pt idx="303">Female</cx:pt>
          <cx:pt idx="304">Male</cx:pt>
          <cx:pt idx="305">Female</cx:pt>
          <cx:pt idx="306">Male</cx:pt>
          <cx:pt idx="307">Male</cx:pt>
          <cx:pt idx="308">Male</cx:pt>
          <cx:pt idx="309">Female</cx:pt>
          <cx:pt idx="310">Male</cx:pt>
          <cx:pt idx="311">Female</cx:pt>
          <cx:pt idx="312">Female</cx:pt>
          <cx:pt idx="313">Female</cx:pt>
          <cx:pt idx="314">Male</cx:pt>
          <cx:pt idx="315">Female</cx:pt>
          <cx:pt idx="316">Male</cx:pt>
          <cx:pt idx="317">Female</cx:pt>
          <cx:pt idx="318">Male</cx:pt>
          <cx:pt idx="319">Male</cx:pt>
          <cx:pt idx="320">Male</cx:pt>
          <cx:pt idx="321">Male</cx:pt>
          <cx:pt idx="322">Female</cx:pt>
          <cx:pt idx="323">Male</cx:pt>
          <cx:pt idx="324">Female</cx:pt>
          <cx:pt idx="325">Female</cx:pt>
          <cx:pt idx="326">Male</cx:pt>
          <cx:pt idx="327">Male</cx:pt>
          <cx:pt idx="328">Female</cx:pt>
          <cx:pt idx="329">Male</cx:pt>
          <cx:pt idx="330">Male</cx:pt>
          <cx:pt idx="331">Female</cx:pt>
          <cx:pt idx="332">Female</cx:pt>
          <cx:pt idx="333">Male</cx:pt>
          <cx:pt idx="334">Female</cx:pt>
          <cx:pt idx="335">Female</cx:pt>
          <cx:pt idx="336">Female</cx:pt>
          <cx:pt idx="337">Female</cx:pt>
          <cx:pt idx="338">Male</cx:pt>
          <cx:pt idx="339">Male</cx:pt>
          <cx:pt idx="340">Female</cx:pt>
          <cx:pt idx="341">Female</cx:pt>
          <cx:pt idx="342">Male</cx:pt>
          <cx:pt idx="343">Male</cx:pt>
          <cx:pt idx="344">Male</cx:pt>
          <cx:pt idx="345">Male</cx:pt>
          <cx:pt idx="346">Female</cx:pt>
          <cx:pt idx="347">Male</cx:pt>
          <cx:pt idx="348">Female</cx:pt>
          <cx:pt idx="349">Female</cx:pt>
          <cx:pt idx="350">Female</cx:pt>
          <cx:pt idx="351">Male</cx:pt>
          <cx:pt idx="352">Male</cx:pt>
          <cx:pt idx="353">Male</cx:pt>
          <cx:pt idx="354">Female</cx:pt>
          <cx:pt idx="355">Male</cx:pt>
          <cx:pt idx="356">Male</cx:pt>
          <cx:pt idx="357">Male</cx:pt>
          <cx:pt idx="358">Female</cx:pt>
          <cx:pt idx="359">Male</cx:pt>
          <cx:pt idx="360">Male</cx:pt>
          <cx:pt idx="361">Female</cx:pt>
          <cx:pt idx="362">Male</cx:pt>
          <cx:pt idx="363">Male</cx:pt>
          <cx:pt idx="364">Female</cx:pt>
          <cx:pt idx="365">Female</cx:pt>
          <cx:pt idx="366">Male</cx:pt>
          <cx:pt idx="367">Female</cx:pt>
          <cx:pt idx="368">Female</cx:pt>
          <cx:pt idx="369">Female</cx:pt>
          <cx:pt idx="370">Female</cx:pt>
          <cx:pt idx="371">Male</cx:pt>
          <cx:pt idx="372">Male</cx:pt>
          <cx:pt idx="373">Female</cx:pt>
          <cx:pt idx="374">Female</cx:pt>
          <cx:pt idx="375">Female</cx:pt>
          <cx:pt idx="376">Female</cx:pt>
          <cx:pt idx="377">Female</cx:pt>
          <cx:pt idx="378">Male</cx:pt>
          <cx:pt idx="379">Male</cx:pt>
          <cx:pt idx="380">Female</cx:pt>
          <cx:pt idx="381">Female</cx:pt>
          <cx:pt idx="382">Male</cx:pt>
          <cx:pt idx="383">Male</cx:pt>
          <cx:pt idx="384">Female</cx:pt>
          <cx:pt idx="385">Female</cx:pt>
          <cx:pt idx="386">Male</cx:pt>
          <cx:pt idx="387">Female</cx:pt>
          <cx:pt idx="388">Male</cx:pt>
          <cx:pt idx="389">Female</cx:pt>
          <cx:pt idx="390">Male</cx:pt>
          <cx:pt idx="391">Female</cx:pt>
          <cx:pt idx="392">Male</cx:pt>
          <cx:pt idx="393">Male</cx:pt>
          <cx:pt idx="394">Male</cx:pt>
          <cx:pt idx="395">Male</cx:pt>
          <cx:pt idx="396">Male</cx:pt>
          <cx:pt idx="397">Male</cx:pt>
          <cx:pt idx="398">Female</cx:pt>
          <cx:pt idx="399">Female</cx:pt>
          <cx:pt idx="400">Female</cx:pt>
          <cx:pt idx="401">Female</cx:pt>
          <cx:pt idx="402">Female</cx:pt>
          <cx:pt idx="403">Male</cx:pt>
          <cx:pt idx="404">Female</cx:pt>
          <cx:pt idx="405">Female</cx:pt>
          <cx:pt idx="406">Male</cx:pt>
          <cx:pt idx="407">Female</cx:pt>
          <cx:pt idx="408">Female</cx:pt>
          <cx:pt idx="409">Female</cx:pt>
          <cx:pt idx="410">Female</cx:pt>
          <cx:pt idx="411">Female</cx:pt>
          <cx:pt idx="412">Female</cx:pt>
          <cx:pt idx="413">Female</cx:pt>
          <cx:pt idx="414">Female</cx:pt>
          <cx:pt idx="415">Female</cx:pt>
          <cx:pt idx="416">Female</cx:pt>
          <cx:pt idx="417">Female</cx:pt>
          <cx:pt idx="418">Female</cx:pt>
          <cx:pt idx="419">Male</cx:pt>
          <cx:pt idx="420">Male</cx:pt>
          <cx:pt idx="421">Female</cx:pt>
          <cx:pt idx="422">Female</cx:pt>
          <cx:pt idx="423">Female</cx:pt>
          <cx:pt idx="424">Female</cx:pt>
          <cx:pt idx="425">Female</cx:pt>
          <cx:pt idx="426">Female</cx:pt>
          <cx:pt idx="427">Male</cx:pt>
          <cx:pt idx="428">Female</cx:pt>
          <cx:pt idx="429">Female</cx:pt>
          <cx:pt idx="430">Male</cx:pt>
          <cx:pt idx="431">Female</cx:pt>
          <cx:pt idx="432">Female</cx:pt>
          <cx:pt idx="433">Male</cx:pt>
          <cx:pt idx="434">Female</cx:pt>
          <cx:pt idx="435">Female</cx:pt>
          <cx:pt idx="436">Female</cx:pt>
          <cx:pt idx="437">Female</cx:pt>
          <cx:pt idx="438">Male</cx:pt>
          <cx:pt idx="439">Female</cx:pt>
          <cx:pt idx="440">Female</cx:pt>
          <cx:pt idx="441">Male</cx:pt>
          <cx:pt idx="442">Female</cx:pt>
          <cx:pt idx="443">Female</cx:pt>
          <cx:pt idx="444">Female</cx:pt>
          <cx:pt idx="445">Female</cx:pt>
          <cx:pt idx="446">Male</cx:pt>
          <cx:pt idx="447">Female</cx:pt>
          <cx:pt idx="448">Male</cx:pt>
          <cx:pt idx="449">Female</cx:pt>
          <cx:pt idx="450">Female</cx:pt>
          <cx:pt idx="451">Female</cx:pt>
          <cx:pt idx="452">Female</cx:pt>
          <cx:pt idx="453">Male</cx:pt>
          <cx:pt idx="454">Female</cx:pt>
          <cx:pt idx="455">Female</cx:pt>
          <cx:pt idx="456">Male</cx:pt>
          <cx:pt idx="457">Male</cx:pt>
          <cx:pt idx="458">Female</cx:pt>
          <cx:pt idx="459">Female</cx:pt>
          <cx:pt idx="460">Female</cx:pt>
          <cx:pt idx="461">Male</cx:pt>
          <cx:pt idx="462">Female</cx:pt>
          <cx:pt idx="463">Male</cx:pt>
          <cx:pt idx="464">Female</cx:pt>
          <cx:pt idx="465">Female</cx:pt>
          <cx:pt idx="466">Female</cx:pt>
          <cx:pt idx="467">Male</cx:pt>
          <cx:pt idx="468">Female</cx:pt>
          <cx:pt idx="469">Female</cx:pt>
          <cx:pt idx="470">Male</cx:pt>
          <cx:pt idx="471">Male</cx:pt>
          <cx:pt idx="472">Female</cx:pt>
          <cx:pt idx="473">Male</cx:pt>
          <cx:pt idx="474">Male</cx:pt>
          <cx:pt idx="475">Female</cx:pt>
          <cx:pt idx="476">Female</cx:pt>
          <cx:pt idx="477">Female</cx:pt>
          <cx:pt idx="478">Female</cx:pt>
          <cx:pt idx="479">Male</cx:pt>
          <cx:pt idx="480">Male</cx:pt>
          <cx:pt idx="481">Female</cx:pt>
          <cx:pt idx="482">Female</cx:pt>
          <cx:pt idx="483">Female</cx:pt>
          <cx:pt idx="484">Female</cx:pt>
          <cx:pt idx="485">Female</cx:pt>
          <cx:pt idx="486">Female</cx:pt>
          <cx:pt idx="487">Female</cx:pt>
          <cx:pt idx="488">Female</cx:pt>
          <cx:pt idx="489">Female</cx:pt>
          <cx:pt idx="490">Male</cx:pt>
          <cx:pt idx="491">Female</cx:pt>
          <cx:pt idx="492">Male</cx:pt>
          <cx:pt idx="493">Female</cx:pt>
          <cx:pt idx="494">Male</cx:pt>
          <cx:pt idx="495">Male</cx:pt>
          <cx:pt idx="496">Female</cx:pt>
          <cx:pt idx="497">Male</cx:pt>
          <cx:pt idx="498">Male</cx:pt>
          <cx:pt idx="499">Male</cx:pt>
          <cx:pt idx="500">Male</cx:pt>
          <cx:pt idx="501">Male</cx:pt>
          <cx:pt idx="502">Male</cx:pt>
          <cx:pt idx="503">Male</cx:pt>
          <cx:pt idx="504">Male</cx:pt>
          <cx:pt idx="505">Male</cx:pt>
          <cx:pt idx="506">Female</cx:pt>
          <cx:pt idx="507">Male</cx:pt>
          <cx:pt idx="508">Female</cx:pt>
          <cx:pt idx="509">Male</cx:pt>
          <cx:pt idx="510">Female</cx:pt>
          <cx:pt idx="511">Female</cx:pt>
          <cx:pt idx="512">Female</cx:pt>
          <cx:pt idx="513">Male</cx:pt>
          <cx:pt idx="514">Male</cx:pt>
          <cx:pt idx="515">Female</cx:pt>
          <cx:pt idx="516">Male</cx:pt>
          <cx:pt idx="517">Male</cx:pt>
          <cx:pt idx="518">Male</cx:pt>
          <cx:pt idx="519">Female</cx:pt>
          <cx:pt idx="520">Female</cx:pt>
          <cx:pt idx="521">Male</cx:pt>
          <cx:pt idx="522">Male</cx:pt>
          <cx:pt idx="523">Female</cx:pt>
          <cx:pt idx="524">Female</cx:pt>
          <cx:pt idx="525">Female</cx:pt>
          <cx:pt idx="526">Female</cx:pt>
          <cx:pt idx="527">Female</cx:pt>
          <cx:pt idx="528">Male</cx:pt>
          <cx:pt idx="529">Male</cx:pt>
          <cx:pt idx="530">Male</cx:pt>
          <cx:pt idx="531">Male</cx:pt>
          <cx:pt idx="532">Female</cx:pt>
          <cx:pt idx="533">Female</cx:pt>
          <cx:pt idx="534">Female</cx:pt>
          <cx:pt idx="535">Male</cx:pt>
          <cx:pt idx="536">Male</cx:pt>
          <cx:pt idx="537">Male</cx:pt>
          <cx:pt idx="538">Female</cx:pt>
          <cx:pt idx="539">Female</cx:pt>
          <cx:pt idx="540">Male</cx:pt>
          <cx:pt idx="541">Female</cx:pt>
          <cx:pt idx="542">Male</cx:pt>
          <cx:pt idx="543">Male</cx:pt>
          <cx:pt idx="544">Male</cx:pt>
          <cx:pt idx="545">Female</cx:pt>
          <cx:pt idx="546">Male</cx:pt>
          <cx:pt idx="547">Male</cx:pt>
          <cx:pt idx="548">Male</cx:pt>
          <cx:pt idx="549">Male</cx:pt>
          <cx:pt idx="550">Female</cx:pt>
          <cx:pt idx="551">Male</cx:pt>
          <cx:pt idx="552">Female</cx:pt>
          <cx:pt idx="553">Male</cx:pt>
          <cx:pt idx="554">Female</cx:pt>
          <cx:pt idx="555">Male</cx:pt>
          <cx:pt idx="556">Female</cx:pt>
          <cx:pt idx="557">Female</cx:pt>
          <cx:pt idx="558">Male</cx:pt>
          <cx:pt idx="559">Female</cx:pt>
          <cx:pt idx="560">Male</cx:pt>
          <cx:pt idx="561">Female</cx:pt>
          <cx:pt idx="562">Female</cx:pt>
          <cx:pt idx="563">Female</cx:pt>
          <cx:pt idx="564">Male</cx:pt>
          <cx:pt idx="565">Female</cx:pt>
          <cx:pt idx="566">Male</cx:pt>
          <cx:pt idx="567">Female</cx:pt>
          <cx:pt idx="568">Male</cx:pt>
          <cx:pt idx="569">Male</cx:pt>
          <cx:pt idx="570">Male</cx:pt>
          <cx:pt idx="571">Male</cx:pt>
          <cx:pt idx="572">Male</cx:pt>
          <cx:pt idx="573">Male</cx:pt>
          <cx:pt idx="574">Female</cx:pt>
          <cx:pt idx="575">Male</cx:pt>
          <cx:pt idx="576">Female</cx:pt>
          <cx:pt idx="577">Male</cx:pt>
          <cx:pt idx="578">Male</cx:pt>
          <cx:pt idx="579">Female</cx:pt>
          <cx:pt idx="580">Female</cx:pt>
          <cx:pt idx="581">Female</cx:pt>
          <cx:pt idx="582">Female</cx:pt>
          <cx:pt idx="583">Male</cx:pt>
          <cx:pt idx="584">Male</cx:pt>
          <cx:pt idx="585">Male</cx:pt>
          <cx:pt idx="586">Male</cx:pt>
          <cx:pt idx="587">Male</cx:pt>
          <cx:pt idx="588">Female</cx:pt>
          <cx:pt idx="589">Female</cx:pt>
          <cx:pt idx="590">Female</cx:pt>
          <cx:pt idx="591">Female</cx:pt>
          <cx:pt idx="592">Male</cx:pt>
          <cx:pt idx="593">Female</cx:pt>
          <cx:pt idx="594">Female</cx:pt>
          <cx:pt idx="595">Male</cx:pt>
          <cx:pt idx="596">Male</cx:pt>
          <cx:pt idx="597">Female</cx:pt>
          <cx:pt idx="598">Male</cx:pt>
          <cx:pt idx="599">Male</cx:pt>
          <cx:pt idx="600">Male</cx:pt>
          <cx:pt idx="601">Female</cx:pt>
          <cx:pt idx="602">Female</cx:pt>
          <cx:pt idx="603">Male</cx:pt>
          <cx:pt idx="604">Male</cx:pt>
          <cx:pt idx="605">Female</cx:pt>
          <cx:pt idx="606">Female</cx:pt>
          <cx:pt idx="607">Female</cx:pt>
          <cx:pt idx="608">Male</cx:pt>
          <cx:pt idx="609">Female</cx:pt>
          <cx:pt idx="610">Female</cx:pt>
          <cx:pt idx="611">Male</cx:pt>
          <cx:pt idx="612">Female</cx:pt>
          <cx:pt idx="613">Female</cx:pt>
          <cx:pt idx="614">Male</cx:pt>
          <cx:pt idx="615">Male</cx:pt>
          <cx:pt idx="616">Male</cx:pt>
          <cx:pt idx="617">Male</cx:pt>
          <cx:pt idx="618">Female</cx:pt>
          <cx:pt idx="619">Female</cx:pt>
          <cx:pt idx="620">Male</cx:pt>
          <cx:pt idx="621">Male</cx:pt>
          <cx:pt idx="622">Male</cx:pt>
          <cx:pt idx="623">Female</cx:pt>
          <cx:pt idx="624">Female</cx:pt>
          <cx:pt idx="625">Male</cx:pt>
          <cx:pt idx="626">Female</cx:pt>
          <cx:pt idx="627">Male</cx:pt>
          <cx:pt idx="628">Female</cx:pt>
          <cx:pt idx="629">Female</cx:pt>
          <cx:pt idx="630">Female</cx:pt>
          <cx:pt idx="631">Female</cx:pt>
          <cx:pt idx="632">Female</cx:pt>
          <cx:pt idx="633">Male</cx:pt>
          <cx:pt idx="634">Female</cx:pt>
          <cx:pt idx="635">Female</cx:pt>
          <cx:pt idx="636">Female</cx:pt>
          <cx:pt idx="637">Male</cx:pt>
          <cx:pt idx="638">Female</cx:pt>
          <cx:pt idx="639">Male</cx:pt>
          <cx:pt idx="640">Female</cx:pt>
          <cx:pt idx="641">Male</cx:pt>
          <cx:pt idx="642">Female</cx:pt>
          <cx:pt idx="643">Male</cx:pt>
          <cx:pt idx="644">Male</cx:pt>
          <cx:pt idx="645">Female</cx:pt>
          <cx:pt idx="646">Female</cx:pt>
          <cx:pt idx="647">Female</cx:pt>
          <cx:pt idx="648">Female</cx:pt>
          <cx:pt idx="649">Male</cx:pt>
          <cx:pt idx="650">Female</cx:pt>
          <cx:pt idx="651">Male</cx:pt>
          <cx:pt idx="652">Female</cx:pt>
          <cx:pt idx="653">Female</cx:pt>
          <cx:pt idx="654">Female</cx:pt>
          <cx:pt idx="655">Female</cx:pt>
          <cx:pt idx="656">Female</cx:pt>
          <cx:pt idx="657">Male</cx:pt>
          <cx:pt idx="658">Female</cx:pt>
          <cx:pt idx="659">Female</cx:pt>
          <cx:pt idx="660">Male</cx:pt>
          <cx:pt idx="661">Male</cx:pt>
          <cx:pt idx="662">Male</cx:pt>
          <cx:pt idx="663">Female</cx:pt>
          <cx:pt idx="664">Female</cx:pt>
          <cx:pt idx="665">Female</cx:pt>
          <cx:pt idx="666">Female</cx:pt>
          <cx:pt idx="667">Female</cx:pt>
          <cx:pt idx="668">Male</cx:pt>
          <cx:pt idx="669">Female</cx:pt>
          <cx:pt idx="670">Male</cx:pt>
          <cx:pt idx="671">Male</cx:pt>
          <cx:pt idx="672">Female</cx:pt>
          <cx:pt idx="673">Male</cx:pt>
          <cx:pt idx="674">Female</cx:pt>
          <cx:pt idx="675">Male</cx:pt>
          <cx:pt idx="676">Female</cx:pt>
          <cx:pt idx="677">Female</cx:pt>
          <cx:pt idx="678">Female</cx:pt>
          <cx:pt idx="679">Female</cx:pt>
          <cx:pt idx="680">Female</cx:pt>
          <cx:pt idx="681">Male</cx:pt>
          <cx:pt idx="682">Female</cx:pt>
          <cx:pt idx="683">Male</cx:pt>
          <cx:pt idx="684">Male</cx:pt>
          <cx:pt idx="685">Female</cx:pt>
          <cx:pt idx="686">Female</cx:pt>
          <cx:pt idx="687">Female</cx:pt>
          <cx:pt idx="688">Female</cx:pt>
          <cx:pt idx="689">Female</cx:pt>
          <cx:pt idx="690">Male</cx:pt>
          <cx:pt idx="691">Female</cx:pt>
          <cx:pt idx="692">Male</cx:pt>
          <cx:pt idx="693">Female</cx:pt>
          <cx:pt idx="694">Female</cx:pt>
          <cx:pt idx="695">Female</cx:pt>
          <cx:pt idx="696">Female</cx:pt>
          <cx:pt idx="697">Male</cx:pt>
          <cx:pt idx="698">Male</cx:pt>
          <cx:pt idx="699">Male</cx:pt>
          <cx:pt idx="700">Female</cx:pt>
          <cx:pt idx="701">Female</cx:pt>
          <cx:pt idx="702">Male</cx:pt>
          <cx:pt idx="703">Male</cx:pt>
          <cx:pt idx="704">Male</cx:pt>
          <cx:pt idx="705">Female</cx:pt>
          <cx:pt idx="706">Female</cx:pt>
          <cx:pt idx="707">Male</cx:pt>
          <cx:pt idx="708">Male</cx:pt>
          <cx:pt idx="709">Female</cx:pt>
          <cx:pt idx="710">Male</cx:pt>
          <cx:pt idx="711">Male</cx:pt>
          <cx:pt idx="712">Male</cx:pt>
          <cx:pt idx="713">Female</cx:pt>
          <cx:pt idx="714">Male</cx:pt>
          <cx:pt idx="715">Female</cx:pt>
          <cx:pt idx="716">Male</cx:pt>
          <cx:pt idx="717">Male</cx:pt>
          <cx:pt idx="718">Male</cx:pt>
          <cx:pt idx="719">Female</cx:pt>
          <cx:pt idx="720">Male</cx:pt>
          <cx:pt idx="721">Male</cx:pt>
          <cx:pt idx="722">Male</cx:pt>
          <cx:pt idx="723">Male</cx:pt>
          <cx:pt idx="724">Male</cx:pt>
          <cx:pt idx="725">Male</cx:pt>
          <cx:pt idx="726">Female</cx:pt>
          <cx:pt idx="727">Female</cx:pt>
          <cx:pt idx="728">Male</cx:pt>
          <cx:pt idx="729">Male</cx:pt>
          <cx:pt idx="730">Male</cx:pt>
          <cx:pt idx="731">Male</cx:pt>
          <cx:pt idx="732">Male</cx:pt>
          <cx:pt idx="733">Female</cx:pt>
          <cx:pt idx="734">Male</cx:pt>
          <cx:pt idx="735">Male</cx:pt>
          <cx:pt idx="736">Male</cx:pt>
          <cx:pt idx="737">Female</cx:pt>
          <cx:pt idx="738">Male</cx:pt>
          <cx:pt idx="739">Female</cx:pt>
          <cx:pt idx="740">Male</cx:pt>
          <cx:pt idx="741">Male</cx:pt>
          <cx:pt idx="742">Male</cx:pt>
          <cx:pt idx="743">Female</cx:pt>
          <cx:pt idx="744">Female</cx:pt>
          <cx:pt idx="745">Male</cx:pt>
          <cx:pt idx="746">Male</cx:pt>
          <cx:pt idx="747">Female</cx:pt>
          <cx:pt idx="748">Female</cx:pt>
          <cx:pt idx="749">Female</cx:pt>
          <cx:pt idx="750">Female</cx:pt>
          <cx:pt idx="751">Male</cx:pt>
          <cx:pt idx="752">Male</cx:pt>
          <cx:pt idx="753">Male</cx:pt>
          <cx:pt idx="754">Female</cx:pt>
          <cx:pt idx="755">Female</cx:pt>
          <cx:pt idx="756">Male</cx:pt>
          <cx:pt idx="757">Male</cx:pt>
          <cx:pt idx="758">Male</cx:pt>
          <cx:pt idx="759">Female</cx:pt>
          <cx:pt idx="760">Male</cx:pt>
          <cx:pt idx="761">Male</cx:pt>
          <cx:pt idx="762">Male</cx:pt>
          <cx:pt idx="763">Male</cx:pt>
          <cx:pt idx="764">Male</cx:pt>
          <cx:pt idx="765">Female</cx:pt>
          <cx:pt idx="766">Male</cx:pt>
          <cx:pt idx="767">Female</cx:pt>
          <cx:pt idx="768">Male</cx:pt>
          <cx:pt idx="769">Female</cx:pt>
          <cx:pt idx="770">Male</cx:pt>
          <cx:pt idx="771">Male</cx:pt>
          <cx:pt idx="772">Male</cx:pt>
          <cx:pt idx="773">Male</cx:pt>
          <cx:pt idx="774">Female</cx:pt>
          <cx:pt idx="775">Female</cx:pt>
          <cx:pt idx="776">Male</cx:pt>
          <cx:pt idx="777">Male</cx:pt>
          <cx:pt idx="778">Female</cx:pt>
          <cx:pt idx="779">Male</cx:pt>
          <cx:pt idx="780">Male</cx:pt>
          <cx:pt idx="781">Female</cx:pt>
          <cx:pt idx="782">Male</cx:pt>
          <cx:pt idx="783">Male</cx:pt>
          <cx:pt idx="784">Male</cx:pt>
          <cx:pt idx="785">Female</cx:pt>
          <cx:pt idx="786">Male</cx:pt>
          <cx:pt idx="787">Male</cx:pt>
          <cx:pt idx="788">Female</cx:pt>
          <cx:pt idx="789">Female</cx:pt>
          <cx:pt idx="790">Male</cx:pt>
          <cx:pt idx="791">Male</cx:pt>
          <cx:pt idx="792">Male</cx:pt>
          <cx:pt idx="793">Male</cx:pt>
          <cx:pt idx="794">Female</cx:pt>
          <cx:pt idx="795">Male</cx:pt>
          <cx:pt idx="796">Male</cx:pt>
          <cx:pt idx="797">Female</cx:pt>
          <cx:pt idx="798">Male</cx:pt>
          <cx:pt idx="799">Female</cx:pt>
          <cx:pt idx="800">Female</cx:pt>
          <cx:pt idx="801">Male</cx:pt>
          <cx:pt idx="802">Female</cx:pt>
          <cx:pt idx="803">Female</cx:pt>
          <cx:pt idx="804">Male</cx:pt>
          <cx:pt idx="805">Male</cx:pt>
          <cx:pt idx="806">Male</cx:pt>
          <cx:pt idx="807">Male</cx:pt>
          <cx:pt idx="808">Female</cx:pt>
          <cx:pt idx="809">Female</cx:pt>
          <cx:pt idx="810">Male</cx:pt>
          <cx:pt idx="811">Male</cx:pt>
          <cx:pt idx="812">Male</cx:pt>
          <cx:pt idx="813">Female</cx:pt>
          <cx:pt idx="814">Male</cx:pt>
          <cx:pt idx="815">Male</cx:pt>
          <cx:pt idx="816">Male</cx:pt>
          <cx:pt idx="817">Female</cx:pt>
          <cx:pt idx="818">Male</cx:pt>
          <cx:pt idx="819">Male</cx:pt>
          <cx:pt idx="820">Female</cx:pt>
          <cx:pt idx="821">Male</cx:pt>
          <cx:pt idx="822">Female</cx:pt>
          <cx:pt idx="823">Female</cx:pt>
          <cx:pt idx="824">Male</cx:pt>
          <cx:pt idx="825">Female</cx:pt>
          <cx:pt idx="826">Male</cx:pt>
          <cx:pt idx="827">Female</cx:pt>
          <cx:pt idx="828">Male</cx:pt>
          <cx:pt idx="829">Male</cx:pt>
          <cx:pt idx="830">Male</cx:pt>
          <cx:pt idx="831">Male</cx:pt>
          <cx:pt idx="832">Male</cx:pt>
          <cx:pt idx="833">Male</cx:pt>
          <cx:pt idx="834">Male</cx:pt>
          <cx:pt idx="835">Male</cx:pt>
          <cx:pt idx="836">Female</cx:pt>
          <cx:pt idx="837">Male</cx:pt>
          <cx:pt idx="838">Female</cx:pt>
          <cx:pt idx="839">Female</cx:pt>
          <cx:pt idx="840">Male</cx:pt>
          <cx:pt idx="841">Male</cx:pt>
          <cx:pt idx="842">Female</cx:pt>
          <cx:pt idx="843">Female</cx:pt>
          <cx:pt idx="844">Male</cx:pt>
          <cx:pt idx="845">Male</cx:pt>
          <cx:pt idx="846">Male</cx:pt>
          <cx:pt idx="847">Female</cx:pt>
          <cx:pt idx="848">Male</cx:pt>
          <cx:pt idx="849">Female</cx:pt>
          <cx:pt idx="850">Male</cx:pt>
          <cx:pt idx="851">Female</cx:pt>
          <cx:pt idx="852">Male</cx:pt>
          <cx:pt idx="853">Male</cx:pt>
          <cx:pt idx="854">Female</cx:pt>
          <cx:pt idx="855">Male</cx:pt>
          <cx:pt idx="856">Female</cx:pt>
          <cx:pt idx="857">Male</cx:pt>
          <cx:pt idx="858">Female</cx:pt>
          <cx:pt idx="859">Male</cx:pt>
          <cx:pt idx="860">Male</cx:pt>
          <cx:pt idx="861">Male</cx:pt>
          <cx:pt idx="862">Female</cx:pt>
          <cx:pt idx="863">Female</cx:pt>
          <cx:pt idx="864">Male</cx:pt>
          <cx:pt idx="865">Female</cx:pt>
          <cx:pt idx="866">Male</cx:pt>
          <cx:pt idx="867">Female</cx:pt>
          <cx:pt idx="868">Male</cx:pt>
          <cx:pt idx="869">Male</cx:pt>
          <cx:pt idx="870">Male</cx:pt>
          <cx:pt idx="871">Male</cx:pt>
          <cx:pt idx="872">Male</cx:pt>
          <cx:pt idx="873">Male</cx:pt>
          <cx:pt idx="874">Male</cx:pt>
          <cx:pt idx="875">Female</cx:pt>
          <cx:pt idx="876">Male</cx:pt>
          <cx:pt idx="877">Male</cx:pt>
          <cx:pt idx="878">Male</cx:pt>
          <cx:pt idx="879">Male</cx:pt>
          <cx:pt idx="880">Female</cx:pt>
          <cx:pt idx="881">Male</cx:pt>
          <cx:pt idx="882">Male</cx:pt>
          <cx:pt idx="883">Male</cx:pt>
          <cx:pt idx="884">Female</cx:pt>
          <cx:pt idx="885">Male</cx:pt>
          <cx:pt idx="886">Female</cx:pt>
          <cx:pt idx="887">Female</cx:pt>
          <cx:pt idx="888">Female</cx:pt>
          <cx:pt idx="889">Male</cx:pt>
          <cx:pt idx="890">Male</cx:pt>
          <cx:pt idx="891">Male</cx:pt>
          <cx:pt idx="892">Male</cx:pt>
          <cx:pt idx="893">Female</cx:pt>
          <cx:pt idx="894">Male</cx:pt>
          <cx:pt idx="895">Male</cx:pt>
          <cx:pt idx="896">Male</cx:pt>
          <cx:pt idx="897">Male</cx:pt>
          <cx:pt idx="898">Male</cx:pt>
          <cx:pt idx="899">Male</cx:pt>
          <cx:pt idx="900">Male</cx:pt>
          <cx:pt idx="901">Female</cx:pt>
          <cx:pt idx="902">Male</cx:pt>
          <cx:pt idx="903">Female</cx:pt>
          <cx:pt idx="904">Male</cx:pt>
          <cx:pt idx="905">Male</cx:pt>
          <cx:pt idx="906">Male</cx:pt>
          <cx:pt idx="907">Male</cx:pt>
          <cx:pt idx="908">Male</cx:pt>
          <cx:pt idx="909">Male</cx:pt>
          <cx:pt idx="910">Female</cx:pt>
          <cx:pt idx="911">Male</cx:pt>
          <cx:pt idx="912">Male</cx:pt>
          <cx:pt idx="913">Male</cx:pt>
          <cx:pt idx="914">Male</cx:pt>
          <cx:pt idx="915">Male</cx:pt>
          <cx:pt idx="916">Male</cx:pt>
          <cx:pt idx="917">Male</cx:pt>
          <cx:pt idx="918">Male</cx:pt>
          <cx:pt idx="919">Male</cx:pt>
          <cx:pt idx="920">Male</cx:pt>
          <cx:pt idx="921">Male</cx:pt>
          <cx:pt idx="922">Male</cx:pt>
          <cx:pt idx="923">Female</cx:pt>
          <cx:pt idx="924">Male</cx:pt>
          <cx:pt idx="925">Male</cx:pt>
          <cx:pt idx="926">Male</cx:pt>
          <cx:pt idx="927">Male</cx:pt>
          <cx:pt idx="928">Male</cx:pt>
          <cx:pt idx="929">Male</cx:pt>
          <cx:pt idx="930">Male</cx:pt>
          <cx:pt idx="931">Male</cx:pt>
          <cx:pt idx="932">Male</cx:pt>
          <cx:pt idx="933">Male</cx:pt>
          <cx:pt idx="934">Male</cx:pt>
          <cx:pt idx="935">Female</cx:pt>
          <cx:pt idx="936">Male</cx:pt>
          <cx:pt idx="937">Male</cx:pt>
          <cx:pt idx="938">Male</cx:pt>
          <cx:pt idx="939">Female</cx:pt>
          <cx:pt idx="940">Female</cx:pt>
          <cx:pt idx="941">Male</cx:pt>
          <cx:pt idx="942">Male</cx:pt>
          <cx:pt idx="943">Male</cx:pt>
          <cx:pt idx="944">Male</cx:pt>
          <cx:pt idx="945">Male</cx:pt>
          <cx:pt idx="946">Female</cx:pt>
          <cx:pt idx="947">Female</cx:pt>
          <cx:pt idx="948">Male</cx:pt>
          <cx:pt idx="949">Male</cx:pt>
          <cx:pt idx="950">Male</cx:pt>
          <cx:pt idx="951">Male</cx:pt>
          <cx:pt idx="952">Female</cx:pt>
          <cx:pt idx="953">Male</cx:pt>
          <cx:pt idx="954">Male</cx:pt>
          <cx:pt idx="955">Male</cx:pt>
          <cx:pt idx="956">Male</cx:pt>
          <cx:pt idx="957">Male</cx:pt>
          <cx:pt idx="958">Female</cx:pt>
          <cx:pt idx="959">Female</cx:pt>
          <cx:pt idx="960">Male</cx:pt>
          <cx:pt idx="961">Female</cx:pt>
          <cx:pt idx="962">Male</cx:pt>
          <cx:pt idx="963">Male</cx:pt>
          <cx:pt idx="964">Male</cx:pt>
          <cx:pt idx="965">Male</cx:pt>
          <cx:pt idx="966">Male</cx:pt>
          <cx:pt idx="967">Male</cx:pt>
          <cx:pt idx="968">Male</cx:pt>
          <cx:pt idx="969">Male</cx:pt>
          <cx:pt idx="970">Male</cx:pt>
          <cx:pt idx="971">Male</cx:pt>
          <cx:pt idx="972">Male</cx:pt>
        </cx:lvl>
      </cx:strDim>
      <cx:numDim type="val">
        <cx:f>'Gym Members Exercise Tracking'!$K$2:$K$974</cx:f>
        <cx:lvl ptCount="973" formatCode="General">
          <cx:pt idx="0">4</cx:pt>
          <cx:pt idx="1">3</cx:pt>
          <cx:pt idx="2">2</cx:pt>
          <cx:pt idx="3">2</cx:pt>
          <cx:pt idx="4">3</cx:pt>
          <cx:pt idx="5">3</cx:pt>
          <cx:pt idx="6">3</cx:pt>
          <cx:pt idx="7">4</cx:pt>
          <cx:pt idx="8">3</cx:pt>
          <cx:pt idx="9">5</cx:pt>
          <cx:pt idx="10">3</cx:pt>
          <cx:pt idx="11">3</cx:pt>
          <cx:pt idx="12">4</cx:pt>
          <cx:pt idx="13">3</cx:pt>
          <cx:pt idx="14">5</cx:pt>
          <cx:pt idx="15">2</cx:pt>
          <cx:pt idx="16">4</cx:pt>
          <cx:pt idx="17">4</cx:pt>
          <cx:pt idx="18">3</cx:pt>
          <cx:pt idx="19">3</cx:pt>
          <cx:pt idx="20">4</cx:pt>
          <cx:pt idx="21">3</cx:pt>
          <cx:pt idx="22">5</cx:pt>
          <cx:pt idx="23">3</cx:pt>
          <cx:pt idx="24">5</cx:pt>
          <cx:pt idx="25">5</cx:pt>
          <cx:pt idx="26">3</cx:pt>
          <cx:pt idx="27">4</cx:pt>
          <cx:pt idx="28">5</cx:pt>
          <cx:pt idx="29">4</cx:pt>
          <cx:pt idx="30">4</cx:pt>
          <cx:pt idx="31">4</cx:pt>
          <cx:pt idx="32">3</cx:pt>
          <cx:pt idx="33">2</cx:pt>
          <cx:pt idx="34">3</cx:pt>
          <cx:pt idx="35">3</cx:pt>
          <cx:pt idx="36">2</cx:pt>
          <cx:pt idx="37">3</cx:pt>
          <cx:pt idx="38">5</cx:pt>
          <cx:pt idx="39">4</cx:pt>
          <cx:pt idx="40">4</cx:pt>
          <cx:pt idx="41">3</cx:pt>
          <cx:pt idx="42">5</cx:pt>
          <cx:pt idx="43">4</cx:pt>
          <cx:pt idx="44">4</cx:pt>
          <cx:pt idx="45">2</cx:pt>
          <cx:pt idx="46">3</cx:pt>
          <cx:pt idx="47">3</cx:pt>
          <cx:pt idx="48">3</cx:pt>
          <cx:pt idx="49">4</cx:pt>
          <cx:pt idx="50">2</cx:pt>
          <cx:pt idx="51">3</cx:pt>
          <cx:pt idx="52">3</cx:pt>
          <cx:pt idx="53">2</cx:pt>
          <cx:pt idx="54">4</cx:pt>
          <cx:pt idx="55">2</cx:pt>
          <cx:pt idx="56">4</cx:pt>
          <cx:pt idx="57">3</cx:pt>
          <cx:pt idx="58">5</cx:pt>
          <cx:pt idx="59">5</cx:pt>
          <cx:pt idx="60">3</cx:pt>
          <cx:pt idx="61">5</cx:pt>
          <cx:pt idx="62">4</cx:pt>
          <cx:pt idx="63">5</cx:pt>
          <cx:pt idx="64">3</cx:pt>
          <cx:pt idx="65">2</cx:pt>
          <cx:pt idx="66">5</cx:pt>
          <cx:pt idx="67">2</cx:pt>
          <cx:pt idx="68">2</cx:pt>
          <cx:pt idx="69">4</cx:pt>
          <cx:pt idx="70">5</cx:pt>
          <cx:pt idx="71">4</cx:pt>
          <cx:pt idx="72">2</cx:pt>
          <cx:pt idx="73">4</cx:pt>
          <cx:pt idx="74">2</cx:pt>
          <cx:pt idx="75">3</cx:pt>
          <cx:pt idx="76">2</cx:pt>
          <cx:pt idx="77">4</cx:pt>
          <cx:pt idx="78">3</cx:pt>
          <cx:pt idx="79">3</cx:pt>
          <cx:pt idx="80">3</cx:pt>
          <cx:pt idx="81">5</cx:pt>
          <cx:pt idx="82">4</cx:pt>
          <cx:pt idx="83">2</cx:pt>
          <cx:pt idx="84">2</cx:pt>
          <cx:pt idx="85">3</cx:pt>
          <cx:pt idx="86">3</cx:pt>
          <cx:pt idx="87">4</cx:pt>
          <cx:pt idx="88">4</cx:pt>
          <cx:pt idx="89">5</cx:pt>
          <cx:pt idx="90">4</cx:pt>
          <cx:pt idx="91">3</cx:pt>
          <cx:pt idx="92">3</cx:pt>
          <cx:pt idx="93">3</cx:pt>
          <cx:pt idx="94">2</cx:pt>
          <cx:pt idx="95">5</cx:pt>
          <cx:pt idx="96">5</cx:pt>
          <cx:pt idx="97">4</cx:pt>
          <cx:pt idx="98">5</cx:pt>
          <cx:pt idx="99">3</cx:pt>
          <cx:pt idx="100">3</cx:pt>
          <cx:pt idx="101">4</cx:pt>
          <cx:pt idx="102">3</cx:pt>
          <cx:pt idx="103">4</cx:pt>
          <cx:pt idx="104">2</cx:pt>
          <cx:pt idx="105">2</cx:pt>
          <cx:pt idx="106">4</cx:pt>
          <cx:pt idx="107">2</cx:pt>
          <cx:pt idx="108">3</cx:pt>
          <cx:pt idx="109">3</cx:pt>
          <cx:pt idx="110">4</cx:pt>
          <cx:pt idx="111">4</cx:pt>
          <cx:pt idx="112">3</cx:pt>
          <cx:pt idx="113">4</cx:pt>
          <cx:pt idx="114">3</cx:pt>
          <cx:pt idx="115">5</cx:pt>
          <cx:pt idx="116">4</cx:pt>
          <cx:pt idx="117">3</cx:pt>
          <cx:pt idx="118">3</cx:pt>
          <cx:pt idx="119">2</cx:pt>
          <cx:pt idx="120">5</cx:pt>
          <cx:pt idx="121">2</cx:pt>
          <cx:pt idx="122">3</cx:pt>
          <cx:pt idx="123">4</cx:pt>
          <cx:pt idx="124">3</cx:pt>
          <cx:pt idx="125">3</cx:pt>
          <cx:pt idx="126">3</cx:pt>
          <cx:pt idx="127">3</cx:pt>
          <cx:pt idx="128">5</cx:pt>
          <cx:pt idx="129">3</cx:pt>
          <cx:pt idx="130">3</cx:pt>
          <cx:pt idx="131">4</cx:pt>
          <cx:pt idx="132">2</cx:pt>
          <cx:pt idx="133">2</cx:pt>
          <cx:pt idx="134">4</cx:pt>
          <cx:pt idx="135">3</cx:pt>
          <cx:pt idx="136">2</cx:pt>
          <cx:pt idx="137">3</cx:pt>
          <cx:pt idx="138">3</cx:pt>
          <cx:pt idx="139">4</cx:pt>
          <cx:pt idx="140">4</cx:pt>
          <cx:pt idx="141">4</cx:pt>
          <cx:pt idx="142">5</cx:pt>
          <cx:pt idx="143">4</cx:pt>
          <cx:pt idx="144">3</cx:pt>
          <cx:pt idx="145">4</cx:pt>
          <cx:pt idx="146">3</cx:pt>
          <cx:pt idx="147">3</cx:pt>
          <cx:pt idx="148">4</cx:pt>
          <cx:pt idx="149">2</cx:pt>
          <cx:pt idx="150">5</cx:pt>
          <cx:pt idx="151">5</cx:pt>
          <cx:pt idx="152">3</cx:pt>
          <cx:pt idx="153">2</cx:pt>
          <cx:pt idx="154">5</cx:pt>
          <cx:pt idx="155">5</cx:pt>
          <cx:pt idx="156">3</cx:pt>
          <cx:pt idx="157">5</cx:pt>
          <cx:pt idx="158">4</cx:pt>
          <cx:pt idx="159">4</cx:pt>
          <cx:pt idx="160">4</cx:pt>
          <cx:pt idx="161">2</cx:pt>
          <cx:pt idx="162">3</cx:pt>
          <cx:pt idx="163">2</cx:pt>
          <cx:pt idx="164">3</cx:pt>
          <cx:pt idx="165">3</cx:pt>
          <cx:pt idx="166">4</cx:pt>
          <cx:pt idx="167">4</cx:pt>
          <cx:pt idx="168">4</cx:pt>
          <cx:pt idx="169">3</cx:pt>
          <cx:pt idx="170">2</cx:pt>
          <cx:pt idx="171">3</cx:pt>
          <cx:pt idx="172">3</cx:pt>
          <cx:pt idx="173">4</cx:pt>
          <cx:pt idx="174">4</cx:pt>
          <cx:pt idx="175">4</cx:pt>
          <cx:pt idx="176">2</cx:pt>
          <cx:pt idx="177">3</cx:pt>
          <cx:pt idx="178">4</cx:pt>
          <cx:pt idx="179">4</cx:pt>
          <cx:pt idx="180">3</cx:pt>
          <cx:pt idx="181">4</cx:pt>
          <cx:pt idx="182">3</cx:pt>
          <cx:pt idx="183">2</cx:pt>
          <cx:pt idx="184">3</cx:pt>
          <cx:pt idx="185">3</cx:pt>
          <cx:pt idx="186">3</cx:pt>
          <cx:pt idx="187">2</cx:pt>
          <cx:pt idx="188">3</cx:pt>
          <cx:pt idx="189">3</cx:pt>
          <cx:pt idx="190">2</cx:pt>
          <cx:pt idx="191">3</cx:pt>
          <cx:pt idx="192">4</cx:pt>
          <cx:pt idx="193">3</cx:pt>
          <cx:pt idx="194">4</cx:pt>
          <cx:pt idx="195">3</cx:pt>
          <cx:pt idx="196">3</cx:pt>
          <cx:pt idx="197">2</cx:pt>
          <cx:pt idx="198">3</cx:pt>
          <cx:pt idx="199">2</cx:pt>
          <cx:pt idx="200">3</cx:pt>
          <cx:pt idx="201">2</cx:pt>
          <cx:pt idx="202">4</cx:pt>
          <cx:pt idx="203">3</cx:pt>
          <cx:pt idx="204">3</cx:pt>
          <cx:pt idx="205">3</cx:pt>
          <cx:pt idx="206">4</cx:pt>
          <cx:pt idx="207">4</cx:pt>
          <cx:pt idx="208">4</cx:pt>
          <cx:pt idx="209">2</cx:pt>
          <cx:pt idx="210">2</cx:pt>
          <cx:pt idx="211">2</cx:pt>
          <cx:pt idx="212">3</cx:pt>
          <cx:pt idx="213">3</cx:pt>
          <cx:pt idx="214">3</cx:pt>
          <cx:pt idx="215">4</cx:pt>
          <cx:pt idx="216">4</cx:pt>
          <cx:pt idx="217">2</cx:pt>
          <cx:pt idx="218">4</cx:pt>
          <cx:pt idx="219">2</cx:pt>
          <cx:pt idx="220">2</cx:pt>
          <cx:pt idx="221">3</cx:pt>
          <cx:pt idx="222">4</cx:pt>
          <cx:pt idx="223">4</cx:pt>
          <cx:pt idx="224">2</cx:pt>
          <cx:pt idx="225">3</cx:pt>
          <cx:pt idx="226">4</cx:pt>
          <cx:pt idx="227">2</cx:pt>
          <cx:pt idx="228">3</cx:pt>
          <cx:pt idx="229">3</cx:pt>
          <cx:pt idx="230">4</cx:pt>
          <cx:pt idx="231">3</cx:pt>
          <cx:pt idx="232">2</cx:pt>
          <cx:pt idx="233">3</cx:pt>
          <cx:pt idx="234">3</cx:pt>
          <cx:pt idx="235">3</cx:pt>
          <cx:pt idx="236">4</cx:pt>
          <cx:pt idx="237">4</cx:pt>
          <cx:pt idx="238">2</cx:pt>
          <cx:pt idx="239">2</cx:pt>
          <cx:pt idx="240">4</cx:pt>
          <cx:pt idx="241">4</cx:pt>
          <cx:pt idx="242">2</cx:pt>
          <cx:pt idx="243">2</cx:pt>
          <cx:pt idx="244">2</cx:pt>
          <cx:pt idx="245">3</cx:pt>
          <cx:pt idx="246">2</cx:pt>
          <cx:pt idx="247">3</cx:pt>
          <cx:pt idx="248">2</cx:pt>
          <cx:pt idx="249">4</cx:pt>
          <cx:pt idx="250">2</cx:pt>
          <cx:pt idx="251">4</cx:pt>
          <cx:pt idx="252">4</cx:pt>
          <cx:pt idx="253">3</cx:pt>
          <cx:pt idx="254">4</cx:pt>
          <cx:pt idx="255">2</cx:pt>
          <cx:pt idx="256">2</cx:pt>
          <cx:pt idx="257">2</cx:pt>
          <cx:pt idx="258">3</cx:pt>
          <cx:pt idx="259">3</cx:pt>
          <cx:pt idx="260">4</cx:pt>
          <cx:pt idx="261">2</cx:pt>
          <cx:pt idx="262">3</cx:pt>
          <cx:pt idx="263">3</cx:pt>
          <cx:pt idx="264">2</cx:pt>
          <cx:pt idx="265">2</cx:pt>
          <cx:pt idx="266">4</cx:pt>
          <cx:pt idx="267">2</cx:pt>
          <cx:pt idx="268">4</cx:pt>
          <cx:pt idx="269">4</cx:pt>
          <cx:pt idx="270">3</cx:pt>
          <cx:pt idx="271">3</cx:pt>
          <cx:pt idx="272">3</cx:pt>
          <cx:pt idx="273">3</cx:pt>
          <cx:pt idx="274">4</cx:pt>
          <cx:pt idx="275">2</cx:pt>
          <cx:pt idx="276">3</cx:pt>
          <cx:pt idx="277">3</cx:pt>
          <cx:pt idx="278">3</cx:pt>
          <cx:pt idx="279">3</cx:pt>
          <cx:pt idx="280">2</cx:pt>
          <cx:pt idx="281">3</cx:pt>
          <cx:pt idx="282">3</cx:pt>
          <cx:pt idx="283">3</cx:pt>
          <cx:pt idx="284">2</cx:pt>
          <cx:pt idx="285">2</cx:pt>
          <cx:pt idx="286">2</cx:pt>
          <cx:pt idx="287">3</cx:pt>
          <cx:pt idx="288">3</cx:pt>
          <cx:pt idx="289">3</cx:pt>
          <cx:pt idx="290">3</cx:pt>
          <cx:pt idx="291">4</cx:pt>
          <cx:pt idx="292">4</cx:pt>
          <cx:pt idx="293">4</cx:pt>
          <cx:pt idx="294">3</cx:pt>
          <cx:pt idx="295">2</cx:pt>
          <cx:pt idx="296">4</cx:pt>
          <cx:pt idx="297">4</cx:pt>
          <cx:pt idx="298">3</cx:pt>
          <cx:pt idx="299">3</cx:pt>
          <cx:pt idx="300">2</cx:pt>
          <cx:pt idx="301">4</cx:pt>
          <cx:pt idx="302">3</cx:pt>
          <cx:pt idx="303">4</cx:pt>
          <cx:pt idx="304">2</cx:pt>
          <cx:pt idx="305">4</cx:pt>
          <cx:pt idx="306">3</cx:pt>
          <cx:pt idx="307">3</cx:pt>
          <cx:pt idx="308">4</cx:pt>
          <cx:pt idx="309">4</cx:pt>
          <cx:pt idx="310">4</cx:pt>
          <cx:pt idx="311">3</cx:pt>
          <cx:pt idx="312">3</cx:pt>
          <cx:pt idx="313">3</cx:pt>
          <cx:pt idx="314">4</cx:pt>
          <cx:pt idx="315">3</cx:pt>
          <cx:pt idx="316">3</cx:pt>
          <cx:pt idx="317">3</cx:pt>
          <cx:pt idx="318">4</cx:pt>
          <cx:pt idx="319">4</cx:pt>
          <cx:pt idx="320">4</cx:pt>
          <cx:pt idx="321">3</cx:pt>
          <cx:pt idx="322">3</cx:pt>
          <cx:pt idx="323">2</cx:pt>
          <cx:pt idx="324">3</cx:pt>
          <cx:pt idx="325">2</cx:pt>
          <cx:pt idx="326">4</cx:pt>
          <cx:pt idx="327">3</cx:pt>
          <cx:pt idx="328">4</cx:pt>
          <cx:pt idx="329">3</cx:pt>
          <cx:pt idx="330">3</cx:pt>
          <cx:pt idx="331">3</cx:pt>
          <cx:pt idx="332">3</cx:pt>
          <cx:pt idx="333">2</cx:pt>
          <cx:pt idx="334">4</cx:pt>
          <cx:pt idx="335">3</cx:pt>
          <cx:pt idx="336">3</cx:pt>
          <cx:pt idx="337">4</cx:pt>
          <cx:pt idx="338">4</cx:pt>
          <cx:pt idx="339">4</cx:pt>
          <cx:pt idx="340">3</cx:pt>
          <cx:pt idx="341">2</cx:pt>
          <cx:pt idx="342">4</cx:pt>
          <cx:pt idx="343">3</cx:pt>
          <cx:pt idx="344">2</cx:pt>
          <cx:pt idx="345">2</cx:pt>
          <cx:pt idx="346">4</cx:pt>
          <cx:pt idx="347">3</cx:pt>
          <cx:pt idx="348">2</cx:pt>
          <cx:pt idx="349">4</cx:pt>
          <cx:pt idx="350">3</cx:pt>
          <cx:pt idx="351">3</cx:pt>
          <cx:pt idx="352">3</cx:pt>
          <cx:pt idx="353">3</cx:pt>
          <cx:pt idx="354">3</cx:pt>
          <cx:pt idx="355">3</cx:pt>
          <cx:pt idx="356">2</cx:pt>
          <cx:pt idx="357">4</cx:pt>
          <cx:pt idx="358">4</cx:pt>
          <cx:pt idx="359">4</cx:pt>
          <cx:pt idx="360">4</cx:pt>
          <cx:pt idx="361">3</cx:pt>
          <cx:pt idx="362">3</cx:pt>
          <cx:pt idx="363">3</cx:pt>
          <cx:pt idx="364">3</cx:pt>
          <cx:pt idx="365">4</cx:pt>
          <cx:pt idx="366">3</cx:pt>
          <cx:pt idx="367">4</cx:pt>
          <cx:pt idx="368">3</cx:pt>
          <cx:pt idx="369">2</cx:pt>
          <cx:pt idx="370">4</cx:pt>
          <cx:pt idx="371">3</cx:pt>
          <cx:pt idx="372">3</cx:pt>
          <cx:pt idx="373">2</cx:pt>
          <cx:pt idx="374">4</cx:pt>
          <cx:pt idx="375">2</cx:pt>
          <cx:pt idx="376">3</cx:pt>
          <cx:pt idx="377">2</cx:pt>
          <cx:pt idx="378">3</cx:pt>
          <cx:pt idx="379">2</cx:pt>
          <cx:pt idx="380">3</cx:pt>
          <cx:pt idx="381">3</cx:pt>
          <cx:pt idx="382">2</cx:pt>
          <cx:pt idx="383">4</cx:pt>
          <cx:pt idx="384">3</cx:pt>
          <cx:pt idx="385">3</cx:pt>
          <cx:pt idx="386">2</cx:pt>
          <cx:pt idx="387">3</cx:pt>
          <cx:pt idx="388">4</cx:pt>
          <cx:pt idx="389">3</cx:pt>
          <cx:pt idx="390">3</cx:pt>
          <cx:pt idx="391">3</cx:pt>
          <cx:pt idx="392">3</cx:pt>
          <cx:pt idx="393">3</cx:pt>
          <cx:pt idx="394">2</cx:pt>
          <cx:pt idx="395">3</cx:pt>
          <cx:pt idx="396">4</cx:pt>
          <cx:pt idx="397">3</cx:pt>
          <cx:pt idx="398">2</cx:pt>
          <cx:pt idx="399">2</cx:pt>
          <cx:pt idx="400">5</cx:pt>
          <cx:pt idx="401">4</cx:pt>
          <cx:pt idx="402">5</cx:pt>
          <cx:pt idx="403">4</cx:pt>
          <cx:pt idx="404">4</cx:pt>
          <cx:pt idx="405">2</cx:pt>
          <cx:pt idx="406">4</cx:pt>
          <cx:pt idx="407">4</cx:pt>
          <cx:pt idx="408">5</cx:pt>
          <cx:pt idx="409">5</cx:pt>
          <cx:pt idx="410">5</cx:pt>
          <cx:pt idx="411">4</cx:pt>
          <cx:pt idx="412">3</cx:pt>
          <cx:pt idx="413">3</cx:pt>
          <cx:pt idx="414">4</cx:pt>
          <cx:pt idx="415">4</cx:pt>
          <cx:pt idx="416">5</cx:pt>
          <cx:pt idx="417">4</cx:pt>
          <cx:pt idx="418">5</cx:pt>
          <cx:pt idx="419">2</cx:pt>
          <cx:pt idx="420">4</cx:pt>
          <cx:pt idx="421">4</cx:pt>
          <cx:pt idx="422">5</cx:pt>
          <cx:pt idx="423">5</cx:pt>
          <cx:pt idx="424">4</cx:pt>
          <cx:pt idx="425">4</cx:pt>
          <cx:pt idx="426">4</cx:pt>
          <cx:pt idx="427">2</cx:pt>
          <cx:pt idx="428">2</cx:pt>
          <cx:pt idx="429">4</cx:pt>
          <cx:pt idx="430">3</cx:pt>
          <cx:pt idx="431">5</cx:pt>
          <cx:pt idx="432">5</cx:pt>
          <cx:pt idx="433">4</cx:pt>
          <cx:pt idx="434">4</cx:pt>
          <cx:pt idx="435">5</cx:pt>
          <cx:pt idx="436">2</cx:pt>
          <cx:pt idx="437">4</cx:pt>
          <cx:pt idx="438">3</cx:pt>
          <cx:pt idx="439">4</cx:pt>
          <cx:pt idx="440">3</cx:pt>
          <cx:pt idx="441">5</cx:pt>
          <cx:pt idx="442">2</cx:pt>
          <cx:pt idx="443">4</cx:pt>
          <cx:pt idx="444">5</cx:pt>
          <cx:pt idx="445">2</cx:pt>
          <cx:pt idx="446">4</cx:pt>
          <cx:pt idx="447">3</cx:pt>
          <cx:pt idx="448">3</cx:pt>
          <cx:pt idx="449">4</cx:pt>
          <cx:pt idx="450">3</cx:pt>
          <cx:pt idx="451">3</cx:pt>
          <cx:pt idx="452">3</cx:pt>
          <cx:pt idx="453">2</cx:pt>
          <cx:pt idx="454">2</cx:pt>
          <cx:pt idx="455">5</cx:pt>
          <cx:pt idx="456">5</cx:pt>
          <cx:pt idx="457">4</cx:pt>
          <cx:pt idx="458">3</cx:pt>
          <cx:pt idx="459">4</cx:pt>
          <cx:pt idx="460">4</cx:pt>
          <cx:pt idx="461">3</cx:pt>
          <cx:pt idx="462">3</cx:pt>
          <cx:pt idx="463">5</cx:pt>
          <cx:pt idx="464">3</cx:pt>
          <cx:pt idx="465">2</cx:pt>
          <cx:pt idx="466">3</cx:pt>
          <cx:pt idx="467">4</cx:pt>
          <cx:pt idx="468">4</cx:pt>
          <cx:pt idx="469">2</cx:pt>
          <cx:pt idx="470">2</cx:pt>
          <cx:pt idx="471">5</cx:pt>
          <cx:pt idx="472">4</cx:pt>
          <cx:pt idx="473">4</cx:pt>
          <cx:pt idx="474">4</cx:pt>
          <cx:pt idx="475">4</cx:pt>
          <cx:pt idx="476">3</cx:pt>
          <cx:pt idx="477">5</cx:pt>
          <cx:pt idx="478">3</cx:pt>
          <cx:pt idx="479">4</cx:pt>
          <cx:pt idx="480">4</cx:pt>
          <cx:pt idx="481">2</cx:pt>
          <cx:pt idx="482">3</cx:pt>
          <cx:pt idx="483">3</cx:pt>
          <cx:pt idx="484">4</cx:pt>
          <cx:pt idx="485">4</cx:pt>
          <cx:pt idx="486">4</cx:pt>
          <cx:pt idx="487">2</cx:pt>
          <cx:pt idx="488">4</cx:pt>
          <cx:pt idx="489">4</cx:pt>
          <cx:pt idx="490">4</cx:pt>
          <cx:pt idx="491">4</cx:pt>
          <cx:pt idx="492">4</cx:pt>
          <cx:pt idx="493">4</cx:pt>
          <cx:pt idx="494">5</cx:pt>
          <cx:pt idx="495">5</cx:pt>
          <cx:pt idx="496">2</cx:pt>
          <cx:pt idx="497">5</cx:pt>
          <cx:pt idx="498">4</cx:pt>
          <cx:pt idx="499">4</cx:pt>
          <cx:pt idx="500">4</cx:pt>
          <cx:pt idx="501">3</cx:pt>
          <cx:pt idx="502">4</cx:pt>
          <cx:pt idx="503">4</cx:pt>
          <cx:pt idx="504">4</cx:pt>
          <cx:pt idx="505">5</cx:pt>
          <cx:pt idx="506">2</cx:pt>
          <cx:pt idx="507">5</cx:pt>
          <cx:pt idx="508">2</cx:pt>
          <cx:pt idx="509">5</cx:pt>
          <cx:pt idx="510">3</cx:pt>
          <cx:pt idx="511">3</cx:pt>
          <cx:pt idx="512">4</cx:pt>
          <cx:pt idx="513">4</cx:pt>
          <cx:pt idx="514">3</cx:pt>
          <cx:pt idx="515">2</cx:pt>
          <cx:pt idx="516">4</cx:pt>
          <cx:pt idx="517">4</cx:pt>
          <cx:pt idx="518">5</cx:pt>
          <cx:pt idx="519">2</cx:pt>
          <cx:pt idx="520">4</cx:pt>
          <cx:pt idx="521">4</cx:pt>
          <cx:pt idx="522">5</cx:pt>
          <cx:pt idx="523">3</cx:pt>
          <cx:pt idx="524">4</cx:pt>
          <cx:pt idx="525">3</cx:pt>
          <cx:pt idx="526">4</cx:pt>
          <cx:pt idx="527">4</cx:pt>
          <cx:pt idx="528">3</cx:pt>
          <cx:pt idx="529">4</cx:pt>
          <cx:pt idx="530">4</cx:pt>
          <cx:pt idx="531">5</cx:pt>
          <cx:pt idx="532">3</cx:pt>
          <cx:pt idx="533">4</cx:pt>
          <cx:pt idx="534">3</cx:pt>
          <cx:pt idx="535">5</cx:pt>
          <cx:pt idx="536">5</cx:pt>
          <cx:pt idx="537">5</cx:pt>
          <cx:pt idx="538">4</cx:pt>
          <cx:pt idx="539">4</cx:pt>
          <cx:pt idx="540">5</cx:pt>
          <cx:pt idx="541">3</cx:pt>
          <cx:pt idx="542">4</cx:pt>
          <cx:pt idx="543">3</cx:pt>
          <cx:pt idx="544">5</cx:pt>
          <cx:pt idx="545">3</cx:pt>
          <cx:pt idx="546">4</cx:pt>
          <cx:pt idx="547">4</cx:pt>
          <cx:pt idx="548">3</cx:pt>
          <cx:pt idx="549">2</cx:pt>
          <cx:pt idx="550">2</cx:pt>
          <cx:pt idx="551">5</cx:pt>
          <cx:pt idx="552">2</cx:pt>
          <cx:pt idx="553">5</cx:pt>
          <cx:pt idx="554">3</cx:pt>
          <cx:pt idx="555">4</cx:pt>
          <cx:pt idx="556">3</cx:pt>
          <cx:pt idx="557">3</cx:pt>
          <cx:pt idx="558">4</cx:pt>
          <cx:pt idx="559">3</cx:pt>
          <cx:pt idx="560">5</cx:pt>
          <cx:pt idx="561">3</cx:pt>
          <cx:pt idx="562">3</cx:pt>
          <cx:pt idx="563">3</cx:pt>
          <cx:pt idx="564">3</cx:pt>
          <cx:pt idx="565">4</cx:pt>
          <cx:pt idx="566">4</cx:pt>
          <cx:pt idx="567">3</cx:pt>
          <cx:pt idx="568">5</cx:pt>
          <cx:pt idx="569">5</cx:pt>
          <cx:pt idx="570">2</cx:pt>
          <cx:pt idx="571">5</cx:pt>
          <cx:pt idx="572">4</cx:pt>
          <cx:pt idx="573">4</cx:pt>
          <cx:pt idx="574">3</cx:pt>
          <cx:pt idx="575">2</cx:pt>
          <cx:pt idx="576">4</cx:pt>
          <cx:pt idx="577">2</cx:pt>
          <cx:pt idx="578">5</cx:pt>
          <cx:pt idx="579">2</cx:pt>
          <cx:pt idx="580">2</cx:pt>
          <cx:pt idx="581">5</cx:pt>
          <cx:pt idx="582">3</cx:pt>
          <cx:pt idx="583">4</cx:pt>
          <cx:pt idx="584">2</cx:pt>
          <cx:pt idx="585">2</cx:pt>
          <cx:pt idx="586">3</cx:pt>
          <cx:pt idx="587">3</cx:pt>
          <cx:pt idx="588">4</cx:pt>
          <cx:pt idx="589">2</cx:pt>
          <cx:pt idx="590">3</cx:pt>
          <cx:pt idx="591">4</cx:pt>
          <cx:pt idx="592">2</cx:pt>
          <cx:pt idx="593">4</cx:pt>
          <cx:pt idx="594">3</cx:pt>
          <cx:pt idx="595">4</cx:pt>
          <cx:pt idx="596">4</cx:pt>
          <cx:pt idx="597">3</cx:pt>
          <cx:pt idx="598">3</cx:pt>
          <cx:pt idx="599">5</cx:pt>
          <cx:pt idx="600">2</cx:pt>
          <cx:pt idx="601">4</cx:pt>
          <cx:pt idx="602">2</cx:pt>
          <cx:pt idx="603">3</cx:pt>
          <cx:pt idx="604">3</cx:pt>
          <cx:pt idx="605">2</cx:pt>
          <cx:pt idx="606">4</cx:pt>
          <cx:pt idx="607">3</cx:pt>
          <cx:pt idx="608">5</cx:pt>
          <cx:pt idx="609">5</cx:pt>
          <cx:pt idx="610">4</cx:pt>
          <cx:pt idx="611">2</cx:pt>
          <cx:pt idx="612">2</cx:pt>
          <cx:pt idx="613">4</cx:pt>
          <cx:pt idx="614">4</cx:pt>
          <cx:pt idx="615">2</cx:pt>
          <cx:pt idx="616">4</cx:pt>
          <cx:pt idx="617">5</cx:pt>
          <cx:pt idx="618">4</cx:pt>
          <cx:pt idx="619">4</cx:pt>
          <cx:pt idx="620">3</cx:pt>
          <cx:pt idx="621">4</cx:pt>
          <cx:pt idx="622">3</cx:pt>
          <cx:pt idx="623">4</cx:pt>
          <cx:pt idx="624">3</cx:pt>
          <cx:pt idx="625">4</cx:pt>
          <cx:pt idx="626">3</cx:pt>
          <cx:pt idx="627">5</cx:pt>
          <cx:pt idx="628">2</cx:pt>
          <cx:pt idx="629">5</cx:pt>
          <cx:pt idx="630">3</cx:pt>
          <cx:pt idx="631">3</cx:pt>
          <cx:pt idx="632">3</cx:pt>
          <cx:pt idx="633">4</cx:pt>
          <cx:pt idx="634">5</cx:pt>
          <cx:pt idx="635">4</cx:pt>
          <cx:pt idx="636">5</cx:pt>
          <cx:pt idx="637">2</cx:pt>
          <cx:pt idx="638">2</cx:pt>
          <cx:pt idx="639">3</cx:pt>
          <cx:pt idx="640">3</cx:pt>
          <cx:pt idx="641">2</cx:pt>
          <cx:pt idx="642">3</cx:pt>
          <cx:pt idx="643">4</cx:pt>
          <cx:pt idx="644">2</cx:pt>
          <cx:pt idx="645">2</cx:pt>
          <cx:pt idx="646">4</cx:pt>
          <cx:pt idx="647">4</cx:pt>
          <cx:pt idx="648">4</cx:pt>
          <cx:pt idx="649">4</cx:pt>
          <cx:pt idx="650">3</cx:pt>
          <cx:pt idx="651">4</cx:pt>
          <cx:pt idx="652">5</cx:pt>
          <cx:pt idx="653">3</cx:pt>
          <cx:pt idx="654">3</cx:pt>
          <cx:pt idx="655">5</cx:pt>
          <cx:pt idx="656">5</cx:pt>
          <cx:pt idx="657">4</cx:pt>
          <cx:pt idx="658">4</cx:pt>
          <cx:pt idx="659">2</cx:pt>
          <cx:pt idx="660">4</cx:pt>
          <cx:pt idx="661">4</cx:pt>
          <cx:pt idx="662">3</cx:pt>
          <cx:pt idx="663">3</cx:pt>
          <cx:pt idx="664">3</cx:pt>
          <cx:pt idx="665">5</cx:pt>
          <cx:pt idx="666">3</cx:pt>
          <cx:pt idx="667">3</cx:pt>
          <cx:pt idx="668">5</cx:pt>
          <cx:pt idx="669">4</cx:pt>
          <cx:pt idx="670">4</cx:pt>
          <cx:pt idx="671">5</cx:pt>
          <cx:pt idx="672">3</cx:pt>
          <cx:pt idx="673">5</cx:pt>
          <cx:pt idx="674">3</cx:pt>
          <cx:pt idx="675">4</cx:pt>
          <cx:pt idx="676">3</cx:pt>
          <cx:pt idx="677">3</cx:pt>
          <cx:pt idx="678">3</cx:pt>
          <cx:pt idx="679">4</cx:pt>
          <cx:pt idx="680">2</cx:pt>
          <cx:pt idx="681">5</cx:pt>
          <cx:pt idx="682">4</cx:pt>
          <cx:pt idx="683">5</cx:pt>
          <cx:pt idx="684">3</cx:pt>
          <cx:pt idx="685">3</cx:pt>
          <cx:pt idx="686">4</cx:pt>
          <cx:pt idx="687">4</cx:pt>
          <cx:pt idx="688">4</cx:pt>
          <cx:pt idx="689">3</cx:pt>
          <cx:pt idx="690">4</cx:pt>
          <cx:pt idx="691">3</cx:pt>
          <cx:pt idx="692">4</cx:pt>
          <cx:pt idx="693">4</cx:pt>
          <cx:pt idx="694">2</cx:pt>
          <cx:pt idx="695">4</cx:pt>
          <cx:pt idx="696">4</cx:pt>
          <cx:pt idx="697">2</cx:pt>
          <cx:pt idx="698">5</cx:pt>
          <cx:pt idx="699">3</cx:pt>
          <cx:pt idx="700">2</cx:pt>
          <cx:pt idx="701">4</cx:pt>
          <cx:pt idx="702">3</cx:pt>
          <cx:pt idx="703">3</cx:pt>
          <cx:pt idx="704">5</cx:pt>
          <cx:pt idx="705">2</cx:pt>
          <cx:pt idx="706">4</cx:pt>
          <cx:pt idx="707">4</cx:pt>
          <cx:pt idx="708">4</cx:pt>
          <cx:pt idx="709">2</cx:pt>
          <cx:pt idx="710">2</cx:pt>
          <cx:pt idx="711">4</cx:pt>
          <cx:pt idx="712">3</cx:pt>
          <cx:pt idx="713">4</cx:pt>
          <cx:pt idx="714">3</cx:pt>
          <cx:pt idx="715">5</cx:pt>
          <cx:pt idx="716">5</cx:pt>
          <cx:pt idx="717">3</cx:pt>
          <cx:pt idx="718">3</cx:pt>
          <cx:pt idx="719">4</cx:pt>
          <cx:pt idx="720">3</cx:pt>
          <cx:pt idx="721">3</cx:pt>
          <cx:pt idx="722">3</cx:pt>
          <cx:pt idx="723">4</cx:pt>
          <cx:pt idx="724">2</cx:pt>
          <cx:pt idx="725">3</cx:pt>
          <cx:pt idx="726">3</cx:pt>
          <cx:pt idx="727">3</cx:pt>
          <cx:pt idx="728">2</cx:pt>
          <cx:pt idx="729">3</cx:pt>
          <cx:pt idx="730">2</cx:pt>
          <cx:pt idx="731">4</cx:pt>
          <cx:pt idx="732">4</cx:pt>
          <cx:pt idx="733">2</cx:pt>
          <cx:pt idx="734">3</cx:pt>
          <cx:pt idx="735">5</cx:pt>
          <cx:pt idx="736">3</cx:pt>
          <cx:pt idx="737">3</cx:pt>
          <cx:pt idx="738">3</cx:pt>
          <cx:pt idx="739">3</cx:pt>
          <cx:pt idx="740">2</cx:pt>
          <cx:pt idx="741">2</cx:pt>
          <cx:pt idx="742">4</cx:pt>
          <cx:pt idx="743">4</cx:pt>
          <cx:pt idx="744">4</cx:pt>
          <cx:pt idx="745">2</cx:pt>
          <cx:pt idx="746">4</cx:pt>
          <cx:pt idx="747">3</cx:pt>
          <cx:pt idx="748">4</cx:pt>
          <cx:pt idx="749">3</cx:pt>
          <cx:pt idx="750">3</cx:pt>
          <cx:pt idx="751">2</cx:pt>
          <cx:pt idx="752">3</cx:pt>
          <cx:pt idx="753">3</cx:pt>
          <cx:pt idx="754">2</cx:pt>
          <cx:pt idx="755">3</cx:pt>
          <cx:pt idx="756">4</cx:pt>
          <cx:pt idx="757">4</cx:pt>
          <cx:pt idx="758">5</cx:pt>
          <cx:pt idx="759">3</cx:pt>
          <cx:pt idx="760">2</cx:pt>
          <cx:pt idx="761">2</cx:pt>
          <cx:pt idx="762">3</cx:pt>
          <cx:pt idx="763">3</cx:pt>
          <cx:pt idx="764">2</cx:pt>
          <cx:pt idx="765">3</cx:pt>
          <cx:pt idx="766">2</cx:pt>
          <cx:pt idx="767">4</cx:pt>
          <cx:pt idx="768">3</cx:pt>
          <cx:pt idx="769">3</cx:pt>
          <cx:pt idx="770">3</cx:pt>
          <cx:pt idx="771">2</cx:pt>
          <cx:pt idx="772">4</cx:pt>
          <cx:pt idx="773">3</cx:pt>
          <cx:pt idx="774">4</cx:pt>
          <cx:pt idx="775">5</cx:pt>
          <cx:pt idx="776">2</cx:pt>
          <cx:pt idx="777">2</cx:pt>
          <cx:pt idx="778">4</cx:pt>
          <cx:pt idx="779">3</cx:pt>
          <cx:pt idx="780">3</cx:pt>
          <cx:pt idx="781">2</cx:pt>
          <cx:pt idx="782">4</cx:pt>
          <cx:pt idx="783">3</cx:pt>
          <cx:pt idx="784">3</cx:pt>
          <cx:pt idx="785">4</cx:pt>
          <cx:pt idx="786">3</cx:pt>
          <cx:pt idx="787">4</cx:pt>
          <cx:pt idx="788">3</cx:pt>
          <cx:pt idx="789">5</cx:pt>
          <cx:pt idx="790">3</cx:pt>
          <cx:pt idx="791">2</cx:pt>
          <cx:pt idx="792">2</cx:pt>
          <cx:pt idx="793">3</cx:pt>
          <cx:pt idx="794">4</cx:pt>
          <cx:pt idx="795">2</cx:pt>
          <cx:pt idx="796">3</cx:pt>
          <cx:pt idx="797">3</cx:pt>
          <cx:pt idx="798">2</cx:pt>
          <cx:pt idx="799">4</cx:pt>
          <cx:pt idx="800">4</cx:pt>
          <cx:pt idx="801">3</cx:pt>
          <cx:pt idx="802">3</cx:pt>
          <cx:pt idx="803">3</cx:pt>
          <cx:pt idx="804">4</cx:pt>
          <cx:pt idx="805">2</cx:pt>
          <cx:pt idx="806">3</cx:pt>
          <cx:pt idx="807">4</cx:pt>
          <cx:pt idx="808">4</cx:pt>
          <cx:pt idx="809">4</cx:pt>
          <cx:pt idx="810">3</cx:pt>
          <cx:pt idx="811">3</cx:pt>
          <cx:pt idx="812">4</cx:pt>
          <cx:pt idx="813">4</cx:pt>
          <cx:pt idx="814">4</cx:pt>
          <cx:pt idx="815">4</cx:pt>
          <cx:pt idx="816">4</cx:pt>
          <cx:pt idx="817">5</cx:pt>
          <cx:pt idx="818">3</cx:pt>
          <cx:pt idx="819">4</cx:pt>
          <cx:pt idx="820">3</cx:pt>
          <cx:pt idx="821">2</cx:pt>
          <cx:pt idx="822">2</cx:pt>
          <cx:pt idx="823">4</cx:pt>
          <cx:pt idx="824">3</cx:pt>
          <cx:pt idx="825">4</cx:pt>
          <cx:pt idx="826">3</cx:pt>
          <cx:pt idx="827">3</cx:pt>
          <cx:pt idx="828">4</cx:pt>
          <cx:pt idx="829">5</cx:pt>
          <cx:pt idx="830">3</cx:pt>
          <cx:pt idx="831">4</cx:pt>
          <cx:pt idx="832">3</cx:pt>
          <cx:pt idx="833">4</cx:pt>
          <cx:pt idx="834">5</cx:pt>
          <cx:pt idx="835">3</cx:pt>
          <cx:pt idx="836">3</cx:pt>
          <cx:pt idx="837">3</cx:pt>
          <cx:pt idx="838">4</cx:pt>
          <cx:pt idx="839">3</cx:pt>
          <cx:pt idx="840">3</cx:pt>
          <cx:pt idx="841">3</cx:pt>
          <cx:pt idx="842">4</cx:pt>
          <cx:pt idx="843">3</cx:pt>
          <cx:pt idx="844">4</cx:pt>
          <cx:pt idx="845">4</cx:pt>
          <cx:pt idx="846">4</cx:pt>
          <cx:pt idx="847">4</cx:pt>
          <cx:pt idx="848">2</cx:pt>
          <cx:pt idx="849">3</cx:pt>
          <cx:pt idx="850">4</cx:pt>
          <cx:pt idx="851">4</cx:pt>
          <cx:pt idx="852">2</cx:pt>
          <cx:pt idx="853">2</cx:pt>
          <cx:pt idx="854">3</cx:pt>
          <cx:pt idx="855">2</cx:pt>
          <cx:pt idx="856">4</cx:pt>
          <cx:pt idx="857">3</cx:pt>
          <cx:pt idx="858">3</cx:pt>
          <cx:pt idx="859">3</cx:pt>
          <cx:pt idx="860">2</cx:pt>
          <cx:pt idx="861">3</cx:pt>
          <cx:pt idx="862">5</cx:pt>
          <cx:pt idx="863">3</cx:pt>
          <cx:pt idx="864">2</cx:pt>
          <cx:pt idx="865">4</cx:pt>
          <cx:pt idx="866">4</cx:pt>
          <cx:pt idx="867">4</cx:pt>
          <cx:pt idx="868">4</cx:pt>
          <cx:pt idx="869">5</cx:pt>
          <cx:pt idx="870">3</cx:pt>
          <cx:pt idx="871">3</cx:pt>
          <cx:pt idx="872">3</cx:pt>
          <cx:pt idx="873">4</cx:pt>
          <cx:pt idx="874">3</cx:pt>
          <cx:pt idx="875">2</cx:pt>
          <cx:pt idx="876">4</cx:pt>
          <cx:pt idx="877">2</cx:pt>
          <cx:pt idx="878">3</cx:pt>
          <cx:pt idx="879">3</cx:pt>
          <cx:pt idx="880">4</cx:pt>
          <cx:pt idx="881">3</cx:pt>
          <cx:pt idx="882">2</cx:pt>
          <cx:pt idx="883">2</cx:pt>
          <cx:pt idx="884">3</cx:pt>
          <cx:pt idx="885">2</cx:pt>
          <cx:pt idx="886">3</cx:pt>
          <cx:pt idx="887">2</cx:pt>
          <cx:pt idx="888">3</cx:pt>
          <cx:pt idx="889">2</cx:pt>
          <cx:pt idx="890">3</cx:pt>
          <cx:pt idx="891">3</cx:pt>
          <cx:pt idx="892">4</cx:pt>
          <cx:pt idx="893">3</cx:pt>
          <cx:pt idx="894">2</cx:pt>
          <cx:pt idx="895">5</cx:pt>
          <cx:pt idx="896">4</cx:pt>
          <cx:pt idx="897">3</cx:pt>
          <cx:pt idx="898">3</cx:pt>
          <cx:pt idx="899">4</cx:pt>
          <cx:pt idx="900">3</cx:pt>
          <cx:pt idx="901">2</cx:pt>
          <cx:pt idx="902">4</cx:pt>
          <cx:pt idx="903">2</cx:pt>
          <cx:pt idx="904">3</cx:pt>
          <cx:pt idx="905">4</cx:pt>
          <cx:pt idx="906">3</cx:pt>
          <cx:pt idx="907">3</cx:pt>
          <cx:pt idx="908">4</cx:pt>
          <cx:pt idx="909">3</cx:pt>
          <cx:pt idx="910">4</cx:pt>
          <cx:pt idx="911">4</cx:pt>
          <cx:pt idx="912">3</cx:pt>
          <cx:pt idx="913">3</cx:pt>
          <cx:pt idx="914">3</cx:pt>
          <cx:pt idx="915">3</cx:pt>
          <cx:pt idx="916">2</cx:pt>
          <cx:pt idx="917">4</cx:pt>
          <cx:pt idx="918">3</cx:pt>
          <cx:pt idx="919">4</cx:pt>
          <cx:pt idx="920">3</cx:pt>
          <cx:pt idx="921">3</cx:pt>
          <cx:pt idx="922">2</cx:pt>
          <cx:pt idx="923">2</cx:pt>
          <cx:pt idx="924">3</cx:pt>
          <cx:pt idx="925">2</cx:pt>
          <cx:pt idx="926">3</cx:pt>
          <cx:pt idx="927">2</cx:pt>
          <cx:pt idx="928">3</cx:pt>
          <cx:pt idx="929">3</cx:pt>
          <cx:pt idx="930">2</cx:pt>
          <cx:pt idx="931">3</cx:pt>
          <cx:pt idx="932">5</cx:pt>
          <cx:pt idx="933">4</cx:pt>
          <cx:pt idx="934">2</cx:pt>
          <cx:pt idx="935">2</cx:pt>
          <cx:pt idx="936">3</cx:pt>
          <cx:pt idx="937">2</cx:pt>
          <cx:pt idx="938">3</cx:pt>
          <cx:pt idx="939">5</cx:pt>
          <cx:pt idx="940">4</cx:pt>
          <cx:pt idx="941">3</cx:pt>
          <cx:pt idx="942">3</cx:pt>
          <cx:pt idx="943">4</cx:pt>
          <cx:pt idx="944">2</cx:pt>
          <cx:pt idx="945">3</cx:pt>
          <cx:pt idx="946">2</cx:pt>
          <cx:pt idx="947">3</cx:pt>
          <cx:pt idx="948">4</cx:pt>
          <cx:pt idx="949">2</cx:pt>
          <cx:pt idx="950">4</cx:pt>
          <cx:pt idx="951">4</cx:pt>
          <cx:pt idx="952">4</cx:pt>
          <cx:pt idx="953">2</cx:pt>
          <cx:pt idx="954">3</cx:pt>
          <cx:pt idx="955">3</cx:pt>
          <cx:pt idx="956">2</cx:pt>
          <cx:pt idx="957">3</cx:pt>
          <cx:pt idx="958">3</cx:pt>
          <cx:pt idx="959">2</cx:pt>
          <cx:pt idx="960">3</cx:pt>
          <cx:pt idx="961">3</cx:pt>
          <cx:pt idx="962">2</cx:pt>
          <cx:pt idx="963">3</cx:pt>
          <cx:pt idx="964">2</cx:pt>
          <cx:pt idx="965">3</cx:pt>
          <cx:pt idx="966">3</cx:pt>
          <cx:pt idx="967">3</cx:pt>
          <cx:pt idx="968">2</cx:pt>
          <cx:pt idx="969">3</cx:pt>
          <cx:pt idx="970">3</cx:pt>
          <cx:pt idx="971">4</cx:pt>
          <cx:pt idx="972">3</cx:pt>
        </cx:lvl>
      </cx:numDim>
    </cx:data>
  </cx:chartData>
  <cx:chart>
    <cx:title pos="t" align="ctr" overlay="0">
      <cx:tx>
        <cx:txData>
          <cx:v>By Gender: Workout Freq Distribution</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By Gender: Workout Freq Distribution</a:t>
          </a:r>
        </a:p>
      </cx:txPr>
    </cx:title>
    <cx:plotArea>
      <cx:plotAreaRegion>
        <cx:series layoutId="boxWhisker" uniqueId="{E6165652-BB7A-4898-92B8-473636BD308E}">
          <cx:tx>
            <cx:txData>
              <cx:f>'Gym Members Exercise Tracking'!$K$1</cx:f>
              <cx:v>Workout Frequency (Day / Week)</cx:v>
            </cx:txData>
          </cx:tx>
          <cx:dataId val="0"/>
          <cx:layoutPr>
            <cx:visibility meanLine="0" meanMarker="1" nonoutliers="0" outliers="1"/>
            <cx:statistics quartileMethod="exclusive"/>
          </cx:layoutPr>
        </cx:series>
      </cx:plotAreaRegion>
      <cx:axis id="0">
        <cx:catScaling gapWidth="1"/>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axis id="1">
        <cx:valScaling/>
        <cx:title>
          <cx:tx>
            <cx:txData>
              <cx:v>Workout Frequency</cx:v>
            </cx:txData>
          </cx:tx>
          <cx:txPr>
            <a:bodyPr spcFirstLastPara="1" vertOverflow="ellipsis" horzOverflow="overflow" wrap="square" lIns="0" tIns="0" rIns="0" bIns="0" anchor="ctr" anchorCtr="1"/>
            <a:lstStyle/>
            <a:p>
              <a:pPr algn="ctr" rtl="0">
                <a:defRPr sz="1000">
                  <a:solidFill>
                    <a:srgbClr val="595959"/>
                  </a:solidFill>
                </a:defRPr>
              </a:pPr>
              <a:r>
                <a:rPr lang="en-US" sz="1000" b="0" i="0" u="none" strike="noStrike" baseline="0">
                  <a:solidFill>
                    <a:srgbClr val="595959"/>
                  </a:solidFill>
                  <a:latin typeface="Calibri" panose="020F0502020204030204"/>
                </a:rPr>
                <a:t>Workout Frequency</a:t>
              </a:r>
            </a:p>
          </cx:txPr>
        </cx:title>
        <cx:majorGridlines/>
        <cx:tickLabels/>
        <cx:txPr>
          <a:bodyPr vertOverflow="overflow" horzOverflow="overflow" wrap="square" lIns="0" tIns="0" rIns="0" bIns="0"/>
          <a:lstStyle/>
          <a:p>
            <a:pPr algn="ctr" rtl="0">
              <a:defRPr sz="10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1000">
              <a:solidFill>
                <a:srgbClr val="595959"/>
              </a:solidFill>
            </a:endParaRPr>
          </a:p>
        </cx:txPr>
      </cx:axis>
    </cx:plotArea>
  </cx:chart>
</cx:chartSpace>
</file>

<file path=ppt/charts/chartEx7.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Tracking'!$F$2:$F$974</cx:f>
        <cx:lvl ptCount="973" formatCode="General">
          <cx:pt idx="0">24.710000000000001</cx:pt>
          <cx:pt idx="1">23.620000000000001</cx:pt>
          <cx:pt idx="2">23.93</cx:pt>
          <cx:pt idx="3">23.170000000000002</cx:pt>
          <cx:pt idx="4">22.780000000000001</cx:pt>
          <cx:pt idx="5">21.77</cx:pt>
          <cx:pt idx="6">22.449999999999999</cx:pt>
          <cx:pt idx="7">19.719999999999999</cx:pt>
          <cx:pt idx="8">21.879999999999999</cx:pt>
          <cx:pt idx="9">24.719999999999999</cx:pt>
          <cx:pt idx="10">23.530000000000001</cx:pt>
          <cx:pt idx="11">21.530000000000001</cx:pt>
          <cx:pt idx="12">19.420000000000002</cx:pt>
          <cx:pt idx="13">22.609999999999999</cx:pt>
          <cx:pt idx="14">20.879999999999999</cx:pt>
          <cx:pt idx="15">21.41</cx:pt>
          <cx:pt idx="16">22.079999999999998</cx:pt>
          <cx:pt idx="17">19.629999999999999</cx:pt>
          <cx:pt idx="18">23.59</cx:pt>
          <cx:pt idx="19">21.91</cx:pt>
          <cx:pt idx="20">24.969999999999999</cx:pt>
          <cx:pt idx="21">23.07</cx:pt>
          <cx:pt idx="22">24.870000000000001</cx:pt>
          <cx:pt idx="23">22.16</cx:pt>
          <cx:pt idx="24">24.16</cx:pt>
          <cx:pt idx="25">19.629999999999999</cx:pt>
          <cx:pt idx="26">22.850000000000001</cx:pt>
          <cx:pt idx="27">21.16</cx:pt>
          <cx:pt idx="28">19.120000000000001</cx:pt>
          <cx:pt idx="29">22.329999999999998</cx:pt>
          <cx:pt idx="30">24.91</cx:pt>
          <cx:pt idx="31">21.300000000000001</cx:pt>
          <cx:pt idx="32">19.010000000000002</cx:pt>
          <cx:pt idx="33">19.010000000000002</cx:pt>
          <cx:pt idx="34">21.489999999999998</cx:pt>
          <cx:pt idx="35">22.149999999999999</cx:pt>
          <cx:pt idx="36">18.77</cx:pt>
          <cx:pt idx="37">20.399999999999999</cx:pt>
          <cx:pt idx="38">20.760000000000002</cx:pt>
          <cx:pt idx="39">23.460000000000001</cx:pt>
          <cx:pt idx="40">24.870000000000001</cx:pt>
          <cx:pt idx="41">18.620000000000001</cx:pt>
          <cx:pt idx="42">18.620000000000001</cx:pt>
          <cx:pt idx="43">23.940000000000001</cx:pt>
          <cx:pt idx="44">23.920000000000002</cx:pt>
          <cx:pt idx="45">20.91</cx:pt>
          <cx:pt idx="46">20.710000000000001</cx:pt>
          <cx:pt idx="47">21.870000000000001</cx:pt>
          <cx:pt idx="48">19.91</cx:pt>
          <cx:pt idx="49">21.649999999999999</cx:pt>
          <cx:pt idx="50">22.27</cx:pt>
          <cx:pt idx="51">23.079999999999998</cx:pt>
          <cx:pt idx="52">22.18</cx:pt>
          <cx:pt idx="53">19.370000000000001</cx:pt>
          <cx:pt idx="54">24.52</cx:pt>
          <cx:pt idx="55">20.469999999999999</cx:pt>
          <cx:pt idx="56">20.66</cx:pt>
          <cx:pt idx="57">20.050000000000001</cx:pt>
          <cx:pt idx="58">24.780000000000001</cx:pt>
          <cx:pt idx="59">24.640000000000001</cx:pt>
          <cx:pt idx="60">22.440000000000001</cx:pt>
          <cx:pt idx="61">22.32</cx:pt>
          <cx:pt idx="62">22.41</cx:pt>
          <cx:pt idx="63">24.129999999999999</cx:pt>
          <cx:pt idx="64">21.390000000000001</cx:pt>
          <cx:pt idx="65">23.530000000000001</cx:pt>
          <cx:pt idx="66">23.649999999999999</cx:pt>
          <cx:pt idx="67">19.710000000000001</cx:pt>
          <cx:pt idx="68">19.100000000000001</cx:pt>
          <cx:pt idx="69">19.91</cx:pt>
          <cx:pt idx="70">23.329999999999998</cx:pt>
          <cx:pt idx="71">23.219999999999999</cx:pt>
          <cx:pt idx="72">22.559999999999999</cx:pt>
          <cx:pt idx="73">22.280000000000001</cx:pt>
          <cx:pt idx="74">22.859999999999999</cx:pt>
          <cx:pt idx="75">21.16</cx:pt>
          <cx:pt idx="76">23.870000000000001</cx:pt>
          <cx:pt idx="77">20.859999999999999</cx:pt>
          <cx:pt idx="78">24.370000000000001</cx:pt>
          <cx:pt idx="79">23.760000000000002</cx:pt>
          <cx:pt idx="80">23.84</cx:pt>
          <cx:pt idx="81">23.879999999999999</cx:pt>
          <cx:pt idx="82">21.050000000000001</cx:pt>
          <cx:pt idx="83">23.879999999999999</cx:pt>
          <cx:pt idx="84">24.09</cx:pt>
          <cx:pt idx="85">22.960000000000001</cx:pt>
          <cx:pt idx="86">24.260000000000002</cx:pt>
          <cx:pt idx="87">24.350000000000001</cx:pt>
          <cx:pt idx="88">21.66</cx:pt>
          <cx:pt idx="89">20.620000000000001</cx:pt>
          <cx:pt idx="90">22.149999999999999</cx:pt>
          <cx:pt idx="91">21.800000000000001</cx:pt>
          <cx:pt idx="92">23.780000000000001</cx:pt>
          <cx:pt idx="93">24.719999999999999</cx:pt>
          <cx:pt idx="94">19.510000000000002</cx:pt>
          <cx:pt idx="95">23.559999999999999</cx:pt>
          <cx:pt idx="96">24.309999999999999</cx:pt>
          <cx:pt idx="97">20.289999999999999</cx:pt>
          <cx:pt idx="98">24.640000000000001</cx:pt>
          <cx:pt idx="99">22.02</cx:pt>
          <cx:pt idx="100">23.460000000000001</cx:pt>
          <cx:pt idx="101">20.129999999999999</cx:pt>
          <cx:pt idx="102">21.66</cx:pt>
          <cx:pt idx="103">18.640000000000001</cx:pt>
          <cx:pt idx="104">19.41</cx:pt>
          <cx:pt idx="105">18.68</cx:pt>
          <cx:pt idx="106">23.780000000000001</cx:pt>
          <cx:pt idx="107">18.699999999999999</cx:pt>
          <cx:pt idx="108">19.710000000000001</cx:pt>
          <cx:pt idx="109">19.359999999999999</cx:pt>
          <cx:pt idx="110">20.109999999999999</cx:pt>
          <cx:pt idx="111">21.989999999999998</cx:pt>
          <cx:pt idx="112">19.73</cx:pt>
          <cx:pt idx="113">22.48</cx:pt>
          <cx:pt idx="114">19.469999999999999</cx:pt>
          <cx:pt idx="115">24.309999999999999</cx:pt>
          <cx:pt idx="116">23.370000000000001</cx:pt>
          <cx:pt idx="117">24.52</cx:pt>
          <cx:pt idx="118">22.809999999999999</cx:pt>
          <cx:pt idx="119">24.84</cx:pt>
          <cx:pt idx="120">24.5</cx:pt>
          <cx:pt idx="121">22.32</cx:pt>
          <cx:pt idx="122">19.129999999999999</cx:pt>
          <cx:pt idx="123">24.870000000000001</cx:pt>
          <cx:pt idx="124">23.109999999999999</cx:pt>
          <cx:pt idx="125">19.920000000000002</cx:pt>
          <cx:pt idx="126">18.699999999999999</cx:pt>
          <cx:pt idx="127">22.219999999999999</cx:pt>
          <cx:pt idx="128">23.710000000000001</cx:pt>
          <cx:pt idx="129">18.52</cx:pt>
          <cx:pt idx="130">18.68</cx:pt>
          <cx:pt idx="131">19.309999999999999</cx:pt>
          <cx:pt idx="132">21.870000000000001</cx:pt>
          <cx:pt idx="133">18.789999999999999</cx:pt>
          <cx:pt idx="134">23.010000000000002</cx:pt>
          <cx:pt idx="135">19.859999999999999</cx:pt>
          <cx:pt idx="136">20.27</cx:pt>
          <cx:pt idx="137">24.420000000000002</cx:pt>
          <cx:pt idx="138">21</cx:pt>
          <cx:pt idx="139">22.48</cx:pt>
          <cx:pt idx="140">20.359999999999999</cx:pt>
          <cx:pt idx="141">21.489999999999998</cx:pt>
          <cx:pt idx="142">20.280000000000001</cx:pt>
          <cx:pt idx="143">23.800000000000001</cx:pt>
          <cx:pt idx="144">24.84</cx:pt>
          <cx:pt idx="145">23.77</cx:pt>
          <cx:pt idx="146">22.059999999999999</cx:pt>
          <cx:pt idx="147">18.98</cx:pt>
          <cx:pt idx="148">23.600000000000001</cx:pt>
          <cx:pt idx="149">22.440000000000001</cx:pt>
          <cx:pt idx="150">24.890000000000001</cx:pt>
          <cx:pt idx="151">24.199999999999999</cx:pt>
          <cx:pt idx="152">18.789999999999999</cx:pt>
          <cx:pt idx="153">24.010000000000002</cx:pt>
          <cx:pt idx="154">23.210000000000001</cx:pt>
          <cx:pt idx="155">23.25</cx:pt>
          <cx:pt idx="156">19.73</cx:pt>
          <cx:pt idx="157">23.98</cx:pt>
          <cx:pt idx="158">21.84</cx:pt>
          <cx:pt idx="159">24.07</cx:pt>
          <cx:pt idx="160">23.329999999999998</cx:pt>
          <cx:pt idx="161">22.600000000000001</cx:pt>
          <cx:pt idx="162">24.129999999999999</cx:pt>
          <cx:pt idx="163">18.649999999999999</cx:pt>
          <cx:pt idx="164">19.82</cx:pt>
          <cx:pt idx="165">22.989999999999998</cx:pt>
          <cx:pt idx="166">23.41</cx:pt>
          <cx:pt idx="167">23.879999999999999</cx:pt>
          <cx:pt idx="168">21.48</cx:pt>
          <cx:pt idx="169">27.640000000000001</cx:pt>
          <cx:pt idx="170">25.829999999999998</cx:pt>
          <cx:pt idx="171">25.890000000000001</cx:pt>
          <cx:pt idx="172">29.710000000000001</cx:pt>
          <cx:pt idx="173">29.609999999999999</cx:pt>
          <cx:pt idx="174">26.050000000000001</cx:pt>
          <cx:pt idx="175">27.850000000000001</cx:pt>
          <cx:pt idx="176">27.710000000000001</cx:pt>
          <cx:pt idx="177">28.219999999999999</cx:pt>
          <cx:pt idx="178">26.73</cx:pt>
          <cx:pt idx="179">26.260000000000002</cx:pt>
          <cx:pt idx="180">28.760000000000002</cx:pt>
          <cx:pt idx="181">28.43</cx:pt>
          <cx:pt idx="182">29.98</cx:pt>
          <cx:pt idx="183">29.260000000000002</cx:pt>
          <cx:pt idx="184">29.920000000000002</cx:pt>
          <cx:pt idx="185">28.489999999999998</cx:pt>
          <cx:pt idx="186">26.469999999999999</cx:pt>
          <cx:pt idx="187">26.129999999999999</cx:pt>
          <cx:pt idx="188">25.23</cx:pt>
          <cx:pt idx="189">25.510000000000002</cx:pt>
          <cx:pt idx="190">28.43</cx:pt>
          <cx:pt idx="191">29.699999999999999</cx:pt>
          <cx:pt idx="192">25.350000000000001</cx:pt>
          <cx:pt idx="193">26.329999999999998</cx:pt>
          <cx:pt idx="194">26.949999999999999</cx:pt>
          <cx:pt idx="195">28.59</cx:pt>
          <cx:pt idx="196">26.52</cx:pt>
          <cx:pt idx="197">27.23</cx:pt>
          <cx:pt idx="198">25.219999999999999</cx:pt>
          <cx:pt idx="199">27.84</cx:pt>
          <cx:pt idx="200">28.030000000000001</cx:pt>
          <cx:pt idx="201">26.16</cx:pt>
          <cx:pt idx="202">28.93</cx:pt>
          <cx:pt idx="203">29.620000000000001</cx:pt>
          <cx:pt idx="204">27.140000000000001</cx:pt>
          <cx:pt idx="205">25.329999999999998</cx:pt>
          <cx:pt idx="206">28.66</cx:pt>
          <cx:pt idx="207">27.16</cx:pt>
          <cx:pt idx="208">26.48</cx:pt>
          <cx:pt idx="209">25.440000000000001</cx:pt>
          <cx:pt idx="210">29.890000000000001</cx:pt>
          <cx:pt idx="211">27.050000000000001</cx:pt>
          <cx:pt idx="212">29.5</cx:pt>
          <cx:pt idx="213">26.140000000000001</cx:pt>
          <cx:pt idx="214">27.030000000000001</cx:pt>
          <cx:pt idx="215">44.840000000000003</cx:pt>
          <cx:pt idx="216">35.859999999999999</cx:pt>
          <cx:pt idx="217">30.52</cx:pt>
          <cx:pt idx="218">33.859999999999999</cx:pt>
          <cx:pt idx="219">47.719999999999999</cx:pt>
          <cx:pt idx="220">31.140000000000001</cx:pt>
          <cx:pt idx="221">30.100000000000001</cx:pt>
          <cx:pt idx="222">31.48</cx:pt>
          <cx:pt idx="223">43.310000000000002</cx:pt>
          <cx:pt idx="224">31.940000000000001</cx:pt>
          <cx:pt idx="225">37.530000000000001</cx:pt>
          <cx:pt idx="226">34.630000000000003</cx:pt>
          <cx:pt idx="227">34.119999999999997</cx:pt>
          <cx:pt idx="228">35.509999999999998</cx:pt>
          <cx:pt idx="229">32.659999999999997</cx:pt>
          <cx:pt idx="230">33.170000000000002</cx:pt>
          <cx:pt idx="231">34.060000000000002</cx:pt>
          <cx:pt idx="232">30.760000000000002</cx:pt>
          <cx:pt idx="233">31.079999999999998</cx:pt>
          <cx:pt idx="234">36.009999999999998</cx:pt>
          <cx:pt idx="235">33.210000000000001</cx:pt>
          <cx:pt idx="236">36.460000000000001</cx:pt>
          <cx:pt idx="237">37.109999999999999</cx:pt>
          <cx:pt idx="238">32.340000000000003</cx:pt>
          <cx:pt idx="239">35.439999999999998</cx:pt>
          <cx:pt idx="240">34.340000000000003</cx:pt>
          <cx:pt idx="241">40.520000000000003</cx:pt>
          <cx:pt idx="242">31.32</cx:pt>
          <cx:pt idx="243">31.640000000000001</cx:pt>
          <cx:pt idx="244">35.469999999999999</cx:pt>
          <cx:pt idx="245">30.57</cx:pt>
          <cx:pt idx="246">43.310000000000002</cx:pt>
          <cx:pt idx="247">33.140000000000001</cx:pt>
          <cx:pt idx="248">33.159999999999997</cx:pt>
          <cx:pt idx="249">25.68</cx:pt>
          <cx:pt idx="250">38.780000000000001</cx:pt>
          <cx:pt idx="251">31.170000000000002</cx:pt>
          <cx:pt idx="252">25.07</cx:pt>
          <cx:pt idx="253">25.23</cx:pt>
          <cx:pt idx="254">32.32</cx:pt>
          <cx:pt idx="255">36.469999999999999</cx:pt>
          <cx:pt idx="256">34.140000000000001</cx:pt>
          <cx:pt idx="257">26.899999999999999</cx:pt>
          <cx:pt idx="258">34.060000000000002</cx:pt>
          <cx:pt idx="259">34.25</cx:pt>
          <cx:pt idx="260">38.729999999999997</cx:pt>
          <cx:pt idx="261">26.460000000000001</cx:pt>
          <cx:pt idx="262">36.219999999999999</cx:pt>
          <cx:pt idx="263">31.039999999999999</cx:pt>
          <cx:pt idx="264">26.57</cx:pt>
          <cx:pt idx="265">30.890000000000001</cx:pt>
          <cx:pt idx="266">30.510000000000002</cx:pt>
          <cx:pt idx="267">32.689999999999998</cx:pt>
          <cx:pt idx="268">31.84</cx:pt>
          <cx:pt idx="269">30.399999999999999</cx:pt>
          <cx:pt idx="270">25.050000000000001</cx:pt>
          <cx:pt idx="271">27.690000000000001</cx:pt>
          <cx:pt idx="272">41.840000000000003</cx:pt>
          <cx:pt idx="273">35.039999999999999</cx:pt>
          <cx:pt idx="274">38.5</cx:pt>
          <cx:pt idx="275">31.050000000000001</cx:pt>
          <cx:pt idx="276">28.879999999999999</cx:pt>
          <cx:pt idx="277">41.340000000000003</cx:pt>
          <cx:pt idx="278">30.629999999999999</cx:pt>
          <cx:pt idx="279">32.729999999999997</cx:pt>
          <cx:pt idx="280">32.740000000000002</cx:pt>
          <cx:pt idx="281">30.550000000000001</cx:pt>
          <cx:pt idx="282">26.43</cx:pt>
          <cx:pt idx="283">18.41</cx:pt>
          <cx:pt idx="284">32.75</cx:pt>
          <cx:pt idx="285">30.68</cx:pt>
          <cx:pt idx="286">13.880000000000001</cx:pt>
          <cx:pt idx="287">28.559999999999999</cx:pt>
          <cx:pt idx="288">27.18</cx:pt>
          <cx:pt idx="289">17.300000000000001</cx:pt>
          <cx:pt idx="290">27.199999999999999</cx:pt>
          <cx:pt idx="291">44.659999999999997</cx:pt>
          <cx:pt idx="292">48.43</cx:pt>
          <cx:pt idx="293">36.799999999999997</cx:pt>
          <cx:pt idx="294">30.300000000000001</cx:pt>
          <cx:pt idx="295">27.010000000000002</cx:pt>
          <cx:pt idx="296">29.109999999999999</cx:pt>
          <cx:pt idx="297">15.24</cx:pt>
          <cx:pt idx="298">29.07</cx:pt>
          <cx:pt idx="299">16.760000000000002</cx:pt>
          <cx:pt idx="300">17.27</cx:pt>
          <cx:pt idx="301">15.699999999999999</cx:pt>
          <cx:pt idx="302">18.120000000000001</cx:pt>
          <cx:pt idx="303">28.489999999999998</cx:pt>
          <cx:pt idx="304">30.370000000000001</cx:pt>
          <cx:pt idx="305">25.359999999999999</cx:pt>
          <cx:pt idx="306">45.140000000000001</cx:pt>
          <cx:pt idx="307">25.030000000000001</cx:pt>
          <cx:pt idx="308">16.039999999999999</cx:pt>
          <cx:pt idx="309">16.420000000000002</cx:pt>
          <cx:pt idx="310">15.9</cx:pt>
          <cx:pt idx="311">18.18</cx:pt>
          <cx:pt idx="312">17.940000000000001</cx:pt>
          <cx:pt idx="313">17.16</cx:pt>
          <cx:pt idx="314">32.840000000000003</cx:pt>
          <cx:pt idx="315">25.719999999999999</cx:pt>
          <cx:pt idx="316">18.280000000000001</cx:pt>
          <cx:pt idx="317">16.350000000000001</cx:pt>
          <cx:pt idx="318">15.720000000000001</cx:pt>
          <cx:pt idx="319">28.780000000000001</cx:pt>
          <cx:pt idx="320">27.43</cx:pt>
          <cx:pt idx="321">25.850000000000001</cx:pt>
          <cx:pt idx="322">28.350000000000001</cx:pt>
          <cx:pt idx="323">17.460000000000001</cx:pt>
          <cx:pt idx="324">13.710000000000001</cx:pt>
          <cx:pt idx="325">25.890000000000001</cx:pt>
          <cx:pt idx="326">39.119999999999997</cx:pt>
          <cx:pt idx="327">44.710000000000001</cx:pt>
          <cx:pt idx="328">25.050000000000001</cx:pt>
          <cx:pt idx="329">15.800000000000001</cx:pt>
          <cx:pt idx="330">26.32</cx:pt>
          <cx:pt idx="331">14.880000000000001</cx:pt>
          <cx:pt idx="332">15.07</cx:pt>
          <cx:pt idx="333">18.329999999999998</cx:pt>
          <cx:pt idx="334">18.129999999999999</cx:pt>
          <cx:pt idx="335">29.140000000000001</cx:pt>
          <cx:pt idx="336">17.93</cx:pt>
          <cx:pt idx="337">18.23</cx:pt>
          <cx:pt idx="338">14.779999999999999</cx:pt>
          <cx:pt idx="339">46.979999999999997</cx:pt>
          <cx:pt idx="340">14.1</cx:pt>
          <cx:pt idx="341">15.5</cx:pt>
          <cx:pt idx="342">17.629999999999999</cx:pt>
          <cx:pt idx="343">28.969999999999999</cx:pt>
          <cx:pt idx="344">35.189999999999998</cx:pt>
          <cx:pt idx="345">15.880000000000001</cx:pt>
          <cx:pt idx="346">32</cx:pt>
          <cx:pt idx="347">43.399999999999999</cx:pt>
          <cx:pt idx="348">25.16</cx:pt>
          <cx:pt idx="349">29.870000000000001</cx:pt>
          <cx:pt idx="350">15.5</cx:pt>
          <cx:pt idx="351">34.240000000000002</cx:pt>
          <cx:pt idx="352">30.219999999999999</cx:pt>
          <cx:pt idx="353">18.289999999999999</cx:pt>
          <cx:pt idx="354">26.609999999999999</cx:pt>
          <cx:pt idx="355">18.350000000000001</cx:pt>
          <cx:pt idx="356">16.25</cx:pt>
          <cx:pt idx="357">45.490000000000002</cx:pt>
          <cx:pt idx="358">27.969999999999999</cx:pt>
          <cx:pt idx="359">31.050000000000001</cx:pt>
          <cx:pt idx="360">34.890000000000001</cx:pt>
          <cx:pt idx="361">13.779999999999999</cx:pt>
          <cx:pt idx="362">25.129999999999999</cx:pt>
          <cx:pt idx="363">40.450000000000003</cx:pt>
          <cx:pt idx="364">26.359999999999999</cx:pt>
          <cx:pt idx="365">26.579999999999998</cx:pt>
          <cx:pt idx="366">16.27</cx:pt>
          <cx:pt idx="367">26.190000000000001</cx:pt>
          <cx:pt idx="368">25.489999999999998</cx:pt>
          <cx:pt idx="369">27.120000000000001</cx:pt>
          <cx:pt idx="370">17.850000000000001</cx:pt>
          <cx:pt idx="371">43.399999999999999</cx:pt>
          <cx:pt idx="372">31.140000000000001</cx:pt>
          <cx:pt idx="373">26.359999999999999</cx:pt>
          <cx:pt idx="374">29.170000000000002</cx:pt>
          <cx:pt idx="375">30.960000000000001</cx:pt>
          <cx:pt idx="376">25.170000000000002</cx:pt>
          <cx:pt idx="377">16.140000000000001</cx:pt>
          <cx:pt idx="378">15.23</cx:pt>
          <cx:pt idx="379">29.34</cx:pt>
          <cx:pt idx="380">16.190000000000001</cx:pt>
          <cx:pt idx="381">17.010000000000002</cx:pt>
          <cx:pt idx="382">41.030000000000001</cx:pt>
          <cx:pt idx="383">49.840000000000003</cx:pt>
          <cx:pt idx="384">28.280000000000001</cx:pt>
          <cx:pt idx="385">17.59</cx:pt>
          <cx:pt idx="386">17.059999999999999</cx:pt>
          <cx:pt idx="387">28.68</cx:pt>
          <cx:pt idx="388">16.41</cx:pt>
          <cx:pt idx="389">27.109999999999999</cx:pt>
          <cx:pt idx="390">31.739999999999998</cx:pt>
          <cx:pt idx="391">12.91</cx:pt>
          <cx:pt idx="392">14.869999999999999</cx:pt>
          <cx:pt idx="393">37.560000000000002</cx:pt>
          <cx:pt idx="394">35.82</cx:pt>
          <cx:pt idx="395">39.770000000000003</cx:pt>
          <cx:pt idx="396">17.399999999999999</cx:pt>
          <cx:pt idx="397">34.799999999999997</cx:pt>
          <cx:pt idx="398">17.329999999999998</cx:pt>
          <cx:pt idx="399">16.48</cx:pt>
          <cx:pt idx="400">25.579999999999998</cx:pt>
          <cx:pt idx="401">16.559999999999999</cx:pt>
          <cx:pt idx="402">25.079999999999998</cx:pt>
          <cx:pt idx="403">17.829999999999998</cx:pt>
          <cx:pt idx="404">17.399999999999999</cx:pt>
          <cx:pt idx="405">17.050000000000001</cx:pt>
          <cx:pt idx="406">15.65</cx:pt>
          <cx:pt idx="407">25.280000000000001</cx:pt>
          <cx:pt idx="408">26.010000000000002</cx:pt>
          <cx:pt idx="409">17.199999999999999</cx:pt>
          <cx:pt idx="410">28.489999999999998</cx:pt>
          <cx:pt idx="411">17.609999999999999</cx:pt>
          <cx:pt idx="412">14.74</cx:pt>
          <cx:pt idx="413">17.440000000000001</cx:pt>
          <cx:pt idx="414">18.420000000000002</cx:pt>
          <cx:pt idx="415">17.27</cx:pt>
          <cx:pt idx="416">26.050000000000001</cx:pt>
          <cx:pt idx="417">26.66</cx:pt>
          <cx:pt idx="418">27.699999999999999</cx:pt>
          <cx:pt idx="419">12.970000000000001</cx:pt>
          <cx:pt idx="420">14.57</cx:pt>
          <cx:pt idx="421">26.100000000000001</cx:pt>
          <cx:pt idx="422">25.390000000000001</cx:pt>
          <cx:pt idx="423">26.739999999999998</cx:pt>
          <cx:pt idx="424">27.550000000000001</cx:pt>
          <cx:pt idx="425">26.350000000000001</cx:pt>
          <cx:pt idx="426">27.109999999999999</cx:pt>
          <cx:pt idx="427">17.390000000000001</cx:pt>
          <cx:pt idx="428">16.800000000000001</cx:pt>
          <cx:pt idx="429">26.809999999999999</cx:pt>
          <cx:pt idx="430">14.390000000000001</cx:pt>
          <cx:pt idx="431">27.68</cx:pt>
          <cx:pt idx="432">26.75</cx:pt>
          <cx:pt idx="433">17.600000000000001</cx:pt>
          <cx:pt idx="434">28.460000000000001</cx:pt>
          <cx:pt idx="435">26.460000000000001</cx:pt>
          <cx:pt idx="436">16.989999999999998</cx:pt>
          <cx:pt idx="437">16.859999999999999</cx:pt>
          <cx:pt idx="438">17.109999999999999</cx:pt>
          <cx:pt idx="439">28.309999999999999</cx:pt>
          <cx:pt idx="440">18.149999999999999</cx:pt>
          <cx:pt idx="441">27.18</cx:pt>
          <cx:pt idx="442">28.870000000000001</cx:pt>
          <cx:pt idx="443">26.649999999999999</cx:pt>
          <cx:pt idx="444">17.539999999999999</cx:pt>
          <cx:pt idx="445">26.859999999999999</cx:pt>
          <cx:pt idx="446">25.100000000000001</cx:pt>
          <cx:pt idx="447">26.670000000000002</cx:pt>
          <cx:pt idx="448">15.08</cx:pt>
          <cx:pt idx="449">18.260000000000002</cx:pt>
          <cx:pt idx="450">25.73</cx:pt>
          <cx:pt idx="451">26.469999999999999</cx:pt>
          <cx:pt idx="452">25.350000000000001</cx:pt>
          <cx:pt idx="453">13.029999999999999</cx:pt>
          <cx:pt idx="454">29.559999999999999</cx:pt>
          <cx:pt idx="455">17.940000000000001</cx:pt>
          <cx:pt idx="456">27.609999999999999</cx:pt>
          <cx:pt idx="457">15.65</cx:pt>
          <cx:pt idx="458">14.69</cx:pt>
          <cx:pt idx="459">28.350000000000001</cx:pt>
          <cx:pt idx="460">18.32</cx:pt>
          <cx:pt idx="461">16.219999999999999</cx:pt>
          <cx:pt idx="462">27.82</cx:pt>
          <cx:pt idx="463">27.59</cx:pt>
          <cx:pt idx="464">26.399999999999999</cx:pt>
          <cx:pt idx="465">26.16</cx:pt>
          <cx:pt idx="466">27.18</cx:pt>
          <cx:pt idx="467">17.75</cx:pt>
          <cx:pt idx="468">25.57</cx:pt>
          <cx:pt idx="469">25.73</cx:pt>
          <cx:pt idx="470">15.24</cx:pt>
          <cx:pt idx="471">25.010000000000002</cx:pt>
          <cx:pt idx="472">27.57</cx:pt>
          <cx:pt idx="473">25.149999999999999</cx:pt>
          <cx:pt idx="474">26.48</cx:pt>
          <cx:pt idx="475">29.890000000000001</cx:pt>
          <cx:pt idx="476">27.469999999999999</cx:pt>
          <cx:pt idx="477">17.57</cx:pt>
          <cx:pt idx="478">27.879999999999999</cx:pt>
          <cx:pt idx="479">28.699999999999999</cx:pt>
          <cx:pt idx="480">27.530000000000001</cx:pt>
          <cx:pt idx="481">15.02</cx:pt>
          <cx:pt idx="482">28.199999999999999</cx:pt>
          <cx:pt idx="483">17.469999999999999</cx:pt>
          <cx:pt idx="484">27.780000000000001</cx:pt>
          <cx:pt idx="485">29.690000000000001</cx:pt>
          <cx:pt idx="486">26.329999999999998</cx:pt>
          <cx:pt idx="487">29.300000000000001</cx:pt>
          <cx:pt idx="488">26.469999999999999</cx:pt>
          <cx:pt idx="489">16.199999999999999</cx:pt>
          <cx:pt idx="490">27.550000000000001</cx:pt>
          <cx:pt idx="491">29.23</cx:pt>
          <cx:pt idx="492">28.77</cx:pt>
          <cx:pt idx="493">33.609999999999999</cx:pt>
          <cx:pt idx="494">32.93</cx:pt>
          <cx:pt idx="495">33.549999999999997</cx:pt>
          <cx:pt idx="496">15.460000000000001</cx:pt>
          <cx:pt idx="497">30.539999999999999</cx:pt>
          <cx:pt idx="498">34.530000000000001</cx:pt>
          <cx:pt idx="499">33.039999999999999</cx:pt>
          <cx:pt idx="500">32.630000000000003</cx:pt>
          <cx:pt idx="501">14.85</cx:pt>
          <cx:pt idx="502">33.200000000000003</cx:pt>
          <cx:pt idx="503">31.629999999999999</cx:pt>
          <cx:pt idx="504">17.440000000000001</cx:pt>
          <cx:pt idx="505">30.050000000000001</cx:pt>
          <cx:pt idx="506">15.5</cx:pt>
          <cx:pt idx="507">33.719999999999999</cx:pt>
          <cx:pt idx="508">30.440000000000001</cx:pt>
          <cx:pt idx="509">30.739999999999998</cx:pt>
          <cx:pt idx="510">31.489999999999998</cx:pt>
          <cx:pt idx="511">16.800000000000001</cx:pt>
          <cx:pt idx="512">30.43</cx:pt>
          <cx:pt idx="513">31.710000000000001</cx:pt>
          <cx:pt idx="514">17.030000000000001</cx:pt>
          <cx:pt idx="515">14.869999999999999</cx:pt>
          <cx:pt idx="516">33.609999999999999</cx:pt>
          <cx:pt idx="517">30.43</cx:pt>
          <cx:pt idx="518">27.84</cx:pt>
          <cx:pt idx="519">29.530000000000001</cx:pt>
          <cx:pt idx="520">28.149999999999999</cx:pt>
          <cx:pt idx="521">25.75</cx:pt>
          <cx:pt idx="522">31.75</cx:pt>
          <cx:pt idx="523">17.25</cx:pt>
          <cx:pt idx="524">17.82</cx:pt>
          <cx:pt idx="525">29.260000000000002</cx:pt>
          <cx:pt idx="526">25.199999999999999</cx:pt>
          <cx:pt idx="527">16.530000000000001</cx:pt>
          <cx:pt idx="528">17.649999999999999</cx:pt>
          <cx:pt idx="529">15.42</cx:pt>
          <cx:pt idx="530">28.27</cx:pt>
          <cx:pt idx="531">34.530000000000001</cx:pt>
          <cx:pt idx="532">16.539999999999999</cx:pt>
          <cx:pt idx="533">26.41</cx:pt>
          <cx:pt idx="534">25.02</cx:pt>
          <cx:pt idx="535">26.010000000000002</cx:pt>
          <cx:pt idx="536">26.390000000000001</cx:pt>
          <cx:pt idx="537">25.329999999999998</cx:pt>
          <cx:pt idx="538">16.09</cx:pt>
          <cx:pt idx="539">28.52</cx:pt>
          <cx:pt idx="540">31.75</cx:pt>
          <cx:pt idx="541">18.09</cx:pt>
          <cx:pt idx="542">32.719999999999999</cx:pt>
          <cx:pt idx="543">12.85</cx:pt>
          <cx:pt idx="544">29.969999999999999</cx:pt>
          <cx:pt idx="545">28.460000000000001</cx:pt>
          <cx:pt idx="546">26.079999999999998</cx:pt>
          <cx:pt idx="547">25.699999999999999</cx:pt>
          <cx:pt idx="548">13.82</cx:pt>
          <cx:pt idx="549">17.91</cx:pt>
          <cx:pt idx="550">15.73</cx:pt>
          <cx:pt idx="551">25.559999999999999</cx:pt>
          <cx:pt idx="552">30.34</cx:pt>
          <cx:pt idx="553">25.140000000000001</cx:pt>
          <cx:pt idx="554">27.34</cx:pt>
          <cx:pt idx="555">31.440000000000001</cx:pt>
          <cx:pt idx="556">30.260000000000002</cx:pt>
          <cx:pt idx="557">25.41</cx:pt>
          <cx:pt idx="558">31.129999999999999</cx:pt>
          <cx:pt idx="559">13.380000000000001</cx:pt>
          <cx:pt idx="560">25.539999999999999</cx:pt>
          <cx:pt idx="561">28.559999999999999</cx:pt>
          <cx:pt idx="562">26.32</cx:pt>
          <cx:pt idx="563">31.41</cx:pt>
          <cx:pt idx="564">14.07</cx:pt>
          <cx:pt idx="565">30.18</cx:pt>
          <cx:pt idx="566">25.859999999999999</cx:pt>
          <cx:pt idx="567">16.010000000000002</cx:pt>
          <cx:pt idx="568">30.09</cx:pt>
          <cx:pt idx="569">25.75</cx:pt>
          <cx:pt idx="570">16.010000000000002</cx:pt>
          <cx:pt idx="571">25.920000000000002</cx:pt>
          <cx:pt idx="572">30.199999999999999</cx:pt>
          <cx:pt idx="573">25.809999999999999</cx:pt>
          <cx:pt idx="574">21.809999999999999</cx:pt>
          <cx:pt idx="575">22.949999999999999</cx:pt>
          <cx:pt idx="576">22.510000000000002</cx:pt>
          <cx:pt idx="577">20.120000000000001</cx:pt>
          <cx:pt idx="578">24.539999999999999</cx:pt>
          <cx:pt idx="579">21.399999999999999</cx:pt>
          <cx:pt idx="580">21.579999999999998</cx:pt>
          <cx:pt idx="581">19.649999999999999</cx:pt>
          <cx:pt idx="582">21.640000000000001</cx:pt>
          <cx:pt idx="583">24.16</cx:pt>
          <cx:pt idx="584">22.640000000000001</cx:pt>
          <cx:pt idx="585">24.550000000000001</cx:pt>
          <cx:pt idx="586">24.75</cx:pt>
          <cx:pt idx="587">23.050000000000001</cx:pt>
          <cx:pt idx="588">24.780000000000001</cx:pt>
          <cx:pt idx="589">18.670000000000002</cx:pt>
          <cx:pt idx="590">23.530000000000001</cx:pt>
          <cx:pt idx="591">21.359999999999999</cx:pt>
          <cx:pt idx="592">24.359999999999999</cx:pt>
          <cx:pt idx="593">19.690000000000001</cx:pt>
          <cx:pt idx="594">24.539999999999999</cx:pt>
          <cx:pt idx="595">24.25</cx:pt>
          <cx:pt idx="596">22.550000000000001</cx:pt>
          <cx:pt idx="597">19.98</cx:pt>
          <cx:pt idx="598">19.210000000000001</cx:pt>
          <cx:pt idx="599">24.510000000000002</cx:pt>
          <cx:pt idx="600">24.309999999999999</cx:pt>
          <cx:pt idx="601">23.059999999999999</cx:pt>
          <cx:pt idx="602">20.620000000000001</cx:pt>
          <cx:pt idx="603">23.969999999999999</cx:pt>
          <cx:pt idx="604">19.649999999999999</cx:pt>
          <cx:pt idx="605">22.100000000000001</cx:pt>
          <cx:pt idx="606">19.350000000000001</cx:pt>
          <cx:pt idx="607">22.23</cx:pt>
          <cx:pt idx="608">23.59</cx:pt>
          <cx:pt idx="609">23.27</cx:pt>
          <cx:pt idx="610">23.530000000000001</cx:pt>
          <cx:pt idx="611">23.140000000000001</cx:pt>
          <cx:pt idx="612">24.550000000000001</cx:pt>
          <cx:pt idx="613">23.559999999999999</cx:pt>
          <cx:pt idx="614">24.309999999999999</cx:pt>
          <cx:pt idx="615">20.100000000000001</cx:pt>
          <cx:pt idx="616">21.629999999999999</cx:pt>
          <cx:pt idx="617">24.16</cx:pt>
          <cx:pt idx="618">24.91</cx:pt>
          <cx:pt idx="619">23.949999999999999</cx:pt>
          <cx:pt idx="620">21.16</cx:pt>
          <cx:pt idx="621">21.039999999999999</cx:pt>
          <cx:pt idx="622">20.199999999999999</cx:pt>
          <cx:pt idx="623">23.84</cx:pt>
          <cx:pt idx="624">19.489999999999998</cx:pt>
          <cx:pt idx="625">24.760000000000002</cx:pt>
          <cx:pt idx="626">23.170000000000002</cx:pt>
          <cx:pt idx="627">23.350000000000001</cx:pt>
          <cx:pt idx="628">21</cx:pt>
          <cx:pt idx="629">22.07</cx:pt>
          <cx:pt idx="630">21.800000000000001</cx:pt>
          <cx:pt idx="631">19.09</cx:pt>
          <cx:pt idx="632">19.449999999999999</cx:pt>
          <cx:pt idx="633">22.140000000000001</cx:pt>
          <cx:pt idx="634">23.809999999999999</cx:pt>
          <cx:pt idx="635">19.719999999999999</cx:pt>
          <cx:pt idx="636">22.719999999999999</cx:pt>
          <cx:pt idx="637">19.02</cx:pt>
          <cx:pt idx="638">23.199999999999999</cx:pt>
          <cx:pt idx="639">20.829999999999998</cx:pt>
          <cx:pt idx="640">24.190000000000001</cx:pt>
          <cx:pt idx="641">20.289999999999999</cx:pt>
          <cx:pt idx="642">24.219999999999999</cx:pt>
          <cx:pt idx="643">22.670000000000002</cx:pt>
          <cx:pt idx="644">21.289999999999999</cx:pt>
          <cx:pt idx="645">19.550000000000001</cx:pt>
          <cx:pt idx="646">23.23</cx:pt>
          <cx:pt idx="647">22.48</cx:pt>
          <cx:pt idx="648">23.48</cx:pt>
          <cx:pt idx="649">23.219999999999999</cx:pt>
          <cx:pt idx="650">24.210000000000001</cx:pt>
          <cx:pt idx="651">21.829999999999998</cx:pt>
          <cx:pt idx="652">23.789999999999999</cx:pt>
          <cx:pt idx="653">23.02</cx:pt>
          <cx:pt idx="654">23.280000000000001</cx:pt>
          <cx:pt idx="655">22.48</cx:pt>
          <cx:pt idx="656">19.5</cx:pt>
          <cx:pt idx="657">27.93</cx:pt>
          <cx:pt idx="658">29.559999999999999</cx:pt>
          <cx:pt idx="659">28.920000000000002</cx:pt>
          <cx:pt idx="660">30.120000000000001</cx:pt>
          <cx:pt idx="661">19.109999999999999</cx:pt>
          <cx:pt idx="662">18.07</cx:pt>
          <cx:pt idx="663">19.43</cx:pt>
          <cx:pt idx="664">25.670000000000002</cx:pt>
          <cx:pt idx="665">22.280000000000001</cx:pt>
          <cx:pt idx="666">20.879999999999999</cx:pt>
          <cx:pt idx="667">28.879999999999999</cx:pt>
          <cx:pt idx="668">26.02</cx:pt>
          <cx:pt idx="669">18.760000000000002</cx:pt>
          <cx:pt idx="670">23.52</cx:pt>
          <cx:pt idx="671">22.43</cx:pt>
          <cx:pt idx="672">20.059999999999999</cx:pt>
          <cx:pt idx="673">31.530000000000001</cx:pt>
          <cx:pt idx="674">26.789999999999999</cx:pt>
          <cx:pt idx="675">21.02</cx:pt>
          <cx:pt idx="676">16.780000000000001</cx:pt>
          <cx:pt idx="677">24.960000000000001</cx:pt>
          <cx:pt idx="678">25.550000000000001</cx:pt>
          <cx:pt idx="679">26.43</cx:pt>
          <cx:pt idx="680">15.02</cx:pt>
          <cx:pt idx="681">28.120000000000001</cx:pt>
          <cx:pt idx="682">30.59</cx:pt>
          <cx:pt idx="683">27.350000000000001</cx:pt>
          <cx:pt idx="684">12.73</cx:pt>
          <cx:pt idx="685">23.75</cx:pt>
          <cx:pt idx="686">29.34</cx:pt>
          <cx:pt idx="687">21.260000000000002</cx:pt>
          <cx:pt idx="688">23.640000000000001</cx:pt>
          <cx:pt idx="689">22.760000000000002</cx:pt>
          <cx:pt idx="690">25.73</cx:pt>
          <cx:pt idx="691">26.98</cx:pt>
          <cx:pt idx="692">32.420000000000002</cx:pt>
          <cx:pt idx="693">22.98</cx:pt>
          <cx:pt idx="694">24.129999999999999</cx:pt>
          <cx:pt idx="695">22.41</cx:pt>
          <cx:pt idx="696">21.449999999999999</cx:pt>
          <cx:pt idx="697">20.629999999999999</cx:pt>
          <cx:pt idx="698">20.609999999999999</cx:pt>
          <cx:pt idx="699">18.370000000000001</cx:pt>
          <cx:pt idx="700">18.100000000000001</cx:pt>
          <cx:pt idx="701">26.989999999999998</cx:pt>
          <cx:pt idx="702">14.59</cx:pt>
          <cx:pt idx="703">18.120000000000001</cx:pt>
          <cx:pt idx="704">30.66</cx:pt>
          <cx:pt idx="705">21.34</cx:pt>
          <cx:pt idx="706">21.23</cx:pt>
          <cx:pt idx="707">22.57</cx:pt>
          <cx:pt idx="708">19.059999999999999</cx:pt>
          <cx:pt idx="709">26.960000000000001</cx:pt>
          <cx:pt idx="710">19.010000000000002</cx:pt>
          <cx:pt idx="711">30.629999999999999</cx:pt>
          <cx:pt idx="712">29.609999999999999</cx:pt>
          <cx:pt idx="713">15.720000000000001</cx:pt>
          <cx:pt idx="714">27.960000000000001</cx:pt>
          <cx:pt idx="715">23.789999999999999</cx:pt>
          <cx:pt idx="716">21.449999999999999</cx:pt>
          <cx:pt idx="717">25.649999999999999</cx:pt>
          <cx:pt idx="718">27.690000000000001</cx:pt>
          <cx:pt idx="719">15.140000000000001</cx:pt>
          <cx:pt idx="720">25.420000000000002</cx:pt>
          <cx:pt idx="721">23.789999999999999</cx:pt>
          <cx:pt idx="722">28.09</cx:pt>
          <cx:pt idx="723">26.640000000000001</cx:pt>
          <cx:pt idx="724">29.210000000000001</cx:pt>
          <cx:pt idx="725">25.489999999999998</cx:pt>
          <cx:pt idx="726">13.359999999999999</cx:pt>
          <cx:pt idx="727">19.879999999999999</cx:pt>
          <cx:pt idx="728">28.690000000000001</cx:pt>
          <cx:pt idx="729">24.440000000000001</cx:pt>
          <cx:pt idx="730">27.52</cx:pt>
          <cx:pt idx="731">29.829999999999998</cx:pt>
          <cx:pt idx="732">27.789999999999999</cx:pt>
          <cx:pt idx="733">21.84</cx:pt>
          <cx:pt idx="734">26.690000000000001</cx:pt>
          <cx:pt idx="735">23.93</cx:pt>
          <cx:pt idx="736">23.760000000000002</cx:pt>
          <cx:pt idx="737">21.780000000000001</cx:pt>
          <cx:pt idx="738">17.77</cx:pt>
          <cx:pt idx="739">20.420000000000002</cx:pt>
          <cx:pt idx="740">26.75</cx:pt>
          <cx:pt idx="741">29.460000000000001</cx:pt>
          <cx:pt idx="742">27.940000000000001</cx:pt>
          <cx:pt idx="743">22.890000000000001</cx:pt>
          <cx:pt idx="744">21.530000000000001</cx:pt>
          <cx:pt idx="745">18.66</cx:pt>
          <cx:pt idx="746">26.469999999999999</cx:pt>
          <cx:pt idx="747">16.52</cx:pt>
          <cx:pt idx="748">17.879999999999999</cx:pt>
          <cx:pt idx="749">14.93</cx:pt>
          <cx:pt idx="750">24.5</cx:pt>
          <cx:pt idx="751">26.989999999999998</cx:pt>
          <cx:pt idx="752">26.539999999999999</cx:pt>
          <cx:pt idx="753">25.539999999999999</cx:pt>
          <cx:pt idx="754">22.82</cx:pt>
          <cx:pt idx="755">22.539999999999999</cx:pt>
          <cx:pt idx="756">16.280000000000001</cx:pt>
          <cx:pt idx="757">23.73</cx:pt>
          <cx:pt idx="758">23.530000000000001</cx:pt>
          <cx:pt idx="759">16.559999999999999</cx:pt>
          <cx:pt idx="760">18.879999999999999</cx:pt>
          <cx:pt idx="761">17.719999999999999</cx:pt>
          <cx:pt idx="762">26.219999999999999</cx:pt>
          <cx:pt idx="763">22.789999999999999</cx:pt>
          <cx:pt idx="764">19.449999999999999</cx:pt>
          <cx:pt idx="765">13.51</cx:pt>
          <cx:pt idx="766">25.690000000000001</cx:pt>
          <cx:pt idx="767">23.809999999999999</cx:pt>
          <cx:pt idx="768">15.609999999999999</cx:pt>
          <cx:pt idx="769">22.260000000000002</cx:pt>
          <cx:pt idx="770">19.690000000000001</cx:pt>
          <cx:pt idx="771">18.530000000000001</cx:pt>
          <cx:pt idx="772">32.340000000000003</cx:pt>
          <cx:pt idx="773">35.93</cx:pt>
          <cx:pt idx="774">17.920000000000002</cx:pt>
          <cx:pt idx="775">19.690000000000001</cx:pt>
          <cx:pt idx="776">22.170000000000002</cx:pt>
          <cx:pt idx="777">38.159999999999997</cx:pt>
          <cx:pt idx="778">15.43</cx:pt>
          <cx:pt idx="779">33.399999999999999</cx:pt>
          <cx:pt idx="780">20.379999999999999</cx:pt>
          <cx:pt idx="781">17.699999999999999</cx:pt>
          <cx:pt idx="782">33.799999999999997</cx:pt>
          <cx:pt idx="783">17.32</cx:pt>
          <cx:pt idx="784">13.81</cx:pt>
          <cx:pt idx="785">18.239999999999998</cx:pt>
          <cx:pt idx="786">20.699999999999999</cx:pt>
          <cx:pt idx="787">15.75</cx:pt>
          <cx:pt idx="788">20.140000000000001</cx:pt>
          <cx:pt idx="789">18.440000000000001</cx:pt>
          <cx:pt idx="790">23.800000000000001</cx:pt>
          <cx:pt idx="791">20.760000000000002</cx:pt>
          <cx:pt idx="792">40.100000000000001</cx:pt>
          <cx:pt idx="793">34.18</cx:pt>
          <cx:pt idx="794">22.190000000000001</cx:pt>
          <cx:pt idx="795">34.060000000000002</cx:pt>
          <cx:pt idx="796">45.43</cx:pt>
          <cx:pt idx="797">23.879999999999999</cx:pt>
          <cx:pt idx="798">31.609999999999999</cx:pt>
          <cx:pt idx="799">18.190000000000001</cx:pt>
          <cx:pt idx="800">21.16</cx:pt>
          <cx:pt idx="801">12.32</cx:pt>
          <cx:pt idx="802">13.949999999999999</cx:pt>
          <cx:pt idx="803">22.440000000000001</cx:pt>
          <cx:pt idx="804">23.640000000000001</cx:pt>
          <cx:pt idx="805">36.289999999999999</cx:pt>
          <cx:pt idx="806">45.140000000000001</cx:pt>
          <cx:pt idx="807">31.399999999999999</cx:pt>
          <cx:pt idx="808">16.66</cx:pt>
          <cx:pt idx="809">22.960000000000001</cx:pt>
          <cx:pt idx="810">23.699999999999999</cx:pt>
          <cx:pt idx="811">37.759999999999998</cx:pt>
          <cx:pt idx="812">36.25</cx:pt>
          <cx:pt idx="813">23.789999999999999</cx:pt>
          <cx:pt idx="814">24.23</cx:pt>
          <cx:pt idx="815">41.600000000000001</cx:pt>
          <cx:pt idx="816">42.299999999999997</cx:pt>
          <cx:pt idx="817">20.550000000000001</cx:pt>
          <cx:pt idx="818">17.890000000000001</cx:pt>
          <cx:pt idx="819">32.509999999999998</cx:pt>
          <cx:pt idx="820">13.98</cx:pt>
          <cx:pt idx="821">30.890000000000001</cx:pt>
          <cx:pt idx="822">19.370000000000001</cx:pt>
          <cx:pt idx="823">24.370000000000001</cx:pt>
          <cx:pt idx="824">15.31</cx:pt>
          <cx:pt idx="825">20.859999999999999</cx:pt>
          <cx:pt idx="826">40.259999999999998</cx:pt>
          <cx:pt idx="827">22.309999999999999</cx:pt>
          <cx:pt idx="828">30.399999999999999</cx:pt>
          <cx:pt idx="829">23.09</cx:pt>
          <cx:pt idx="830">33.5</cx:pt>
          <cx:pt idx="831">35.789999999999999</cx:pt>
          <cx:pt idx="832">23.739999999999998</cx:pt>
          <cx:pt idx="833">33.329999999999998</cx:pt>
          <cx:pt idx="834">21.780000000000001</cx:pt>
          <cx:pt idx="835">31.260000000000002</cx:pt>
          <cx:pt idx="836">20.550000000000001</cx:pt>
          <cx:pt idx="837">14.539999999999999</cx:pt>
          <cx:pt idx="838">12.470000000000001</cx:pt>
          <cx:pt idx="839">22.690000000000001</cx:pt>
          <cx:pt idx="840">38.759999999999998</cx:pt>
          <cx:pt idx="841">30.640000000000001</cx:pt>
          <cx:pt idx="842">19.879999999999999</cx:pt>
          <cx:pt idx="843">19.670000000000002</cx:pt>
          <cx:pt idx="844">14.609999999999999</cx:pt>
          <cx:pt idx="845">36.450000000000003</cx:pt>
          <cx:pt idx="846">23.510000000000002</cx:pt>
          <cx:pt idx="847">21.260000000000002</cx:pt>
          <cx:pt idx="848">31.309999999999999</cx:pt>
          <cx:pt idx="849">20.16</cx:pt>
          <cx:pt idx="850">32.659999999999997</cx:pt>
          <cx:pt idx="851">20.379999999999999</cx:pt>
          <cx:pt idx="852">17.609999999999999</cx:pt>
          <cx:pt idx="853">34.920000000000002</cx:pt>
          <cx:pt idx="854">24.25</cx:pt>
          <cx:pt idx="855">21.719999999999999</cx:pt>
          <cx:pt idx="856">24.34</cx:pt>
          <cx:pt idx="857">41.560000000000002</cx:pt>
          <cx:pt idx="858">20.280000000000001</cx:pt>
          <cx:pt idx="859">44.100000000000001</cx:pt>
          <cx:pt idx="860">33.380000000000003</cx:pt>
          <cx:pt idx="861">14.359999999999999</cx:pt>
          <cx:pt idx="862">19.440000000000001</cx:pt>
          <cx:pt idx="863">22.510000000000002</cx:pt>
          <cx:pt idx="864">40.710000000000001</cx:pt>
          <cx:pt idx="865">18.670000000000002</cx:pt>
          <cx:pt idx="866">29.260000000000002</cx:pt>
          <cx:pt idx="867">15.59</cx:pt>
          <cx:pt idx="868">19.739999999999998</cx:pt>
          <cx:pt idx="869">21.800000000000001</cx:pt>
          <cx:pt idx="870">29.949999999999999</cx:pt>
          <cx:pt idx="871">19.760000000000002</cx:pt>
          <cx:pt idx="872">39.159999999999997</cx:pt>
          <cx:pt idx="873">21.870000000000001</cx:pt>
          <cx:pt idx="874">26.77</cx:pt>
          <cx:pt idx="875">12.67</cx:pt>
          <cx:pt idx="876">25.850000000000001</cx:pt>
          <cx:pt idx="877">35.18</cx:pt>
          <cx:pt idx="878">32.689999999999998</cx:pt>
          <cx:pt idx="879">36.020000000000003</cx:pt>
          <cx:pt idx="880">20.199999999999999</cx:pt>
          <cx:pt idx="881">28.050000000000001</cx:pt>
          <cx:pt idx="882">21.27</cx:pt>
          <cx:pt idx="883">18.390000000000001</cx:pt>
          <cx:pt idx="884">21.260000000000002</cx:pt>
          <cx:pt idx="885">34.68</cx:pt>
          <cx:pt idx="886">20.75</cx:pt>
          <cx:pt idx="887">20.710000000000001</cx:pt>
          <cx:pt idx="888">17.93</cx:pt>
          <cx:pt idx="889">34.289999999999999</cx:pt>
          <cx:pt idx="890">26.84</cx:pt>
          <cx:pt idx="891">40.090000000000003</cx:pt>
          <cx:pt idx="892">23.73</cx:pt>
          <cx:pt idx="893">17.600000000000001</cx:pt>
          <cx:pt idx="894">26.640000000000001</cx:pt>
          <cx:pt idx="895">21.07</cx:pt>
          <cx:pt idx="896">18.350000000000001</cx:pt>
          <cx:pt idx="897">32.700000000000003</cx:pt>
          <cx:pt idx="898">33.450000000000003</cx:pt>
          <cx:pt idx="899">25.98</cx:pt>
          <cx:pt idx="900">27.66</cx:pt>
          <cx:pt idx="901">17.510000000000002</cx:pt>
          <cx:pt idx="902">14.85</cx:pt>
          <cx:pt idx="903">16.5</cx:pt>
          <cx:pt idx="904">29.100000000000001</cx:pt>
          <cx:pt idx="905">15.49</cx:pt>
          <cx:pt idx="906">27.739999999999998</cx:pt>
          <cx:pt idx="907">37.740000000000002</cx:pt>
          <cx:pt idx="908">23.940000000000001</cx:pt>
          <cx:pt idx="909">30.07</cx:pt>
          <cx:pt idx="910">24.280000000000001</cx:pt>
          <cx:pt idx="911">28.41</cx:pt>
          <cx:pt idx="912">42.630000000000003</cx:pt>
          <cx:pt idx="913">32.689999999999998</cx:pt>
          <cx:pt idx="914">37.869999999999997</cx:pt>
          <cx:pt idx="915">21.48</cx:pt>
          <cx:pt idx="916">34.829999999999998</cx:pt>
          <cx:pt idx="917">32.240000000000002</cx:pt>
          <cx:pt idx="918">46.899999999999999</cx:pt>
          <cx:pt idx="919">29.489999999999998</cx:pt>
          <cx:pt idx="920">20.829999999999998</cx:pt>
          <cx:pt idx="921">22.640000000000001</cx:pt>
          <cx:pt idx="922">25.620000000000001</cx:pt>
          <cx:pt idx="923">26.100000000000001</cx:pt>
          <cx:pt idx="924">36.950000000000003</cx:pt>
          <cx:pt idx="925">28.969999999999999</cx:pt>
          <cx:pt idx="926">29.98</cx:pt>
          <cx:pt idx="927">30.469999999999999</cx:pt>
          <cx:pt idx="928">14.6</cx:pt>
          <cx:pt idx="929">38.490000000000002</cx:pt>
          <cx:pt idx="930">37.979999999999997</cx:pt>
          <cx:pt idx="931">21.670000000000002</cx:pt>
          <cx:pt idx="932">22.309999999999999</cx:pt>
          <cx:pt idx="933">26.68</cx:pt>
          <cx:pt idx="934">30.190000000000001</cx:pt>
          <cx:pt idx="935">23.100000000000001</cx:pt>
          <cx:pt idx="936">16.969999999999999</cx:pt>
          <cx:pt idx="937">15.51</cx:pt>
          <cx:pt idx="938">27.850000000000001</cx:pt>
          <cx:pt idx="939">18.449999999999999</cx:pt>
          <cx:pt idx="940">20.109999999999999</cx:pt>
          <cx:pt idx="941">34.5</cx:pt>
          <cx:pt idx="942">29.879999999999999</cx:pt>
          <cx:pt idx="943">28.780000000000001</cx:pt>
          <cx:pt idx="944">28.02</cx:pt>
          <cx:pt idx="945">39.299999999999997</cx:pt>
          <cx:pt idx="946">15.92</cx:pt>
          <cx:pt idx="947">21.059999999999999</cx:pt>
          <cx:pt idx="948">24.359999999999999</cx:pt>
          <cx:pt idx="949">24.780000000000001</cx:pt>
          <cx:pt idx="950">31.300000000000001</cx:pt>
          <cx:pt idx="951">20.760000000000002</cx:pt>
          <cx:pt idx="952">23.75</cx:pt>
          <cx:pt idx="953">25.109999999999999</cx:pt>
          <cx:pt idx="954">27.920000000000002</cx:pt>
          <cx:pt idx="955">20.07</cx:pt>
          <cx:pt idx="956">33.969999999999999</cx:pt>
          <cx:pt idx="957">27.579999999999998</cx:pt>
          <cx:pt idx="958">21.670000000000002</cx:pt>
          <cx:pt idx="959">14.300000000000001</cx:pt>
          <cx:pt idx="960">33.07</cx:pt>
          <cx:pt idx="961">22.149999999999999</cx:pt>
          <cx:pt idx="962">30.489999999999998</cx:pt>
          <cx:pt idx="963">13.23</cx:pt>
          <cx:pt idx="964">40.789999999999999</cx:pt>
          <cx:pt idx="965">44.259999999999998</cx:pt>
          <cx:pt idx="966">16.23</cx:pt>
          <cx:pt idx="967">27.84</cx:pt>
          <cx:pt idx="968">46.939999999999998</cx:pt>
          <cx:pt idx="969">18.460000000000001</cx:pt>
          <cx:pt idx="970">28.440000000000001</cx:pt>
          <cx:pt idx="971">21.34</cx:pt>
          <cx:pt idx="972">40.090000000000003</cx:pt>
        </cx:lvl>
      </cx:numDim>
    </cx:data>
  </cx:chartData>
  <cx:chart>
    <cx:title pos="t" align="ctr" overlay="0">
      <cx:tx>
        <cx:txData>
          <cx:v>BMI Level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BMI Level Distribution</a:t>
          </a:r>
        </a:p>
      </cx:txPr>
    </cx:title>
    <cx:plotArea>
      <cx:plotAreaRegion>
        <cx:series layoutId="clusteredColumn" uniqueId="{15A25B75-3789-407E-AE55-6DDCC079BB80}">
          <cx:dataLabels>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8.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Tracking'!$F$2:$F$974</cx:f>
        <cx:lvl ptCount="973" formatCode="General">
          <cx:pt idx="0">24.710000000000001</cx:pt>
          <cx:pt idx="1">23.620000000000001</cx:pt>
          <cx:pt idx="2">23.93</cx:pt>
          <cx:pt idx="3">23.170000000000002</cx:pt>
          <cx:pt idx="4">22.780000000000001</cx:pt>
          <cx:pt idx="5">21.77</cx:pt>
          <cx:pt idx="6">22.449999999999999</cx:pt>
          <cx:pt idx="7">19.719999999999999</cx:pt>
          <cx:pt idx="8">21.879999999999999</cx:pt>
          <cx:pt idx="9">24.719999999999999</cx:pt>
          <cx:pt idx="10">23.530000000000001</cx:pt>
          <cx:pt idx="11">21.530000000000001</cx:pt>
          <cx:pt idx="12">19.420000000000002</cx:pt>
          <cx:pt idx="13">22.609999999999999</cx:pt>
          <cx:pt idx="14">20.879999999999999</cx:pt>
          <cx:pt idx="15">21.41</cx:pt>
          <cx:pt idx="16">22.079999999999998</cx:pt>
          <cx:pt idx="17">19.629999999999999</cx:pt>
          <cx:pt idx="18">23.59</cx:pt>
          <cx:pt idx="19">21.91</cx:pt>
          <cx:pt idx="20">24.969999999999999</cx:pt>
          <cx:pt idx="21">23.07</cx:pt>
          <cx:pt idx="22">24.870000000000001</cx:pt>
          <cx:pt idx="23">22.16</cx:pt>
          <cx:pt idx="24">24.16</cx:pt>
          <cx:pt idx="25">19.629999999999999</cx:pt>
          <cx:pt idx="26">22.850000000000001</cx:pt>
          <cx:pt idx="27">21.16</cx:pt>
          <cx:pt idx="28">19.120000000000001</cx:pt>
          <cx:pt idx="29">22.329999999999998</cx:pt>
          <cx:pt idx="30">24.91</cx:pt>
          <cx:pt idx="31">21.300000000000001</cx:pt>
          <cx:pt idx="32">19.010000000000002</cx:pt>
          <cx:pt idx="33">19.010000000000002</cx:pt>
          <cx:pt idx="34">21.489999999999998</cx:pt>
          <cx:pt idx="35">22.149999999999999</cx:pt>
          <cx:pt idx="36">18.77</cx:pt>
          <cx:pt idx="37">20.399999999999999</cx:pt>
          <cx:pt idx="38">20.760000000000002</cx:pt>
          <cx:pt idx="39">23.460000000000001</cx:pt>
          <cx:pt idx="40">24.870000000000001</cx:pt>
          <cx:pt idx="41">18.620000000000001</cx:pt>
          <cx:pt idx="42">18.620000000000001</cx:pt>
          <cx:pt idx="43">23.940000000000001</cx:pt>
          <cx:pt idx="44">23.920000000000002</cx:pt>
          <cx:pt idx="45">20.91</cx:pt>
          <cx:pt idx="46">20.710000000000001</cx:pt>
          <cx:pt idx="47">21.870000000000001</cx:pt>
          <cx:pt idx="48">19.91</cx:pt>
          <cx:pt idx="49">21.649999999999999</cx:pt>
          <cx:pt idx="50">22.27</cx:pt>
          <cx:pt idx="51">23.079999999999998</cx:pt>
          <cx:pt idx="52">22.18</cx:pt>
          <cx:pt idx="53">19.370000000000001</cx:pt>
          <cx:pt idx="54">24.52</cx:pt>
          <cx:pt idx="55">20.469999999999999</cx:pt>
          <cx:pt idx="56">20.66</cx:pt>
          <cx:pt idx="57">20.050000000000001</cx:pt>
          <cx:pt idx="58">24.780000000000001</cx:pt>
          <cx:pt idx="59">24.640000000000001</cx:pt>
          <cx:pt idx="60">22.440000000000001</cx:pt>
          <cx:pt idx="61">22.32</cx:pt>
          <cx:pt idx="62">22.41</cx:pt>
          <cx:pt idx="63">24.129999999999999</cx:pt>
          <cx:pt idx="64">21.390000000000001</cx:pt>
          <cx:pt idx="65">23.530000000000001</cx:pt>
          <cx:pt idx="66">23.649999999999999</cx:pt>
          <cx:pt idx="67">19.710000000000001</cx:pt>
          <cx:pt idx="68">19.100000000000001</cx:pt>
          <cx:pt idx="69">19.91</cx:pt>
          <cx:pt idx="70">23.329999999999998</cx:pt>
          <cx:pt idx="71">23.219999999999999</cx:pt>
          <cx:pt idx="72">22.559999999999999</cx:pt>
          <cx:pt idx="73">22.280000000000001</cx:pt>
          <cx:pt idx="74">22.859999999999999</cx:pt>
          <cx:pt idx="75">21.16</cx:pt>
          <cx:pt idx="76">23.870000000000001</cx:pt>
          <cx:pt idx="77">20.859999999999999</cx:pt>
          <cx:pt idx="78">24.370000000000001</cx:pt>
          <cx:pt idx="79">23.760000000000002</cx:pt>
          <cx:pt idx="80">23.84</cx:pt>
          <cx:pt idx="81">23.879999999999999</cx:pt>
          <cx:pt idx="82">21.050000000000001</cx:pt>
          <cx:pt idx="83">23.879999999999999</cx:pt>
          <cx:pt idx="84">24.09</cx:pt>
          <cx:pt idx="85">22.960000000000001</cx:pt>
          <cx:pt idx="86">24.260000000000002</cx:pt>
          <cx:pt idx="87">24.350000000000001</cx:pt>
          <cx:pt idx="88">21.66</cx:pt>
          <cx:pt idx="89">20.620000000000001</cx:pt>
          <cx:pt idx="90">22.149999999999999</cx:pt>
          <cx:pt idx="91">21.800000000000001</cx:pt>
          <cx:pt idx="92">23.780000000000001</cx:pt>
          <cx:pt idx="93">24.719999999999999</cx:pt>
          <cx:pt idx="94">19.510000000000002</cx:pt>
          <cx:pt idx="95">23.559999999999999</cx:pt>
          <cx:pt idx="96">24.309999999999999</cx:pt>
          <cx:pt idx="97">20.289999999999999</cx:pt>
          <cx:pt idx="98">24.640000000000001</cx:pt>
          <cx:pt idx="99">22.02</cx:pt>
          <cx:pt idx="100">23.460000000000001</cx:pt>
          <cx:pt idx="101">20.129999999999999</cx:pt>
          <cx:pt idx="102">21.66</cx:pt>
          <cx:pt idx="103">18.640000000000001</cx:pt>
          <cx:pt idx="104">19.41</cx:pt>
          <cx:pt idx="105">18.68</cx:pt>
          <cx:pt idx="106">23.780000000000001</cx:pt>
          <cx:pt idx="107">18.699999999999999</cx:pt>
          <cx:pt idx="108">19.710000000000001</cx:pt>
          <cx:pt idx="109">19.359999999999999</cx:pt>
          <cx:pt idx="110">20.109999999999999</cx:pt>
          <cx:pt idx="111">21.989999999999998</cx:pt>
          <cx:pt idx="112">19.73</cx:pt>
          <cx:pt idx="113">22.48</cx:pt>
          <cx:pt idx="114">19.469999999999999</cx:pt>
          <cx:pt idx="115">24.309999999999999</cx:pt>
          <cx:pt idx="116">23.370000000000001</cx:pt>
          <cx:pt idx="117">24.52</cx:pt>
          <cx:pt idx="118">22.809999999999999</cx:pt>
          <cx:pt idx="119">24.84</cx:pt>
          <cx:pt idx="120">24.5</cx:pt>
          <cx:pt idx="121">22.32</cx:pt>
          <cx:pt idx="122">19.129999999999999</cx:pt>
          <cx:pt idx="123">24.870000000000001</cx:pt>
          <cx:pt idx="124">23.109999999999999</cx:pt>
          <cx:pt idx="125">19.920000000000002</cx:pt>
          <cx:pt idx="126">18.699999999999999</cx:pt>
          <cx:pt idx="127">22.219999999999999</cx:pt>
          <cx:pt idx="128">23.710000000000001</cx:pt>
          <cx:pt idx="129">18.52</cx:pt>
          <cx:pt idx="130">18.68</cx:pt>
          <cx:pt idx="131">19.309999999999999</cx:pt>
          <cx:pt idx="132">21.870000000000001</cx:pt>
          <cx:pt idx="133">18.789999999999999</cx:pt>
          <cx:pt idx="134">23.010000000000002</cx:pt>
          <cx:pt idx="135">19.859999999999999</cx:pt>
          <cx:pt idx="136">20.27</cx:pt>
          <cx:pt idx="137">24.420000000000002</cx:pt>
          <cx:pt idx="138">21</cx:pt>
          <cx:pt idx="139">22.48</cx:pt>
          <cx:pt idx="140">20.359999999999999</cx:pt>
          <cx:pt idx="141">21.489999999999998</cx:pt>
          <cx:pt idx="142">20.280000000000001</cx:pt>
          <cx:pt idx="143">23.800000000000001</cx:pt>
          <cx:pt idx="144">24.84</cx:pt>
          <cx:pt idx="145">23.77</cx:pt>
          <cx:pt idx="146">22.059999999999999</cx:pt>
          <cx:pt idx="147">18.98</cx:pt>
          <cx:pt idx="148">23.600000000000001</cx:pt>
          <cx:pt idx="149">22.440000000000001</cx:pt>
          <cx:pt idx="150">24.890000000000001</cx:pt>
          <cx:pt idx="151">24.199999999999999</cx:pt>
          <cx:pt idx="152">18.789999999999999</cx:pt>
          <cx:pt idx="153">24.010000000000002</cx:pt>
          <cx:pt idx="154">23.210000000000001</cx:pt>
          <cx:pt idx="155">23.25</cx:pt>
          <cx:pt idx="156">19.73</cx:pt>
          <cx:pt idx="157">23.98</cx:pt>
          <cx:pt idx="158">21.84</cx:pt>
          <cx:pt idx="159">24.07</cx:pt>
          <cx:pt idx="160">23.329999999999998</cx:pt>
          <cx:pt idx="161">22.600000000000001</cx:pt>
          <cx:pt idx="162">24.129999999999999</cx:pt>
          <cx:pt idx="163">18.649999999999999</cx:pt>
          <cx:pt idx="164">19.82</cx:pt>
          <cx:pt idx="165">22.989999999999998</cx:pt>
          <cx:pt idx="166">23.41</cx:pt>
          <cx:pt idx="167">23.879999999999999</cx:pt>
          <cx:pt idx="168">21.48</cx:pt>
          <cx:pt idx="169">27.640000000000001</cx:pt>
          <cx:pt idx="170">25.829999999999998</cx:pt>
          <cx:pt idx="171">25.890000000000001</cx:pt>
          <cx:pt idx="172">29.710000000000001</cx:pt>
          <cx:pt idx="173">29.609999999999999</cx:pt>
          <cx:pt idx="174">26.050000000000001</cx:pt>
          <cx:pt idx="175">27.850000000000001</cx:pt>
          <cx:pt idx="176">27.710000000000001</cx:pt>
          <cx:pt idx="177">28.219999999999999</cx:pt>
          <cx:pt idx="178">26.73</cx:pt>
          <cx:pt idx="179">26.260000000000002</cx:pt>
          <cx:pt idx="180">28.760000000000002</cx:pt>
          <cx:pt idx="181">28.43</cx:pt>
          <cx:pt idx="182">29.98</cx:pt>
          <cx:pt idx="183">29.260000000000002</cx:pt>
          <cx:pt idx="184">29.920000000000002</cx:pt>
          <cx:pt idx="185">28.489999999999998</cx:pt>
          <cx:pt idx="186">26.469999999999999</cx:pt>
          <cx:pt idx="187">26.129999999999999</cx:pt>
          <cx:pt idx="188">25.23</cx:pt>
          <cx:pt idx="189">25.510000000000002</cx:pt>
          <cx:pt idx="190">28.43</cx:pt>
          <cx:pt idx="191">29.699999999999999</cx:pt>
          <cx:pt idx="192">25.350000000000001</cx:pt>
          <cx:pt idx="193">26.329999999999998</cx:pt>
          <cx:pt idx="194">26.949999999999999</cx:pt>
          <cx:pt idx="195">28.59</cx:pt>
          <cx:pt idx="196">26.52</cx:pt>
          <cx:pt idx="197">27.23</cx:pt>
          <cx:pt idx="198">25.219999999999999</cx:pt>
          <cx:pt idx="199">27.84</cx:pt>
          <cx:pt idx="200">28.030000000000001</cx:pt>
          <cx:pt idx="201">26.16</cx:pt>
          <cx:pt idx="202">28.93</cx:pt>
          <cx:pt idx="203">29.620000000000001</cx:pt>
          <cx:pt idx="204">27.140000000000001</cx:pt>
          <cx:pt idx="205">25.329999999999998</cx:pt>
          <cx:pt idx="206">28.66</cx:pt>
          <cx:pt idx="207">27.16</cx:pt>
          <cx:pt idx="208">26.48</cx:pt>
          <cx:pt idx="209">25.440000000000001</cx:pt>
          <cx:pt idx="210">29.890000000000001</cx:pt>
          <cx:pt idx="211">27.050000000000001</cx:pt>
          <cx:pt idx="212">29.5</cx:pt>
          <cx:pt idx="213">26.140000000000001</cx:pt>
          <cx:pt idx="214">27.030000000000001</cx:pt>
          <cx:pt idx="215">44.840000000000003</cx:pt>
          <cx:pt idx="216">35.859999999999999</cx:pt>
          <cx:pt idx="217">30.52</cx:pt>
          <cx:pt idx="218">33.859999999999999</cx:pt>
          <cx:pt idx="219">47.719999999999999</cx:pt>
          <cx:pt idx="220">31.140000000000001</cx:pt>
          <cx:pt idx="221">30.100000000000001</cx:pt>
          <cx:pt idx="222">31.48</cx:pt>
          <cx:pt idx="223">43.310000000000002</cx:pt>
          <cx:pt idx="224">31.940000000000001</cx:pt>
          <cx:pt idx="225">37.530000000000001</cx:pt>
          <cx:pt idx="226">34.630000000000003</cx:pt>
          <cx:pt idx="227">34.119999999999997</cx:pt>
          <cx:pt idx="228">35.509999999999998</cx:pt>
          <cx:pt idx="229">32.659999999999997</cx:pt>
          <cx:pt idx="230">33.170000000000002</cx:pt>
          <cx:pt idx="231">34.060000000000002</cx:pt>
          <cx:pt idx="232">30.760000000000002</cx:pt>
          <cx:pt idx="233">31.079999999999998</cx:pt>
          <cx:pt idx="234">36.009999999999998</cx:pt>
          <cx:pt idx="235">33.210000000000001</cx:pt>
          <cx:pt idx="236">36.460000000000001</cx:pt>
          <cx:pt idx="237">37.109999999999999</cx:pt>
          <cx:pt idx="238">32.340000000000003</cx:pt>
          <cx:pt idx="239">35.439999999999998</cx:pt>
          <cx:pt idx="240">34.340000000000003</cx:pt>
          <cx:pt idx="241">40.520000000000003</cx:pt>
          <cx:pt idx="242">31.32</cx:pt>
          <cx:pt idx="243">31.640000000000001</cx:pt>
          <cx:pt idx="244">35.469999999999999</cx:pt>
          <cx:pt idx="245">30.57</cx:pt>
          <cx:pt idx="246">43.310000000000002</cx:pt>
          <cx:pt idx="247">33.140000000000001</cx:pt>
          <cx:pt idx="248">33.159999999999997</cx:pt>
          <cx:pt idx="249">25.68</cx:pt>
          <cx:pt idx="250">38.780000000000001</cx:pt>
          <cx:pt idx="251">31.170000000000002</cx:pt>
          <cx:pt idx="252">25.07</cx:pt>
          <cx:pt idx="253">25.23</cx:pt>
          <cx:pt idx="254">32.32</cx:pt>
          <cx:pt idx="255">36.469999999999999</cx:pt>
          <cx:pt idx="256">34.140000000000001</cx:pt>
          <cx:pt idx="257">26.899999999999999</cx:pt>
          <cx:pt idx="258">34.060000000000002</cx:pt>
          <cx:pt idx="259">34.25</cx:pt>
          <cx:pt idx="260">38.729999999999997</cx:pt>
          <cx:pt idx="261">26.460000000000001</cx:pt>
          <cx:pt idx="262">36.219999999999999</cx:pt>
          <cx:pt idx="263">31.039999999999999</cx:pt>
          <cx:pt idx="264">26.57</cx:pt>
          <cx:pt idx="265">30.890000000000001</cx:pt>
          <cx:pt idx="266">30.510000000000002</cx:pt>
          <cx:pt idx="267">32.689999999999998</cx:pt>
          <cx:pt idx="268">31.84</cx:pt>
          <cx:pt idx="269">30.399999999999999</cx:pt>
          <cx:pt idx="270">25.050000000000001</cx:pt>
          <cx:pt idx="271">27.690000000000001</cx:pt>
          <cx:pt idx="272">41.840000000000003</cx:pt>
          <cx:pt idx="273">35.039999999999999</cx:pt>
          <cx:pt idx="274">38.5</cx:pt>
          <cx:pt idx="275">31.050000000000001</cx:pt>
          <cx:pt idx="276">28.879999999999999</cx:pt>
          <cx:pt idx="277">41.340000000000003</cx:pt>
          <cx:pt idx="278">30.629999999999999</cx:pt>
          <cx:pt idx="279">32.729999999999997</cx:pt>
          <cx:pt idx="280">32.740000000000002</cx:pt>
          <cx:pt idx="281">30.550000000000001</cx:pt>
          <cx:pt idx="282">26.43</cx:pt>
          <cx:pt idx="283">18.41</cx:pt>
          <cx:pt idx="284">32.75</cx:pt>
          <cx:pt idx="285">30.68</cx:pt>
          <cx:pt idx="286">13.880000000000001</cx:pt>
          <cx:pt idx="287">28.559999999999999</cx:pt>
          <cx:pt idx="288">27.18</cx:pt>
          <cx:pt idx="289">17.300000000000001</cx:pt>
          <cx:pt idx="290">27.199999999999999</cx:pt>
          <cx:pt idx="291">44.659999999999997</cx:pt>
          <cx:pt idx="292">48.43</cx:pt>
          <cx:pt idx="293">36.799999999999997</cx:pt>
          <cx:pt idx="294">30.300000000000001</cx:pt>
          <cx:pt idx="295">27.010000000000002</cx:pt>
          <cx:pt idx="296">29.109999999999999</cx:pt>
          <cx:pt idx="297">15.24</cx:pt>
          <cx:pt idx="298">29.07</cx:pt>
          <cx:pt idx="299">16.760000000000002</cx:pt>
          <cx:pt idx="300">17.27</cx:pt>
          <cx:pt idx="301">15.699999999999999</cx:pt>
          <cx:pt idx="302">18.120000000000001</cx:pt>
          <cx:pt idx="303">28.489999999999998</cx:pt>
          <cx:pt idx="304">30.370000000000001</cx:pt>
          <cx:pt idx="305">25.359999999999999</cx:pt>
          <cx:pt idx="306">45.140000000000001</cx:pt>
          <cx:pt idx="307">25.030000000000001</cx:pt>
          <cx:pt idx="308">16.039999999999999</cx:pt>
          <cx:pt idx="309">16.420000000000002</cx:pt>
          <cx:pt idx="310">15.9</cx:pt>
          <cx:pt idx="311">18.18</cx:pt>
          <cx:pt idx="312">17.940000000000001</cx:pt>
          <cx:pt idx="313">17.16</cx:pt>
          <cx:pt idx="314">32.840000000000003</cx:pt>
          <cx:pt idx="315">25.719999999999999</cx:pt>
          <cx:pt idx="316">18.280000000000001</cx:pt>
          <cx:pt idx="317">16.350000000000001</cx:pt>
          <cx:pt idx="318">15.720000000000001</cx:pt>
          <cx:pt idx="319">28.780000000000001</cx:pt>
          <cx:pt idx="320">27.43</cx:pt>
          <cx:pt idx="321">25.850000000000001</cx:pt>
          <cx:pt idx="322">28.350000000000001</cx:pt>
          <cx:pt idx="323">17.460000000000001</cx:pt>
          <cx:pt idx="324">13.710000000000001</cx:pt>
          <cx:pt idx="325">25.890000000000001</cx:pt>
          <cx:pt idx="326">39.119999999999997</cx:pt>
          <cx:pt idx="327">44.710000000000001</cx:pt>
          <cx:pt idx="328">25.050000000000001</cx:pt>
          <cx:pt idx="329">15.800000000000001</cx:pt>
          <cx:pt idx="330">26.32</cx:pt>
          <cx:pt idx="331">14.880000000000001</cx:pt>
          <cx:pt idx="332">15.07</cx:pt>
          <cx:pt idx="333">18.329999999999998</cx:pt>
          <cx:pt idx="334">18.129999999999999</cx:pt>
          <cx:pt idx="335">29.140000000000001</cx:pt>
          <cx:pt idx="336">17.93</cx:pt>
          <cx:pt idx="337">18.23</cx:pt>
          <cx:pt idx="338">14.779999999999999</cx:pt>
          <cx:pt idx="339">46.979999999999997</cx:pt>
          <cx:pt idx="340">14.1</cx:pt>
          <cx:pt idx="341">15.5</cx:pt>
          <cx:pt idx="342">17.629999999999999</cx:pt>
          <cx:pt idx="343">28.969999999999999</cx:pt>
          <cx:pt idx="344">35.189999999999998</cx:pt>
          <cx:pt idx="345">15.880000000000001</cx:pt>
          <cx:pt idx="346">32</cx:pt>
          <cx:pt idx="347">43.399999999999999</cx:pt>
          <cx:pt idx="348">25.16</cx:pt>
          <cx:pt idx="349">29.870000000000001</cx:pt>
          <cx:pt idx="350">15.5</cx:pt>
          <cx:pt idx="351">34.240000000000002</cx:pt>
          <cx:pt idx="352">30.219999999999999</cx:pt>
          <cx:pt idx="353">18.289999999999999</cx:pt>
          <cx:pt idx="354">26.609999999999999</cx:pt>
          <cx:pt idx="355">18.350000000000001</cx:pt>
          <cx:pt idx="356">16.25</cx:pt>
          <cx:pt idx="357">45.490000000000002</cx:pt>
          <cx:pt idx="358">27.969999999999999</cx:pt>
          <cx:pt idx="359">31.050000000000001</cx:pt>
          <cx:pt idx="360">34.890000000000001</cx:pt>
          <cx:pt idx="361">13.779999999999999</cx:pt>
          <cx:pt idx="362">25.129999999999999</cx:pt>
          <cx:pt idx="363">40.450000000000003</cx:pt>
          <cx:pt idx="364">26.359999999999999</cx:pt>
          <cx:pt idx="365">26.579999999999998</cx:pt>
          <cx:pt idx="366">16.27</cx:pt>
          <cx:pt idx="367">26.190000000000001</cx:pt>
          <cx:pt idx="368">25.489999999999998</cx:pt>
          <cx:pt idx="369">27.120000000000001</cx:pt>
          <cx:pt idx="370">17.850000000000001</cx:pt>
          <cx:pt idx="371">43.399999999999999</cx:pt>
          <cx:pt idx="372">31.140000000000001</cx:pt>
          <cx:pt idx="373">26.359999999999999</cx:pt>
          <cx:pt idx="374">29.170000000000002</cx:pt>
          <cx:pt idx="375">30.960000000000001</cx:pt>
          <cx:pt idx="376">25.170000000000002</cx:pt>
          <cx:pt idx="377">16.140000000000001</cx:pt>
          <cx:pt idx="378">15.23</cx:pt>
          <cx:pt idx="379">29.34</cx:pt>
          <cx:pt idx="380">16.190000000000001</cx:pt>
          <cx:pt idx="381">17.010000000000002</cx:pt>
          <cx:pt idx="382">41.030000000000001</cx:pt>
          <cx:pt idx="383">49.840000000000003</cx:pt>
          <cx:pt idx="384">28.280000000000001</cx:pt>
          <cx:pt idx="385">17.59</cx:pt>
          <cx:pt idx="386">17.059999999999999</cx:pt>
          <cx:pt idx="387">28.68</cx:pt>
          <cx:pt idx="388">16.41</cx:pt>
          <cx:pt idx="389">27.109999999999999</cx:pt>
          <cx:pt idx="390">31.739999999999998</cx:pt>
          <cx:pt idx="391">12.91</cx:pt>
          <cx:pt idx="392">14.869999999999999</cx:pt>
          <cx:pt idx="393">37.560000000000002</cx:pt>
          <cx:pt idx="394">35.82</cx:pt>
          <cx:pt idx="395">39.770000000000003</cx:pt>
          <cx:pt idx="396">17.399999999999999</cx:pt>
          <cx:pt idx="397">34.799999999999997</cx:pt>
          <cx:pt idx="398">17.329999999999998</cx:pt>
          <cx:pt idx="399">16.48</cx:pt>
          <cx:pt idx="400">25.579999999999998</cx:pt>
          <cx:pt idx="401">16.559999999999999</cx:pt>
          <cx:pt idx="402">25.079999999999998</cx:pt>
          <cx:pt idx="403">17.829999999999998</cx:pt>
          <cx:pt idx="404">17.399999999999999</cx:pt>
          <cx:pt idx="405">17.050000000000001</cx:pt>
          <cx:pt idx="406">15.65</cx:pt>
          <cx:pt idx="407">25.280000000000001</cx:pt>
          <cx:pt idx="408">26.010000000000002</cx:pt>
          <cx:pt idx="409">17.199999999999999</cx:pt>
          <cx:pt idx="410">28.489999999999998</cx:pt>
          <cx:pt idx="411">17.609999999999999</cx:pt>
          <cx:pt idx="412">14.74</cx:pt>
          <cx:pt idx="413">17.440000000000001</cx:pt>
          <cx:pt idx="414">18.420000000000002</cx:pt>
          <cx:pt idx="415">17.27</cx:pt>
          <cx:pt idx="416">26.050000000000001</cx:pt>
          <cx:pt idx="417">26.66</cx:pt>
          <cx:pt idx="418">27.699999999999999</cx:pt>
          <cx:pt idx="419">12.970000000000001</cx:pt>
          <cx:pt idx="420">14.57</cx:pt>
          <cx:pt idx="421">26.100000000000001</cx:pt>
          <cx:pt idx="422">25.390000000000001</cx:pt>
          <cx:pt idx="423">26.739999999999998</cx:pt>
          <cx:pt idx="424">27.550000000000001</cx:pt>
          <cx:pt idx="425">26.350000000000001</cx:pt>
          <cx:pt idx="426">27.109999999999999</cx:pt>
          <cx:pt idx="427">17.390000000000001</cx:pt>
          <cx:pt idx="428">16.800000000000001</cx:pt>
          <cx:pt idx="429">26.809999999999999</cx:pt>
          <cx:pt idx="430">14.390000000000001</cx:pt>
          <cx:pt idx="431">27.68</cx:pt>
          <cx:pt idx="432">26.75</cx:pt>
          <cx:pt idx="433">17.600000000000001</cx:pt>
          <cx:pt idx="434">28.460000000000001</cx:pt>
          <cx:pt idx="435">26.460000000000001</cx:pt>
          <cx:pt idx="436">16.989999999999998</cx:pt>
          <cx:pt idx="437">16.859999999999999</cx:pt>
          <cx:pt idx="438">17.109999999999999</cx:pt>
          <cx:pt idx="439">28.309999999999999</cx:pt>
          <cx:pt idx="440">18.149999999999999</cx:pt>
          <cx:pt idx="441">27.18</cx:pt>
          <cx:pt idx="442">28.870000000000001</cx:pt>
          <cx:pt idx="443">26.649999999999999</cx:pt>
          <cx:pt idx="444">17.539999999999999</cx:pt>
          <cx:pt idx="445">26.859999999999999</cx:pt>
          <cx:pt idx="446">25.100000000000001</cx:pt>
          <cx:pt idx="447">26.670000000000002</cx:pt>
          <cx:pt idx="448">15.08</cx:pt>
          <cx:pt idx="449">18.260000000000002</cx:pt>
          <cx:pt idx="450">25.73</cx:pt>
          <cx:pt idx="451">26.469999999999999</cx:pt>
          <cx:pt idx="452">25.350000000000001</cx:pt>
          <cx:pt idx="453">13.029999999999999</cx:pt>
          <cx:pt idx="454">29.559999999999999</cx:pt>
          <cx:pt idx="455">17.940000000000001</cx:pt>
          <cx:pt idx="456">27.609999999999999</cx:pt>
          <cx:pt idx="457">15.65</cx:pt>
          <cx:pt idx="458">14.69</cx:pt>
          <cx:pt idx="459">28.350000000000001</cx:pt>
          <cx:pt idx="460">18.32</cx:pt>
          <cx:pt idx="461">16.219999999999999</cx:pt>
          <cx:pt idx="462">27.82</cx:pt>
          <cx:pt idx="463">27.59</cx:pt>
          <cx:pt idx="464">26.399999999999999</cx:pt>
          <cx:pt idx="465">26.16</cx:pt>
          <cx:pt idx="466">27.18</cx:pt>
          <cx:pt idx="467">17.75</cx:pt>
          <cx:pt idx="468">25.57</cx:pt>
          <cx:pt idx="469">25.73</cx:pt>
          <cx:pt idx="470">15.24</cx:pt>
          <cx:pt idx="471">25.010000000000002</cx:pt>
          <cx:pt idx="472">27.57</cx:pt>
          <cx:pt idx="473">25.149999999999999</cx:pt>
          <cx:pt idx="474">26.48</cx:pt>
          <cx:pt idx="475">29.890000000000001</cx:pt>
          <cx:pt idx="476">27.469999999999999</cx:pt>
          <cx:pt idx="477">17.57</cx:pt>
          <cx:pt idx="478">27.879999999999999</cx:pt>
          <cx:pt idx="479">28.699999999999999</cx:pt>
          <cx:pt idx="480">27.530000000000001</cx:pt>
          <cx:pt idx="481">15.02</cx:pt>
          <cx:pt idx="482">28.199999999999999</cx:pt>
          <cx:pt idx="483">17.469999999999999</cx:pt>
          <cx:pt idx="484">27.780000000000001</cx:pt>
          <cx:pt idx="485">29.690000000000001</cx:pt>
          <cx:pt idx="486">26.329999999999998</cx:pt>
          <cx:pt idx="487">29.300000000000001</cx:pt>
          <cx:pt idx="488">26.469999999999999</cx:pt>
          <cx:pt idx="489">16.199999999999999</cx:pt>
          <cx:pt idx="490">27.550000000000001</cx:pt>
          <cx:pt idx="491">29.23</cx:pt>
          <cx:pt idx="492">28.77</cx:pt>
          <cx:pt idx="493">33.609999999999999</cx:pt>
          <cx:pt idx="494">32.93</cx:pt>
          <cx:pt idx="495">33.549999999999997</cx:pt>
          <cx:pt idx="496">15.460000000000001</cx:pt>
          <cx:pt idx="497">30.539999999999999</cx:pt>
          <cx:pt idx="498">34.530000000000001</cx:pt>
          <cx:pt idx="499">33.039999999999999</cx:pt>
          <cx:pt idx="500">32.630000000000003</cx:pt>
          <cx:pt idx="501">14.85</cx:pt>
          <cx:pt idx="502">33.200000000000003</cx:pt>
          <cx:pt idx="503">31.629999999999999</cx:pt>
          <cx:pt idx="504">17.440000000000001</cx:pt>
          <cx:pt idx="505">30.050000000000001</cx:pt>
          <cx:pt idx="506">15.5</cx:pt>
          <cx:pt idx="507">33.719999999999999</cx:pt>
          <cx:pt idx="508">30.440000000000001</cx:pt>
          <cx:pt idx="509">30.739999999999998</cx:pt>
          <cx:pt idx="510">31.489999999999998</cx:pt>
          <cx:pt idx="511">16.800000000000001</cx:pt>
          <cx:pt idx="512">30.43</cx:pt>
          <cx:pt idx="513">31.710000000000001</cx:pt>
          <cx:pt idx="514">17.030000000000001</cx:pt>
          <cx:pt idx="515">14.869999999999999</cx:pt>
          <cx:pt idx="516">33.609999999999999</cx:pt>
          <cx:pt idx="517">30.43</cx:pt>
          <cx:pt idx="518">27.84</cx:pt>
          <cx:pt idx="519">29.530000000000001</cx:pt>
          <cx:pt idx="520">28.149999999999999</cx:pt>
          <cx:pt idx="521">25.75</cx:pt>
          <cx:pt idx="522">31.75</cx:pt>
          <cx:pt idx="523">17.25</cx:pt>
          <cx:pt idx="524">17.82</cx:pt>
          <cx:pt idx="525">29.260000000000002</cx:pt>
          <cx:pt idx="526">25.199999999999999</cx:pt>
          <cx:pt idx="527">16.530000000000001</cx:pt>
          <cx:pt idx="528">17.649999999999999</cx:pt>
          <cx:pt idx="529">15.42</cx:pt>
          <cx:pt idx="530">28.27</cx:pt>
          <cx:pt idx="531">34.530000000000001</cx:pt>
          <cx:pt idx="532">16.539999999999999</cx:pt>
          <cx:pt idx="533">26.41</cx:pt>
          <cx:pt idx="534">25.02</cx:pt>
          <cx:pt idx="535">26.010000000000002</cx:pt>
          <cx:pt idx="536">26.390000000000001</cx:pt>
          <cx:pt idx="537">25.329999999999998</cx:pt>
          <cx:pt idx="538">16.09</cx:pt>
          <cx:pt idx="539">28.52</cx:pt>
          <cx:pt idx="540">31.75</cx:pt>
          <cx:pt idx="541">18.09</cx:pt>
          <cx:pt idx="542">32.719999999999999</cx:pt>
          <cx:pt idx="543">12.85</cx:pt>
          <cx:pt idx="544">29.969999999999999</cx:pt>
          <cx:pt idx="545">28.460000000000001</cx:pt>
          <cx:pt idx="546">26.079999999999998</cx:pt>
          <cx:pt idx="547">25.699999999999999</cx:pt>
          <cx:pt idx="548">13.82</cx:pt>
          <cx:pt idx="549">17.91</cx:pt>
          <cx:pt idx="550">15.73</cx:pt>
          <cx:pt idx="551">25.559999999999999</cx:pt>
          <cx:pt idx="552">30.34</cx:pt>
          <cx:pt idx="553">25.140000000000001</cx:pt>
          <cx:pt idx="554">27.34</cx:pt>
          <cx:pt idx="555">31.440000000000001</cx:pt>
          <cx:pt idx="556">30.260000000000002</cx:pt>
          <cx:pt idx="557">25.41</cx:pt>
          <cx:pt idx="558">31.129999999999999</cx:pt>
          <cx:pt idx="559">13.380000000000001</cx:pt>
          <cx:pt idx="560">25.539999999999999</cx:pt>
          <cx:pt idx="561">28.559999999999999</cx:pt>
          <cx:pt idx="562">26.32</cx:pt>
          <cx:pt idx="563">31.41</cx:pt>
          <cx:pt idx="564">14.07</cx:pt>
          <cx:pt idx="565">30.18</cx:pt>
          <cx:pt idx="566">25.859999999999999</cx:pt>
          <cx:pt idx="567">16.010000000000002</cx:pt>
          <cx:pt idx="568">30.09</cx:pt>
          <cx:pt idx="569">25.75</cx:pt>
          <cx:pt idx="570">16.010000000000002</cx:pt>
          <cx:pt idx="571">25.920000000000002</cx:pt>
          <cx:pt idx="572">30.199999999999999</cx:pt>
          <cx:pt idx="573">25.809999999999999</cx:pt>
          <cx:pt idx="574">21.809999999999999</cx:pt>
          <cx:pt idx="575">22.949999999999999</cx:pt>
          <cx:pt idx="576">22.510000000000002</cx:pt>
          <cx:pt idx="577">20.120000000000001</cx:pt>
          <cx:pt idx="578">24.539999999999999</cx:pt>
          <cx:pt idx="579">21.399999999999999</cx:pt>
          <cx:pt idx="580">21.579999999999998</cx:pt>
          <cx:pt idx="581">19.649999999999999</cx:pt>
          <cx:pt idx="582">21.640000000000001</cx:pt>
          <cx:pt idx="583">24.16</cx:pt>
          <cx:pt idx="584">22.640000000000001</cx:pt>
          <cx:pt idx="585">24.550000000000001</cx:pt>
          <cx:pt idx="586">24.75</cx:pt>
          <cx:pt idx="587">23.050000000000001</cx:pt>
          <cx:pt idx="588">24.780000000000001</cx:pt>
          <cx:pt idx="589">18.670000000000002</cx:pt>
          <cx:pt idx="590">23.530000000000001</cx:pt>
          <cx:pt idx="591">21.359999999999999</cx:pt>
          <cx:pt idx="592">24.359999999999999</cx:pt>
          <cx:pt idx="593">19.690000000000001</cx:pt>
          <cx:pt idx="594">24.539999999999999</cx:pt>
          <cx:pt idx="595">24.25</cx:pt>
          <cx:pt idx="596">22.550000000000001</cx:pt>
          <cx:pt idx="597">19.98</cx:pt>
          <cx:pt idx="598">19.210000000000001</cx:pt>
          <cx:pt idx="599">24.510000000000002</cx:pt>
          <cx:pt idx="600">24.309999999999999</cx:pt>
          <cx:pt idx="601">23.059999999999999</cx:pt>
          <cx:pt idx="602">20.620000000000001</cx:pt>
          <cx:pt idx="603">23.969999999999999</cx:pt>
          <cx:pt idx="604">19.649999999999999</cx:pt>
          <cx:pt idx="605">22.100000000000001</cx:pt>
          <cx:pt idx="606">19.350000000000001</cx:pt>
          <cx:pt idx="607">22.23</cx:pt>
          <cx:pt idx="608">23.59</cx:pt>
          <cx:pt idx="609">23.27</cx:pt>
          <cx:pt idx="610">23.530000000000001</cx:pt>
          <cx:pt idx="611">23.140000000000001</cx:pt>
          <cx:pt idx="612">24.550000000000001</cx:pt>
          <cx:pt idx="613">23.559999999999999</cx:pt>
          <cx:pt idx="614">24.309999999999999</cx:pt>
          <cx:pt idx="615">20.100000000000001</cx:pt>
          <cx:pt idx="616">21.629999999999999</cx:pt>
          <cx:pt idx="617">24.16</cx:pt>
          <cx:pt idx="618">24.91</cx:pt>
          <cx:pt idx="619">23.949999999999999</cx:pt>
          <cx:pt idx="620">21.16</cx:pt>
          <cx:pt idx="621">21.039999999999999</cx:pt>
          <cx:pt idx="622">20.199999999999999</cx:pt>
          <cx:pt idx="623">23.84</cx:pt>
          <cx:pt idx="624">19.489999999999998</cx:pt>
          <cx:pt idx="625">24.760000000000002</cx:pt>
          <cx:pt idx="626">23.170000000000002</cx:pt>
          <cx:pt idx="627">23.350000000000001</cx:pt>
          <cx:pt idx="628">21</cx:pt>
          <cx:pt idx="629">22.07</cx:pt>
          <cx:pt idx="630">21.800000000000001</cx:pt>
          <cx:pt idx="631">19.09</cx:pt>
          <cx:pt idx="632">19.449999999999999</cx:pt>
          <cx:pt idx="633">22.140000000000001</cx:pt>
          <cx:pt idx="634">23.809999999999999</cx:pt>
          <cx:pt idx="635">19.719999999999999</cx:pt>
          <cx:pt idx="636">22.719999999999999</cx:pt>
          <cx:pt idx="637">19.02</cx:pt>
          <cx:pt idx="638">23.199999999999999</cx:pt>
          <cx:pt idx="639">20.829999999999998</cx:pt>
          <cx:pt idx="640">24.190000000000001</cx:pt>
          <cx:pt idx="641">20.289999999999999</cx:pt>
          <cx:pt idx="642">24.219999999999999</cx:pt>
          <cx:pt idx="643">22.670000000000002</cx:pt>
          <cx:pt idx="644">21.289999999999999</cx:pt>
          <cx:pt idx="645">19.550000000000001</cx:pt>
          <cx:pt idx="646">23.23</cx:pt>
          <cx:pt idx="647">22.48</cx:pt>
          <cx:pt idx="648">23.48</cx:pt>
          <cx:pt idx="649">23.219999999999999</cx:pt>
          <cx:pt idx="650">24.210000000000001</cx:pt>
          <cx:pt idx="651">21.829999999999998</cx:pt>
          <cx:pt idx="652">23.789999999999999</cx:pt>
          <cx:pt idx="653">23.02</cx:pt>
          <cx:pt idx="654">23.280000000000001</cx:pt>
          <cx:pt idx="655">22.48</cx:pt>
          <cx:pt idx="656">19.5</cx:pt>
          <cx:pt idx="657">27.93</cx:pt>
          <cx:pt idx="658">29.559999999999999</cx:pt>
          <cx:pt idx="659">28.920000000000002</cx:pt>
          <cx:pt idx="660">30.120000000000001</cx:pt>
          <cx:pt idx="661">19.109999999999999</cx:pt>
          <cx:pt idx="662">18.07</cx:pt>
          <cx:pt idx="663">19.43</cx:pt>
          <cx:pt idx="664">25.670000000000002</cx:pt>
          <cx:pt idx="665">22.280000000000001</cx:pt>
          <cx:pt idx="666">20.879999999999999</cx:pt>
          <cx:pt idx="667">28.879999999999999</cx:pt>
          <cx:pt idx="668">26.02</cx:pt>
          <cx:pt idx="669">18.760000000000002</cx:pt>
          <cx:pt idx="670">23.52</cx:pt>
          <cx:pt idx="671">22.43</cx:pt>
          <cx:pt idx="672">20.059999999999999</cx:pt>
          <cx:pt idx="673">31.530000000000001</cx:pt>
          <cx:pt idx="674">26.789999999999999</cx:pt>
          <cx:pt idx="675">21.02</cx:pt>
          <cx:pt idx="676">16.780000000000001</cx:pt>
          <cx:pt idx="677">24.960000000000001</cx:pt>
          <cx:pt idx="678">25.550000000000001</cx:pt>
          <cx:pt idx="679">26.43</cx:pt>
          <cx:pt idx="680">15.02</cx:pt>
          <cx:pt idx="681">28.120000000000001</cx:pt>
          <cx:pt idx="682">30.59</cx:pt>
          <cx:pt idx="683">27.350000000000001</cx:pt>
          <cx:pt idx="684">12.73</cx:pt>
          <cx:pt idx="685">23.75</cx:pt>
          <cx:pt idx="686">29.34</cx:pt>
          <cx:pt idx="687">21.260000000000002</cx:pt>
          <cx:pt idx="688">23.640000000000001</cx:pt>
          <cx:pt idx="689">22.760000000000002</cx:pt>
          <cx:pt idx="690">25.73</cx:pt>
          <cx:pt idx="691">26.98</cx:pt>
          <cx:pt idx="692">32.420000000000002</cx:pt>
          <cx:pt idx="693">22.98</cx:pt>
          <cx:pt idx="694">24.129999999999999</cx:pt>
          <cx:pt idx="695">22.41</cx:pt>
          <cx:pt idx="696">21.449999999999999</cx:pt>
          <cx:pt idx="697">20.629999999999999</cx:pt>
          <cx:pt idx="698">20.609999999999999</cx:pt>
          <cx:pt idx="699">18.370000000000001</cx:pt>
          <cx:pt idx="700">18.100000000000001</cx:pt>
          <cx:pt idx="701">26.989999999999998</cx:pt>
          <cx:pt idx="702">14.59</cx:pt>
          <cx:pt idx="703">18.120000000000001</cx:pt>
          <cx:pt idx="704">30.66</cx:pt>
          <cx:pt idx="705">21.34</cx:pt>
          <cx:pt idx="706">21.23</cx:pt>
          <cx:pt idx="707">22.57</cx:pt>
          <cx:pt idx="708">19.059999999999999</cx:pt>
          <cx:pt idx="709">26.960000000000001</cx:pt>
          <cx:pt idx="710">19.010000000000002</cx:pt>
          <cx:pt idx="711">30.629999999999999</cx:pt>
          <cx:pt idx="712">29.609999999999999</cx:pt>
          <cx:pt idx="713">15.720000000000001</cx:pt>
          <cx:pt idx="714">27.960000000000001</cx:pt>
          <cx:pt idx="715">23.789999999999999</cx:pt>
          <cx:pt idx="716">21.449999999999999</cx:pt>
          <cx:pt idx="717">25.649999999999999</cx:pt>
          <cx:pt idx="718">27.690000000000001</cx:pt>
          <cx:pt idx="719">15.140000000000001</cx:pt>
          <cx:pt idx="720">25.420000000000002</cx:pt>
          <cx:pt idx="721">23.789999999999999</cx:pt>
          <cx:pt idx="722">28.09</cx:pt>
          <cx:pt idx="723">26.640000000000001</cx:pt>
          <cx:pt idx="724">29.210000000000001</cx:pt>
          <cx:pt idx="725">25.489999999999998</cx:pt>
          <cx:pt idx="726">13.359999999999999</cx:pt>
          <cx:pt idx="727">19.879999999999999</cx:pt>
          <cx:pt idx="728">28.690000000000001</cx:pt>
          <cx:pt idx="729">24.440000000000001</cx:pt>
          <cx:pt idx="730">27.52</cx:pt>
          <cx:pt idx="731">29.829999999999998</cx:pt>
          <cx:pt idx="732">27.789999999999999</cx:pt>
          <cx:pt idx="733">21.84</cx:pt>
          <cx:pt idx="734">26.690000000000001</cx:pt>
          <cx:pt idx="735">23.93</cx:pt>
          <cx:pt idx="736">23.760000000000002</cx:pt>
          <cx:pt idx="737">21.780000000000001</cx:pt>
          <cx:pt idx="738">17.77</cx:pt>
          <cx:pt idx="739">20.420000000000002</cx:pt>
          <cx:pt idx="740">26.75</cx:pt>
          <cx:pt idx="741">29.460000000000001</cx:pt>
          <cx:pt idx="742">27.940000000000001</cx:pt>
          <cx:pt idx="743">22.890000000000001</cx:pt>
          <cx:pt idx="744">21.530000000000001</cx:pt>
          <cx:pt idx="745">18.66</cx:pt>
          <cx:pt idx="746">26.469999999999999</cx:pt>
          <cx:pt idx="747">16.52</cx:pt>
          <cx:pt idx="748">17.879999999999999</cx:pt>
          <cx:pt idx="749">14.93</cx:pt>
          <cx:pt idx="750">24.5</cx:pt>
          <cx:pt idx="751">26.989999999999998</cx:pt>
          <cx:pt idx="752">26.539999999999999</cx:pt>
          <cx:pt idx="753">25.539999999999999</cx:pt>
          <cx:pt idx="754">22.82</cx:pt>
          <cx:pt idx="755">22.539999999999999</cx:pt>
          <cx:pt idx="756">16.280000000000001</cx:pt>
          <cx:pt idx="757">23.73</cx:pt>
          <cx:pt idx="758">23.530000000000001</cx:pt>
          <cx:pt idx="759">16.559999999999999</cx:pt>
          <cx:pt idx="760">18.879999999999999</cx:pt>
          <cx:pt idx="761">17.719999999999999</cx:pt>
          <cx:pt idx="762">26.219999999999999</cx:pt>
          <cx:pt idx="763">22.789999999999999</cx:pt>
          <cx:pt idx="764">19.449999999999999</cx:pt>
          <cx:pt idx="765">13.51</cx:pt>
          <cx:pt idx="766">25.690000000000001</cx:pt>
          <cx:pt idx="767">23.809999999999999</cx:pt>
          <cx:pt idx="768">15.609999999999999</cx:pt>
          <cx:pt idx="769">22.260000000000002</cx:pt>
          <cx:pt idx="770">19.690000000000001</cx:pt>
          <cx:pt idx="771">18.530000000000001</cx:pt>
          <cx:pt idx="772">32.340000000000003</cx:pt>
          <cx:pt idx="773">35.93</cx:pt>
          <cx:pt idx="774">17.920000000000002</cx:pt>
          <cx:pt idx="775">19.690000000000001</cx:pt>
          <cx:pt idx="776">22.170000000000002</cx:pt>
          <cx:pt idx="777">38.159999999999997</cx:pt>
          <cx:pt idx="778">15.43</cx:pt>
          <cx:pt idx="779">33.399999999999999</cx:pt>
          <cx:pt idx="780">20.379999999999999</cx:pt>
          <cx:pt idx="781">17.699999999999999</cx:pt>
          <cx:pt idx="782">33.799999999999997</cx:pt>
          <cx:pt idx="783">17.32</cx:pt>
          <cx:pt idx="784">13.81</cx:pt>
          <cx:pt idx="785">18.239999999999998</cx:pt>
          <cx:pt idx="786">20.699999999999999</cx:pt>
          <cx:pt idx="787">15.75</cx:pt>
          <cx:pt idx="788">20.140000000000001</cx:pt>
          <cx:pt idx="789">18.440000000000001</cx:pt>
          <cx:pt idx="790">23.800000000000001</cx:pt>
          <cx:pt idx="791">20.760000000000002</cx:pt>
          <cx:pt idx="792">40.100000000000001</cx:pt>
          <cx:pt idx="793">34.18</cx:pt>
          <cx:pt idx="794">22.190000000000001</cx:pt>
          <cx:pt idx="795">34.060000000000002</cx:pt>
          <cx:pt idx="796">45.43</cx:pt>
          <cx:pt idx="797">23.879999999999999</cx:pt>
          <cx:pt idx="798">31.609999999999999</cx:pt>
          <cx:pt idx="799">18.190000000000001</cx:pt>
          <cx:pt idx="800">21.16</cx:pt>
          <cx:pt idx="801">12.32</cx:pt>
          <cx:pt idx="802">13.949999999999999</cx:pt>
          <cx:pt idx="803">22.440000000000001</cx:pt>
          <cx:pt idx="804">23.640000000000001</cx:pt>
          <cx:pt idx="805">36.289999999999999</cx:pt>
          <cx:pt idx="806">45.140000000000001</cx:pt>
          <cx:pt idx="807">31.399999999999999</cx:pt>
          <cx:pt idx="808">16.66</cx:pt>
          <cx:pt idx="809">22.960000000000001</cx:pt>
          <cx:pt idx="810">23.699999999999999</cx:pt>
          <cx:pt idx="811">37.759999999999998</cx:pt>
          <cx:pt idx="812">36.25</cx:pt>
          <cx:pt idx="813">23.789999999999999</cx:pt>
          <cx:pt idx="814">24.23</cx:pt>
          <cx:pt idx="815">41.600000000000001</cx:pt>
          <cx:pt idx="816">42.299999999999997</cx:pt>
          <cx:pt idx="817">20.550000000000001</cx:pt>
          <cx:pt idx="818">17.890000000000001</cx:pt>
          <cx:pt idx="819">32.509999999999998</cx:pt>
          <cx:pt idx="820">13.98</cx:pt>
          <cx:pt idx="821">30.890000000000001</cx:pt>
          <cx:pt idx="822">19.370000000000001</cx:pt>
          <cx:pt idx="823">24.370000000000001</cx:pt>
          <cx:pt idx="824">15.31</cx:pt>
          <cx:pt idx="825">20.859999999999999</cx:pt>
          <cx:pt idx="826">40.259999999999998</cx:pt>
          <cx:pt idx="827">22.309999999999999</cx:pt>
          <cx:pt idx="828">30.399999999999999</cx:pt>
          <cx:pt idx="829">23.09</cx:pt>
          <cx:pt idx="830">33.5</cx:pt>
          <cx:pt idx="831">35.789999999999999</cx:pt>
          <cx:pt idx="832">23.739999999999998</cx:pt>
          <cx:pt idx="833">33.329999999999998</cx:pt>
          <cx:pt idx="834">21.780000000000001</cx:pt>
          <cx:pt idx="835">31.260000000000002</cx:pt>
          <cx:pt idx="836">20.550000000000001</cx:pt>
          <cx:pt idx="837">14.539999999999999</cx:pt>
          <cx:pt idx="838">12.470000000000001</cx:pt>
          <cx:pt idx="839">22.690000000000001</cx:pt>
          <cx:pt idx="840">38.759999999999998</cx:pt>
          <cx:pt idx="841">30.640000000000001</cx:pt>
          <cx:pt idx="842">19.879999999999999</cx:pt>
          <cx:pt idx="843">19.670000000000002</cx:pt>
          <cx:pt idx="844">14.609999999999999</cx:pt>
          <cx:pt idx="845">36.450000000000003</cx:pt>
          <cx:pt idx="846">23.510000000000002</cx:pt>
          <cx:pt idx="847">21.260000000000002</cx:pt>
          <cx:pt idx="848">31.309999999999999</cx:pt>
          <cx:pt idx="849">20.16</cx:pt>
          <cx:pt idx="850">32.659999999999997</cx:pt>
          <cx:pt idx="851">20.379999999999999</cx:pt>
          <cx:pt idx="852">17.609999999999999</cx:pt>
          <cx:pt idx="853">34.920000000000002</cx:pt>
          <cx:pt idx="854">24.25</cx:pt>
          <cx:pt idx="855">21.719999999999999</cx:pt>
          <cx:pt idx="856">24.34</cx:pt>
          <cx:pt idx="857">41.560000000000002</cx:pt>
          <cx:pt idx="858">20.280000000000001</cx:pt>
          <cx:pt idx="859">44.100000000000001</cx:pt>
          <cx:pt idx="860">33.380000000000003</cx:pt>
          <cx:pt idx="861">14.359999999999999</cx:pt>
          <cx:pt idx="862">19.440000000000001</cx:pt>
          <cx:pt idx="863">22.510000000000002</cx:pt>
          <cx:pt idx="864">40.710000000000001</cx:pt>
          <cx:pt idx="865">18.670000000000002</cx:pt>
          <cx:pt idx="866">29.260000000000002</cx:pt>
          <cx:pt idx="867">15.59</cx:pt>
          <cx:pt idx="868">19.739999999999998</cx:pt>
          <cx:pt idx="869">21.800000000000001</cx:pt>
          <cx:pt idx="870">29.949999999999999</cx:pt>
          <cx:pt idx="871">19.760000000000002</cx:pt>
          <cx:pt idx="872">39.159999999999997</cx:pt>
          <cx:pt idx="873">21.870000000000001</cx:pt>
          <cx:pt idx="874">26.77</cx:pt>
          <cx:pt idx="875">12.67</cx:pt>
          <cx:pt idx="876">25.850000000000001</cx:pt>
          <cx:pt idx="877">35.18</cx:pt>
          <cx:pt idx="878">32.689999999999998</cx:pt>
          <cx:pt idx="879">36.020000000000003</cx:pt>
          <cx:pt idx="880">20.199999999999999</cx:pt>
          <cx:pt idx="881">28.050000000000001</cx:pt>
          <cx:pt idx="882">21.27</cx:pt>
          <cx:pt idx="883">18.390000000000001</cx:pt>
          <cx:pt idx="884">21.260000000000002</cx:pt>
          <cx:pt idx="885">34.68</cx:pt>
          <cx:pt idx="886">20.75</cx:pt>
          <cx:pt idx="887">20.710000000000001</cx:pt>
          <cx:pt idx="888">17.93</cx:pt>
          <cx:pt idx="889">34.289999999999999</cx:pt>
          <cx:pt idx="890">26.84</cx:pt>
          <cx:pt idx="891">40.090000000000003</cx:pt>
          <cx:pt idx="892">23.73</cx:pt>
          <cx:pt idx="893">17.600000000000001</cx:pt>
          <cx:pt idx="894">26.640000000000001</cx:pt>
          <cx:pt idx="895">21.07</cx:pt>
          <cx:pt idx="896">18.350000000000001</cx:pt>
          <cx:pt idx="897">32.700000000000003</cx:pt>
          <cx:pt idx="898">33.450000000000003</cx:pt>
          <cx:pt idx="899">25.98</cx:pt>
          <cx:pt idx="900">27.66</cx:pt>
          <cx:pt idx="901">17.510000000000002</cx:pt>
          <cx:pt idx="902">14.85</cx:pt>
          <cx:pt idx="903">16.5</cx:pt>
          <cx:pt idx="904">29.100000000000001</cx:pt>
          <cx:pt idx="905">15.49</cx:pt>
          <cx:pt idx="906">27.739999999999998</cx:pt>
          <cx:pt idx="907">37.740000000000002</cx:pt>
          <cx:pt idx="908">23.940000000000001</cx:pt>
          <cx:pt idx="909">30.07</cx:pt>
          <cx:pt idx="910">24.280000000000001</cx:pt>
          <cx:pt idx="911">28.41</cx:pt>
          <cx:pt idx="912">42.630000000000003</cx:pt>
          <cx:pt idx="913">32.689999999999998</cx:pt>
          <cx:pt idx="914">37.869999999999997</cx:pt>
          <cx:pt idx="915">21.48</cx:pt>
          <cx:pt idx="916">34.829999999999998</cx:pt>
          <cx:pt idx="917">32.240000000000002</cx:pt>
          <cx:pt idx="918">46.899999999999999</cx:pt>
          <cx:pt idx="919">29.489999999999998</cx:pt>
          <cx:pt idx="920">20.829999999999998</cx:pt>
          <cx:pt idx="921">22.640000000000001</cx:pt>
          <cx:pt idx="922">25.620000000000001</cx:pt>
          <cx:pt idx="923">26.100000000000001</cx:pt>
          <cx:pt idx="924">36.950000000000003</cx:pt>
          <cx:pt idx="925">28.969999999999999</cx:pt>
          <cx:pt idx="926">29.98</cx:pt>
          <cx:pt idx="927">30.469999999999999</cx:pt>
          <cx:pt idx="928">14.6</cx:pt>
          <cx:pt idx="929">38.490000000000002</cx:pt>
          <cx:pt idx="930">37.979999999999997</cx:pt>
          <cx:pt idx="931">21.670000000000002</cx:pt>
          <cx:pt idx="932">22.309999999999999</cx:pt>
          <cx:pt idx="933">26.68</cx:pt>
          <cx:pt idx="934">30.190000000000001</cx:pt>
          <cx:pt idx="935">23.100000000000001</cx:pt>
          <cx:pt idx="936">16.969999999999999</cx:pt>
          <cx:pt idx="937">15.51</cx:pt>
          <cx:pt idx="938">27.850000000000001</cx:pt>
          <cx:pt idx="939">18.449999999999999</cx:pt>
          <cx:pt idx="940">20.109999999999999</cx:pt>
          <cx:pt idx="941">34.5</cx:pt>
          <cx:pt idx="942">29.879999999999999</cx:pt>
          <cx:pt idx="943">28.780000000000001</cx:pt>
          <cx:pt idx="944">28.02</cx:pt>
          <cx:pt idx="945">39.299999999999997</cx:pt>
          <cx:pt idx="946">15.92</cx:pt>
          <cx:pt idx="947">21.059999999999999</cx:pt>
          <cx:pt idx="948">24.359999999999999</cx:pt>
          <cx:pt idx="949">24.780000000000001</cx:pt>
          <cx:pt idx="950">31.300000000000001</cx:pt>
          <cx:pt idx="951">20.760000000000002</cx:pt>
          <cx:pt idx="952">23.75</cx:pt>
          <cx:pt idx="953">25.109999999999999</cx:pt>
          <cx:pt idx="954">27.920000000000002</cx:pt>
          <cx:pt idx="955">20.07</cx:pt>
          <cx:pt idx="956">33.969999999999999</cx:pt>
          <cx:pt idx="957">27.579999999999998</cx:pt>
          <cx:pt idx="958">21.670000000000002</cx:pt>
          <cx:pt idx="959">14.300000000000001</cx:pt>
          <cx:pt idx="960">33.07</cx:pt>
          <cx:pt idx="961">22.149999999999999</cx:pt>
          <cx:pt idx="962">30.489999999999998</cx:pt>
          <cx:pt idx="963">13.23</cx:pt>
          <cx:pt idx="964">40.789999999999999</cx:pt>
          <cx:pt idx="965">44.259999999999998</cx:pt>
          <cx:pt idx="966">16.23</cx:pt>
          <cx:pt idx="967">27.84</cx:pt>
          <cx:pt idx="968">46.939999999999998</cx:pt>
          <cx:pt idx="969">18.460000000000001</cx:pt>
          <cx:pt idx="970">28.440000000000001</cx:pt>
          <cx:pt idx="971">21.34</cx:pt>
          <cx:pt idx="972">40.090000000000003</cx:pt>
        </cx:lvl>
      </cx:numDim>
    </cx:data>
  </cx:chartData>
  <cx:chart>
    <cx:title pos="t" align="ctr" overlay="0">
      <cx:tx>
        <cx:txData>
          <cx:v>BMI Level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BMI Level Distribution</a:t>
          </a:r>
        </a:p>
      </cx:txPr>
    </cx:title>
    <cx:plotArea>
      <cx:plotAreaRegion>
        <cx:series layoutId="clusteredColumn" uniqueId="{15A25B75-3789-407E-AE55-6DDCC079BB80}">
          <cx:dataLabels>
            <cx:txPr>
              <a:bodyPr spcFirstLastPara="1" vertOverflow="ellipsis" horzOverflow="overflow" wrap="square" lIns="0" tIns="0" rIns="0" bIns="0" anchor="ctr" anchorCtr="1"/>
              <a:lstStyle/>
              <a:p>
                <a:pPr algn="ctr" rtl="0">
                  <a:defRPr/>
                </a:pPr>
                <a:endParaRPr lang="en-US" sz="900" b="0" i="0" u="none" strike="noStrike" baseline="0">
                  <a:solidFill>
                    <a:prstClr val="black">
                      <a:lumMod val="65000"/>
                      <a:lumOff val="35000"/>
                    </a:prstClr>
                  </a:solidFill>
                  <a:latin typeface="Calibri" panose="020F0502020204030204"/>
                </a:endParaRPr>
              </a:p>
            </cx:txPr>
            <cx:visibility seriesName="0" categoryName="0" value="1"/>
            <cx:separator>, </cx:separator>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9.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Tracking'!$H$2:$H$974</cx:f>
        <cx:lvl ptCount="973" formatCode="General">
          <cx:pt idx="0">33.399999999999999</cx:pt>
          <cx:pt idx="1">27.600000000000001</cx:pt>
          <cx:pt idx="2">30.100000000000001</cx:pt>
          <cx:pt idx="3">22.699999999999999</cx:pt>
          <cx:pt idx="4">27.699999999999999</cx:pt>
          <cx:pt idx="5">32.200000000000003</cx:pt>
          <cx:pt idx="6">26.399999999999999</cx:pt>
          <cx:pt idx="7">18.600000000000001</cx:pt>
          <cx:pt idx="8">28</cx:pt>
          <cx:pt idx="9">16.600000000000001</cx:pt>
          <cx:pt idx="10">30.800000000000001</cx:pt>
          <cx:pt idx="11">21.399999999999999</cx:pt>
          <cx:pt idx="12">32</cx:pt>
          <cx:pt idx="13">23.399999999999999</cx:pt>
          <cx:pt idx="14">14.6</cx:pt>
          <cx:pt idx="15">31</cx:pt>
          <cx:pt idx="16">17.300000000000001</cx:pt>
          <cx:pt idx="17">27.300000000000001</cx:pt>
          <cx:pt idx="18">32.5</cx:pt>
          <cx:pt idx="19">31.800000000000001</cx:pt>
          <cx:pt idx="20">10.699999999999999</cx:pt>
          <cx:pt idx="21">26.899999999999999</cx:pt>
          <cx:pt idx="22">11.6</cx:pt>
          <cx:pt idx="23">22.5</cx:pt>
          <cx:pt idx="24">12.4</cx:pt>
          <cx:pt idx="25">18.300000000000001</cx:pt>
          <cx:pt idx="26">30.300000000000001</cx:pt>
          <cx:pt idx="27">11</cx:pt>
          <cx:pt idx="28">19.5</cx:pt>
          <cx:pt idx="29">29.699999999999999</cx:pt>
          <cx:pt idx="30">11.199999999999999</cx:pt>
          <cx:pt idx="31">25.300000000000001</cx:pt>
          <cx:pt idx="32">30.100000000000001</cx:pt>
          <cx:pt idx="33">31.100000000000001</cx:pt>
          <cx:pt idx="34">28.699999999999999</cx:pt>
          <cx:pt idx="35">32.100000000000001</cx:pt>
          <cx:pt idx="36">32.799999999999997</cx:pt>
          <cx:pt idx="37">29.800000000000001</cx:pt>
          <cx:pt idx="38">19.100000000000001</cx:pt>
          <cx:pt idx="39">19</cx:pt>
          <cx:pt idx="40">17.199999999999999</cx:pt>
          <cx:pt idx="41">20.5</cx:pt>
          <cx:pt idx="42">17.800000000000001</cx:pt>
          <cx:pt idx="43">34</cx:pt>
          <cx:pt idx="44">27.399999999999999</cx:pt>
          <cx:pt idx="45">26.300000000000001</cx:pt>
          <cx:pt idx="46">29.399999999999999</cx:pt>
          <cx:pt idx="47">27.699999999999999</cx:pt>
          <cx:pt idx="48">23.199999999999999</cx:pt>
          <cx:pt idx="49">18.5</cx:pt>
          <cx:pt idx="50">29</cx:pt>
          <cx:pt idx="51">23</cx:pt>
          <cx:pt idx="52">27.699999999999999</cx:pt>
          <cx:pt idx="53">27.5</cx:pt>
          <cx:pt idx="54">33.200000000000003</cx:pt>
          <cx:pt idx="55">29.600000000000001</cx:pt>
          <cx:pt idx="56">10.5</cx:pt>
          <cx:pt idx="57">29.399999999999999</cx:pt>
          <cx:pt idx="58">18.300000000000001</cx:pt>
          <cx:pt idx="59">16.800000000000001</cx:pt>
          <cx:pt idx="60">34.399999999999999</cx:pt>
          <cx:pt idx="61">11.199999999999999</cx:pt>
          <cx:pt idx="62">11.699999999999999</cx:pt>
          <cx:pt idx="63">16.399999999999999</cx:pt>
          <cx:pt idx="64">25.600000000000001</cx:pt>
          <cx:pt idx="65">28.899999999999999</cx:pt>
          <cx:pt idx="66">11.1</cx:pt>
          <cx:pt idx="67">21.300000000000001</cx:pt>
          <cx:pt idx="68">34.100000000000001</cx:pt>
          <cx:pt idx="69">34.899999999999999</cx:pt>
          <cx:pt idx="70">10.199999999999999</cx:pt>
          <cx:pt idx="71">29.800000000000001</cx:pt>
          <cx:pt idx="72">29.199999999999999</cx:pt>
          <cx:pt idx="73">17.800000000000001</cx:pt>
          <cx:pt idx="74">28.100000000000001</cx:pt>
          <cx:pt idx="75">33.700000000000003</cx:pt>
          <cx:pt idx="76">34.399999999999999</cx:pt>
          <cx:pt idx="77">22.399999999999999</cx:pt>
          <cx:pt idx="78">34.100000000000001</cx:pt>
          <cx:pt idx="79">27</cx:pt>
          <cx:pt idx="80">21.300000000000001</cx:pt>
          <cx:pt idx="81">11.699999999999999</cx:pt>
          <cx:pt idx="82">20.199999999999999</cx:pt>
          <cx:pt idx="83">27.600000000000001</cx:pt>
          <cx:pt idx="84">25.800000000000001</cx:pt>
          <cx:pt idx="85">20</cx:pt>
          <cx:pt idx="86">34.799999999999997</cx:pt>
          <cx:pt idx="87">27.300000000000001</cx:pt>
          <cx:pt idx="88">13.6</cx:pt>
          <cx:pt idx="89">16.199999999999999</cx:pt>
          <cx:pt idx="90">14.9</cx:pt>
          <cx:pt idx="91">32.600000000000001</cx:pt>
          <cx:pt idx="92">29.199999999999999</cx:pt>
          <cx:pt idx="93">26.100000000000001</cx:pt>
          <cx:pt idx="94">25.5</cx:pt>
          <cx:pt idx="95">15</cx:pt>
          <cx:pt idx="96">13.300000000000001</cx:pt>
          <cx:pt idx="97">18.699999999999999</cx:pt>
          <cx:pt idx="98">13.300000000000001</cx:pt>
          <cx:pt idx="99">27.100000000000001</cx:pt>
          <cx:pt idx="100">31</cx:pt>
          <cx:pt idx="101">28.100000000000001</cx:pt>
          <cx:pt idx="102">33</cx:pt>
          <cx:pt idx="103">29</cx:pt>
          <cx:pt idx="104">32.799999999999997</cx:pt>
          <cx:pt idx="105">32</cx:pt>
          <cx:pt idx="106">12.4</cx:pt>
          <cx:pt idx="107">30.100000000000001</cx:pt>
          <cx:pt idx="108">32.600000000000001</cx:pt>
          <cx:pt idx="109">34.5</cx:pt>
          <cx:pt idx="110">29.300000000000001</cx:pt>
          <cx:pt idx="111">28.800000000000001</cx:pt>
          <cx:pt idx="112">21.699999999999999</cx:pt>
          <cx:pt idx="113">26.100000000000001</cx:pt>
          <cx:pt idx="114">23.399999999999999</cx:pt>
          <cx:pt idx="115">13.6</cx:pt>
          <cx:pt idx="116">26.800000000000001</cx:pt>
          <cx:pt idx="117">24.300000000000001</cx:pt>
          <cx:pt idx="118">28.300000000000001</cx:pt>
          <cx:pt idx="119">25.300000000000001</cx:pt>
          <cx:pt idx="120">19.800000000000001</cx:pt>
          <cx:pt idx="121">30.399999999999999</cx:pt>
          <cx:pt idx="122">24.699999999999999</cx:pt>
          <cx:pt idx="123">27.899999999999999</cx:pt>
          <cx:pt idx="124">25.699999999999999</cx:pt>
          <cx:pt idx="125">28.300000000000001</cx:pt>
          <cx:pt idx="126">27</cx:pt>
          <cx:pt idx="127">34.700000000000003</cx:pt>
          <cx:pt idx="128">16.600000000000001</cx:pt>
          <cx:pt idx="129">33.5</cx:pt>
          <cx:pt idx="130">33.5</cx:pt>
          <cx:pt idx="131">15</cx:pt>
          <cx:pt idx="132">32.600000000000001</cx:pt>
          <cx:pt idx="133">20</cx:pt>
          <cx:pt idx="134">19.399999999999999</cx:pt>
          <cx:pt idx="135">27.100000000000001</cx:pt>
          <cx:pt idx="136">20.5</cx:pt>
          <cx:pt idx="137">25</cx:pt>
          <cx:pt idx="138">26.699999999999999</cx:pt>
          <cx:pt idx="139">30.899999999999999</cx:pt>
          <cx:pt idx="140">27.800000000000001</cx:pt>
          <cx:pt idx="141">13.800000000000001</cx:pt>
          <cx:pt idx="142">18.199999999999999</cx:pt>
          <cx:pt idx="143">26</cx:pt>
          <cx:pt idx="144">31.100000000000001</cx:pt>
          <cx:pt idx="145">17.600000000000001</cx:pt>
          <cx:pt idx="146">29.199999999999999</cx:pt>
          <cx:pt idx="147">33</cx:pt>
          <cx:pt idx="148">34</cx:pt>
          <cx:pt idx="149">33.700000000000003</cx:pt>
          <cx:pt idx="150">16.699999999999999</cx:pt>
          <cx:pt idx="151">18</cx:pt>
          <cx:pt idx="152">29.300000000000001</cx:pt>
          <cx:pt idx="153">31.699999999999999</cx:pt>
          <cx:pt idx="154">16.800000000000001</cx:pt>
          <cx:pt idx="155">10.5</cx:pt>
          <cx:pt idx="156">27</cx:pt>
          <cx:pt idx="157">17.899999999999999</cx:pt>
          <cx:pt idx="158">26.5</cx:pt>
          <cx:pt idx="159">19.800000000000001</cx:pt>
          <cx:pt idx="160">25.699999999999999</cx:pt>
          <cx:pt idx="161">31.600000000000001</cx:pt>
          <cx:pt idx="162">29.199999999999999</cx:pt>
          <cx:pt idx="163">34.5</cx:pt>
          <cx:pt idx="164">29.399999999999999</cx:pt>
          <cx:pt idx="165">27.899999999999999</cx:pt>
          <cx:pt idx="166">17.699999999999999</cx:pt>
          <cx:pt idx="167">31</cx:pt>
          <cx:pt idx="168">24</cx:pt>
          <cx:pt idx="169">32.299999999999997</cx:pt>
          <cx:pt idx="170">31.699999999999999</cx:pt>
          <cx:pt idx="171">30.600000000000001</cx:pt>
          <cx:pt idx="172">21.399999999999999</cx:pt>
          <cx:pt idx="173">20.5</cx:pt>
          <cx:pt idx="174">33.100000000000001</cx:pt>
          <cx:pt idx="175">24.399999999999999</cx:pt>
          <cx:pt idx="176">23.600000000000001</cx:pt>
          <cx:pt idx="177">30.600000000000001</cx:pt>
          <cx:pt idx="178">21.300000000000001</cx:pt>
          <cx:pt idx="179">32.299999999999997</cx:pt>
          <cx:pt idx="180">33.700000000000003</cx:pt>
          <cx:pt idx="181">21.800000000000001</cx:pt>
          <cx:pt idx="182">20.199999999999999</cx:pt>
          <cx:pt idx="183">23.199999999999999</cx:pt>
          <cx:pt idx="184">32.799999999999997</cx:pt>
          <cx:pt idx="185">32.600000000000001</cx:pt>
          <cx:pt idx="186">30.899999999999999</cx:pt>
          <cx:pt idx="187">34.799999999999997</cx:pt>
          <cx:pt idx="188">34.100000000000001</cx:pt>
          <cx:pt idx="189">32.399999999999999</cx:pt>
          <cx:pt idx="190">23.5</cx:pt>
          <cx:pt idx="191">22.100000000000001</cx:pt>
          <cx:pt idx="192">31.100000000000001</cx:pt>
          <cx:pt idx="193">33.5</cx:pt>
          <cx:pt idx="194">24.699999999999999</cx:pt>
          <cx:pt idx="195">23.199999999999999</cx:pt>
          <cx:pt idx="196">31.300000000000001</cx:pt>
          <cx:pt idx="197">21.100000000000001</cx:pt>
          <cx:pt idx="198">32.899999999999999</cx:pt>
          <cx:pt idx="199">21.300000000000001</cx:pt>
          <cx:pt idx="200">31.800000000000001</cx:pt>
          <cx:pt idx="201">34.299999999999997</cx:pt>
          <cx:pt idx="202">34.299999999999997</cx:pt>
          <cx:pt idx="203">31.699999999999999</cx:pt>
          <cx:pt idx="204">30.699999999999999</cx:pt>
          <cx:pt idx="205">24.899999999999999</cx:pt>
          <cx:pt idx="206">24.800000000000001</cx:pt>
          <cx:pt idx="207">31.899999999999999</cx:pt>
          <cx:pt idx="208">23.800000000000001</cx:pt>
          <cx:pt idx="209">34.600000000000001</cx:pt>
          <cx:pt idx="210">24.300000000000001</cx:pt>
          <cx:pt idx="211">21.199999999999999</cx:pt>
          <cx:pt idx="212">24.100000000000001</cx:pt>
          <cx:pt idx="213">34.700000000000003</cx:pt>
          <cx:pt idx="214">32.399999999999999</cx:pt>
          <cx:pt idx="215">21.699999999999999</cx:pt>
          <cx:pt idx="216">23.399999999999999</cx:pt>
          <cx:pt idx="217">21.300000000000001</cx:pt>
          <cx:pt idx="218">24.800000000000001</cx:pt>
          <cx:pt idx="219">20.800000000000001</cx:pt>
          <cx:pt idx="220">22.899999999999999</cx:pt>
          <cx:pt idx="221">32.700000000000003</cx:pt>
          <cx:pt idx="222">24.699999999999999</cx:pt>
          <cx:pt idx="223">20.399999999999999</cx:pt>
          <cx:pt idx="224">22.300000000000001</cx:pt>
          <cx:pt idx="225">22.399999999999999</cx:pt>
          <cx:pt idx="226">24.100000000000001</cx:pt>
          <cx:pt idx="227">21.100000000000001</cx:pt>
          <cx:pt idx="228">22</cx:pt>
          <cx:pt idx="229">20.199999999999999</cx:pt>
          <cx:pt idx="230">23.699999999999999</cx:pt>
          <cx:pt idx="231">31.5</cx:pt>
          <cx:pt idx="232">20.600000000000001</cx:pt>
          <cx:pt idx="233">22.199999999999999</cx:pt>
          <cx:pt idx="234">22.300000000000001</cx:pt>
          <cx:pt idx="235">21.100000000000001</cx:pt>
          <cx:pt idx="236">24.399999999999999</cx:pt>
          <cx:pt idx="237">23.600000000000001</cx:pt>
          <cx:pt idx="238">33</cx:pt>
          <cx:pt idx="239">21.600000000000001</cx:pt>
          <cx:pt idx="240">21.800000000000001</cx:pt>
          <cx:pt idx="241">23.199999999999999</cx:pt>
          <cx:pt idx="242">23.899999999999999</cx:pt>
          <cx:pt idx="243">34.600000000000001</cx:pt>
          <cx:pt idx="244">22</cx:pt>
          <cx:pt idx="245">30.600000000000001</cx:pt>
          <cx:pt idx="246">20.5</cx:pt>
          <cx:pt idx="247">24.199999999999999</cx:pt>
          <cx:pt idx="248">20.899999999999999</cx:pt>
          <cx:pt idx="249">33.100000000000001</cx:pt>
          <cx:pt idx="250">24</cx:pt>
          <cx:pt idx="251">20.699999999999999</cx:pt>
          <cx:pt idx="252">33.799999999999997</cx:pt>
          <cx:pt idx="253">20.899999999999999</cx:pt>
          <cx:pt idx="254">21.100000000000001</cx:pt>
          <cx:pt idx="255">20.899999999999999</cx:pt>
          <cx:pt idx="256">23.199999999999999</cx:pt>
          <cx:pt idx="257">31.600000000000001</cx:pt>
          <cx:pt idx="258">23.5</cx:pt>
          <cx:pt idx="259">31.100000000000001</cx:pt>
          <cx:pt idx="260">20.899999999999999</cx:pt>
          <cx:pt idx="261">24</cx:pt>
          <cx:pt idx="262">22.699999999999999</cx:pt>
          <cx:pt idx="263">23.300000000000001</cx:pt>
          <cx:pt idx="264">34.299999999999997</cx:pt>
          <cx:pt idx="265">32.799999999999997</cx:pt>
          <cx:pt idx="266">32.899999999999999</cx:pt>
          <cx:pt idx="267">22.600000000000001</cx:pt>
          <cx:pt idx="268">20.199999999999999</cx:pt>
          <cx:pt idx="269">33.700000000000003</cx:pt>
          <cx:pt idx="270">34.899999999999999</cx:pt>
          <cx:pt idx="271">21.199999999999999</cx:pt>
          <cx:pt idx="272">24.399999999999999</cx:pt>
          <cx:pt idx="273">31.5</cx:pt>
          <cx:pt idx="274">20.899999999999999</cx:pt>
          <cx:pt idx="275">33.299999999999997</cx:pt>
          <cx:pt idx="276">32</cx:pt>
          <cx:pt idx="277">24.399999999999999</cx:pt>
          <cx:pt idx="278">33.899999999999999</cx:pt>
          <cx:pt idx="279">21.800000000000001</cx:pt>
          <cx:pt idx="280">23.600000000000001</cx:pt>
          <cx:pt idx="281">24.199999999999999</cx:pt>
          <cx:pt idx="282">23.300000000000001</cx:pt>
          <cx:pt idx="283">28.800000000000001</cx:pt>
          <cx:pt idx="284">21</cx:pt>
          <cx:pt idx="285">32.200000000000003</cx:pt>
          <cx:pt idx="286">26.199999999999999</cx:pt>
          <cx:pt idx="287">22.899999999999999</cx:pt>
          <cx:pt idx="288">22.899999999999999</cx:pt>
          <cx:pt idx="289">34.700000000000003</cx:pt>
          <cx:pt idx="290">22.899999999999999</cx:pt>
          <cx:pt idx="291">23.100000000000001</cx:pt>
          <cx:pt idx="292">23.300000000000001</cx:pt>
          <cx:pt idx="293">21.5</cx:pt>
          <cx:pt idx="294">20.5</cx:pt>
          <cx:pt idx="295">23.899999999999999</cx:pt>
          <cx:pt idx="296">21.199999999999999</cx:pt>
          <cx:pt idx="297">31.899999999999999</cx:pt>
          <cx:pt idx="298">20.100000000000001</cx:pt>
          <cx:pt idx="299">20.100000000000001</cx:pt>
          <cx:pt idx="300">29.399999999999999</cx:pt>
          <cx:pt idx="301">28.899999999999999</cx:pt>
          <cx:pt idx="302">25.600000000000001</cx:pt>
          <cx:pt idx="303">32.799999999999997</cx:pt>
          <cx:pt idx="304">23.300000000000001</cx:pt>
          <cx:pt idx="305">30.600000000000001</cx:pt>
          <cx:pt idx="306">20.600000000000001</cx:pt>
          <cx:pt idx="307">21.800000000000001</cx:pt>
          <cx:pt idx="308">28.5</cx:pt>
          <cx:pt idx="309">33.600000000000001</cx:pt>
          <cx:pt idx="310">26.699999999999999</cx:pt>
          <cx:pt idx="311">28.800000000000001</cx:pt>
          <cx:pt idx="312">33.399999999999999</cx:pt>
          <cx:pt idx="313">29.199999999999999</cx:pt>
          <cx:pt idx="314">23.399999999999999</cx:pt>
          <cx:pt idx="315">34.200000000000003</cx:pt>
          <cx:pt idx="316">24.100000000000001</cx:pt>
          <cx:pt idx="317">30.699999999999999</cx:pt>
          <cx:pt idx="318">22.199999999999999</cx:pt>
          <cx:pt idx="319">20.199999999999999</cx:pt>
          <cx:pt idx="320">24.899999999999999</cx:pt>
          <cx:pt idx="321">22</cx:pt>
          <cx:pt idx="322">31.199999999999999</cx:pt>
          <cx:pt idx="323">27.300000000000001</cx:pt>
          <cx:pt idx="324">31.800000000000001</cx:pt>
          <cx:pt idx="325">33.399999999999999</cx:pt>
          <cx:pt idx="326">21</cx:pt>
          <cx:pt idx="327">24.100000000000001</cx:pt>
          <cx:pt idx="328">31.800000000000001</cx:pt>
          <cx:pt idx="329">23.5</cx:pt>
          <cx:pt idx="330">24</cx:pt>
          <cx:pt idx="331">25.800000000000001</cx:pt>
          <cx:pt idx="332">25.399999999999999</cx:pt>
          <cx:pt idx="333">26.199999999999999</cx:pt>
          <cx:pt idx="334">28.100000000000001</cx:pt>
          <cx:pt idx="335">31.100000000000001</cx:pt>
          <cx:pt idx="336">30.600000000000001</cx:pt>
          <cx:pt idx="337">17</cx:pt>
          <cx:pt idx="338">22.5</cx:pt>
          <cx:pt idx="339">21.199999999999999</cx:pt>
          <cx:pt idx="340">32.899999999999999</cx:pt>
          <cx:pt idx="341">33.899999999999999</cx:pt>
          <cx:pt idx="342">27.399999999999999</cx:pt>
          <cx:pt idx="343">23.5</cx:pt>
          <cx:pt idx="344">24.5</cx:pt>
          <cx:pt idx="345">24.5</cx:pt>
          <cx:pt idx="346">33.899999999999999</cx:pt>
          <cx:pt idx="347">22.100000000000001</cx:pt>
          <cx:pt idx="348">33.100000000000001</cx:pt>
          <cx:pt idx="349">31.699999999999999</cx:pt>
          <cx:pt idx="350">34.600000000000001</cx:pt>
          <cx:pt idx="351">20.100000000000001</cx:pt>
          <cx:pt idx="352">24.5</cx:pt>
          <cx:pt idx="353">21.300000000000001</cx:pt>
          <cx:pt idx="354">34.799999999999997</cx:pt>
          <cx:pt idx="355">25.899999999999999</cx:pt>
          <cx:pt idx="356">24</cx:pt>
          <cx:pt idx="357">20.399999999999999</cx:pt>
          <cx:pt idx="358">33.299999999999997</cx:pt>
          <cx:pt idx="359">22.600000000000001</cx:pt>
          <cx:pt idx="360">23</cx:pt>
          <cx:pt idx="361">34.899999999999999</cx:pt>
          <cx:pt idx="362">22.100000000000001</cx:pt>
          <cx:pt idx="363">20.5</cx:pt>
          <cx:pt idx="364">30.600000000000001</cx:pt>
          <cx:pt idx="365">32.5</cx:pt>
          <cx:pt idx="366">23.300000000000001</cx:pt>
          <cx:pt idx="367">32.799999999999997</cx:pt>
          <cx:pt idx="368">32</cx:pt>
          <cx:pt idx="369">32.700000000000003</cx:pt>
          <cx:pt idx="370">15.5</cx:pt>
          <cx:pt idx="371">21.699999999999999</cx:pt>
          <cx:pt idx="372">24.899999999999999</cx:pt>
          <cx:pt idx="373">34</cx:pt>
          <cx:pt idx="374">34.899999999999999</cx:pt>
          <cx:pt idx="375">31.100000000000001</cx:pt>
          <cx:pt idx="376">32.5</cx:pt>
          <cx:pt idx="377">26</cx:pt>
          <cx:pt idx="378">24.800000000000001</cx:pt>
          <cx:pt idx="379">23.199999999999999</cx:pt>
          <cx:pt idx="380">26.300000000000001</cx:pt>
          <cx:pt idx="381">33.899999999999999</cx:pt>
          <cx:pt idx="382">24.899999999999999</cx:pt>
          <cx:pt idx="383">21.399999999999999</cx:pt>
          <cx:pt idx="384">34.899999999999999</cx:pt>
          <cx:pt idx="385">32.200000000000003</cx:pt>
          <cx:pt idx="386">25.199999999999999</cx:pt>
          <cx:pt idx="387">31.800000000000001</cx:pt>
          <cx:pt idx="388">22.399999999999999</cx:pt>
          <cx:pt idx="389">31.600000000000001</cx:pt>
          <cx:pt idx="390">21.600000000000001</cx:pt>
          <cx:pt idx="391">26.699999999999999</cx:pt>
          <cx:pt idx="392">24.699999999999999</cx:pt>
          <cx:pt idx="393">24.600000000000001</cx:pt>
          <cx:pt idx="394">22.100000000000001</cx:pt>
          <cx:pt idx="395">20.5</cx:pt>
          <cx:pt idx="396">25</cx:pt>
          <cx:pt idx="397">22.600000000000001</cx:pt>
          <cx:pt idx="398">31.699999999999999</cx:pt>
          <cx:pt idx="399">27.899999999999999</cx:pt>
          <cx:pt idx="400">18.399999999999999</cx:pt>
          <cx:pt idx="401">30.800000000000001</cx:pt>
          <cx:pt idx="402">15.199999999999999</cx:pt>
          <cx:pt idx="403">29.100000000000001</cx:pt>
          <cx:pt idx="404">25.300000000000001</cx:pt>
          <cx:pt idx="405">32.399999999999999</cx:pt>
          <cx:pt idx="406">27.399999999999999</cx:pt>
          <cx:pt idx="407">16.399999999999999</cx:pt>
          <cx:pt idx="408">15.1</cx:pt>
          <cx:pt idx="409">17</cx:pt>
          <cx:pt idx="410">15.1</cx:pt>
          <cx:pt idx="411">34.399999999999999</cx:pt>
          <cx:pt idx="412">31.899999999999999</cx:pt>
          <cx:pt idx="413">34.200000000000003</cx:pt>
          <cx:pt idx="414">19.399999999999999</cx:pt>
          <cx:pt idx="415">27.600000000000001</cx:pt>
          <cx:pt idx="416">19.800000000000001</cx:pt>
          <cx:pt idx="417">19.5</cx:pt>
          <cx:pt idx="418">15.199999999999999</cx:pt>
          <cx:pt idx="419">26.600000000000001</cx:pt>
          <cx:pt idx="420">28.199999999999999</cx:pt>
          <cx:pt idx="421">16.399999999999999</cx:pt>
          <cx:pt idx="422">16.600000000000001</cx:pt>
          <cx:pt idx="423">18.100000000000001</cx:pt>
          <cx:pt idx="424">17.199999999999999</cx:pt>
          <cx:pt idx="425">18.100000000000001</cx:pt>
          <cx:pt idx="426">15.300000000000001</cx:pt>
          <cx:pt idx="427">21.699999999999999</cx:pt>
          <cx:pt idx="428">25.699999999999999</cx:pt>
          <cx:pt idx="429">19.699999999999999</cx:pt>
          <cx:pt idx="430">29.199999999999999</cx:pt>
          <cx:pt idx="431">18.600000000000001</cx:pt>
          <cx:pt idx="432">17</cx:pt>
          <cx:pt idx="433">21.600000000000001</cx:pt>
          <cx:pt idx="434">18.199999999999999</cx:pt>
          <cx:pt idx="435">17.800000000000001</cx:pt>
          <cx:pt idx="436">32.399999999999999</cx:pt>
          <cx:pt idx="437">33.799999999999997</cx:pt>
          <cx:pt idx="438">21.300000000000001</cx:pt>
          <cx:pt idx="439">28</cx:pt>
          <cx:pt idx="440">29.800000000000001</cx:pt>
          <cx:pt idx="441">12.800000000000001</cx:pt>
          <cx:pt idx="442">25.600000000000001</cx:pt>
          <cx:pt idx="443">29.5</cx:pt>
          <cx:pt idx="444">17.600000000000001</cx:pt>
          <cx:pt idx="445">28.399999999999999</cx:pt>
          <cx:pt idx="446">12.9</cx:pt>
          <cx:pt idx="447">26.300000000000001</cx:pt>
          <cx:pt idx="448">29.399999999999999</cx:pt>
          <cx:pt idx="449">30.300000000000001</cx:pt>
          <cx:pt idx="450">28.899999999999999</cx:pt>
          <cx:pt idx="451">29.899999999999999</cx:pt>
          <cx:pt idx="452">29</cx:pt>
          <cx:pt idx="453">28</cx:pt>
          <cx:pt idx="454">28.5</cx:pt>
          <cx:pt idx="455">17.300000000000001</cx:pt>
          <cx:pt idx="456">11.6</cx:pt>
          <cx:pt idx="457">29.5</cx:pt>
          <cx:pt idx="458">34.299999999999997</cx:pt>
          <cx:pt idx="459">26.100000000000001</cx:pt>
          <cx:pt idx="460">31.600000000000001</cx:pt>
          <cx:pt idx="461">22.300000000000001</cx:pt>
          <cx:pt idx="462">27</cx:pt>
          <cx:pt idx="463">12.5</cx:pt>
          <cx:pt idx="464">25</cx:pt>
          <cx:pt idx="465">27</cx:pt>
          <cx:pt idx="466">28.5</cx:pt>
          <cx:pt idx="467">24.300000000000001</cx:pt>
          <cx:pt idx="468">28.100000000000001</cx:pt>
          <cx:pt idx="469">27.5</cx:pt>
          <cx:pt idx="470">27.5</cx:pt>
          <cx:pt idx="471">14.5</cx:pt>
          <cx:pt idx="472">25.399999999999999</cx:pt>
          <cx:pt idx="473">11</cx:pt>
          <cx:pt idx="474">10.1</cx:pt>
          <cx:pt idx="475">26.300000000000001</cx:pt>
          <cx:pt idx="476">25.100000000000001</cx:pt>
          <cx:pt idx="477">16.5</cx:pt>
          <cx:pt idx="478">27.800000000000001</cx:pt>
          <cx:pt idx="479">14.300000000000001</cx:pt>
          <cx:pt idx="480">11.300000000000001</cx:pt>
          <cx:pt idx="481">34.700000000000003</cx:pt>
          <cx:pt idx="482">29.199999999999999</cx:pt>
          <cx:pt idx="483">26</cx:pt>
          <cx:pt idx="484">25.699999999999999</cx:pt>
          <cx:pt idx="485">28.100000000000001</cx:pt>
          <cx:pt idx="486">25.899999999999999</cx:pt>
          <cx:pt idx="487">29.899999999999999</cx:pt>
          <cx:pt idx="488">26.199999999999999</cx:pt>
          <cx:pt idx="489">26.699999999999999</cx:pt>
          <cx:pt idx="490">11.4</cx:pt>
          <cx:pt idx="491">28.100000000000001</cx:pt>
          <cx:pt idx="492">10</cx:pt>
          <cx:pt idx="493">26.699999999999999</cx:pt>
          <cx:pt idx="494">12.9</cx:pt>
          <cx:pt idx="495">14.5</cx:pt>
          <cx:pt idx="496">33</cx:pt>
          <cx:pt idx="497">13.300000000000001</cx:pt>
          <cx:pt idx="498">12</cx:pt>
          <cx:pt idx="499">13.9</cx:pt>
          <cx:pt idx="500">12.1</cx:pt>
          <cx:pt idx="501">24</cx:pt>
          <cx:pt idx="502">12.1</cx:pt>
          <cx:pt idx="503">11.199999999999999</cx:pt>
          <cx:pt idx="504">21.300000000000001</cx:pt>
          <cx:pt idx="505">11.199999999999999</cx:pt>
          <cx:pt idx="506">28.600000000000001</cx:pt>
          <cx:pt idx="507">10.699999999999999</cx:pt>
          <cx:pt idx="508">27.100000000000001</cx:pt>
          <cx:pt idx="509">10.300000000000001</cx:pt>
          <cx:pt idx="510">28.199999999999999</cx:pt>
          <cx:pt idx="511">34.799999999999997</cx:pt>
          <cx:pt idx="512">25.600000000000001</cx:pt>
          <cx:pt idx="513">13.199999999999999</cx:pt>
          <cx:pt idx="514">25.199999999999999</cx:pt>
          <cx:pt idx="515">28.100000000000001</cx:pt>
          <cx:pt idx="516">11.800000000000001</cx:pt>
          <cx:pt idx="517">14</cx:pt>
          <cx:pt idx="518">10.199999999999999</cx:pt>
          <cx:pt idx="519">29.100000000000001</cx:pt>
          <cx:pt idx="520">29.100000000000001</cx:pt>
          <cx:pt idx="521">14.699999999999999</cx:pt>
          <cx:pt idx="522">12.199999999999999</cx:pt>
          <cx:pt idx="523">33.700000000000003</cx:pt>
          <cx:pt idx="524">31.899999999999999</cx:pt>
          <cx:pt idx="525">26.100000000000001</cx:pt>
          <cx:pt idx="526">20</cx:pt>
          <cx:pt idx="527">25.300000000000001</cx:pt>
          <cx:pt idx="528">23.199999999999999</cx:pt>
          <cx:pt idx="529">28.199999999999999</cx:pt>
          <cx:pt idx="530">13.9</cx:pt>
          <cx:pt idx="531">14.199999999999999</cx:pt>
          <cx:pt idx="532">25.300000000000001</cx:pt>
          <cx:pt idx="533">28.800000000000001</cx:pt>
          <cx:pt idx="534">27.399999999999999</cx:pt>
          <cx:pt idx="535">13.699999999999999</cx:pt>
          <cx:pt idx="536">10.1</cx:pt>
          <cx:pt idx="537">13.1</cx:pt>
          <cx:pt idx="538">26.600000000000001</cx:pt>
          <cx:pt idx="539">27</cx:pt>
          <cx:pt idx="540">11.6</cx:pt>
          <cx:pt idx="541">28.600000000000001</cx:pt>
          <cx:pt idx="542">14.4</cx:pt>
          <cx:pt idx="543">21.600000000000001</cx:pt>
          <cx:pt idx="544">12.699999999999999</cx:pt>
          <cx:pt idx="545">25.199999999999999</cx:pt>
          <cx:pt idx="546">11.4</cx:pt>
          <cx:pt idx="547">14.300000000000001</cx:pt>
          <cx:pt idx="548">24.699999999999999</cx:pt>
          <cx:pt idx="549">24.199999999999999</cx:pt>
          <cx:pt idx="550">27.699999999999999</cx:pt>
          <cx:pt idx="551">12.4</cx:pt>
          <cx:pt idx="552">26.600000000000001</cx:pt>
          <cx:pt idx="553">10.699999999999999</cx:pt>
          <cx:pt idx="554">29.800000000000001</cx:pt>
          <cx:pt idx="555">10.9</cx:pt>
          <cx:pt idx="556">29.800000000000001</cx:pt>
          <cx:pt idx="557">25.600000000000001</cx:pt>
          <cx:pt idx="558">14.300000000000001</cx:pt>
          <cx:pt idx="559">32.899999999999999</cx:pt>
          <cx:pt idx="560">12.699999999999999</cx:pt>
          <cx:pt idx="561">25.399999999999999</cx:pt>
          <cx:pt idx="562">25.899999999999999</cx:pt>
          <cx:pt idx="563">26.600000000000001</cx:pt>
          <cx:pt idx="564">23.600000000000001</cx:pt>
          <cx:pt idx="565">28</cx:pt>
          <cx:pt idx="566">11</cx:pt>
          <cx:pt idx="567">29.899999999999999</cx:pt>
          <cx:pt idx="568">12</cx:pt>
          <cx:pt idx="569">13.800000000000001</cx:pt>
          <cx:pt idx="570">21.100000000000001</cx:pt>
          <cx:pt idx="571">13.1</cx:pt>
          <cx:pt idx="572">12.6</cx:pt>
          <cx:pt idx="573">14.9</cx:pt>
          <cx:pt idx="574">32.799999999999997</cx:pt>
          <cx:pt idx="575">25.699999999999999</cx:pt>
          <cx:pt idx="576">26.899999999999999</cx:pt>
          <cx:pt idx="577">27.199999999999999</cx:pt>
          <cx:pt idx="578">14.199999999999999</cx:pt>
          <cx:pt idx="579">28.199999999999999</cx:pt>
          <cx:pt idx="580">25.199999999999999</cx:pt>
          <cx:pt idx="581">16.399999999999999</cx:pt>
          <cx:pt idx="582">26.300000000000001</cx:pt>
          <cx:pt idx="583">28.199999999999999</cx:pt>
          <cx:pt idx="584">27.899999999999999</cx:pt>
          <cx:pt idx="585">26.5</cx:pt>
          <cx:pt idx="586">28.600000000000001</cx:pt>
          <cx:pt idx="587">27.5</cx:pt>
          <cx:pt idx="588">18.399999999999999</cx:pt>
          <cx:pt idx="589">34.100000000000001</cx:pt>
          <cx:pt idx="590">27.5</cx:pt>
          <cx:pt idx="591">16.5</cx:pt>
          <cx:pt idx="592">24.199999999999999</cx:pt>
          <cx:pt idx="593">29.100000000000001</cx:pt>
          <cx:pt idx="594">25.399999999999999</cx:pt>
          <cx:pt idx="595">24.399999999999999</cx:pt>
          <cx:pt idx="596">26.300000000000001</cx:pt>
          <cx:pt idx="597">31.300000000000001</cx:pt>
          <cx:pt idx="598">21.100000000000001</cx:pt>
          <cx:pt idx="599">14.4</cx:pt>
          <cx:pt idx="600">20.800000000000001</cx:pt>
          <cx:pt idx="601">18.5</cx:pt>
          <cx:pt idx="602">34.100000000000001</cx:pt>
          <cx:pt idx="603">20.199999999999999</cx:pt>
          <cx:pt idx="604">29.600000000000001</cx:pt>
          <cx:pt idx="605">29.5</cx:pt>
          <cx:pt idx="606">33.700000000000003</cx:pt>
          <cx:pt idx="607">27.699999999999999</cx:pt>
          <cx:pt idx="608">13.199999999999999</cx:pt>
          <cx:pt idx="609">19.300000000000001</cx:pt>
          <cx:pt idx="610">25.100000000000001</cx:pt>
          <cx:pt idx="611">27.399999999999999</cx:pt>
          <cx:pt idx="612">30.300000000000001</cx:pt>
          <cx:pt idx="613">27.300000000000001</cx:pt>
          <cx:pt idx="614">28.399999999999999</cx:pt>
          <cx:pt idx="615">21.300000000000001</cx:pt>
          <cx:pt idx="616">26.199999999999999</cx:pt>
          <cx:pt idx="617">13.5</cx:pt>
          <cx:pt idx="618">32.100000000000001</cx:pt>
          <cx:pt idx="619">25.899999999999999</cx:pt>
          <cx:pt idx="620">28.100000000000001</cx:pt>
          <cx:pt idx="621">29.800000000000001</cx:pt>
          <cx:pt idx="622">25.699999999999999</cx:pt>
          <cx:pt idx="623">26.600000000000001</cx:pt>
          <cx:pt idx="624">29.5</cx:pt>
          <cx:pt idx="625">27.199999999999999</cx:pt>
          <cx:pt idx="626">35</cx:pt>
          <cx:pt idx="627">10.300000000000001</cx:pt>
          <cx:pt idx="628">29.5</cx:pt>
          <cx:pt idx="629">19.199999999999999</cx:pt>
          <cx:pt idx="630">34.899999999999999</cx:pt>
          <cx:pt idx="631">32.899999999999999</cx:pt>
          <cx:pt idx="632">25.800000000000001</cx:pt>
          <cx:pt idx="633">25.399999999999999</cx:pt>
          <cx:pt idx="634">18.399999999999999</cx:pt>
          <cx:pt idx="635">33.700000000000003</cx:pt>
          <cx:pt idx="636">19.800000000000001</cx:pt>
          <cx:pt idx="637">28.300000000000001</cx:pt>
          <cx:pt idx="638">30.899999999999999</cx:pt>
          <cx:pt idx="639">22.800000000000001</cx:pt>
          <cx:pt idx="640">33.100000000000001</cx:pt>
          <cx:pt idx="641">23.699999999999999</cx:pt>
          <cx:pt idx="642">27.399999999999999</cx:pt>
          <cx:pt idx="643">26.399999999999999</cx:pt>
          <cx:pt idx="644">27.300000000000001</cx:pt>
          <cx:pt idx="645">27</cx:pt>
          <cx:pt idx="646">27</cx:pt>
          <cx:pt idx="647">16.5</cx:pt>
          <cx:pt idx="648">19.800000000000001</cx:pt>
          <cx:pt idx="649">24.5</cx:pt>
          <cx:pt idx="650">25.5</cx:pt>
          <cx:pt idx="651">28</cx:pt>
          <cx:pt idx="652">16.100000000000001</cx:pt>
          <cx:pt idx="653">33</cx:pt>
          <cx:pt idx="654">28.100000000000001</cx:pt>
          <cx:pt idx="655">19.600000000000001</cx:pt>
          <cx:pt idx="656">18.800000000000001</cx:pt>
          <cx:pt idx="657">13.199999999999999</cx:pt>
          <cx:pt idx="658">29.399999999999999</cx:pt>
          <cx:pt idx="659">27.800000000000001</cx:pt>
          <cx:pt idx="660">11.300000000000001</cx:pt>
          <cx:pt idx="661">27.600000000000001</cx:pt>
          <cx:pt idx="662">22.899999999999999</cx:pt>
          <cx:pt idx="663">30.800000000000001</cx:pt>
          <cx:pt idx="664">27.5</cx:pt>
          <cx:pt idx="665">17.300000000000001</cx:pt>
          <cx:pt idx="666">27.600000000000001</cx:pt>
          <cx:pt idx="667">28.899999999999999</cx:pt>
          <cx:pt idx="668">10.199999999999999</cx:pt>
          <cx:pt idx="669">15.9</cx:pt>
          <cx:pt idx="670">11.9</cx:pt>
          <cx:pt idx="671">10.4</cx:pt>
          <cx:pt idx="672">27.899999999999999</cx:pt>
          <cx:pt idx="673">10.5</cx:pt>
          <cx:pt idx="674">28.399999999999999</cx:pt>
          <cx:pt idx="675">25.399999999999999</cx:pt>
          <cx:pt idx="676">26.800000000000001</cx:pt>
          <cx:pt idx="677">33.399999999999999</cx:pt>
          <cx:pt idx="678">26.399999999999999</cx:pt>
          <cx:pt idx="679">26</cx:pt>
          <cx:pt idx="680">31</cx:pt>
          <cx:pt idx="681">11.6</cx:pt>
          <cx:pt idx="682">26.300000000000001</cx:pt>
          <cx:pt idx="683">12.4</cx:pt>
          <cx:pt idx="684">25.699999999999999</cx:pt>
          <cx:pt idx="685">29.300000000000001</cx:pt>
          <cx:pt idx="686">25.300000000000001</cx:pt>
          <cx:pt idx="687">19.899999999999999</cx:pt>
          <cx:pt idx="688">31</cx:pt>
          <cx:pt idx="689">32.5</cx:pt>
          <cx:pt idx="690">12.9</cx:pt>
          <cx:pt idx="691">26</cx:pt>
          <cx:pt idx="692">15</cx:pt>
          <cx:pt idx="693">31.699999999999999</cx:pt>
          <cx:pt idx="694">25.600000000000001</cx:pt>
          <cx:pt idx="695">15.300000000000001</cx:pt>
          <cx:pt idx="696">18.899999999999999</cx:pt>
          <cx:pt idx="697">29.399999999999999</cx:pt>
          <cx:pt idx="698">14.6</cx:pt>
          <cx:pt idx="699">21.5</cx:pt>
          <cx:pt idx="700">27.100000000000001</cx:pt>
          <cx:pt idx="701">26.100000000000001</cx:pt>
          <cx:pt idx="702">20.699999999999999</cx:pt>
          <cx:pt idx="703">23.699999999999999</cx:pt>
          <cx:pt idx="704">15</cx:pt>
          <cx:pt idx="705">31.899999999999999</cx:pt>
          <cx:pt idx="706">34.5</cx:pt>
          <cx:pt idx="707">11.1</cx:pt>
          <cx:pt idx="708">21.199999999999999</cx:pt>
          <cx:pt idx="709">25.199999999999999</cx:pt>
          <cx:pt idx="710">26.399999999999999</cx:pt>
          <cx:pt idx="711">13.300000000000001</cx:pt>
          <cx:pt idx="712">29.600000000000001</cx:pt>
          <cx:pt idx="713">29</cx:pt>
          <cx:pt idx="714">28.899999999999999</cx:pt>
          <cx:pt idx="715">15.1</cx:pt>
          <cx:pt idx="716">10.1</cx:pt>
          <cx:pt idx="717">29.300000000000001</cx:pt>
          <cx:pt idx="718">29.300000000000001</cx:pt>
          <cx:pt idx="719">28.600000000000001</cx:pt>
          <cx:pt idx="720">27.199999999999999</cx:pt>
          <cx:pt idx="721">27.5</cx:pt>
          <cx:pt idx="722">28.399999999999999</cx:pt>
          <cx:pt idx="723">27.300000000000001</cx:pt>
          <cx:pt idx="724">26.699999999999999</cx:pt>
          <cx:pt idx="725">27.300000000000001</cx:pt>
          <cx:pt idx="726">25.199999999999999</cx:pt>
          <cx:pt idx="727">26.5</cx:pt>
          <cx:pt idx="728">28.399999999999999</cx:pt>
          <cx:pt idx="729">25.300000000000001</cx:pt>
          <cx:pt idx="730">26.600000000000001</cx:pt>
          <cx:pt idx="731">28.100000000000001</cx:pt>
          <cx:pt idx="732">25.300000000000001</cx:pt>
          <cx:pt idx="733">26.800000000000001</cx:pt>
          <cx:pt idx="734">27.899999999999999</cx:pt>
          <cx:pt idx="735">11.800000000000001</cx:pt>
          <cx:pt idx="736">21.300000000000001</cx:pt>
          <cx:pt idx="737">26.100000000000001</cx:pt>
          <cx:pt idx="738">21.699999999999999</cx:pt>
          <cx:pt idx="739">34.299999999999997</cx:pt>
          <cx:pt idx="740">26.699999999999999</cx:pt>
          <cx:pt idx="741">25.800000000000001</cx:pt>
          <cx:pt idx="742">26</cx:pt>
          <cx:pt idx="743">31.399999999999999</cx:pt>
          <cx:pt idx="744">15.5</cx:pt>
          <cx:pt idx="745">27.300000000000001</cx:pt>
          <cx:pt idx="746">28.800000000000001</cx:pt>
          <cx:pt idx="747">25.100000000000001</cx:pt>
          <cx:pt idx="748">17.800000000000001</cx:pt>
          <cx:pt idx="749">30.800000000000001</cx:pt>
          <cx:pt idx="750">33.399999999999999</cx:pt>
          <cx:pt idx="751">27</cx:pt>
          <cx:pt idx="752">29.100000000000001</cx:pt>
          <cx:pt idx="753">28.199999999999999</cx:pt>
          <cx:pt idx="754">27.699999999999999</cx:pt>
          <cx:pt idx="755">31.300000000000001</cx:pt>
          <cx:pt idx="756">24.100000000000001</cx:pt>
          <cx:pt idx="757">14.199999999999999</cx:pt>
          <cx:pt idx="758">12</cx:pt>
          <cx:pt idx="759">29</cx:pt>
          <cx:pt idx="760">24.399999999999999</cx:pt>
          <cx:pt idx="761">23.800000000000001</cx:pt>
          <cx:pt idx="762">27.800000000000001</cx:pt>
          <cx:pt idx="763">30</cx:pt>
          <cx:pt idx="764">29</cx:pt>
          <cx:pt idx="765">25.300000000000001</cx:pt>
          <cx:pt idx="766">25</cx:pt>
          <cx:pt idx="767">16.5</cx:pt>
          <cx:pt idx="768">21.399999999999999</cx:pt>
          <cx:pt idx="769">27.600000000000001</cx:pt>
          <cx:pt idx="770">22.899999999999999</cx:pt>
          <cx:pt idx="771">29.899999999999999</cx:pt>
          <cx:pt idx="772">28.899999999999999</cx:pt>
          <cx:pt idx="773">26.399999999999999</cx:pt>
          <cx:pt idx="774">32.100000000000001</cx:pt>
          <cx:pt idx="775">15.6</cx:pt>
          <cx:pt idx="776">29.100000000000001</cx:pt>
          <cx:pt idx="777">28.100000000000001</cx:pt>
          <cx:pt idx="778">28.399999999999999</cx:pt>
          <cx:pt idx="779">28.399999999999999</cx:pt>
          <cx:pt idx="780">29</cx:pt>
          <cx:pt idx="781">26.100000000000001</cx:pt>
          <cx:pt idx="782">29.899999999999999</cx:pt>
          <cx:pt idx="783">24.699999999999999</cx:pt>
          <cx:pt idx="784">29.800000000000001</cx:pt>
          <cx:pt idx="785">28.399999999999999</cx:pt>
          <cx:pt idx="786">25.300000000000001</cx:pt>
          <cx:pt idx="787">26.800000000000001</cx:pt>
          <cx:pt idx="788">26.800000000000001</cx:pt>
          <cx:pt idx="789">16.600000000000001</cx:pt>
          <cx:pt idx="790">24.399999999999999</cx:pt>
          <cx:pt idx="791">22.100000000000001</cx:pt>
          <cx:pt idx="792">29.300000000000001</cx:pt>
          <cx:pt idx="793">27.399999999999999</cx:pt>
          <cx:pt idx="794">32.600000000000001</cx:pt>
          <cx:pt idx="795">25.199999999999999</cx:pt>
          <cx:pt idx="796">29.800000000000001</cx:pt>
          <cx:pt idx="797">28.399999999999999</cx:pt>
          <cx:pt idx="798">29.199999999999999</cx:pt>
          <cx:pt idx="799">30.199999999999999</cx:pt>
          <cx:pt idx="800">32.700000000000003</cx:pt>
          <cx:pt idx="801">29.600000000000001</cx:pt>
          <cx:pt idx="802">26.699999999999999</cx:pt>
          <cx:pt idx="803">32.799999999999997</cx:pt>
          <cx:pt idx="804">21.899999999999999</cx:pt>
          <cx:pt idx="805">28.5</cx:pt>
          <cx:pt idx="806">25.100000000000001</cx:pt>
          <cx:pt idx="807">30</cx:pt>
          <cx:pt idx="808">26.600000000000001</cx:pt>
          <cx:pt idx="809">15.699999999999999</cx:pt>
          <cx:pt idx="810">27.899999999999999</cx:pt>
          <cx:pt idx="811">26.899999999999999</cx:pt>
          <cx:pt idx="812">27.100000000000001</cx:pt>
          <cx:pt idx="813">15.800000000000001</cx:pt>
          <cx:pt idx="814">20.800000000000001</cx:pt>
          <cx:pt idx="815">27.300000000000001</cx:pt>
          <cx:pt idx="816">25</cx:pt>
          <cx:pt idx="817">15.5</cx:pt>
          <cx:pt idx="818">23.600000000000001</cx:pt>
          <cx:pt idx="819">25.699999999999999</cx:pt>
          <cx:pt idx="820">31.899999999999999</cx:pt>
          <cx:pt idx="821">25.199999999999999</cx:pt>
          <cx:pt idx="822">28.199999999999999</cx:pt>
          <cx:pt idx="823">33.399999999999999</cx:pt>
          <cx:pt idx="824">25.199999999999999</cx:pt>
          <cx:pt idx="825">17.800000000000001</cx:pt>
          <cx:pt idx="826">29.300000000000001</cx:pt>
          <cx:pt idx="827">34.299999999999997</cx:pt>
          <cx:pt idx="828">28</cx:pt>
          <cx:pt idx="829">12.9</cx:pt>
          <cx:pt idx="830">27.899999999999999</cx:pt>
          <cx:pt idx="831">28.199999999999999</cx:pt>
          <cx:pt idx="832">20.5</cx:pt>
          <cx:pt idx="833">28.600000000000001</cx:pt>
          <cx:pt idx="834">14.300000000000001</cx:pt>
          <cx:pt idx="835">25.600000000000001</cx:pt>
          <cx:pt idx="836">31.300000000000001</cx:pt>
          <cx:pt idx="837">22.899999999999999</cx:pt>
          <cx:pt idx="838">30</cx:pt>
          <cx:pt idx="839">27.600000000000001</cx:pt>
          <cx:pt idx="840">27</cx:pt>
          <cx:pt idx="841">26.5</cx:pt>
          <cx:pt idx="842">17.5</cx:pt>
          <cx:pt idx="843">27.399999999999999</cx:pt>
          <cx:pt idx="844">26.199999999999999</cx:pt>
          <cx:pt idx="845">26.800000000000001</cx:pt>
          <cx:pt idx="846">10.699999999999999</cx:pt>
          <cx:pt idx="847">16.899999999999999</cx:pt>
          <cx:pt idx="848">27.800000000000001</cx:pt>
          <cx:pt idx="849">29.800000000000001</cx:pt>
          <cx:pt idx="850">26.600000000000001</cx:pt>
          <cx:pt idx="851">17.100000000000001</cx:pt>
          <cx:pt idx="852">20.899999999999999</cx:pt>
          <cx:pt idx="853">27.300000000000001</cx:pt>
          <cx:pt idx="854">28.100000000000001</cx:pt>
          <cx:pt idx="855">21.5</cx:pt>
          <cx:pt idx="856">34.700000000000003</cx:pt>
          <cx:pt idx="857">28.5</cx:pt>
          <cx:pt idx="858">33.799999999999997</cx:pt>
          <cx:pt idx="859">25.600000000000001</cx:pt>
          <cx:pt idx="860">28.800000000000001</cx:pt>
          <cx:pt idx="861">29.100000000000001</cx:pt>
          <cx:pt idx="862">19</cx:pt>
          <cx:pt idx="863">29.5</cx:pt>
          <cx:pt idx="864">27.100000000000001</cx:pt>
          <cx:pt idx="865">26</cx:pt>
          <cx:pt idx="866">25.699999999999999</cx:pt>
          <cx:pt idx="867">32.200000000000003</cx:pt>
          <cx:pt idx="868">23.399999999999999</cx:pt>
          <cx:pt idx="869">12.9</cx:pt>
          <cx:pt idx="870">29.600000000000001</cx:pt>
          <cx:pt idx="871">25.300000000000001</cx:pt>
          <cx:pt idx="872">29.5</cx:pt>
          <cx:pt idx="873">10.6</cx:pt>
          <cx:pt idx="874">29.899999999999999</cx:pt>
          <cx:pt idx="875">26.800000000000001</cx:pt>
          <cx:pt idx="876">28.100000000000001</cx:pt>
          <cx:pt idx="877">26.5</cx:pt>
          <cx:pt idx="878">25.699999999999999</cx:pt>
          <cx:pt idx="879">26.600000000000001</cx:pt>
          <cx:pt idx="880">33.100000000000001</cx:pt>
          <cx:pt idx="881">29.800000000000001</cx:pt>
          <cx:pt idx="882">26.800000000000001</cx:pt>
          <cx:pt idx="883">24.800000000000001</cx:pt>
          <cx:pt idx="884">28.300000000000001</cx:pt>
          <cx:pt idx="885">27.5</cx:pt>
          <cx:pt idx="886">30.699999999999999</cx:pt>
          <cx:pt idx="887">30.600000000000001</cx:pt>
          <cx:pt idx="888">31.899999999999999</cx:pt>
          <cx:pt idx="889">28.300000000000001</cx:pt>
          <cx:pt idx="890">29</cx:pt>
          <cx:pt idx="891">27.600000000000001</cx:pt>
          <cx:pt idx="892">12.4</cx:pt>
          <cx:pt idx="893">32.200000000000003</cx:pt>
          <cx:pt idx="894">26.399999999999999</cx:pt>
          <cx:pt idx="895">13.300000000000001</cx:pt>
          <cx:pt idx="896">22.899999999999999</cx:pt>
          <cx:pt idx="897">28.199999999999999</cx:pt>
          <cx:pt idx="898">28.5</cx:pt>
          <cx:pt idx="899">26.800000000000001</cx:pt>
          <cx:pt idx="900">26.100000000000001</cx:pt>
          <cx:pt idx="901">33.100000000000001</cx:pt>
          <cx:pt idx="902">29</cx:pt>
          <cx:pt idx="903">28.699999999999999</cx:pt>
          <cx:pt idx="904">26.199999999999999</cx:pt>
          <cx:pt idx="905">20</cx:pt>
          <cx:pt idx="906">25.800000000000001</cx:pt>
          <cx:pt idx="907">28.199999999999999</cx:pt>
          <cx:pt idx="908">23.899999999999999</cx:pt>
          <cx:pt idx="909">29.699999999999999</cx:pt>
          <cx:pt idx="910">30</cx:pt>
          <cx:pt idx="911">28.899999999999999</cx:pt>
          <cx:pt idx="912">27.300000000000001</cx:pt>
          <cx:pt idx="913">25</cx:pt>
          <cx:pt idx="914">26.199999999999999</cx:pt>
          <cx:pt idx="915">21.300000000000001</cx:pt>
          <cx:pt idx="916">26.100000000000001</cx:pt>
          <cx:pt idx="917">28.199999999999999</cx:pt>
          <cx:pt idx="918">27.600000000000001</cx:pt>
          <cx:pt idx="919">27.600000000000001</cx:pt>
          <cx:pt idx="920">21.100000000000001</cx:pt>
          <cx:pt idx="921">22.800000000000001</cx:pt>
          <cx:pt idx="922">29.600000000000001</cx:pt>
          <cx:pt idx="923">35</cx:pt>
          <cx:pt idx="924">29.699999999999999</cx:pt>
          <cx:pt idx="925">26.399999999999999</cx:pt>
          <cx:pt idx="926">26.699999999999999</cx:pt>
          <cx:pt idx="927">28.100000000000001</cx:pt>
          <cx:pt idx="928">24.699999999999999</cx:pt>
          <cx:pt idx="929">29.800000000000001</cx:pt>
          <cx:pt idx="930">28.399999999999999</cx:pt>
          <cx:pt idx="931">20.699999999999999</cx:pt>
          <cx:pt idx="932">11.699999999999999</cx:pt>
          <cx:pt idx="933">29.100000000000001</cx:pt>
          <cx:pt idx="934">28.600000000000001</cx:pt>
          <cx:pt idx="935">32.5</cx:pt>
          <cx:pt idx="936">22.600000000000001</cx:pt>
          <cx:pt idx="937">26.899999999999999</cx:pt>
          <cx:pt idx="938">25.699999999999999</cx:pt>
          <cx:pt idx="939">15.300000000000001</cx:pt>
          <cx:pt idx="940">25.5</cx:pt>
          <cx:pt idx="941">28.699999999999999</cx:pt>
          <cx:pt idx="942">26</cx:pt>
          <cx:pt idx="943">25.199999999999999</cx:pt>
          <cx:pt idx="944">27.699999999999999</cx:pt>
          <cx:pt idx="945">29.5</cx:pt>
          <cx:pt idx="946">30.5</cx:pt>
          <cx:pt idx="947">29.100000000000001</cx:pt>
          <cx:pt idx="948">10.6</cx:pt>
          <cx:pt idx="949">23.399999999999999</cx:pt>
          <cx:pt idx="950">28.300000000000001</cx:pt>
          <cx:pt idx="951">22.600000000000001</cx:pt>
          <cx:pt idx="952">19.800000000000001</cx:pt>
          <cx:pt idx="953">28.800000000000001</cx:pt>
          <cx:pt idx="954">29</cx:pt>
          <cx:pt idx="955">22.699999999999999</cx:pt>
          <cx:pt idx="956">29</cx:pt>
          <cx:pt idx="957">27.300000000000001</cx:pt>
          <cx:pt idx="958">33</cx:pt>
          <cx:pt idx="959">25.100000000000001</cx:pt>
          <cx:pt idx="960">28.399999999999999</cx:pt>
          <cx:pt idx="961">29.199999999999999</cx:pt>
          <cx:pt idx="962">28.300000000000001</cx:pt>
          <cx:pt idx="963">24.399999999999999</cx:pt>
          <cx:pt idx="964">27.300000000000001</cx:pt>
          <cx:pt idx="965">29.5</cx:pt>
          <cx:pt idx="966">29.600000000000001</cx:pt>
          <cx:pt idx="967">27.600000000000001</cx:pt>
          <cx:pt idx="968">28.699999999999999</cx:pt>
          <cx:pt idx="969">23.600000000000001</cx:pt>
          <cx:pt idx="970">26.899999999999999</cx:pt>
          <cx:pt idx="971">20.199999999999999</cx:pt>
          <cx:pt idx="972">25.899999999999999</cx:pt>
        </cx:lvl>
      </cx:numDim>
    </cx:data>
  </cx:chartData>
  <cx:chart>
    <cx:title pos="t" align="ctr" overlay="0">
      <cx:tx>
        <cx:txData>
          <cx:v>Fat %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Fat % Distribution</a:t>
          </a:r>
        </a:p>
      </cx:txPr>
    </cx:title>
    <cx:plotArea>
      <cx:plotAreaRegion>
        <cx:series layoutId="clusteredColumn" uniqueId="{87624157-FD5E-4F60-A8DE-B73063E8B28C}">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visibility seriesName="0" categoryName="0" value="1"/>
            <cx:separator>, </cx:separator>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10.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Pivot!$E$10:$E$13</cx:f>
        <cx:lvl ptCount="4">
          <cx:pt idx="0">Normal</cx:pt>
          <cx:pt idx="1">High</cx:pt>
          <cx:pt idx="2">Low</cx:pt>
          <cx:pt idx="3">Very High</cx:pt>
        </cx:lvl>
      </cx:strDim>
      <cx:numDim type="size">
        <cx:f>Pivot!$F$10:$F$13</cx:f>
        <cx:lvl ptCount="4" formatCode="General">
          <cx:pt idx="0">280</cx:pt>
          <cx:pt idx="1">396</cx:pt>
          <cx:pt idx="2">89</cx:pt>
          <cx:pt idx="3">208</cx:pt>
        </cx:lvl>
      </cx:numDim>
    </cx:data>
  </cx:chartData>
  <cx:chart>
    <cx:title pos="t" align="ctr" overlay="0">
      <cx:tx>
        <cx:txData>
          <cx:v>Fat % Class Proportion</cx:v>
        </cx:txData>
      </cx:tx>
      <cx:txPr>
        <a:bodyPr spcFirstLastPara="1" vertOverflow="ellipsis" horzOverflow="overflow" wrap="square" lIns="0" tIns="0" rIns="0" bIns="0" anchor="ctr" anchorCtr="1"/>
        <a:lstStyle/>
        <a:p>
          <a:pPr algn="ctr" rtl="0">
            <a:defRPr sz="900">
              <a:solidFill>
                <a:schemeClr val="tx1"/>
              </a:solidFill>
            </a:defRPr>
          </a:pPr>
          <a:r>
            <a:rPr lang="en-US" sz="900" b="0" i="0" u="none" strike="noStrike" baseline="0" dirty="0">
              <a:solidFill>
                <a:schemeClr val="tx1"/>
              </a:solidFill>
              <a:latin typeface="Calibri" panose="020F0502020204030204"/>
            </a:rPr>
            <a:t>Fat % Class Proportion</a:t>
          </a:r>
        </a:p>
      </cx:txPr>
    </cx:title>
    <cx:plotArea>
      <cx:plotAreaRegion>
        <cx:series layoutId="treemap" uniqueId="{813F1E24-DF03-421B-9A03-5674D57036CB}">
          <cx:tx>
            <cx:txData>
              <cx:f>Pivot!$F$9</cx:f>
              <cx:v>Count of Fat Classification</cx:v>
            </cx:txData>
          </cx:tx>
          <cx:spPr>
            <a:ln>
              <a:noFill/>
            </a:ln>
          </cx:spPr>
          <cx:dataPt idx="0">
            <cx:spPr>
              <a:solidFill>
                <a:srgbClr val="A5AB81">
                  <a:lumMod val="75000"/>
                </a:srgbClr>
              </a:solidFill>
            </cx:spPr>
          </cx:dataPt>
          <cx:dataPt idx="1">
            <cx:spPr>
              <a:solidFill>
                <a:srgbClr val="D8B25C">
                  <a:lumMod val="75000"/>
                </a:srgbClr>
              </a:solidFill>
            </cx:spPr>
          </cx:dataPt>
          <cx:dataPt idx="2">
            <cx:spPr>
              <a:solidFill>
                <a:srgbClr val="94B6D2">
                  <a:lumMod val="75000"/>
                </a:srgbClr>
              </a:solidFill>
            </cx:spPr>
          </cx:dataPt>
          <cx:dataPt idx="3">
            <cx:spPr>
              <a:solidFill>
                <a:srgbClr val="DD8047">
                  <a:lumMod val="75000"/>
                </a:srgbClr>
              </a:solidFill>
            </cx:spPr>
          </cx:dataPt>
          <cx:dataLabels>
            <cx:txPr>
              <a:bodyPr spcFirstLastPara="1" vertOverflow="ellipsis" horzOverflow="overflow" wrap="square" lIns="0" tIns="0" rIns="0" bIns="0" anchor="ctr" anchorCtr="1"/>
              <a:lstStyle/>
              <a:p>
                <a:pPr algn="ctr" rtl="0">
                  <a:defRPr sz="900">
                    <a:solidFill>
                      <a:schemeClr val="tx1"/>
                    </a:solidFill>
                  </a:defRPr>
                </a:pPr>
                <a:endParaRPr lang="en-US" sz="900" b="0" i="0" u="none" strike="noStrike" baseline="0">
                  <a:solidFill>
                    <a:schemeClr val="tx1"/>
                  </a:solidFill>
                  <a:latin typeface="Calibri" panose="020F0502020204030204"/>
                </a:endParaRPr>
              </a:p>
            </cx:txPr>
            <cx:visibility seriesName="0" categoryName="1" value="1"/>
            <cx:separator>, </cx:separator>
          </cx:dataLabels>
          <cx:dataId val="0"/>
          <cx:layoutPr>
            <cx:parentLabelLayout val="overlapping"/>
          </cx:layoutPr>
        </cx:series>
      </cx:plotAreaRegion>
    </cx:plotArea>
  </cx:chart>
</cx:chartSpace>
</file>

<file path=ppt/charts/chartEx1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Pivot!$E$10:$E$13</cx:f>
        <cx:lvl ptCount="4">
          <cx:pt idx="0">Normal</cx:pt>
          <cx:pt idx="1">High</cx:pt>
          <cx:pt idx="2">Low</cx:pt>
          <cx:pt idx="3">Very High</cx:pt>
        </cx:lvl>
      </cx:strDim>
      <cx:numDim type="size">
        <cx:f>Pivot!$F$10:$F$13</cx:f>
        <cx:lvl ptCount="4" formatCode="General">
          <cx:pt idx="0">280</cx:pt>
          <cx:pt idx="1">396</cx:pt>
          <cx:pt idx="2">89</cx:pt>
          <cx:pt idx="3">208</cx:pt>
        </cx:lvl>
      </cx:numDim>
    </cx:data>
  </cx:chartData>
  <cx:chart>
    <cx:title pos="t" align="ctr" overlay="0">
      <cx:tx>
        <cx:txData>
          <cx:v>Fat % Class Proportion</cx:v>
        </cx:txData>
      </cx:tx>
      <cx:txPr>
        <a:bodyPr spcFirstLastPara="1" vertOverflow="ellipsis" horzOverflow="overflow" wrap="square" lIns="0" tIns="0" rIns="0" bIns="0" anchor="ctr" anchorCtr="1"/>
        <a:lstStyle/>
        <a:p>
          <a:pPr algn="ctr" rtl="0">
            <a:defRPr sz="900">
              <a:solidFill>
                <a:schemeClr val="tx1"/>
              </a:solidFill>
            </a:defRPr>
          </a:pPr>
          <a:r>
            <a:rPr lang="en-US" sz="900" b="0" i="0" u="none" strike="noStrike" baseline="0" dirty="0">
              <a:solidFill>
                <a:schemeClr val="tx1"/>
              </a:solidFill>
              <a:latin typeface="Calibri" panose="020F0502020204030204"/>
            </a:rPr>
            <a:t>Fat % Class Proportion</a:t>
          </a:r>
        </a:p>
      </cx:txPr>
    </cx:title>
    <cx:plotArea>
      <cx:plotAreaRegion>
        <cx:series layoutId="treemap" uniqueId="{813F1E24-DF03-421B-9A03-5674D57036CB}">
          <cx:tx>
            <cx:txData>
              <cx:f>Pivot!$F$9</cx:f>
              <cx:v>Count of Fat Classification</cx:v>
            </cx:txData>
          </cx:tx>
          <cx:spPr>
            <a:ln>
              <a:noFill/>
            </a:ln>
          </cx:spPr>
          <cx:dataPt idx="0">
            <cx:spPr>
              <a:solidFill>
                <a:srgbClr val="A5AB81">
                  <a:lumMod val="75000"/>
                </a:srgbClr>
              </a:solidFill>
            </cx:spPr>
          </cx:dataPt>
          <cx:dataPt idx="1">
            <cx:spPr>
              <a:solidFill>
                <a:srgbClr val="D8B25C">
                  <a:lumMod val="75000"/>
                </a:srgbClr>
              </a:solidFill>
            </cx:spPr>
          </cx:dataPt>
          <cx:dataPt idx="2">
            <cx:spPr>
              <a:solidFill>
                <a:srgbClr val="94B6D2">
                  <a:lumMod val="75000"/>
                </a:srgbClr>
              </a:solidFill>
            </cx:spPr>
          </cx:dataPt>
          <cx:dataPt idx="3">
            <cx:spPr>
              <a:solidFill>
                <a:srgbClr val="DD8047">
                  <a:lumMod val="75000"/>
                </a:srgbClr>
              </a:solidFill>
            </cx:spPr>
          </cx:dataPt>
          <cx:dataLabels>
            <cx:txPr>
              <a:bodyPr spcFirstLastPara="1" vertOverflow="ellipsis" horzOverflow="overflow" wrap="square" lIns="0" tIns="0" rIns="0" bIns="0" anchor="ctr" anchorCtr="1"/>
              <a:lstStyle/>
              <a:p>
                <a:pPr algn="ctr" rtl="0">
                  <a:defRPr sz="900">
                    <a:solidFill>
                      <a:schemeClr val="tx1"/>
                    </a:solidFill>
                  </a:defRPr>
                </a:pPr>
                <a:endParaRPr lang="en-US" sz="900" b="0" i="0" u="none" strike="noStrike" baseline="0">
                  <a:solidFill>
                    <a:schemeClr val="tx1"/>
                  </a:solidFill>
                  <a:latin typeface="Calibri" panose="020F0502020204030204"/>
                </a:endParaRPr>
              </a:p>
            </cx:txPr>
            <cx:visibility seriesName="0" categoryName="1" value="1"/>
            <cx:separator>, </cx:separator>
          </cx:dataLabels>
          <cx:dataId val="0"/>
          <cx:layoutPr>
            <cx:parentLabelLayout val="overlapping"/>
          </cx:layoutPr>
        </cx:series>
      </cx:plotAreaRegion>
    </cx:plotArea>
  </cx:chart>
</cx:chartSpace>
</file>

<file path=ppt/charts/chartEx1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Tracking'!$H$2:$H$974</cx:f>
        <cx:lvl ptCount="973" formatCode="General">
          <cx:pt idx="0">33.399999999999999</cx:pt>
          <cx:pt idx="1">27.600000000000001</cx:pt>
          <cx:pt idx="2">30.100000000000001</cx:pt>
          <cx:pt idx="3">22.699999999999999</cx:pt>
          <cx:pt idx="4">27.699999999999999</cx:pt>
          <cx:pt idx="5">32.200000000000003</cx:pt>
          <cx:pt idx="6">26.399999999999999</cx:pt>
          <cx:pt idx="7">18.600000000000001</cx:pt>
          <cx:pt idx="8">28</cx:pt>
          <cx:pt idx="9">16.600000000000001</cx:pt>
          <cx:pt idx="10">30.800000000000001</cx:pt>
          <cx:pt idx="11">21.399999999999999</cx:pt>
          <cx:pt idx="12">32</cx:pt>
          <cx:pt idx="13">23.399999999999999</cx:pt>
          <cx:pt idx="14">14.6</cx:pt>
          <cx:pt idx="15">31</cx:pt>
          <cx:pt idx="16">17.300000000000001</cx:pt>
          <cx:pt idx="17">27.300000000000001</cx:pt>
          <cx:pt idx="18">32.5</cx:pt>
          <cx:pt idx="19">31.800000000000001</cx:pt>
          <cx:pt idx="20">10.699999999999999</cx:pt>
          <cx:pt idx="21">26.899999999999999</cx:pt>
          <cx:pt idx="22">11.6</cx:pt>
          <cx:pt idx="23">22.5</cx:pt>
          <cx:pt idx="24">12.4</cx:pt>
          <cx:pt idx="25">18.300000000000001</cx:pt>
          <cx:pt idx="26">30.300000000000001</cx:pt>
          <cx:pt idx="27">11</cx:pt>
          <cx:pt idx="28">19.5</cx:pt>
          <cx:pt idx="29">29.699999999999999</cx:pt>
          <cx:pt idx="30">11.199999999999999</cx:pt>
          <cx:pt idx="31">25.300000000000001</cx:pt>
          <cx:pt idx="32">30.100000000000001</cx:pt>
          <cx:pt idx="33">31.100000000000001</cx:pt>
          <cx:pt idx="34">28.699999999999999</cx:pt>
          <cx:pt idx="35">32.100000000000001</cx:pt>
          <cx:pt idx="36">32.799999999999997</cx:pt>
          <cx:pt idx="37">29.800000000000001</cx:pt>
          <cx:pt idx="38">19.100000000000001</cx:pt>
          <cx:pt idx="39">19</cx:pt>
          <cx:pt idx="40">17.199999999999999</cx:pt>
          <cx:pt idx="41">20.5</cx:pt>
          <cx:pt idx="42">17.800000000000001</cx:pt>
          <cx:pt idx="43">34</cx:pt>
          <cx:pt idx="44">27.399999999999999</cx:pt>
          <cx:pt idx="45">26.300000000000001</cx:pt>
          <cx:pt idx="46">29.399999999999999</cx:pt>
          <cx:pt idx="47">27.699999999999999</cx:pt>
          <cx:pt idx="48">23.199999999999999</cx:pt>
          <cx:pt idx="49">18.5</cx:pt>
          <cx:pt idx="50">29</cx:pt>
          <cx:pt idx="51">23</cx:pt>
          <cx:pt idx="52">27.699999999999999</cx:pt>
          <cx:pt idx="53">27.5</cx:pt>
          <cx:pt idx="54">33.200000000000003</cx:pt>
          <cx:pt idx="55">29.600000000000001</cx:pt>
          <cx:pt idx="56">10.5</cx:pt>
          <cx:pt idx="57">29.399999999999999</cx:pt>
          <cx:pt idx="58">18.300000000000001</cx:pt>
          <cx:pt idx="59">16.800000000000001</cx:pt>
          <cx:pt idx="60">34.399999999999999</cx:pt>
          <cx:pt idx="61">11.199999999999999</cx:pt>
          <cx:pt idx="62">11.699999999999999</cx:pt>
          <cx:pt idx="63">16.399999999999999</cx:pt>
          <cx:pt idx="64">25.600000000000001</cx:pt>
          <cx:pt idx="65">28.899999999999999</cx:pt>
          <cx:pt idx="66">11.1</cx:pt>
          <cx:pt idx="67">21.300000000000001</cx:pt>
          <cx:pt idx="68">34.100000000000001</cx:pt>
          <cx:pt idx="69">34.899999999999999</cx:pt>
          <cx:pt idx="70">10.199999999999999</cx:pt>
          <cx:pt idx="71">29.800000000000001</cx:pt>
          <cx:pt idx="72">29.199999999999999</cx:pt>
          <cx:pt idx="73">17.800000000000001</cx:pt>
          <cx:pt idx="74">28.100000000000001</cx:pt>
          <cx:pt idx="75">33.700000000000003</cx:pt>
          <cx:pt idx="76">34.399999999999999</cx:pt>
          <cx:pt idx="77">22.399999999999999</cx:pt>
          <cx:pt idx="78">34.100000000000001</cx:pt>
          <cx:pt idx="79">27</cx:pt>
          <cx:pt idx="80">21.300000000000001</cx:pt>
          <cx:pt idx="81">11.699999999999999</cx:pt>
          <cx:pt idx="82">20.199999999999999</cx:pt>
          <cx:pt idx="83">27.600000000000001</cx:pt>
          <cx:pt idx="84">25.800000000000001</cx:pt>
          <cx:pt idx="85">20</cx:pt>
          <cx:pt idx="86">34.799999999999997</cx:pt>
          <cx:pt idx="87">27.300000000000001</cx:pt>
          <cx:pt idx="88">13.6</cx:pt>
          <cx:pt idx="89">16.199999999999999</cx:pt>
          <cx:pt idx="90">14.9</cx:pt>
          <cx:pt idx="91">32.600000000000001</cx:pt>
          <cx:pt idx="92">29.199999999999999</cx:pt>
          <cx:pt idx="93">26.100000000000001</cx:pt>
          <cx:pt idx="94">25.5</cx:pt>
          <cx:pt idx="95">15</cx:pt>
          <cx:pt idx="96">13.300000000000001</cx:pt>
          <cx:pt idx="97">18.699999999999999</cx:pt>
          <cx:pt idx="98">13.300000000000001</cx:pt>
          <cx:pt idx="99">27.100000000000001</cx:pt>
          <cx:pt idx="100">31</cx:pt>
          <cx:pt idx="101">28.100000000000001</cx:pt>
          <cx:pt idx="102">33</cx:pt>
          <cx:pt idx="103">29</cx:pt>
          <cx:pt idx="104">32.799999999999997</cx:pt>
          <cx:pt idx="105">32</cx:pt>
          <cx:pt idx="106">12.4</cx:pt>
          <cx:pt idx="107">30.100000000000001</cx:pt>
          <cx:pt idx="108">32.600000000000001</cx:pt>
          <cx:pt idx="109">34.5</cx:pt>
          <cx:pt idx="110">29.300000000000001</cx:pt>
          <cx:pt idx="111">28.800000000000001</cx:pt>
          <cx:pt idx="112">21.699999999999999</cx:pt>
          <cx:pt idx="113">26.100000000000001</cx:pt>
          <cx:pt idx="114">23.399999999999999</cx:pt>
          <cx:pt idx="115">13.6</cx:pt>
          <cx:pt idx="116">26.800000000000001</cx:pt>
          <cx:pt idx="117">24.300000000000001</cx:pt>
          <cx:pt idx="118">28.300000000000001</cx:pt>
          <cx:pt idx="119">25.300000000000001</cx:pt>
          <cx:pt idx="120">19.800000000000001</cx:pt>
          <cx:pt idx="121">30.399999999999999</cx:pt>
          <cx:pt idx="122">24.699999999999999</cx:pt>
          <cx:pt idx="123">27.899999999999999</cx:pt>
          <cx:pt idx="124">25.699999999999999</cx:pt>
          <cx:pt idx="125">28.300000000000001</cx:pt>
          <cx:pt idx="126">27</cx:pt>
          <cx:pt idx="127">34.700000000000003</cx:pt>
          <cx:pt idx="128">16.600000000000001</cx:pt>
          <cx:pt idx="129">33.5</cx:pt>
          <cx:pt idx="130">33.5</cx:pt>
          <cx:pt idx="131">15</cx:pt>
          <cx:pt idx="132">32.600000000000001</cx:pt>
          <cx:pt idx="133">20</cx:pt>
          <cx:pt idx="134">19.399999999999999</cx:pt>
          <cx:pt idx="135">27.100000000000001</cx:pt>
          <cx:pt idx="136">20.5</cx:pt>
          <cx:pt idx="137">25</cx:pt>
          <cx:pt idx="138">26.699999999999999</cx:pt>
          <cx:pt idx="139">30.899999999999999</cx:pt>
          <cx:pt idx="140">27.800000000000001</cx:pt>
          <cx:pt idx="141">13.800000000000001</cx:pt>
          <cx:pt idx="142">18.199999999999999</cx:pt>
          <cx:pt idx="143">26</cx:pt>
          <cx:pt idx="144">31.100000000000001</cx:pt>
          <cx:pt idx="145">17.600000000000001</cx:pt>
          <cx:pt idx="146">29.199999999999999</cx:pt>
          <cx:pt idx="147">33</cx:pt>
          <cx:pt idx="148">34</cx:pt>
          <cx:pt idx="149">33.700000000000003</cx:pt>
          <cx:pt idx="150">16.699999999999999</cx:pt>
          <cx:pt idx="151">18</cx:pt>
          <cx:pt idx="152">29.300000000000001</cx:pt>
          <cx:pt idx="153">31.699999999999999</cx:pt>
          <cx:pt idx="154">16.800000000000001</cx:pt>
          <cx:pt idx="155">10.5</cx:pt>
          <cx:pt idx="156">27</cx:pt>
          <cx:pt idx="157">17.899999999999999</cx:pt>
          <cx:pt idx="158">26.5</cx:pt>
          <cx:pt idx="159">19.800000000000001</cx:pt>
          <cx:pt idx="160">25.699999999999999</cx:pt>
          <cx:pt idx="161">31.600000000000001</cx:pt>
          <cx:pt idx="162">29.199999999999999</cx:pt>
          <cx:pt idx="163">34.5</cx:pt>
          <cx:pt idx="164">29.399999999999999</cx:pt>
          <cx:pt idx="165">27.899999999999999</cx:pt>
          <cx:pt idx="166">17.699999999999999</cx:pt>
          <cx:pt idx="167">31</cx:pt>
          <cx:pt idx="168">24</cx:pt>
          <cx:pt idx="169">32.299999999999997</cx:pt>
          <cx:pt idx="170">31.699999999999999</cx:pt>
          <cx:pt idx="171">30.600000000000001</cx:pt>
          <cx:pt idx="172">21.399999999999999</cx:pt>
          <cx:pt idx="173">20.5</cx:pt>
          <cx:pt idx="174">33.100000000000001</cx:pt>
          <cx:pt idx="175">24.399999999999999</cx:pt>
          <cx:pt idx="176">23.600000000000001</cx:pt>
          <cx:pt idx="177">30.600000000000001</cx:pt>
          <cx:pt idx="178">21.300000000000001</cx:pt>
          <cx:pt idx="179">32.299999999999997</cx:pt>
          <cx:pt idx="180">33.700000000000003</cx:pt>
          <cx:pt idx="181">21.800000000000001</cx:pt>
          <cx:pt idx="182">20.199999999999999</cx:pt>
          <cx:pt idx="183">23.199999999999999</cx:pt>
          <cx:pt idx="184">32.799999999999997</cx:pt>
          <cx:pt idx="185">32.600000000000001</cx:pt>
          <cx:pt idx="186">30.899999999999999</cx:pt>
          <cx:pt idx="187">34.799999999999997</cx:pt>
          <cx:pt idx="188">34.100000000000001</cx:pt>
          <cx:pt idx="189">32.399999999999999</cx:pt>
          <cx:pt idx="190">23.5</cx:pt>
          <cx:pt idx="191">22.100000000000001</cx:pt>
          <cx:pt idx="192">31.100000000000001</cx:pt>
          <cx:pt idx="193">33.5</cx:pt>
          <cx:pt idx="194">24.699999999999999</cx:pt>
          <cx:pt idx="195">23.199999999999999</cx:pt>
          <cx:pt idx="196">31.300000000000001</cx:pt>
          <cx:pt idx="197">21.100000000000001</cx:pt>
          <cx:pt idx="198">32.899999999999999</cx:pt>
          <cx:pt idx="199">21.300000000000001</cx:pt>
          <cx:pt idx="200">31.800000000000001</cx:pt>
          <cx:pt idx="201">34.299999999999997</cx:pt>
          <cx:pt idx="202">34.299999999999997</cx:pt>
          <cx:pt idx="203">31.699999999999999</cx:pt>
          <cx:pt idx="204">30.699999999999999</cx:pt>
          <cx:pt idx="205">24.899999999999999</cx:pt>
          <cx:pt idx="206">24.800000000000001</cx:pt>
          <cx:pt idx="207">31.899999999999999</cx:pt>
          <cx:pt idx="208">23.800000000000001</cx:pt>
          <cx:pt idx="209">34.600000000000001</cx:pt>
          <cx:pt idx="210">24.300000000000001</cx:pt>
          <cx:pt idx="211">21.199999999999999</cx:pt>
          <cx:pt idx="212">24.100000000000001</cx:pt>
          <cx:pt idx="213">34.700000000000003</cx:pt>
          <cx:pt idx="214">32.399999999999999</cx:pt>
          <cx:pt idx="215">21.699999999999999</cx:pt>
          <cx:pt idx="216">23.399999999999999</cx:pt>
          <cx:pt idx="217">21.300000000000001</cx:pt>
          <cx:pt idx="218">24.800000000000001</cx:pt>
          <cx:pt idx="219">20.800000000000001</cx:pt>
          <cx:pt idx="220">22.899999999999999</cx:pt>
          <cx:pt idx="221">32.700000000000003</cx:pt>
          <cx:pt idx="222">24.699999999999999</cx:pt>
          <cx:pt idx="223">20.399999999999999</cx:pt>
          <cx:pt idx="224">22.300000000000001</cx:pt>
          <cx:pt idx="225">22.399999999999999</cx:pt>
          <cx:pt idx="226">24.100000000000001</cx:pt>
          <cx:pt idx="227">21.100000000000001</cx:pt>
          <cx:pt idx="228">22</cx:pt>
          <cx:pt idx="229">20.199999999999999</cx:pt>
          <cx:pt idx="230">23.699999999999999</cx:pt>
          <cx:pt idx="231">31.5</cx:pt>
          <cx:pt idx="232">20.600000000000001</cx:pt>
          <cx:pt idx="233">22.199999999999999</cx:pt>
          <cx:pt idx="234">22.300000000000001</cx:pt>
          <cx:pt idx="235">21.100000000000001</cx:pt>
          <cx:pt idx="236">24.399999999999999</cx:pt>
          <cx:pt idx="237">23.600000000000001</cx:pt>
          <cx:pt idx="238">33</cx:pt>
          <cx:pt idx="239">21.600000000000001</cx:pt>
          <cx:pt idx="240">21.800000000000001</cx:pt>
          <cx:pt idx="241">23.199999999999999</cx:pt>
          <cx:pt idx="242">23.899999999999999</cx:pt>
          <cx:pt idx="243">34.600000000000001</cx:pt>
          <cx:pt idx="244">22</cx:pt>
          <cx:pt idx="245">30.600000000000001</cx:pt>
          <cx:pt idx="246">20.5</cx:pt>
          <cx:pt idx="247">24.199999999999999</cx:pt>
          <cx:pt idx="248">20.899999999999999</cx:pt>
          <cx:pt idx="249">33.100000000000001</cx:pt>
          <cx:pt idx="250">24</cx:pt>
          <cx:pt idx="251">20.699999999999999</cx:pt>
          <cx:pt idx="252">33.799999999999997</cx:pt>
          <cx:pt idx="253">20.899999999999999</cx:pt>
          <cx:pt idx="254">21.100000000000001</cx:pt>
          <cx:pt idx="255">20.899999999999999</cx:pt>
          <cx:pt idx="256">23.199999999999999</cx:pt>
          <cx:pt idx="257">31.600000000000001</cx:pt>
          <cx:pt idx="258">23.5</cx:pt>
          <cx:pt idx="259">31.100000000000001</cx:pt>
          <cx:pt idx="260">20.899999999999999</cx:pt>
          <cx:pt idx="261">24</cx:pt>
          <cx:pt idx="262">22.699999999999999</cx:pt>
          <cx:pt idx="263">23.300000000000001</cx:pt>
          <cx:pt idx="264">34.299999999999997</cx:pt>
          <cx:pt idx="265">32.799999999999997</cx:pt>
          <cx:pt idx="266">32.899999999999999</cx:pt>
          <cx:pt idx="267">22.600000000000001</cx:pt>
          <cx:pt idx="268">20.199999999999999</cx:pt>
          <cx:pt idx="269">33.700000000000003</cx:pt>
          <cx:pt idx="270">34.899999999999999</cx:pt>
          <cx:pt idx="271">21.199999999999999</cx:pt>
          <cx:pt idx="272">24.399999999999999</cx:pt>
          <cx:pt idx="273">31.5</cx:pt>
          <cx:pt idx="274">20.899999999999999</cx:pt>
          <cx:pt idx="275">33.299999999999997</cx:pt>
          <cx:pt idx="276">32</cx:pt>
          <cx:pt idx="277">24.399999999999999</cx:pt>
          <cx:pt idx="278">33.899999999999999</cx:pt>
          <cx:pt idx="279">21.800000000000001</cx:pt>
          <cx:pt idx="280">23.600000000000001</cx:pt>
          <cx:pt idx="281">24.199999999999999</cx:pt>
          <cx:pt idx="282">23.300000000000001</cx:pt>
          <cx:pt idx="283">28.800000000000001</cx:pt>
          <cx:pt idx="284">21</cx:pt>
          <cx:pt idx="285">32.200000000000003</cx:pt>
          <cx:pt idx="286">26.199999999999999</cx:pt>
          <cx:pt idx="287">22.899999999999999</cx:pt>
          <cx:pt idx="288">22.899999999999999</cx:pt>
          <cx:pt idx="289">34.700000000000003</cx:pt>
          <cx:pt idx="290">22.899999999999999</cx:pt>
          <cx:pt idx="291">23.100000000000001</cx:pt>
          <cx:pt idx="292">23.300000000000001</cx:pt>
          <cx:pt idx="293">21.5</cx:pt>
          <cx:pt idx="294">20.5</cx:pt>
          <cx:pt idx="295">23.899999999999999</cx:pt>
          <cx:pt idx="296">21.199999999999999</cx:pt>
          <cx:pt idx="297">31.899999999999999</cx:pt>
          <cx:pt idx="298">20.100000000000001</cx:pt>
          <cx:pt idx="299">20.100000000000001</cx:pt>
          <cx:pt idx="300">29.399999999999999</cx:pt>
          <cx:pt idx="301">28.899999999999999</cx:pt>
          <cx:pt idx="302">25.600000000000001</cx:pt>
          <cx:pt idx="303">32.799999999999997</cx:pt>
          <cx:pt idx="304">23.300000000000001</cx:pt>
          <cx:pt idx="305">30.600000000000001</cx:pt>
          <cx:pt idx="306">20.600000000000001</cx:pt>
          <cx:pt idx="307">21.800000000000001</cx:pt>
          <cx:pt idx="308">28.5</cx:pt>
          <cx:pt idx="309">33.600000000000001</cx:pt>
          <cx:pt idx="310">26.699999999999999</cx:pt>
          <cx:pt idx="311">28.800000000000001</cx:pt>
          <cx:pt idx="312">33.399999999999999</cx:pt>
          <cx:pt idx="313">29.199999999999999</cx:pt>
          <cx:pt idx="314">23.399999999999999</cx:pt>
          <cx:pt idx="315">34.200000000000003</cx:pt>
          <cx:pt idx="316">24.100000000000001</cx:pt>
          <cx:pt idx="317">30.699999999999999</cx:pt>
          <cx:pt idx="318">22.199999999999999</cx:pt>
          <cx:pt idx="319">20.199999999999999</cx:pt>
          <cx:pt idx="320">24.899999999999999</cx:pt>
          <cx:pt idx="321">22</cx:pt>
          <cx:pt idx="322">31.199999999999999</cx:pt>
          <cx:pt idx="323">27.300000000000001</cx:pt>
          <cx:pt idx="324">31.800000000000001</cx:pt>
          <cx:pt idx="325">33.399999999999999</cx:pt>
          <cx:pt idx="326">21</cx:pt>
          <cx:pt idx="327">24.100000000000001</cx:pt>
          <cx:pt idx="328">31.800000000000001</cx:pt>
          <cx:pt idx="329">23.5</cx:pt>
          <cx:pt idx="330">24</cx:pt>
          <cx:pt idx="331">25.800000000000001</cx:pt>
          <cx:pt idx="332">25.399999999999999</cx:pt>
          <cx:pt idx="333">26.199999999999999</cx:pt>
          <cx:pt idx="334">28.100000000000001</cx:pt>
          <cx:pt idx="335">31.100000000000001</cx:pt>
          <cx:pt idx="336">30.600000000000001</cx:pt>
          <cx:pt idx="337">17</cx:pt>
          <cx:pt idx="338">22.5</cx:pt>
          <cx:pt idx="339">21.199999999999999</cx:pt>
          <cx:pt idx="340">32.899999999999999</cx:pt>
          <cx:pt idx="341">33.899999999999999</cx:pt>
          <cx:pt idx="342">27.399999999999999</cx:pt>
          <cx:pt idx="343">23.5</cx:pt>
          <cx:pt idx="344">24.5</cx:pt>
          <cx:pt idx="345">24.5</cx:pt>
          <cx:pt idx="346">33.899999999999999</cx:pt>
          <cx:pt idx="347">22.100000000000001</cx:pt>
          <cx:pt idx="348">33.100000000000001</cx:pt>
          <cx:pt idx="349">31.699999999999999</cx:pt>
          <cx:pt idx="350">34.600000000000001</cx:pt>
          <cx:pt idx="351">20.100000000000001</cx:pt>
          <cx:pt idx="352">24.5</cx:pt>
          <cx:pt idx="353">21.300000000000001</cx:pt>
          <cx:pt idx="354">34.799999999999997</cx:pt>
          <cx:pt idx="355">25.899999999999999</cx:pt>
          <cx:pt idx="356">24</cx:pt>
          <cx:pt idx="357">20.399999999999999</cx:pt>
          <cx:pt idx="358">33.299999999999997</cx:pt>
          <cx:pt idx="359">22.600000000000001</cx:pt>
          <cx:pt idx="360">23</cx:pt>
          <cx:pt idx="361">34.899999999999999</cx:pt>
          <cx:pt idx="362">22.100000000000001</cx:pt>
          <cx:pt idx="363">20.5</cx:pt>
          <cx:pt idx="364">30.600000000000001</cx:pt>
          <cx:pt idx="365">32.5</cx:pt>
          <cx:pt idx="366">23.300000000000001</cx:pt>
          <cx:pt idx="367">32.799999999999997</cx:pt>
          <cx:pt idx="368">32</cx:pt>
          <cx:pt idx="369">32.700000000000003</cx:pt>
          <cx:pt idx="370">15.5</cx:pt>
          <cx:pt idx="371">21.699999999999999</cx:pt>
          <cx:pt idx="372">24.899999999999999</cx:pt>
          <cx:pt idx="373">34</cx:pt>
          <cx:pt idx="374">34.899999999999999</cx:pt>
          <cx:pt idx="375">31.100000000000001</cx:pt>
          <cx:pt idx="376">32.5</cx:pt>
          <cx:pt idx="377">26</cx:pt>
          <cx:pt idx="378">24.800000000000001</cx:pt>
          <cx:pt idx="379">23.199999999999999</cx:pt>
          <cx:pt idx="380">26.300000000000001</cx:pt>
          <cx:pt idx="381">33.899999999999999</cx:pt>
          <cx:pt idx="382">24.899999999999999</cx:pt>
          <cx:pt idx="383">21.399999999999999</cx:pt>
          <cx:pt idx="384">34.899999999999999</cx:pt>
          <cx:pt idx="385">32.200000000000003</cx:pt>
          <cx:pt idx="386">25.199999999999999</cx:pt>
          <cx:pt idx="387">31.800000000000001</cx:pt>
          <cx:pt idx="388">22.399999999999999</cx:pt>
          <cx:pt idx="389">31.600000000000001</cx:pt>
          <cx:pt idx="390">21.600000000000001</cx:pt>
          <cx:pt idx="391">26.699999999999999</cx:pt>
          <cx:pt idx="392">24.699999999999999</cx:pt>
          <cx:pt idx="393">24.600000000000001</cx:pt>
          <cx:pt idx="394">22.100000000000001</cx:pt>
          <cx:pt idx="395">20.5</cx:pt>
          <cx:pt idx="396">25</cx:pt>
          <cx:pt idx="397">22.600000000000001</cx:pt>
          <cx:pt idx="398">31.699999999999999</cx:pt>
          <cx:pt idx="399">27.899999999999999</cx:pt>
          <cx:pt idx="400">18.399999999999999</cx:pt>
          <cx:pt idx="401">30.800000000000001</cx:pt>
          <cx:pt idx="402">15.199999999999999</cx:pt>
          <cx:pt idx="403">29.100000000000001</cx:pt>
          <cx:pt idx="404">25.300000000000001</cx:pt>
          <cx:pt idx="405">32.399999999999999</cx:pt>
          <cx:pt idx="406">27.399999999999999</cx:pt>
          <cx:pt idx="407">16.399999999999999</cx:pt>
          <cx:pt idx="408">15.1</cx:pt>
          <cx:pt idx="409">17</cx:pt>
          <cx:pt idx="410">15.1</cx:pt>
          <cx:pt idx="411">34.399999999999999</cx:pt>
          <cx:pt idx="412">31.899999999999999</cx:pt>
          <cx:pt idx="413">34.200000000000003</cx:pt>
          <cx:pt idx="414">19.399999999999999</cx:pt>
          <cx:pt idx="415">27.600000000000001</cx:pt>
          <cx:pt idx="416">19.800000000000001</cx:pt>
          <cx:pt idx="417">19.5</cx:pt>
          <cx:pt idx="418">15.199999999999999</cx:pt>
          <cx:pt idx="419">26.600000000000001</cx:pt>
          <cx:pt idx="420">28.199999999999999</cx:pt>
          <cx:pt idx="421">16.399999999999999</cx:pt>
          <cx:pt idx="422">16.600000000000001</cx:pt>
          <cx:pt idx="423">18.100000000000001</cx:pt>
          <cx:pt idx="424">17.199999999999999</cx:pt>
          <cx:pt idx="425">18.100000000000001</cx:pt>
          <cx:pt idx="426">15.300000000000001</cx:pt>
          <cx:pt idx="427">21.699999999999999</cx:pt>
          <cx:pt idx="428">25.699999999999999</cx:pt>
          <cx:pt idx="429">19.699999999999999</cx:pt>
          <cx:pt idx="430">29.199999999999999</cx:pt>
          <cx:pt idx="431">18.600000000000001</cx:pt>
          <cx:pt idx="432">17</cx:pt>
          <cx:pt idx="433">21.600000000000001</cx:pt>
          <cx:pt idx="434">18.199999999999999</cx:pt>
          <cx:pt idx="435">17.800000000000001</cx:pt>
          <cx:pt idx="436">32.399999999999999</cx:pt>
          <cx:pt idx="437">33.799999999999997</cx:pt>
          <cx:pt idx="438">21.300000000000001</cx:pt>
          <cx:pt idx="439">28</cx:pt>
          <cx:pt idx="440">29.800000000000001</cx:pt>
          <cx:pt idx="441">12.800000000000001</cx:pt>
          <cx:pt idx="442">25.600000000000001</cx:pt>
          <cx:pt idx="443">29.5</cx:pt>
          <cx:pt idx="444">17.600000000000001</cx:pt>
          <cx:pt idx="445">28.399999999999999</cx:pt>
          <cx:pt idx="446">12.9</cx:pt>
          <cx:pt idx="447">26.300000000000001</cx:pt>
          <cx:pt idx="448">29.399999999999999</cx:pt>
          <cx:pt idx="449">30.300000000000001</cx:pt>
          <cx:pt idx="450">28.899999999999999</cx:pt>
          <cx:pt idx="451">29.899999999999999</cx:pt>
          <cx:pt idx="452">29</cx:pt>
          <cx:pt idx="453">28</cx:pt>
          <cx:pt idx="454">28.5</cx:pt>
          <cx:pt idx="455">17.300000000000001</cx:pt>
          <cx:pt idx="456">11.6</cx:pt>
          <cx:pt idx="457">29.5</cx:pt>
          <cx:pt idx="458">34.299999999999997</cx:pt>
          <cx:pt idx="459">26.100000000000001</cx:pt>
          <cx:pt idx="460">31.600000000000001</cx:pt>
          <cx:pt idx="461">22.300000000000001</cx:pt>
          <cx:pt idx="462">27</cx:pt>
          <cx:pt idx="463">12.5</cx:pt>
          <cx:pt idx="464">25</cx:pt>
          <cx:pt idx="465">27</cx:pt>
          <cx:pt idx="466">28.5</cx:pt>
          <cx:pt idx="467">24.300000000000001</cx:pt>
          <cx:pt idx="468">28.100000000000001</cx:pt>
          <cx:pt idx="469">27.5</cx:pt>
          <cx:pt idx="470">27.5</cx:pt>
          <cx:pt idx="471">14.5</cx:pt>
          <cx:pt idx="472">25.399999999999999</cx:pt>
          <cx:pt idx="473">11</cx:pt>
          <cx:pt idx="474">10.1</cx:pt>
          <cx:pt idx="475">26.300000000000001</cx:pt>
          <cx:pt idx="476">25.100000000000001</cx:pt>
          <cx:pt idx="477">16.5</cx:pt>
          <cx:pt idx="478">27.800000000000001</cx:pt>
          <cx:pt idx="479">14.300000000000001</cx:pt>
          <cx:pt idx="480">11.300000000000001</cx:pt>
          <cx:pt idx="481">34.700000000000003</cx:pt>
          <cx:pt idx="482">29.199999999999999</cx:pt>
          <cx:pt idx="483">26</cx:pt>
          <cx:pt idx="484">25.699999999999999</cx:pt>
          <cx:pt idx="485">28.100000000000001</cx:pt>
          <cx:pt idx="486">25.899999999999999</cx:pt>
          <cx:pt idx="487">29.899999999999999</cx:pt>
          <cx:pt idx="488">26.199999999999999</cx:pt>
          <cx:pt idx="489">26.699999999999999</cx:pt>
          <cx:pt idx="490">11.4</cx:pt>
          <cx:pt idx="491">28.100000000000001</cx:pt>
          <cx:pt idx="492">10</cx:pt>
          <cx:pt idx="493">26.699999999999999</cx:pt>
          <cx:pt idx="494">12.9</cx:pt>
          <cx:pt idx="495">14.5</cx:pt>
          <cx:pt idx="496">33</cx:pt>
          <cx:pt idx="497">13.300000000000001</cx:pt>
          <cx:pt idx="498">12</cx:pt>
          <cx:pt idx="499">13.9</cx:pt>
          <cx:pt idx="500">12.1</cx:pt>
          <cx:pt idx="501">24</cx:pt>
          <cx:pt idx="502">12.1</cx:pt>
          <cx:pt idx="503">11.199999999999999</cx:pt>
          <cx:pt idx="504">21.300000000000001</cx:pt>
          <cx:pt idx="505">11.199999999999999</cx:pt>
          <cx:pt idx="506">28.600000000000001</cx:pt>
          <cx:pt idx="507">10.699999999999999</cx:pt>
          <cx:pt idx="508">27.100000000000001</cx:pt>
          <cx:pt idx="509">10.300000000000001</cx:pt>
          <cx:pt idx="510">28.199999999999999</cx:pt>
          <cx:pt idx="511">34.799999999999997</cx:pt>
          <cx:pt idx="512">25.600000000000001</cx:pt>
          <cx:pt idx="513">13.199999999999999</cx:pt>
          <cx:pt idx="514">25.199999999999999</cx:pt>
          <cx:pt idx="515">28.100000000000001</cx:pt>
          <cx:pt idx="516">11.800000000000001</cx:pt>
          <cx:pt idx="517">14</cx:pt>
          <cx:pt idx="518">10.199999999999999</cx:pt>
          <cx:pt idx="519">29.100000000000001</cx:pt>
          <cx:pt idx="520">29.100000000000001</cx:pt>
          <cx:pt idx="521">14.699999999999999</cx:pt>
          <cx:pt idx="522">12.199999999999999</cx:pt>
          <cx:pt idx="523">33.700000000000003</cx:pt>
          <cx:pt idx="524">31.899999999999999</cx:pt>
          <cx:pt idx="525">26.100000000000001</cx:pt>
          <cx:pt idx="526">20</cx:pt>
          <cx:pt idx="527">25.300000000000001</cx:pt>
          <cx:pt idx="528">23.199999999999999</cx:pt>
          <cx:pt idx="529">28.199999999999999</cx:pt>
          <cx:pt idx="530">13.9</cx:pt>
          <cx:pt idx="531">14.199999999999999</cx:pt>
          <cx:pt idx="532">25.300000000000001</cx:pt>
          <cx:pt idx="533">28.800000000000001</cx:pt>
          <cx:pt idx="534">27.399999999999999</cx:pt>
          <cx:pt idx="535">13.699999999999999</cx:pt>
          <cx:pt idx="536">10.1</cx:pt>
          <cx:pt idx="537">13.1</cx:pt>
          <cx:pt idx="538">26.600000000000001</cx:pt>
          <cx:pt idx="539">27</cx:pt>
          <cx:pt idx="540">11.6</cx:pt>
          <cx:pt idx="541">28.600000000000001</cx:pt>
          <cx:pt idx="542">14.4</cx:pt>
          <cx:pt idx="543">21.600000000000001</cx:pt>
          <cx:pt idx="544">12.699999999999999</cx:pt>
          <cx:pt idx="545">25.199999999999999</cx:pt>
          <cx:pt idx="546">11.4</cx:pt>
          <cx:pt idx="547">14.300000000000001</cx:pt>
          <cx:pt idx="548">24.699999999999999</cx:pt>
          <cx:pt idx="549">24.199999999999999</cx:pt>
          <cx:pt idx="550">27.699999999999999</cx:pt>
          <cx:pt idx="551">12.4</cx:pt>
          <cx:pt idx="552">26.600000000000001</cx:pt>
          <cx:pt idx="553">10.699999999999999</cx:pt>
          <cx:pt idx="554">29.800000000000001</cx:pt>
          <cx:pt idx="555">10.9</cx:pt>
          <cx:pt idx="556">29.800000000000001</cx:pt>
          <cx:pt idx="557">25.600000000000001</cx:pt>
          <cx:pt idx="558">14.300000000000001</cx:pt>
          <cx:pt idx="559">32.899999999999999</cx:pt>
          <cx:pt idx="560">12.699999999999999</cx:pt>
          <cx:pt idx="561">25.399999999999999</cx:pt>
          <cx:pt idx="562">25.899999999999999</cx:pt>
          <cx:pt idx="563">26.600000000000001</cx:pt>
          <cx:pt idx="564">23.600000000000001</cx:pt>
          <cx:pt idx="565">28</cx:pt>
          <cx:pt idx="566">11</cx:pt>
          <cx:pt idx="567">29.899999999999999</cx:pt>
          <cx:pt idx="568">12</cx:pt>
          <cx:pt idx="569">13.800000000000001</cx:pt>
          <cx:pt idx="570">21.100000000000001</cx:pt>
          <cx:pt idx="571">13.1</cx:pt>
          <cx:pt idx="572">12.6</cx:pt>
          <cx:pt idx="573">14.9</cx:pt>
          <cx:pt idx="574">32.799999999999997</cx:pt>
          <cx:pt idx="575">25.699999999999999</cx:pt>
          <cx:pt idx="576">26.899999999999999</cx:pt>
          <cx:pt idx="577">27.199999999999999</cx:pt>
          <cx:pt idx="578">14.199999999999999</cx:pt>
          <cx:pt idx="579">28.199999999999999</cx:pt>
          <cx:pt idx="580">25.199999999999999</cx:pt>
          <cx:pt idx="581">16.399999999999999</cx:pt>
          <cx:pt idx="582">26.300000000000001</cx:pt>
          <cx:pt idx="583">28.199999999999999</cx:pt>
          <cx:pt idx="584">27.899999999999999</cx:pt>
          <cx:pt idx="585">26.5</cx:pt>
          <cx:pt idx="586">28.600000000000001</cx:pt>
          <cx:pt idx="587">27.5</cx:pt>
          <cx:pt idx="588">18.399999999999999</cx:pt>
          <cx:pt idx="589">34.100000000000001</cx:pt>
          <cx:pt idx="590">27.5</cx:pt>
          <cx:pt idx="591">16.5</cx:pt>
          <cx:pt idx="592">24.199999999999999</cx:pt>
          <cx:pt idx="593">29.100000000000001</cx:pt>
          <cx:pt idx="594">25.399999999999999</cx:pt>
          <cx:pt idx="595">24.399999999999999</cx:pt>
          <cx:pt idx="596">26.300000000000001</cx:pt>
          <cx:pt idx="597">31.300000000000001</cx:pt>
          <cx:pt idx="598">21.100000000000001</cx:pt>
          <cx:pt idx="599">14.4</cx:pt>
          <cx:pt idx="600">20.800000000000001</cx:pt>
          <cx:pt idx="601">18.5</cx:pt>
          <cx:pt idx="602">34.100000000000001</cx:pt>
          <cx:pt idx="603">20.199999999999999</cx:pt>
          <cx:pt idx="604">29.600000000000001</cx:pt>
          <cx:pt idx="605">29.5</cx:pt>
          <cx:pt idx="606">33.700000000000003</cx:pt>
          <cx:pt idx="607">27.699999999999999</cx:pt>
          <cx:pt idx="608">13.199999999999999</cx:pt>
          <cx:pt idx="609">19.300000000000001</cx:pt>
          <cx:pt idx="610">25.100000000000001</cx:pt>
          <cx:pt idx="611">27.399999999999999</cx:pt>
          <cx:pt idx="612">30.300000000000001</cx:pt>
          <cx:pt idx="613">27.300000000000001</cx:pt>
          <cx:pt idx="614">28.399999999999999</cx:pt>
          <cx:pt idx="615">21.300000000000001</cx:pt>
          <cx:pt idx="616">26.199999999999999</cx:pt>
          <cx:pt idx="617">13.5</cx:pt>
          <cx:pt idx="618">32.100000000000001</cx:pt>
          <cx:pt idx="619">25.899999999999999</cx:pt>
          <cx:pt idx="620">28.100000000000001</cx:pt>
          <cx:pt idx="621">29.800000000000001</cx:pt>
          <cx:pt idx="622">25.699999999999999</cx:pt>
          <cx:pt idx="623">26.600000000000001</cx:pt>
          <cx:pt idx="624">29.5</cx:pt>
          <cx:pt idx="625">27.199999999999999</cx:pt>
          <cx:pt idx="626">35</cx:pt>
          <cx:pt idx="627">10.300000000000001</cx:pt>
          <cx:pt idx="628">29.5</cx:pt>
          <cx:pt idx="629">19.199999999999999</cx:pt>
          <cx:pt idx="630">34.899999999999999</cx:pt>
          <cx:pt idx="631">32.899999999999999</cx:pt>
          <cx:pt idx="632">25.800000000000001</cx:pt>
          <cx:pt idx="633">25.399999999999999</cx:pt>
          <cx:pt idx="634">18.399999999999999</cx:pt>
          <cx:pt idx="635">33.700000000000003</cx:pt>
          <cx:pt idx="636">19.800000000000001</cx:pt>
          <cx:pt idx="637">28.300000000000001</cx:pt>
          <cx:pt idx="638">30.899999999999999</cx:pt>
          <cx:pt idx="639">22.800000000000001</cx:pt>
          <cx:pt idx="640">33.100000000000001</cx:pt>
          <cx:pt idx="641">23.699999999999999</cx:pt>
          <cx:pt idx="642">27.399999999999999</cx:pt>
          <cx:pt idx="643">26.399999999999999</cx:pt>
          <cx:pt idx="644">27.300000000000001</cx:pt>
          <cx:pt idx="645">27</cx:pt>
          <cx:pt idx="646">27</cx:pt>
          <cx:pt idx="647">16.5</cx:pt>
          <cx:pt idx="648">19.800000000000001</cx:pt>
          <cx:pt idx="649">24.5</cx:pt>
          <cx:pt idx="650">25.5</cx:pt>
          <cx:pt idx="651">28</cx:pt>
          <cx:pt idx="652">16.100000000000001</cx:pt>
          <cx:pt idx="653">33</cx:pt>
          <cx:pt idx="654">28.100000000000001</cx:pt>
          <cx:pt idx="655">19.600000000000001</cx:pt>
          <cx:pt idx="656">18.800000000000001</cx:pt>
          <cx:pt idx="657">13.199999999999999</cx:pt>
          <cx:pt idx="658">29.399999999999999</cx:pt>
          <cx:pt idx="659">27.800000000000001</cx:pt>
          <cx:pt idx="660">11.300000000000001</cx:pt>
          <cx:pt idx="661">27.600000000000001</cx:pt>
          <cx:pt idx="662">22.899999999999999</cx:pt>
          <cx:pt idx="663">30.800000000000001</cx:pt>
          <cx:pt idx="664">27.5</cx:pt>
          <cx:pt idx="665">17.300000000000001</cx:pt>
          <cx:pt idx="666">27.600000000000001</cx:pt>
          <cx:pt idx="667">28.899999999999999</cx:pt>
          <cx:pt idx="668">10.199999999999999</cx:pt>
          <cx:pt idx="669">15.9</cx:pt>
          <cx:pt idx="670">11.9</cx:pt>
          <cx:pt idx="671">10.4</cx:pt>
          <cx:pt idx="672">27.899999999999999</cx:pt>
          <cx:pt idx="673">10.5</cx:pt>
          <cx:pt idx="674">28.399999999999999</cx:pt>
          <cx:pt idx="675">25.399999999999999</cx:pt>
          <cx:pt idx="676">26.800000000000001</cx:pt>
          <cx:pt idx="677">33.399999999999999</cx:pt>
          <cx:pt idx="678">26.399999999999999</cx:pt>
          <cx:pt idx="679">26</cx:pt>
          <cx:pt idx="680">31</cx:pt>
          <cx:pt idx="681">11.6</cx:pt>
          <cx:pt idx="682">26.300000000000001</cx:pt>
          <cx:pt idx="683">12.4</cx:pt>
          <cx:pt idx="684">25.699999999999999</cx:pt>
          <cx:pt idx="685">29.300000000000001</cx:pt>
          <cx:pt idx="686">25.300000000000001</cx:pt>
          <cx:pt idx="687">19.899999999999999</cx:pt>
          <cx:pt idx="688">31</cx:pt>
          <cx:pt idx="689">32.5</cx:pt>
          <cx:pt idx="690">12.9</cx:pt>
          <cx:pt idx="691">26</cx:pt>
          <cx:pt idx="692">15</cx:pt>
          <cx:pt idx="693">31.699999999999999</cx:pt>
          <cx:pt idx="694">25.600000000000001</cx:pt>
          <cx:pt idx="695">15.300000000000001</cx:pt>
          <cx:pt idx="696">18.899999999999999</cx:pt>
          <cx:pt idx="697">29.399999999999999</cx:pt>
          <cx:pt idx="698">14.6</cx:pt>
          <cx:pt idx="699">21.5</cx:pt>
          <cx:pt idx="700">27.100000000000001</cx:pt>
          <cx:pt idx="701">26.100000000000001</cx:pt>
          <cx:pt idx="702">20.699999999999999</cx:pt>
          <cx:pt idx="703">23.699999999999999</cx:pt>
          <cx:pt idx="704">15</cx:pt>
          <cx:pt idx="705">31.899999999999999</cx:pt>
          <cx:pt idx="706">34.5</cx:pt>
          <cx:pt idx="707">11.1</cx:pt>
          <cx:pt idx="708">21.199999999999999</cx:pt>
          <cx:pt idx="709">25.199999999999999</cx:pt>
          <cx:pt idx="710">26.399999999999999</cx:pt>
          <cx:pt idx="711">13.300000000000001</cx:pt>
          <cx:pt idx="712">29.600000000000001</cx:pt>
          <cx:pt idx="713">29</cx:pt>
          <cx:pt idx="714">28.899999999999999</cx:pt>
          <cx:pt idx="715">15.1</cx:pt>
          <cx:pt idx="716">10.1</cx:pt>
          <cx:pt idx="717">29.300000000000001</cx:pt>
          <cx:pt idx="718">29.300000000000001</cx:pt>
          <cx:pt idx="719">28.600000000000001</cx:pt>
          <cx:pt idx="720">27.199999999999999</cx:pt>
          <cx:pt idx="721">27.5</cx:pt>
          <cx:pt idx="722">28.399999999999999</cx:pt>
          <cx:pt idx="723">27.300000000000001</cx:pt>
          <cx:pt idx="724">26.699999999999999</cx:pt>
          <cx:pt idx="725">27.300000000000001</cx:pt>
          <cx:pt idx="726">25.199999999999999</cx:pt>
          <cx:pt idx="727">26.5</cx:pt>
          <cx:pt idx="728">28.399999999999999</cx:pt>
          <cx:pt idx="729">25.300000000000001</cx:pt>
          <cx:pt idx="730">26.600000000000001</cx:pt>
          <cx:pt idx="731">28.100000000000001</cx:pt>
          <cx:pt idx="732">25.300000000000001</cx:pt>
          <cx:pt idx="733">26.800000000000001</cx:pt>
          <cx:pt idx="734">27.899999999999999</cx:pt>
          <cx:pt idx="735">11.800000000000001</cx:pt>
          <cx:pt idx="736">21.300000000000001</cx:pt>
          <cx:pt idx="737">26.100000000000001</cx:pt>
          <cx:pt idx="738">21.699999999999999</cx:pt>
          <cx:pt idx="739">34.299999999999997</cx:pt>
          <cx:pt idx="740">26.699999999999999</cx:pt>
          <cx:pt idx="741">25.800000000000001</cx:pt>
          <cx:pt idx="742">26</cx:pt>
          <cx:pt idx="743">31.399999999999999</cx:pt>
          <cx:pt idx="744">15.5</cx:pt>
          <cx:pt idx="745">27.300000000000001</cx:pt>
          <cx:pt idx="746">28.800000000000001</cx:pt>
          <cx:pt idx="747">25.100000000000001</cx:pt>
          <cx:pt idx="748">17.800000000000001</cx:pt>
          <cx:pt idx="749">30.800000000000001</cx:pt>
          <cx:pt idx="750">33.399999999999999</cx:pt>
          <cx:pt idx="751">27</cx:pt>
          <cx:pt idx="752">29.100000000000001</cx:pt>
          <cx:pt idx="753">28.199999999999999</cx:pt>
          <cx:pt idx="754">27.699999999999999</cx:pt>
          <cx:pt idx="755">31.300000000000001</cx:pt>
          <cx:pt idx="756">24.100000000000001</cx:pt>
          <cx:pt idx="757">14.199999999999999</cx:pt>
          <cx:pt idx="758">12</cx:pt>
          <cx:pt idx="759">29</cx:pt>
          <cx:pt idx="760">24.399999999999999</cx:pt>
          <cx:pt idx="761">23.800000000000001</cx:pt>
          <cx:pt idx="762">27.800000000000001</cx:pt>
          <cx:pt idx="763">30</cx:pt>
          <cx:pt idx="764">29</cx:pt>
          <cx:pt idx="765">25.300000000000001</cx:pt>
          <cx:pt idx="766">25</cx:pt>
          <cx:pt idx="767">16.5</cx:pt>
          <cx:pt idx="768">21.399999999999999</cx:pt>
          <cx:pt idx="769">27.600000000000001</cx:pt>
          <cx:pt idx="770">22.899999999999999</cx:pt>
          <cx:pt idx="771">29.899999999999999</cx:pt>
          <cx:pt idx="772">28.899999999999999</cx:pt>
          <cx:pt idx="773">26.399999999999999</cx:pt>
          <cx:pt idx="774">32.100000000000001</cx:pt>
          <cx:pt idx="775">15.6</cx:pt>
          <cx:pt idx="776">29.100000000000001</cx:pt>
          <cx:pt idx="777">28.100000000000001</cx:pt>
          <cx:pt idx="778">28.399999999999999</cx:pt>
          <cx:pt idx="779">28.399999999999999</cx:pt>
          <cx:pt idx="780">29</cx:pt>
          <cx:pt idx="781">26.100000000000001</cx:pt>
          <cx:pt idx="782">29.899999999999999</cx:pt>
          <cx:pt idx="783">24.699999999999999</cx:pt>
          <cx:pt idx="784">29.800000000000001</cx:pt>
          <cx:pt idx="785">28.399999999999999</cx:pt>
          <cx:pt idx="786">25.300000000000001</cx:pt>
          <cx:pt idx="787">26.800000000000001</cx:pt>
          <cx:pt idx="788">26.800000000000001</cx:pt>
          <cx:pt idx="789">16.600000000000001</cx:pt>
          <cx:pt idx="790">24.399999999999999</cx:pt>
          <cx:pt idx="791">22.100000000000001</cx:pt>
          <cx:pt idx="792">29.300000000000001</cx:pt>
          <cx:pt idx="793">27.399999999999999</cx:pt>
          <cx:pt idx="794">32.600000000000001</cx:pt>
          <cx:pt idx="795">25.199999999999999</cx:pt>
          <cx:pt idx="796">29.800000000000001</cx:pt>
          <cx:pt idx="797">28.399999999999999</cx:pt>
          <cx:pt idx="798">29.199999999999999</cx:pt>
          <cx:pt idx="799">30.199999999999999</cx:pt>
          <cx:pt idx="800">32.700000000000003</cx:pt>
          <cx:pt idx="801">29.600000000000001</cx:pt>
          <cx:pt idx="802">26.699999999999999</cx:pt>
          <cx:pt idx="803">32.799999999999997</cx:pt>
          <cx:pt idx="804">21.899999999999999</cx:pt>
          <cx:pt idx="805">28.5</cx:pt>
          <cx:pt idx="806">25.100000000000001</cx:pt>
          <cx:pt idx="807">30</cx:pt>
          <cx:pt idx="808">26.600000000000001</cx:pt>
          <cx:pt idx="809">15.699999999999999</cx:pt>
          <cx:pt idx="810">27.899999999999999</cx:pt>
          <cx:pt idx="811">26.899999999999999</cx:pt>
          <cx:pt idx="812">27.100000000000001</cx:pt>
          <cx:pt idx="813">15.800000000000001</cx:pt>
          <cx:pt idx="814">20.800000000000001</cx:pt>
          <cx:pt idx="815">27.300000000000001</cx:pt>
          <cx:pt idx="816">25</cx:pt>
          <cx:pt idx="817">15.5</cx:pt>
          <cx:pt idx="818">23.600000000000001</cx:pt>
          <cx:pt idx="819">25.699999999999999</cx:pt>
          <cx:pt idx="820">31.899999999999999</cx:pt>
          <cx:pt idx="821">25.199999999999999</cx:pt>
          <cx:pt idx="822">28.199999999999999</cx:pt>
          <cx:pt idx="823">33.399999999999999</cx:pt>
          <cx:pt idx="824">25.199999999999999</cx:pt>
          <cx:pt idx="825">17.800000000000001</cx:pt>
          <cx:pt idx="826">29.300000000000001</cx:pt>
          <cx:pt idx="827">34.299999999999997</cx:pt>
          <cx:pt idx="828">28</cx:pt>
          <cx:pt idx="829">12.9</cx:pt>
          <cx:pt idx="830">27.899999999999999</cx:pt>
          <cx:pt idx="831">28.199999999999999</cx:pt>
          <cx:pt idx="832">20.5</cx:pt>
          <cx:pt idx="833">28.600000000000001</cx:pt>
          <cx:pt idx="834">14.300000000000001</cx:pt>
          <cx:pt idx="835">25.600000000000001</cx:pt>
          <cx:pt idx="836">31.300000000000001</cx:pt>
          <cx:pt idx="837">22.899999999999999</cx:pt>
          <cx:pt idx="838">30</cx:pt>
          <cx:pt idx="839">27.600000000000001</cx:pt>
          <cx:pt idx="840">27</cx:pt>
          <cx:pt idx="841">26.5</cx:pt>
          <cx:pt idx="842">17.5</cx:pt>
          <cx:pt idx="843">27.399999999999999</cx:pt>
          <cx:pt idx="844">26.199999999999999</cx:pt>
          <cx:pt idx="845">26.800000000000001</cx:pt>
          <cx:pt idx="846">10.699999999999999</cx:pt>
          <cx:pt idx="847">16.899999999999999</cx:pt>
          <cx:pt idx="848">27.800000000000001</cx:pt>
          <cx:pt idx="849">29.800000000000001</cx:pt>
          <cx:pt idx="850">26.600000000000001</cx:pt>
          <cx:pt idx="851">17.100000000000001</cx:pt>
          <cx:pt idx="852">20.899999999999999</cx:pt>
          <cx:pt idx="853">27.300000000000001</cx:pt>
          <cx:pt idx="854">28.100000000000001</cx:pt>
          <cx:pt idx="855">21.5</cx:pt>
          <cx:pt idx="856">34.700000000000003</cx:pt>
          <cx:pt idx="857">28.5</cx:pt>
          <cx:pt idx="858">33.799999999999997</cx:pt>
          <cx:pt idx="859">25.600000000000001</cx:pt>
          <cx:pt idx="860">28.800000000000001</cx:pt>
          <cx:pt idx="861">29.100000000000001</cx:pt>
          <cx:pt idx="862">19</cx:pt>
          <cx:pt idx="863">29.5</cx:pt>
          <cx:pt idx="864">27.100000000000001</cx:pt>
          <cx:pt idx="865">26</cx:pt>
          <cx:pt idx="866">25.699999999999999</cx:pt>
          <cx:pt idx="867">32.200000000000003</cx:pt>
          <cx:pt idx="868">23.399999999999999</cx:pt>
          <cx:pt idx="869">12.9</cx:pt>
          <cx:pt idx="870">29.600000000000001</cx:pt>
          <cx:pt idx="871">25.300000000000001</cx:pt>
          <cx:pt idx="872">29.5</cx:pt>
          <cx:pt idx="873">10.6</cx:pt>
          <cx:pt idx="874">29.899999999999999</cx:pt>
          <cx:pt idx="875">26.800000000000001</cx:pt>
          <cx:pt idx="876">28.100000000000001</cx:pt>
          <cx:pt idx="877">26.5</cx:pt>
          <cx:pt idx="878">25.699999999999999</cx:pt>
          <cx:pt idx="879">26.600000000000001</cx:pt>
          <cx:pt idx="880">33.100000000000001</cx:pt>
          <cx:pt idx="881">29.800000000000001</cx:pt>
          <cx:pt idx="882">26.800000000000001</cx:pt>
          <cx:pt idx="883">24.800000000000001</cx:pt>
          <cx:pt idx="884">28.300000000000001</cx:pt>
          <cx:pt idx="885">27.5</cx:pt>
          <cx:pt idx="886">30.699999999999999</cx:pt>
          <cx:pt idx="887">30.600000000000001</cx:pt>
          <cx:pt idx="888">31.899999999999999</cx:pt>
          <cx:pt idx="889">28.300000000000001</cx:pt>
          <cx:pt idx="890">29</cx:pt>
          <cx:pt idx="891">27.600000000000001</cx:pt>
          <cx:pt idx="892">12.4</cx:pt>
          <cx:pt idx="893">32.200000000000003</cx:pt>
          <cx:pt idx="894">26.399999999999999</cx:pt>
          <cx:pt idx="895">13.300000000000001</cx:pt>
          <cx:pt idx="896">22.899999999999999</cx:pt>
          <cx:pt idx="897">28.199999999999999</cx:pt>
          <cx:pt idx="898">28.5</cx:pt>
          <cx:pt idx="899">26.800000000000001</cx:pt>
          <cx:pt idx="900">26.100000000000001</cx:pt>
          <cx:pt idx="901">33.100000000000001</cx:pt>
          <cx:pt idx="902">29</cx:pt>
          <cx:pt idx="903">28.699999999999999</cx:pt>
          <cx:pt idx="904">26.199999999999999</cx:pt>
          <cx:pt idx="905">20</cx:pt>
          <cx:pt idx="906">25.800000000000001</cx:pt>
          <cx:pt idx="907">28.199999999999999</cx:pt>
          <cx:pt idx="908">23.899999999999999</cx:pt>
          <cx:pt idx="909">29.699999999999999</cx:pt>
          <cx:pt idx="910">30</cx:pt>
          <cx:pt idx="911">28.899999999999999</cx:pt>
          <cx:pt idx="912">27.300000000000001</cx:pt>
          <cx:pt idx="913">25</cx:pt>
          <cx:pt idx="914">26.199999999999999</cx:pt>
          <cx:pt idx="915">21.300000000000001</cx:pt>
          <cx:pt idx="916">26.100000000000001</cx:pt>
          <cx:pt idx="917">28.199999999999999</cx:pt>
          <cx:pt idx="918">27.600000000000001</cx:pt>
          <cx:pt idx="919">27.600000000000001</cx:pt>
          <cx:pt idx="920">21.100000000000001</cx:pt>
          <cx:pt idx="921">22.800000000000001</cx:pt>
          <cx:pt idx="922">29.600000000000001</cx:pt>
          <cx:pt idx="923">35</cx:pt>
          <cx:pt idx="924">29.699999999999999</cx:pt>
          <cx:pt idx="925">26.399999999999999</cx:pt>
          <cx:pt idx="926">26.699999999999999</cx:pt>
          <cx:pt idx="927">28.100000000000001</cx:pt>
          <cx:pt idx="928">24.699999999999999</cx:pt>
          <cx:pt idx="929">29.800000000000001</cx:pt>
          <cx:pt idx="930">28.399999999999999</cx:pt>
          <cx:pt idx="931">20.699999999999999</cx:pt>
          <cx:pt idx="932">11.699999999999999</cx:pt>
          <cx:pt idx="933">29.100000000000001</cx:pt>
          <cx:pt idx="934">28.600000000000001</cx:pt>
          <cx:pt idx="935">32.5</cx:pt>
          <cx:pt idx="936">22.600000000000001</cx:pt>
          <cx:pt idx="937">26.899999999999999</cx:pt>
          <cx:pt idx="938">25.699999999999999</cx:pt>
          <cx:pt idx="939">15.300000000000001</cx:pt>
          <cx:pt idx="940">25.5</cx:pt>
          <cx:pt idx="941">28.699999999999999</cx:pt>
          <cx:pt idx="942">26</cx:pt>
          <cx:pt idx="943">25.199999999999999</cx:pt>
          <cx:pt idx="944">27.699999999999999</cx:pt>
          <cx:pt idx="945">29.5</cx:pt>
          <cx:pt idx="946">30.5</cx:pt>
          <cx:pt idx="947">29.100000000000001</cx:pt>
          <cx:pt idx="948">10.6</cx:pt>
          <cx:pt idx="949">23.399999999999999</cx:pt>
          <cx:pt idx="950">28.300000000000001</cx:pt>
          <cx:pt idx="951">22.600000000000001</cx:pt>
          <cx:pt idx="952">19.800000000000001</cx:pt>
          <cx:pt idx="953">28.800000000000001</cx:pt>
          <cx:pt idx="954">29</cx:pt>
          <cx:pt idx="955">22.699999999999999</cx:pt>
          <cx:pt idx="956">29</cx:pt>
          <cx:pt idx="957">27.300000000000001</cx:pt>
          <cx:pt idx="958">33</cx:pt>
          <cx:pt idx="959">25.100000000000001</cx:pt>
          <cx:pt idx="960">28.399999999999999</cx:pt>
          <cx:pt idx="961">29.199999999999999</cx:pt>
          <cx:pt idx="962">28.300000000000001</cx:pt>
          <cx:pt idx="963">24.399999999999999</cx:pt>
          <cx:pt idx="964">27.300000000000001</cx:pt>
          <cx:pt idx="965">29.5</cx:pt>
          <cx:pt idx="966">29.600000000000001</cx:pt>
          <cx:pt idx="967">27.600000000000001</cx:pt>
          <cx:pt idx="968">28.699999999999999</cx:pt>
          <cx:pt idx="969">23.600000000000001</cx:pt>
          <cx:pt idx="970">26.899999999999999</cx:pt>
          <cx:pt idx="971">20.199999999999999</cx:pt>
          <cx:pt idx="972">25.899999999999999</cx:pt>
        </cx:lvl>
      </cx:numDim>
    </cx:data>
  </cx:chartData>
  <cx:chart>
    <cx:title pos="t" align="ctr" overlay="0">
      <cx:tx>
        <cx:txData>
          <cx:v>Fat %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Fat % Distribution</a:t>
          </a:r>
        </a:p>
      </cx:txPr>
    </cx:title>
    <cx:plotArea>
      <cx:plotAreaRegion>
        <cx:series layoutId="clusteredColumn" uniqueId="{87624157-FD5E-4F60-A8DE-B73063E8B28C}">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visibility seriesName="0" categoryName="0" value="1"/>
            <cx:separator>, </cx:separator>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1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Tracking'!$M$2:$M$974</cx:f>
        <cx:lvl ptCount="973" formatCode="General">
          <cx:pt idx="0">167</cx:pt>
          <cx:pt idx="1">179</cx:pt>
          <cx:pt idx="2">184</cx:pt>
          <cx:pt idx="3">182</cx:pt>
          <cx:pt idx="4">177</cx:pt>
          <cx:pt idx="5">171</cx:pt>
          <cx:pt idx="6">179</cx:pt>
          <cx:pt idx="7">189</cx:pt>
          <cx:pt idx="8">185</cx:pt>
          <cx:pt idx="9">183</cx:pt>
          <cx:pt idx="10">175</cx:pt>
          <cx:pt idx="11">175</cx:pt>
          <cx:pt idx="12">176</cx:pt>
          <cx:pt idx="13">198</cx:pt>
          <cx:pt idx="14">179</cx:pt>
          <cx:pt idx="15">184</cx:pt>
          <cx:pt idx="16">175</cx:pt>
          <cx:pt idx="17">180</cx:pt>
          <cx:pt idx="18">198</cx:pt>
          <cx:pt idx="19">161</cx:pt>
          <cx:pt idx="20">178</cx:pt>
          <cx:pt idx="21">175</cx:pt>
          <cx:pt idx="22">173</cx:pt>
          <cx:pt idx="23">164</cx:pt>
          <cx:pt idx="24">168</cx:pt>
          <cx:pt idx="25">168</cx:pt>
          <cx:pt idx="26">197</cx:pt>
          <cx:pt idx="27">179</cx:pt>
          <cx:pt idx="28">184</cx:pt>
          <cx:pt idx="29">172</cx:pt>
          <cx:pt idx="30">173</cx:pt>
          <cx:pt idx="31">164</cx:pt>
          <cx:pt idx="32">189</cx:pt>
          <cx:pt idx="33">191</cx:pt>
          <cx:pt idx="34">177</cx:pt>
          <cx:pt idx="35">170</cx:pt>
          <cx:pt idx="36">181</cx:pt>
          <cx:pt idx="37">189</cx:pt>
          <cx:pt idx="38">179</cx:pt>
          <cx:pt idx="39">184</cx:pt>
          <cx:pt idx="40">191</cx:pt>
          <cx:pt idx="41">164</cx:pt>
          <cx:pt idx="42">185</cx:pt>
          <cx:pt idx="43">172</cx:pt>
          <cx:pt idx="44">197</cx:pt>
          <cx:pt idx="45">186</cx:pt>
          <cx:pt idx="46">176</cx:pt>
          <cx:pt idx="47">173</cx:pt>
          <cx:pt idx="48">180</cx:pt>
          <cx:pt idx="49">178</cx:pt>
          <cx:pt idx="50">177</cx:pt>
          <cx:pt idx="51">171</cx:pt>
          <cx:pt idx="52">161</cx:pt>
          <cx:pt idx="53">170</cx:pt>
          <cx:pt idx="54">190</cx:pt>
          <cx:pt idx="55">188</cx:pt>
          <cx:pt idx="56">184</cx:pt>
          <cx:pt idx="57">197</cx:pt>
          <cx:pt idx="58">180</cx:pt>
          <cx:pt idx="59">165</cx:pt>
          <cx:pt idx="60">171</cx:pt>
          <cx:pt idx="61">168</cx:pt>
          <cx:pt idx="62">194</cx:pt>
          <cx:pt idx="63">186</cx:pt>
          <cx:pt idx="64">161</cx:pt>
          <cx:pt idx="65">190</cx:pt>
          <cx:pt idx="66">186</cx:pt>
          <cx:pt idx="67">180</cx:pt>
          <cx:pt idx="68">165</cx:pt>
          <cx:pt idx="69">172</cx:pt>
          <cx:pt idx="70">167</cx:pt>
          <cx:pt idx="71">171</cx:pt>
          <cx:pt idx="72">182</cx:pt>
          <cx:pt idx="73">174</cx:pt>
          <cx:pt idx="74">181</cx:pt>
          <cx:pt idx="75">175</cx:pt>
          <cx:pt idx="76">174</cx:pt>
          <cx:pt idx="77">179</cx:pt>
          <cx:pt idx="78">178</cx:pt>
          <cx:pt idx="79">172</cx:pt>
          <cx:pt idx="80">177</cx:pt>
          <cx:pt idx="81">186</cx:pt>
          <cx:pt idx="82">165</cx:pt>
          <cx:pt idx="83">163</cx:pt>
          <cx:pt idx="84">169</cx:pt>
          <cx:pt idx="85">170</cx:pt>
          <cx:pt idx="86">199</cx:pt>
          <cx:pt idx="87">180</cx:pt>
          <cx:pt idx="88">183</cx:pt>
          <cx:pt idx="89">161</cx:pt>
          <cx:pt idx="90">162</cx:pt>
          <cx:pt idx="91">179</cx:pt>
          <cx:pt idx="92">165</cx:pt>
          <cx:pt idx="93">165</cx:pt>
          <cx:pt idx="94">166</cx:pt>
          <cx:pt idx="95">190</cx:pt>
          <cx:pt idx="96">190</cx:pt>
          <cx:pt idx="97">188</cx:pt>
          <cx:pt idx="98">199</cx:pt>
          <cx:pt idx="99">179</cx:pt>
          <cx:pt idx="100">190</cx:pt>
          <cx:pt idx="101">163</cx:pt>
          <cx:pt idx="102">181</cx:pt>
          <cx:pt idx="103">170</cx:pt>
          <cx:pt idx="104">167</cx:pt>
          <cx:pt idx="105">169</cx:pt>
          <cx:pt idx="106">194</cx:pt>
          <cx:pt idx="107">170</cx:pt>
          <cx:pt idx="108">173</cx:pt>
          <cx:pt idx="109">178</cx:pt>
          <cx:pt idx="110">181</cx:pt>
          <cx:pt idx="111">180</cx:pt>
          <cx:pt idx="112">182</cx:pt>
          <cx:pt idx="113">164</cx:pt>
          <cx:pt idx="114">187</cx:pt>
          <cx:pt idx="115">167</cx:pt>
          <cx:pt idx="116">167</cx:pt>
          <cx:pt idx="117">176</cx:pt>
          <cx:pt idx="118">173</cx:pt>
          <cx:pt idx="119">186</cx:pt>
          <cx:pt idx="120">174</cx:pt>
          <cx:pt idx="121">187</cx:pt>
          <cx:pt idx="122">199</cx:pt>
          <cx:pt idx="123">166</cx:pt>
          <cx:pt idx="124">188</cx:pt>
          <cx:pt idx="125">187</cx:pt>
          <cx:pt idx="126">177</cx:pt>
          <cx:pt idx="127">163</cx:pt>
          <cx:pt idx="128">185</cx:pt>
          <cx:pt idx="129">196</cx:pt>
          <cx:pt idx="130">193</cx:pt>
          <cx:pt idx="131">187</cx:pt>
          <cx:pt idx="132">184</cx:pt>
          <cx:pt idx="133">182</cx:pt>
          <cx:pt idx="134">166</cx:pt>
          <cx:pt idx="135">178</cx:pt>
          <cx:pt idx="136">168</cx:pt>
          <cx:pt idx="137">184</cx:pt>
          <cx:pt idx="138">174</cx:pt>
          <cx:pt idx="139">178</cx:pt>
          <cx:pt idx="140">169</cx:pt>
          <cx:pt idx="141">188</cx:pt>
          <cx:pt idx="142">161</cx:pt>
          <cx:pt idx="143">161</cx:pt>
          <cx:pt idx="144">192</cx:pt>
          <cx:pt idx="145">191</cx:pt>
          <cx:pt idx="146">164</cx:pt>
          <cx:pt idx="147">174</cx:pt>
          <cx:pt idx="148">179</cx:pt>
          <cx:pt idx="149">162</cx:pt>
          <cx:pt idx="150">193</cx:pt>
          <cx:pt idx="151">197</cx:pt>
          <cx:pt idx="152">167</cx:pt>
          <cx:pt idx="153">196</cx:pt>
          <cx:pt idx="154">193</cx:pt>
          <cx:pt idx="155">172</cx:pt>
          <cx:pt idx="156">179</cx:pt>
          <cx:pt idx="157">184</cx:pt>
          <cx:pt idx="158">184</cx:pt>
          <cx:pt idx="159">198</cx:pt>
          <cx:pt idx="160">175</cx:pt>
          <cx:pt idx="161">198</cx:pt>
          <cx:pt idx="162">171</cx:pt>
          <cx:pt idx="163">184</cx:pt>
          <cx:pt idx="164">183</cx:pt>
          <cx:pt idx="165">174</cx:pt>
          <cx:pt idx="166">167</cx:pt>
          <cx:pt idx="167">184</cx:pt>
          <cx:pt idx="168">172</cx:pt>
          <cx:pt idx="169">183</cx:pt>
          <cx:pt idx="170">187</cx:pt>
          <cx:pt idx="171">183</cx:pt>
          <cx:pt idx="172">174</cx:pt>
          <cx:pt idx="173">174</cx:pt>
          <cx:pt idx="174">169</cx:pt>
          <cx:pt idx="175">166</cx:pt>
          <cx:pt idx="176">195</cx:pt>
          <cx:pt idx="177">188</cx:pt>
          <cx:pt idx="178">170</cx:pt>
          <cx:pt idx="179">192</cx:pt>
          <cx:pt idx="180">164</cx:pt>
          <cx:pt idx="181">172</cx:pt>
          <cx:pt idx="182">172</cx:pt>
          <cx:pt idx="183">188</cx:pt>
          <cx:pt idx="184">172</cx:pt>
          <cx:pt idx="185">161</cx:pt>
          <cx:pt idx="186">165</cx:pt>
          <cx:pt idx="187">183</cx:pt>
          <cx:pt idx="188">172</cx:pt>
          <cx:pt idx="189">162</cx:pt>
          <cx:pt idx="190">198</cx:pt>
          <cx:pt idx="191">175</cx:pt>
          <cx:pt idx="192">169</cx:pt>
          <cx:pt idx="193">182</cx:pt>
          <cx:pt idx="194">177</cx:pt>
          <cx:pt idx="195">164</cx:pt>
          <cx:pt idx="196">164</cx:pt>
          <cx:pt idx="197">183</cx:pt>
          <cx:pt idx="198">172</cx:pt>
          <cx:pt idx="199">194</cx:pt>
          <cx:pt idx="200">180</cx:pt>
          <cx:pt idx="201">186</cx:pt>
          <cx:pt idx="202">171</cx:pt>
          <cx:pt idx="203">185</cx:pt>
          <cx:pt idx="204">193</cx:pt>
          <cx:pt idx="205">189</cx:pt>
          <cx:pt idx="206">160</cx:pt>
          <cx:pt idx="207">177</cx:pt>
          <cx:pt idx="208">190</cx:pt>
          <cx:pt idx="209">169</cx:pt>
          <cx:pt idx="210">181</cx:pt>
          <cx:pt idx="211">199</cx:pt>
          <cx:pt idx="212">192</cx:pt>
          <cx:pt idx="213">197</cx:pt>
          <cx:pt idx="214">186</cx:pt>
          <cx:pt idx="215">182</cx:pt>
          <cx:pt idx="216">172</cx:pt>
          <cx:pt idx="217">195</cx:pt>
          <cx:pt idx="218">183</cx:pt>
          <cx:pt idx="219">161</cx:pt>
          <cx:pt idx="220">168</cx:pt>
          <cx:pt idx="221">178</cx:pt>
          <cx:pt idx="222">186</cx:pt>
          <cx:pt idx="223">185</cx:pt>
          <cx:pt idx="224">188</cx:pt>
          <cx:pt idx="225">194</cx:pt>
          <cx:pt idx="226">188</cx:pt>
          <cx:pt idx="227">197</cx:pt>
          <cx:pt idx="228">160</cx:pt>
          <cx:pt idx="229">184</cx:pt>
          <cx:pt idx="230">169</cx:pt>
          <cx:pt idx="231">173</cx:pt>
          <cx:pt idx="232">182</cx:pt>
          <cx:pt idx="233">177</cx:pt>
          <cx:pt idx="234">179</cx:pt>
          <cx:pt idx="235">175</cx:pt>
          <cx:pt idx="236">175</cx:pt>
          <cx:pt idx="237">173</cx:pt>
          <cx:pt idx="238">184</cx:pt>
          <cx:pt idx="239">196</cx:pt>
          <cx:pt idx="240">185</cx:pt>
          <cx:pt idx="241">176</cx:pt>
          <cx:pt idx="242">171</cx:pt>
          <cx:pt idx="243">182</cx:pt>
          <cx:pt idx="244">195</cx:pt>
          <cx:pt idx="245">189</cx:pt>
          <cx:pt idx="246">188</cx:pt>
          <cx:pt idx="247">188</cx:pt>
          <cx:pt idx="248">194</cx:pt>
          <cx:pt idx="249">196</cx:pt>
          <cx:pt idx="250">190</cx:pt>
          <cx:pt idx="251">188</cx:pt>
          <cx:pt idx="252">189</cx:pt>
          <cx:pt idx="253">189</cx:pt>
          <cx:pt idx="254">191</cx:pt>
          <cx:pt idx="255">192</cx:pt>
          <cx:pt idx="256">182</cx:pt>
          <cx:pt idx="257">192</cx:pt>
          <cx:pt idx="258">198</cx:pt>
          <cx:pt idx="259">193</cx:pt>
          <cx:pt idx="260">189</cx:pt>
          <cx:pt idx="261">187</cx:pt>
          <cx:pt idx="262">197</cx:pt>
          <cx:pt idx="263">176</cx:pt>
          <cx:pt idx="264">192</cx:pt>
          <cx:pt idx="265">196</cx:pt>
          <cx:pt idx="266">198</cx:pt>
          <cx:pt idx="267">199</cx:pt>
          <cx:pt idx="268">184</cx:pt>
          <cx:pt idx="269">192</cx:pt>
          <cx:pt idx="270">192</cx:pt>
          <cx:pt idx="271">193</cx:pt>
          <cx:pt idx="272">193</cx:pt>
          <cx:pt idx="273">190</cx:pt>
          <cx:pt idx="274">188</cx:pt>
          <cx:pt idx="275">177</cx:pt>
          <cx:pt idx="276">196</cx:pt>
          <cx:pt idx="277">189</cx:pt>
          <cx:pt idx="278">183</cx:pt>
          <cx:pt idx="279">195</cx:pt>
          <cx:pt idx="280">193</cx:pt>
          <cx:pt idx="281">198</cx:pt>
          <cx:pt idx="282">178</cx:pt>
          <cx:pt idx="283">190</cx:pt>
          <cx:pt idx="284">193</cx:pt>
          <cx:pt idx="285">199</cx:pt>
          <cx:pt idx="286">181</cx:pt>
          <cx:pt idx="287">195</cx:pt>
          <cx:pt idx="288">192</cx:pt>
          <cx:pt idx="289">186</cx:pt>
          <cx:pt idx="290">199</cx:pt>
          <cx:pt idx="291">172</cx:pt>
          <cx:pt idx="292">187</cx:pt>
          <cx:pt idx="293">173</cx:pt>
          <cx:pt idx="294">163</cx:pt>
          <cx:pt idx="295">173</cx:pt>
          <cx:pt idx="296">168</cx:pt>
          <cx:pt idx="297">181</cx:pt>
          <cx:pt idx="298">161</cx:pt>
          <cx:pt idx="299">160</cx:pt>
          <cx:pt idx="300">187</cx:pt>
          <cx:pt idx="301">193</cx:pt>
          <cx:pt idx="302">166</cx:pt>
          <cx:pt idx="303">161</cx:pt>
          <cx:pt idx="304">161</cx:pt>
          <cx:pt idx="305">165</cx:pt>
          <cx:pt idx="306">172</cx:pt>
          <cx:pt idx="307">163</cx:pt>
          <cx:pt idx="308">173</cx:pt>
          <cx:pt idx="309">196</cx:pt>
          <cx:pt idx="310">166</cx:pt>
          <cx:pt idx="311">171</cx:pt>
          <cx:pt idx="312">191</cx:pt>
          <cx:pt idx="313">176</cx:pt>
          <cx:pt idx="314">162</cx:pt>
          <cx:pt idx="315">162</cx:pt>
          <cx:pt idx="316">175</cx:pt>
          <cx:pt idx="317">162</cx:pt>
          <cx:pt idx="318">169</cx:pt>
          <cx:pt idx="319">167</cx:pt>
          <cx:pt idx="320">164</cx:pt>
          <cx:pt idx="321">161</cx:pt>
          <cx:pt idx="322">161</cx:pt>
          <cx:pt idx="323">164</cx:pt>
          <cx:pt idx="324">174</cx:pt>
          <cx:pt idx="325">160</cx:pt>
          <cx:pt idx="326">162</cx:pt>
          <cx:pt idx="327">171</cx:pt>
          <cx:pt idx="328">162</cx:pt>
          <cx:pt idx="329">177</cx:pt>
          <cx:pt idx="330">168</cx:pt>
          <cx:pt idx="331">165</cx:pt>
          <cx:pt idx="332">165</cx:pt>
          <cx:pt idx="333">182</cx:pt>
          <cx:pt idx="334">184</cx:pt>
          <cx:pt idx="335">171</cx:pt>
          <cx:pt idx="336">193</cx:pt>
          <cx:pt idx="337">164</cx:pt>
          <cx:pt idx="338">183</cx:pt>
          <cx:pt idx="339">161</cx:pt>
          <cx:pt idx="340">161</cx:pt>
          <cx:pt idx="341">173</cx:pt>
          <cx:pt idx="342">160</cx:pt>
          <cx:pt idx="343">165</cx:pt>
          <cx:pt idx="344">181</cx:pt>
          <cx:pt idx="345">170</cx:pt>
          <cx:pt idx="346">179</cx:pt>
          <cx:pt idx="347">195</cx:pt>
          <cx:pt idx="348">187</cx:pt>
          <cx:pt idx="349">185</cx:pt>
          <cx:pt idx="350">162</cx:pt>
          <cx:pt idx="351">178</cx:pt>
          <cx:pt idx="352">188</cx:pt>
          <cx:pt idx="353">178</cx:pt>
          <cx:pt idx="354">185</cx:pt>
          <cx:pt idx="355">181</cx:pt>
          <cx:pt idx="356">172</cx:pt>
          <cx:pt idx="357">178</cx:pt>
          <cx:pt idx="358">198</cx:pt>
          <cx:pt idx="359">173</cx:pt>
          <cx:pt idx="360">177</cx:pt>
          <cx:pt idx="361">182</cx:pt>
          <cx:pt idx="362">188</cx:pt>
          <cx:pt idx="363">185</cx:pt>
          <cx:pt idx="364">196</cx:pt>
          <cx:pt idx="365">179</cx:pt>
          <cx:pt idx="366">178</cx:pt>
          <cx:pt idx="367">175</cx:pt>
          <cx:pt idx="368">196</cx:pt>
          <cx:pt idx="369">189</cx:pt>
          <cx:pt idx="370">176</cx:pt>
          <cx:pt idx="371">187</cx:pt>
          <cx:pt idx="372">178</cx:pt>
          <cx:pt idx="373">182</cx:pt>
          <cx:pt idx="374">180</cx:pt>
          <cx:pt idx="375">171</cx:pt>
          <cx:pt idx="376">186</cx:pt>
          <cx:pt idx="377">185</cx:pt>
          <cx:pt idx="378">198</cx:pt>
          <cx:pt idx="379">187</cx:pt>
          <cx:pt idx="380">171</cx:pt>
          <cx:pt idx="381">174</cx:pt>
          <cx:pt idx="382">199</cx:pt>
          <cx:pt idx="383">193</cx:pt>
          <cx:pt idx="384">181</cx:pt>
          <cx:pt idx="385">174</cx:pt>
          <cx:pt idx="386">170</cx:pt>
          <cx:pt idx="387">198</cx:pt>
          <cx:pt idx="388">171</cx:pt>
          <cx:pt idx="389">186</cx:pt>
          <cx:pt idx="390">199</cx:pt>
          <cx:pt idx="391">173</cx:pt>
          <cx:pt idx="392">165</cx:pt>
          <cx:pt idx="393">172</cx:pt>
          <cx:pt idx="394">181</cx:pt>
          <cx:pt idx="395">188</cx:pt>
          <cx:pt idx="396">180</cx:pt>
          <cx:pt idx="397">163</cx:pt>
          <cx:pt idx="398">173</cx:pt>
          <cx:pt idx="399">187</cx:pt>
          <cx:pt idx="400">177</cx:pt>
          <cx:pt idx="401">192</cx:pt>
          <cx:pt idx="402">162</cx:pt>
          <cx:pt idx="403">170</cx:pt>
          <cx:pt idx="404">193</cx:pt>
          <cx:pt idx="405">177</cx:pt>
          <cx:pt idx="406">165</cx:pt>
          <cx:pt idx="407">185</cx:pt>
          <cx:pt idx="408">181</cx:pt>
          <cx:pt idx="409">192</cx:pt>
          <cx:pt idx="410">194</cx:pt>
          <cx:pt idx="411">184</cx:pt>
          <cx:pt idx="412">186</cx:pt>
          <cx:pt idx="413">174</cx:pt>
          <cx:pt idx="414">176</cx:pt>
          <cx:pt idx="415">172</cx:pt>
          <cx:pt idx="416">185</cx:pt>
          <cx:pt idx="417">178</cx:pt>
          <cx:pt idx="418">170</cx:pt>
          <cx:pt idx="419">173</cx:pt>
          <cx:pt idx="420">198</cx:pt>
          <cx:pt idx="421">190</cx:pt>
          <cx:pt idx="422">199</cx:pt>
          <cx:pt idx="423">197</cx:pt>
          <cx:pt idx="424">171</cx:pt>
          <cx:pt idx="425">197</cx:pt>
          <cx:pt idx="426">199</cx:pt>
          <cx:pt idx="427">176</cx:pt>
          <cx:pt idx="428">196</cx:pt>
          <cx:pt idx="429">194</cx:pt>
          <cx:pt idx="430">188</cx:pt>
          <cx:pt idx="431">170</cx:pt>
          <cx:pt idx="432">169</cx:pt>
          <cx:pt idx="433">168</cx:pt>
          <cx:pt idx="434">164</cx:pt>
          <cx:pt idx="435">177</cx:pt>
          <cx:pt idx="436">196</cx:pt>
          <cx:pt idx="437">198</cx:pt>
          <cx:pt idx="438">179</cx:pt>
          <cx:pt idx="439">185</cx:pt>
          <cx:pt idx="440">183</cx:pt>
          <cx:pt idx="441">165</cx:pt>
          <cx:pt idx="442">199</cx:pt>
          <cx:pt idx="443">191</cx:pt>
          <cx:pt idx="444">198</cx:pt>
          <cx:pt idx="445">177</cx:pt>
          <cx:pt idx="446">195</cx:pt>
          <cx:pt idx="447">187</cx:pt>
          <cx:pt idx="448">181</cx:pt>
          <cx:pt idx="449">195</cx:pt>
          <cx:pt idx="450">184</cx:pt>
          <cx:pt idx="451">162</cx:pt>
          <cx:pt idx="452">177</cx:pt>
          <cx:pt idx="453">171</cx:pt>
          <cx:pt idx="454">167</cx:pt>
          <cx:pt idx="455">192</cx:pt>
          <cx:pt idx="456">164</cx:pt>
          <cx:pt idx="457">184</cx:pt>
          <cx:pt idx="458">188</cx:pt>
          <cx:pt idx="459">164</cx:pt>
          <cx:pt idx="460">177</cx:pt>
          <cx:pt idx="461">193</cx:pt>
          <cx:pt idx="462">177</cx:pt>
          <cx:pt idx="463">182</cx:pt>
          <cx:pt idx="464">199</cx:pt>
          <cx:pt idx="465">176</cx:pt>
          <cx:pt idx="466">184</cx:pt>
          <cx:pt idx="467">198</cx:pt>
          <cx:pt idx="468">192</cx:pt>
          <cx:pt idx="469">174</cx:pt>
          <cx:pt idx="470">196</cx:pt>
          <cx:pt idx="471">185</cx:pt>
          <cx:pt idx="472">195</cx:pt>
          <cx:pt idx="473">177</cx:pt>
          <cx:pt idx="474">168</cx:pt>
          <cx:pt idx="475">190</cx:pt>
          <cx:pt idx="476">183</cx:pt>
          <cx:pt idx="477">193</cx:pt>
          <cx:pt idx="478">182</cx:pt>
          <cx:pt idx="479">187</cx:pt>
          <cx:pt idx="480">177</cx:pt>
          <cx:pt idx="481">186</cx:pt>
          <cx:pt idx="482">173</cx:pt>
          <cx:pt idx="483">178</cx:pt>
          <cx:pt idx="484">175</cx:pt>
          <cx:pt idx="485">173</cx:pt>
          <cx:pt idx="486">166</cx:pt>
          <cx:pt idx="487">160</cx:pt>
          <cx:pt idx="488">190</cx:pt>
          <cx:pt idx="489">189</cx:pt>
          <cx:pt idx="490">172</cx:pt>
          <cx:pt idx="491">174</cx:pt>
          <cx:pt idx="492">187</cx:pt>
          <cx:pt idx="493">184</cx:pt>
          <cx:pt idx="494">183</cx:pt>
          <cx:pt idx="495">176</cx:pt>
          <cx:pt idx="496">172</cx:pt>
          <cx:pt idx="497">189</cx:pt>
          <cx:pt idx="498">198</cx:pt>
          <cx:pt idx="499">174</cx:pt>
          <cx:pt idx="500">161</cx:pt>
          <cx:pt idx="501">198</cx:pt>
          <cx:pt idx="502">192</cx:pt>
          <cx:pt idx="503">183</cx:pt>
          <cx:pt idx="504">180</cx:pt>
          <cx:pt idx="505">177</cx:pt>
          <cx:pt idx="506">189</cx:pt>
          <cx:pt idx="507">174</cx:pt>
          <cx:pt idx="508">194</cx:pt>
          <cx:pt idx="509">183</cx:pt>
          <cx:pt idx="510">181</cx:pt>
          <cx:pt idx="511">179</cx:pt>
          <cx:pt idx="512">164</cx:pt>
          <cx:pt idx="513">178</cx:pt>
          <cx:pt idx="514">183</cx:pt>
          <cx:pt idx="515">184</cx:pt>
          <cx:pt idx="516">163</cx:pt>
          <cx:pt idx="517">185</cx:pt>
          <cx:pt idx="518">187</cx:pt>
          <cx:pt idx="519">193</cx:pt>
          <cx:pt idx="520">168</cx:pt>
          <cx:pt idx="521">185</cx:pt>
          <cx:pt idx="522">182</cx:pt>
          <cx:pt idx="523">194</cx:pt>
          <cx:pt idx="524">191</cx:pt>
          <cx:pt idx="525">178</cx:pt>
          <cx:pt idx="526">192</cx:pt>
          <cx:pt idx="527">187</cx:pt>
          <cx:pt idx="528">194</cx:pt>
          <cx:pt idx="529">195</cx:pt>
          <cx:pt idx="530">182</cx:pt>
          <cx:pt idx="531">186</cx:pt>
          <cx:pt idx="532">179</cx:pt>
          <cx:pt idx="533">191</cx:pt>
          <cx:pt idx="534">182</cx:pt>
          <cx:pt idx="535">189</cx:pt>
          <cx:pt idx="536">190</cx:pt>
          <cx:pt idx="537">176</cx:pt>
          <cx:pt idx="538">171</cx:pt>
          <cx:pt idx="539">188</cx:pt>
          <cx:pt idx="540">196</cx:pt>
          <cx:pt idx="541">196</cx:pt>
          <cx:pt idx="542">197</cx:pt>
          <cx:pt idx="543">193</cx:pt>
          <cx:pt idx="544">189</cx:pt>
          <cx:pt idx="545">182</cx:pt>
          <cx:pt idx="546">183</cx:pt>
          <cx:pt idx="547">175</cx:pt>
          <cx:pt idx="548">179</cx:pt>
          <cx:pt idx="549">199</cx:pt>
          <cx:pt idx="550">182</cx:pt>
          <cx:pt idx="551">188</cx:pt>
          <cx:pt idx="552">180</cx:pt>
          <cx:pt idx="553">196</cx:pt>
          <cx:pt idx="554">166</cx:pt>
          <cx:pt idx="555">170</cx:pt>
          <cx:pt idx="556">172</cx:pt>
          <cx:pt idx="557">162</cx:pt>
          <cx:pt idx="558">170</cx:pt>
          <cx:pt idx="559">187</cx:pt>
          <cx:pt idx="560">169</cx:pt>
          <cx:pt idx="561">167</cx:pt>
          <cx:pt idx="562">170</cx:pt>
          <cx:pt idx="563">166</cx:pt>
          <cx:pt idx="564">170</cx:pt>
          <cx:pt idx="565">181</cx:pt>
          <cx:pt idx="566">161</cx:pt>
          <cx:pt idx="567">193</cx:pt>
          <cx:pt idx="568">185</cx:pt>
          <cx:pt idx="569">167</cx:pt>
          <cx:pt idx="570">192</cx:pt>
          <cx:pt idx="571">168</cx:pt>
          <cx:pt idx="572">180</cx:pt>
          <cx:pt idx="573">174</cx:pt>
          <cx:pt idx="574">199</cx:pt>
          <cx:pt idx="575">197</cx:pt>
          <cx:pt idx="576">190</cx:pt>
          <cx:pt idx="577">192</cx:pt>
          <cx:pt idx="578">186</cx:pt>
          <cx:pt idx="579">195</cx:pt>
          <cx:pt idx="580">169</cx:pt>
          <cx:pt idx="581">195</cx:pt>
          <cx:pt idx="582">192</cx:pt>
          <cx:pt idx="583">187</cx:pt>
          <cx:pt idx="584">195</cx:pt>
          <cx:pt idx="585">195</cx:pt>
          <cx:pt idx="586">177</cx:pt>
          <cx:pt idx="587">195</cx:pt>
          <cx:pt idx="588">196</cx:pt>
          <cx:pt idx="589">190</cx:pt>
          <cx:pt idx="590">192</cx:pt>
          <cx:pt idx="591">182</cx:pt>
          <cx:pt idx="592">193</cx:pt>
          <cx:pt idx="593">195</cx:pt>
          <cx:pt idx="594">167</cx:pt>
          <cx:pt idx="595">185</cx:pt>
          <cx:pt idx="596">192</cx:pt>
          <cx:pt idx="597">196</cx:pt>
          <cx:pt idx="598">171</cx:pt>
          <cx:pt idx="599">187</cx:pt>
          <cx:pt idx="600">185</cx:pt>
          <cx:pt idx="601">175</cx:pt>
          <cx:pt idx="602">192</cx:pt>
          <cx:pt idx="603">194</cx:pt>
          <cx:pt idx="604">194</cx:pt>
          <cx:pt idx="605">195</cx:pt>
          <cx:pt idx="606">183</cx:pt>
          <cx:pt idx="607">185</cx:pt>
          <cx:pt idx="608">187</cx:pt>
          <cx:pt idx="609">199</cx:pt>
          <cx:pt idx="610">181</cx:pt>
          <cx:pt idx="611">187</cx:pt>
          <cx:pt idx="612">182</cx:pt>
          <cx:pt idx="613">198</cx:pt>
          <cx:pt idx="614">192</cx:pt>
          <cx:pt idx="615">198</cx:pt>
          <cx:pt idx="616">191</cx:pt>
          <cx:pt idx="617">195</cx:pt>
          <cx:pt idx="618">185</cx:pt>
          <cx:pt idx="619">192</cx:pt>
          <cx:pt idx="620">180</cx:pt>
          <cx:pt idx="621">198</cx:pt>
          <cx:pt idx="622">183</cx:pt>
          <cx:pt idx="623">184</cx:pt>
          <cx:pt idx="624">191</cx:pt>
          <cx:pt idx="625">191</cx:pt>
          <cx:pt idx="626">196</cx:pt>
          <cx:pt idx="627">189</cx:pt>
          <cx:pt idx="628">187</cx:pt>
          <cx:pt idx="629">196</cx:pt>
          <cx:pt idx="630">187</cx:pt>
          <cx:pt idx="631">198</cx:pt>
          <cx:pt idx="632">191</cx:pt>
          <cx:pt idx="633">173</cx:pt>
          <cx:pt idx="634">194</cx:pt>
          <cx:pt idx="635">191</cx:pt>
          <cx:pt idx="636">187</cx:pt>
          <cx:pt idx="637">191</cx:pt>
          <cx:pt idx="638">194</cx:pt>
          <cx:pt idx="639">189</cx:pt>
          <cx:pt idx="640">167</cx:pt>
          <cx:pt idx="641">198</cx:pt>
          <cx:pt idx="642">192</cx:pt>
          <cx:pt idx="643">189</cx:pt>
          <cx:pt idx="644">181</cx:pt>
          <cx:pt idx="645">170</cx:pt>
          <cx:pt idx="646">171</cx:pt>
          <cx:pt idx="647">188</cx:pt>
          <cx:pt idx="648">191</cx:pt>
          <cx:pt idx="649">192</cx:pt>
          <cx:pt idx="650">188</cx:pt>
          <cx:pt idx="651">194</cx:pt>
          <cx:pt idx="652">190</cx:pt>
          <cx:pt idx="653">182</cx:pt>
          <cx:pt idx="654">191</cx:pt>
          <cx:pt idx="655">190</cx:pt>
          <cx:pt idx="656">194</cx:pt>
          <cx:pt idx="657">198</cx:pt>
          <cx:pt idx="658">177</cx:pt>
          <cx:pt idx="659">195</cx:pt>
          <cx:pt idx="660">197</cx:pt>
          <cx:pt idx="661">164</cx:pt>
          <cx:pt idx="662">160</cx:pt>
          <cx:pt idx="663">162</cx:pt>
          <cx:pt idx="664">179</cx:pt>
          <cx:pt idx="665">160</cx:pt>
          <cx:pt idx="666">160</cx:pt>
          <cx:pt idx="667">191</cx:pt>
          <cx:pt idx="668">191</cx:pt>
          <cx:pt idx="669">170</cx:pt>
          <cx:pt idx="670">161</cx:pt>
          <cx:pt idx="671">160</cx:pt>
          <cx:pt idx="672">168</cx:pt>
          <cx:pt idx="673">176</cx:pt>
          <cx:pt idx="674">168</cx:pt>
          <cx:pt idx="675">174</cx:pt>
          <cx:pt idx="676">163</cx:pt>
          <cx:pt idx="677">167</cx:pt>
          <cx:pt idx="678">194</cx:pt>
          <cx:pt idx="679">173</cx:pt>
          <cx:pt idx="680">168</cx:pt>
          <cx:pt idx="681">183</cx:pt>
          <cx:pt idx="682">194</cx:pt>
          <cx:pt idx="683">178</cx:pt>
          <cx:pt idx="684">165</cx:pt>
          <cx:pt idx="685">170</cx:pt>
          <cx:pt idx="686">196</cx:pt>
          <cx:pt idx="687">166</cx:pt>
          <cx:pt idx="688">169</cx:pt>
          <cx:pt idx="689">166</cx:pt>
          <cx:pt idx="690">198</cx:pt>
          <cx:pt idx="691">166</cx:pt>
          <cx:pt idx="692">177</cx:pt>
          <cx:pt idx="693">163</cx:pt>
          <cx:pt idx="694">164</cx:pt>
          <cx:pt idx="695">175</cx:pt>
          <cx:pt idx="696">161</cx:pt>
          <cx:pt idx="697">162</cx:pt>
          <cx:pt idx="698">160</cx:pt>
          <cx:pt idx="699">161</cx:pt>
          <cx:pt idx="700">164</cx:pt>
          <cx:pt idx="701">191</cx:pt>
          <cx:pt idx="702">164</cx:pt>
          <cx:pt idx="703">161</cx:pt>
          <cx:pt idx="704">190</cx:pt>
          <cx:pt idx="705">169</cx:pt>
          <cx:pt idx="706">166</cx:pt>
          <cx:pt idx="707">161</cx:pt>
          <cx:pt idx="708">162</cx:pt>
          <cx:pt idx="709">188</cx:pt>
          <cx:pt idx="710">169</cx:pt>
          <cx:pt idx="711">172</cx:pt>
          <cx:pt idx="712">177</cx:pt>
          <cx:pt idx="713">165</cx:pt>
          <cx:pt idx="714">172</cx:pt>
          <cx:pt idx="715">161</cx:pt>
          <cx:pt idx="716">174</cx:pt>
          <cx:pt idx="717">185</cx:pt>
          <cx:pt idx="718">179</cx:pt>
          <cx:pt idx="719">166</cx:pt>
          <cx:pt idx="720">165</cx:pt>
          <cx:pt idx="721">162</cx:pt>
          <cx:pt idx="722">197</cx:pt>
          <cx:pt idx="723">172</cx:pt>
          <cx:pt idx="724">178</cx:pt>
          <cx:pt idx="725">175</cx:pt>
          <cx:pt idx="726">167</cx:pt>
          <cx:pt idx="727">168</cx:pt>
          <cx:pt idx="728">169</cx:pt>
          <cx:pt idx="729">167</cx:pt>
          <cx:pt idx="730">174</cx:pt>
          <cx:pt idx="731">190</cx:pt>
          <cx:pt idx="732">190</cx:pt>
          <cx:pt idx="733">170</cx:pt>
          <cx:pt idx="734">171</cx:pt>
          <cx:pt idx="735">164</cx:pt>
          <cx:pt idx="736">174</cx:pt>
          <cx:pt idx="737">173</cx:pt>
          <cx:pt idx="738">166</cx:pt>
          <cx:pt idx="739">169</cx:pt>
          <cx:pt idx="740">177</cx:pt>
          <cx:pt idx="741">197</cx:pt>
          <cx:pt idx="742">170</cx:pt>
          <cx:pt idx="743">175</cx:pt>
          <cx:pt idx="744">160</cx:pt>
          <cx:pt idx="745">162</cx:pt>
          <cx:pt idx="746">182</cx:pt>
          <cx:pt idx="747">163</cx:pt>
          <cx:pt idx="748">175</cx:pt>
          <cx:pt idx="749">164</cx:pt>
          <cx:pt idx="750">163</cx:pt>
          <cx:pt idx="751">166</cx:pt>
          <cx:pt idx="752">196</cx:pt>
          <cx:pt idx="753">171</cx:pt>
          <cx:pt idx="754">163</cx:pt>
          <cx:pt idx="755">173</cx:pt>
          <cx:pt idx="756">163</cx:pt>
          <cx:pt idx="757">162</cx:pt>
          <cx:pt idx="758">162</cx:pt>
          <cx:pt idx="759">163</cx:pt>
          <cx:pt idx="760">164</cx:pt>
          <cx:pt idx="761">162</cx:pt>
          <cx:pt idx="762">168</cx:pt>
          <cx:pt idx="763">160</cx:pt>
          <cx:pt idx="764">177</cx:pt>
          <cx:pt idx="765">167</cx:pt>
          <cx:pt idx="766">184</cx:pt>
          <cx:pt idx="767">168</cx:pt>
          <cx:pt idx="768">161</cx:pt>
          <cx:pt idx="769">162</cx:pt>
          <cx:pt idx="770">165</cx:pt>
          <cx:pt idx="771">168</cx:pt>
          <cx:pt idx="772">185</cx:pt>
          <cx:pt idx="773">196</cx:pt>
          <cx:pt idx="774">168</cx:pt>
          <cx:pt idx="775">162</cx:pt>
          <cx:pt idx="776">180</cx:pt>
          <cx:pt idx="777">197</cx:pt>
          <cx:pt idx="778">164</cx:pt>
          <cx:pt idx="779">172</cx:pt>
          <cx:pt idx="780">166</cx:pt>
          <cx:pt idx="781">163</cx:pt>
          <cx:pt idx="782">161</cx:pt>
          <cx:pt idx="783">175</cx:pt>
          <cx:pt idx="784">165</cx:pt>
          <cx:pt idx="785">168</cx:pt>
          <cx:pt idx="786">160</cx:pt>
          <cx:pt idx="787">176</cx:pt>
          <cx:pt idx="788">168</cx:pt>
          <cx:pt idx="789">167</cx:pt>
          <cx:pt idx="790">161</cx:pt>
          <cx:pt idx="791">168</cx:pt>
          <cx:pt idx="792">168</cx:pt>
          <cx:pt idx="793">165</cx:pt>
          <cx:pt idx="794">176</cx:pt>
          <cx:pt idx="795">160</cx:pt>
          <cx:pt idx="796">196</cx:pt>
          <cx:pt idx="797">170</cx:pt>
          <cx:pt idx="798">161</cx:pt>
          <cx:pt idx="799">173</cx:pt>
          <cx:pt idx="800">177</cx:pt>
          <cx:pt idx="801">166</cx:pt>
          <cx:pt idx="802">164</cx:pt>
          <cx:pt idx="803">162</cx:pt>
          <cx:pt idx="804">184</cx:pt>
          <cx:pt idx="805">174</cx:pt>
          <cx:pt idx="806">166</cx:pt>
          <cx:pt idx="807">164</cx:pt>
          <cx:pt idx="808">160</cx:pt>
          <cx:pt idx="809">170</cx:pt>
          <cx:pt idx="810">169</cx:pt>
          <cx:pt idx="811">184</cx:pt>
          <cx:pt idx="812">180</cx:pt>
          <cx:pt idx="813">166</cx:pt>
          <cx:pt idx="814">168</cx:pt>
          <cx:pt idx="815">183</cx:pt>
          <cx:pt idx="816">164</cx:pt>
          <cx:pt idx="817">168</cx:pt>
          <cx:pt idx="818">175</cx:pt>
          <cx:pt idx="819">177</cx:pt>
          <cx:pt idx="820">182</cx:pt>
          <cx:pt idx="821">191</cx:pt>
          <cx:pt idx="822">188</cx:pt>
          <cx:pt idx="823">182</cx:pt>
          <cx:pt idx="824">186</cx:pt>
          <cx:pt idx="825">181</cx:pt>
          <cx:pt idx="826">186</cx:pt>
          <cx:pt idx="827">185</cx:pt>
          <cx:pt idx="828">179</cx:pt>
          <cx:pt idx="829">171</cx:pt>
          <cx:pt idx="830">186</cx:pt>
          <cx:pt idx="831">182</cx:pt>
          <cx:pt idx="832">191</cx:pt>
          <cx:pt idx="833">174</cx:pt>
          <cx:pt idx="834">183</cx:pt>
          <cx:pt idx="835">180</cx:pt>
          <cx:pt idx="836">180</cx:pt>
          <cx:pt idx="837">176</cx:pt>
          <cx:pt idx="838">196</cx:pt>
          <cx:pt idx="839">192</cx:pt>
          <cx:pt idx="840">193</cx:pt>
          <cx:pt idx="841">199</cx:pt>
          <cx:pt idx="842">176</cx:pt>
          <cx:pt idx="843">169</cx:pt>
          <cx:pt idx="844">177</cx:pt>
          <cx:pt idx="845">178</cx:pt>
          <cx:pt idx="846">171</cx:pt>
          <cx:pt idx="847">184</cx:pt>
          <cx:pt idx="848">186</cx:pt>
          <cx:pt idx="849">198</cx:pt>
          <cx:pt idx="850">165</cx:pt>
          <cx:pt idx="851">180</cx:pt>
          <cx:pt idx="852">199</cx:pt>
          <cx:pt idx="853">185</cx:pt>
          <cx:pt idx="854">198</cx:pt>
          <cx:pt idx="855">174</cx:pt>
          <cx:pt idx="856">187</cx:pt>
          <cx:pt idx="857">172</cx:pt>
          <cx:pt idx="858">185</cx:pt>
          <cx:pt idx="859">188</cx:pt>
          <cx:pt idx="860">166</cx:pt>
          <cx:pt idx="861">185</cx:pt>
          <cx:pt idx="862">181</cx:pt>
          <cx:pt idx="863">199</cx:pt>
          <cx:pt idx="864">194</cx:pt>
          <cx:pt idx="865">171</cx:pt>
          <cx:pt idx="866">194</cx:pt>
          <cx:pt idx="867">196</cx:pt>
          <cx:pt idx="868">194</cx:pt>
          <cx:pt idx="869">181</cx:pt>
          <cx:pt idx="870">195</cx:pt>
          <cx:pt idx="871">199</cx:pt>
          <cx:pt idx="872">194</cx:pt>
          <cx:pt idx="873">182</cx:pt>
          <cx:pt idx="874">194</cx:pt>
          <cx:pt idx="875">195</cx:pt>
          <cx:pt idx="876">173</cx:pt>
          <cx:pt idx="877">191</cx:pt>
          <cx:pt idx="878">188</cx:pt>
          <cx:pt idx="879">185</cx:pt>
          <cx:pt idx="880">184</cx:pt>
          <cx:pt idx="881">194</cx:pt>
          <cx:pt idx="882">172</cx:pt>
          <cx:pt idx="883">194</cx:pt>
          <cx:pt idx="884">171</cx:pt>
          <cx:pt idx="885">190</cx:pt>
          <cx:pt idx="886">179</cx:pt>
          <cx:pt idx="887">175</cx:pt>
          <cx:pt idx="888">183</cx:pt>
          <cx:pt idx="889">171</cx:pt>
          <cx:pt idx="890">193</cx:pt>
          <cx:pt idx="891">189</cx:pt>
          <cx:pt idx="892">188</cx:pt>
          <cx:pt idx="893">173</cx:pt>
          <cx:pt idx="894">199</cx:pt>
          <cx:pt idx="895">189</cx:pt>
          <cx:pt idx="896">198</cx:pt>
          <cx:pt idx="897">189</cx:pt>
          <cx:pt idx="898">199</cx:pt>
          <cx:pt idx="899">185</cx:pt>
          <cx:pt idx="900">188</cx:pt>
          <cx:pt idx="901">175</cx:pt>
          <cx:pt idx="902">194</cx:pt>
          <cx:pt idx="903">195</cx:pt>
          <cx:pt idx="904">184</cx:pt>
          <cx:pt idx="905">198</cx:pt>
          <cx:pt idx="906">195</cx:pt>
          <cx:pt idx="907">198</cx:pt>
          <cx:pt idx="908">183</cx:pt>
          <cx:pt idx="909">169</cx:pt>
          <cx:pt idx="910">181</cx:pt>
          <cx:pt idx="911">175</cx:pt>
          <cx:pt idx="912">167</cx:pt>
          <cx:pt idx="913">161</cx:pt>
          <cx:pt idx="914">164</cx:pt>
          <cx:pt idx="915">197</cx:pt>
          <cx:pt idx="916">167</cx:pt>
          <cx:pt idx="917">170</cx:pt>
          <cx:pt idx="918">161</cx:pt>
          <cx:pt idx="919">170</cx:pt>
          <cx:pt idx="920">192</cx:pt>
          <cx:pt idx="921">181</cx:pt>
          <cx:pt idx="922">167</cx:pt>
          <cx:pt idx="923">163</cx:pt>
          <cx:pt idx="924">162</cx:pt>
          <cx:pt idx="925">175</cx:pt>
          <cx:pt idx="926">160</cx:pt>
          <cx:pt idx="927">162</cx:pt>
          <cx:pt idx="928">183</cx:pt>
          <cx:pt idx="929">180</cx:pt>
          <cx:pt idx="930">161</cx:pt>
          <cx:pt idx="931">198</cx:pt>
          <cx:pt idx="932">197</cx:pt>
          <cx:pt idx="933">165</cx:pt>
          <cx:pt idx="934">160</cx:pt>
          <cx:pt idx="935">186</cx:pt>
          <cx:pt idx="936">187</cx:pt>
          <cx:pt idx="937">199</cx:pt>
          <cx:pt idx="938">174</cx:pt>
          <cx:pt idx="939">196</cx:pt>
          <cx:pt idx="940">192</cx:pt>
          <cx:pt idx="941">182</cx:pt>
          <cx:pt idx="942">198</cx:pt>
          <cx:pt idx="943">188</cx:pt>
          <cx:pt idx="944">186</cx:pt>
          <cx:pt idx="945">198</cx:pt>
          <cx:pt idx="946">194</cx:pt>
          <cx:pt idx="947">169</cx:pt>
          <cx:pt idx="948">199</cx:pt>
          <cx:pt idx="949">189</cx:pt>
          <cx:pt idx="950">193</cx:pt>
          <cx:pt idx="951">188</cx:pt>
          <cx:pt idx="952">166</cx:pt>
          <cx:pt idx="953">199</cx:pt>
          <cx:pt idx="954">189</cx:pt>
          <cx:pt idx="955">188</cx:pt>
          <cx:pt idx="956">177</cx:pt>
          <cx:pt idx="957">176</cx:pt>
          <cx:pt idx="958">171</cx:pt>
          <cx:pt idx="959">180</cx:pt>
          <cx:pt idx="960">183</cx:pt>
          <cx:pt idx="961">164</cx:pt>
          <cx:pt idx="962">199</cx:pt>
          <cx:pt idx="963">188</cx:pt>
          <cx:pt idx="964">198</cx:pt>
          <cx:pt idx="965">168</cx:pt>
          <cx:pt idx="966">173</cx:pt>
          <cx:pt idx="967">168</cx:pt>
          <cx:pt idx="968">198</cx:pt>
          <cx:pt idx="969">180</cx:pt>
          <cx:pt idx="970">187</cx:pt>
          <cx:pt idx="971">179</cx:pt>
          <cx:pt idx="972">163</cx:pt>
        </cx:lvl>
      </cx:numDim>
    </cx:data>
  </cx:chartData>
  <cx:chart>
    <cx:title pos="t" align="ctr" overlay="0">
      <cx:tx>
        <cx:txData>
          <cx:v>Max EHR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Max EHR Distribution</a:t>
          </a:r>
        </a:p>
      </cx:txPr>
    </cx:title>
    <cx:plotArea>
      <cx:plotAreaRegion>
        <cx:series layoutId="clusteredColumn" uniqueId="{C1C35A36-668C-4D31-9F72-14799DFA0370}">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visibility seriesName="0" categoryName="0" value="1"/>
            <cx:separator>, </cx:separator>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1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Tracking'!$O$2:$O$974</cx:f>
        <cx:lvl ptCount="973" formatCode="General">
          <cx:pt idx="0">122</cx:pt>
          <cx:pt idx="1">136</cx:pt>
          <cx:pt idx="2">128</cx:pt>
          <cx:pt idx="3">131</cx:pt>
          <cx:pt idx="4">125</cx:pt>
          <cx:pt idx="5">154</cx:pt>
          <cx:pt idx="6">124</cx:pt>
          <cx:pt idx="7">150</cx:pt>
          <cx:pt idx="8">125</cx:pt>
          <cx:pt idx="9">135</cx:pt>
          <cx:pt idx="10">127</cx:pt>
          <cx:pt idx="11">133</cx:pt>
          <cx:pt idx="12">158</cx:pt>
          <cx:pt idx="13">122</cx:pt>
          <cx:pt idx="14">146</cx:pt>
          <cx:pt idx="15">160</cx:pt>
          <cx:pt idx="16">137</cx:pt>
          <cx:pt idx="17">135</cx:pt>
          <cx:pt idx="18">137</cx:pt>
          <cx:pt idx="19">120</cx:pt>
          <cx:pt idx="20">126</cx:pt>
          <cx:pt idx="21">148</cx:pt>
          <cx:pt idx="22">143</cx:pt>
          <cx:pt idx="23">131</cx:pt>
          <cx:pt idx="24">142</cx:pt>
          <cx:pt idx="25">143</cx:pt>
          <cx:pt idx="26">158</cx:pt>
          <cx:pt idx="27">130</cx:pt>
          <cx:pt idx="28">148</cx:pt>
          <cx:pt idx="29">135</cx:pt>
          <cx:pt idx="30">132</cx:pt>
          <cx:pt idx="31">157</cx:pt>
          <cx:pt idx="32">130</cx:pt>
          <cx:pt idx="33">126</cx:pt>
          <cx:pt idx="34">128</cx:pt>
          <cx:pt idx="35">150</cx:pt>
          <cx:pt idx="36">136</cx:pt>
          <cx:pt idx="37">144</cx:pt>
          <cx:pt idx="38">123</cx:pt>
          <cx:pt idx="39">125</cx:pt>
          <cx:pt idx="40">152</cx:pt>
          <cx:pt idx="41">137</cx:pt>
          <cx:pt idx="42">141</cx:pt>
          <cx:pt idx="43">132</cx:pt>
          <cx:pt idx="44">133</cx:pt>
          <cx:pt idx="45">136</cx:pt>
          <cx:pt idx="46">142</cx:pt>
          <cx:pt idx="47">131</cx:pt>
          <cx:pt idx="48">120</cx:pt>
          <cx:pt idx="49">125</cx:pt>
          <cx:pt idx="50">150</cx:pt>
          <cx:pt idx="51">152</cx:pt>
          <cx:pt idx="52">137</cx:pt>
          <cx:pt idx="53">121</cx:pt>
          <cx:pt idx="54">162</cx:pt>
          <cx:pt idx="55">169</cx:pt>
          <cx:pt idx="56">137</cx:pt>
          <cx:pt idx="57">139</cx:pt>
          <cx:pt idx="58">126</cx:pt>
          <cx:pt idx="59">149</cx:pt>
          <cx:pt idx="60">121</cx:pt>
          <cx:pt idx="61">123</cx:pt>
          <cx:pt idx="62">137</cx:pt>
          <cx:pt idx="63">120</cx:pt>
          <cx:pt idx="64">149</cx:pt>
          <cx:pt idx="65">150</cx:pt>
          <cx:pt idx="66">143</cx:pt>
          <cx:pt idx="67">165</cx:pt>
          <cx:pt idx="68">147</cx:pt>
          <cx:pt idx="69">120</cx:pt>
          <cx:pt idx="70">128</cx:pt>
          <cx:pt idx="71">168</cx:pt>
          <cx:pt idx="72">123</cx:pt>
          <cx:pt idx="73">141</cx:pt>
          <cx:pt idx="74">161</cx:pt>
          <cx:pt idx="75">124</cx:pt>
          <cx:pt idx="76">136</cx:pt>
          <cx:pt idx="77">137</cx:pt>
          <cx:pt idx="78">129</cx:pt>
          <cx:pt idx="79">123</cx:pt>
          <cx:pt idx="80">156</cx:pt>
          <cx:pt idx="81">128</cx:pt>
          <cx:pt idx="82">147</cx:pt>
          <cx:pt idx="83">140</cx:pt>
          <cx:pt idx="84">128</cx:pt>
          <cx:pt idx="85">124</cx:pt>
          <cx:pt idx="86">160</cx:pt>
          <cx:pt idx="87">128</cx:pt>
          <cx:pt idx="88">150</cx:pt>
          <cx:pt idx="89">133</cx:pt>
          <cx:pt idx="90">127</cx:pt>
          <cx:pt idx="91">145</cx:pt>
          <cx:pt idx="92">155</cx:pt>
          <cx:pt idx="93">135</cx:pt>
          <cx:pt idx="94">157</cx:pt>
          <cx:pt idx="95">161</cx:pt>
          <cx:pt idx="96">148</cx:pt>
          <cx:pt idx="97">137</cx:pt>
          <cx:pt idx="98">137</cx:pt>
          <cx:pt idx="99">167</cx:pt>
          <cx:pt idx="100">132</cx:pt>
          <cx:pt idx="101">130</cx:pt>
          <cx:pt idx="102">147</cx:pt>
          <cx:pt idx="103">150</cx:pt>
          <cx:pt idx="104">128</cx:pt>
          <cx:pt idx="105">124</cx:pt>
          <cx:pt idx="106">150</cx:pt>
          <cx:pt idx="107">136</cx:pt>
          <cx:pt idx="108">128</cx:pt>
          <cx:pt idx="109">128</cx:pt>
          <cx:pt idx="110">141</cx:pt>
          <cx:pt idx="111">142</cx:pt>
          <cx:pt idx="112">129</cx:pt>
          <cx:pt idx="113">162</cx:pt>
          <cx:pt idx="114">149</cx:pt>
          <cx:pt idx="115">125</cx:pt>
          <cx:pt idx="116">135</cx:pt>
          <cx:pt idx="117">131</cx:pt>
          <cx:pt idx="118">140</cx:pt>
          <cx:pt idx="119">128</cx:pt>
          <cx:pt idx="120">145</cx:pt>
          <cx:pt idx="121">125</cx:pt>
          <cx:pt idx="122">148</cx:pt>
          <cx:pt idx="123">130</cx:pt>
          <cx:pt idx="124">145</cx:pt>
          <cx:pt idx="125">141</cx:pt>
          <cx:pt idx="126">150</cx:pt>
          <cx:pt idx="127">142</cx:pt>
          <cx:pt idx="128">132</cx:pt>
          <cx:pt idx="129">154</cx:pt>
          <cx:pt idx="130">160</cx:pt>
          <cx:pt idx="131">127</cx:pt>
          <cx:pt idx="132">151</cx:pt>
          <cx:pt idx="133">157</cx:pt>
          <cx:pt idx="134">131</cx:pt>
          <cx:pt idx="135">136</cx:pt>
          <cx:pt idx="136">135</cx:pt>
          <cx:pt idx="137">121</cx:pt>
          <cx:pt idx="138">137</cx:pt>
          <cx:pt idx="139">150</cx:pt>
          <cx:pt idx="140">144</cx:pt>
          <cx:pt idx="141">136</cx:pt>
          <cx:pt idx="142">128</cx:pt>
          <cx:pt idx="143">140</cx:pt>
          <cx:pt idx="144">156</cx:pt>
          <cx:pt idx="145">123</cx:pt>
          <cx:pt idx="146">149</cx:pt>
          <cx:pt idx="147">130</cx:pt>
          <cx:pt idx="148">132</cx:pt>
          <cx:pt idx="149">123</cx:pt>
          <cx:pt idx="150">128</cx:pt>
          <cx:pt idx="151">132</cx:pt>
          <cx:pt idx="152">158</cx:pt>
          <cx:pt idx="153">147</cx:pt>
          <cx:pt idx="154">168</cx:pt>
          <cx:pt idx="155">136</cx:pt>
          <cx:pt idx="156">149</cx:pt>
          <cx:pt idx="157">162</cx:pt>
          <cx:pt idx="158">127</cx:pt>
          <cx:pt idx="159">139</cx:pt>
          <cx:pt idx="160">149</cx:pt>
          <cx:pt idx="161">165</cx:pt>
          <cx:pt idx="162">157</cx:pt>
          <cx:pt idx="163">121</cx:pt>
          <cx:pt idx="164">141</cx:pt>
          <cx:pt idx="165">142</cx:pt>
          <cx:pt idx="166">122</cx:pt>
          <cx:pt idx="167">137</cx:pt>
          <cx:pt idx="168">168</cx:pt>
          <cx:pt idx="169">135</cx:pt>
          <cx:pt idx="170">157</cx:pt>
          <cx:pt idx="171">131</cx:pt>
          <cx:pt idx="172">156</cx:pt>
          <cx:pt idx="173">153</cx:pt>
          <cx:pt idx="174">142</cx:pt>
          <cx:pt idx="175">137</cx:pt>
          <cx:pt idx="176">161</cx:pt>
          <cx:pt idx="177">130</cx:pt>
          <cx:pt idx="178">134</cx:pt>
          <cx:pt idx="179">156</cx:pt>
          <cx:pt idx="180">126</cx:pt>
          <cx:pt idx="181">121</cx:pt>
          <cx:pt idx="182">144</cx:pt>
          <cx:pt idx="183">135</cx:pt>
          <cx:pt idx="184">166</cx:pt>
          <cx:pt idx="185">131</cx:pt>
          <cx:pt idx="186">147</cx:pt>
          <cx:pt idx="187">148</cx:pt>
          <cx:pt idx="188">144</cx:pt>
          <cx:pt idx="189">154</cx:pt>
          <cx:pt idx="190">120</cx:pt>
          <cx:pt idx="191">143</cx:pt>
          <cx:pt idx="192">125</cx:pt>
          <cx:pt idx="193">164</cx:pt>
          <cx:pt idx="194">121</cx:pt>
          <cx:pt idx="195">120</cx:pt>
          <cx:pt idx="196">129</cx:pt>
          <cx:pt idx="197">158</cx:pt>
          <cx:pt idx="198">120</cx:pt>
          <cx:pt idx="199">135</cx:pt>
          <cx:pt idx="200">154</cx:pt>
          <cx:pt idx="201">160</cx:pt>
          <cx:pt idx="202">125</cx:pt>
          <cx:pt idx="203">154</cx:pt>
          <cx:pt idx="204">127</cx:pt>
          <cx:pt idx="205">137</cx:pt>
          <cx:pt idx="206">136</cx:pt>
          <cx:pt idx="207">138</cx:pt>
          <cx:pt idx="208">160</cx:pt>
          <cx:pt idx="209">151</cx:pt>
          <cx:pt idx="210">132</cx:pt>
          <cx:pt idx="211">138</cx:pt>
          <cx:pt idx="212">128</cx:pt>
          <cx:pt idx="213">147</cx:pt>
          <cx:pt idx="214">155</cx:pt>
          <cx:pt idx="215">163</cx:pt>
          <cx:pt idx="216">139</cx:pt>
          <cx:pt idx="217">168</cx:pt>
          <cx:pt idx="218">120</cx:pt>
          <cx:pt idx="219">133</cx:pt>
          <cx:pt idx="220">124</cx:pt>
          <cx:pt idx="221">158</cx:pt>
          <cx:pt idx="222">152</cx:pt>
          <cx:pt idx="223">138</cx:pt>
          <cx:pt idx="224">139</cx:pt>
          <cx:pt idx="225">145</cx:pt>
          <cx:pt idx="226">130</cx:pt>
          <cx:pt idx="227">162</cx:pt>
          <cx:pt idx="228">122</cx:pt>
          <cx:pt idx="229">166</cx:pt>
          <cx:pt idx="230">158</cx:pt>
          <cx:pt idx="231">166</cx:pt>
          <cx:pt idx="232">123</cx:pt>
          <cx:pt idx="233">137</cx:pt>
          <cx:pt idx="234">120</cx:pt>
          <cx:pt idx="235">141</cx:pt>
          <cx:pt idx="236">126</cx:pt>
          <cx:pt idx="237">158</cx:pt>
          <cx:pt idx="238">120</cx:pt>
          <cx:pt idx="239">167</cx:pt>
          <cx:pt idx="240">168</cx:pt>
          <cx:pt idx="241">163</cx:pt>
          <cx:pt idx="242">136</cx:pt>
          <cx:pt idx="243">142</cx:pt>
          <cx:pt idx="244">138</cx:pt>
          <cx:pt idx="245">141</cx:pt>
          <cx:pt idx="246">146</cx:pt>
          <cx:pt idx="247">145</cx:pt>
          <cx:pt idx="248">148</cx:pt>
          <cx:pt idx="249">129</cx:pt>
          <cx:pt idx="250">129</cx:pt>
          <cx:pt idx="251">135</cx:pt>
          <cx:pt idx="252">158</cx:pt>
          <cx:pt idx="253">147</cx:pt>
          <cx:pt idx="254">155</cx:pt>
          <cx:pt idx="255">127</cx:pt>
          <cx:pt idx="256">122</cx:pt>
          <cx:pt idx="257">132</cx:pt>
          <cx:pt idx="258">125</cx:pt>
          <cx:pt idx="259">134</cx:pt>
          <cx:pt idx="260">131</cx:pt>
          <cx:pt idx="261">130</cx:pt>
          <cx:pt idx="262">129</cx:pt>
          <cx:pt idx="263">130</cx:pt>
          <cx:pt idx="264">133</cx:pt>
          <cx:pt idx="265">130</cx:pt>
          <cx:pt idx="266">145</cx:pt>
          <cx:pt idx="267">126</cx:pt>
          <cx:pt idx="268">141</cx:pt>
          <cx:pt idx="269">132</cx:pt>
          <cx:pt idx="270">121</cx:pt>
          <cx:pt idx="271">129</cx:pt>
          <cx:pt idx="272">141</cx:pt>
          <cx:pt idx="273">142</cx:pt>
          <cx:pt idx="274">129</cx:pt>
          <cx:pt idx="275">132</cx:pt>
          <cx:pt idx="276">149</cx:pt>
          <cx:pt idx="277">139</cx:pt>
          <cx:pt idx="278">145</cx:pt>
          <cx:pt idx="279">132</cx:pt>
          <cx:pt idx="280">121</cx:pt>
          <cx:pt idx="281">151</cx:pt>
          <cx:pt idx="282">122</cx:pt>
          <cx:pt idx="283">164</cx:pt>
          <cx:pt idx="284">130</cx:pt>
          <cx:pt idx="285">130</cx:pt>
          <cx:pt idx="286">131</cx:pt>
          <cx:pt idx="287">131</cx:pt>
          <cx:pt idx="288">134</cx:pt>
          <cx:pt idx="289">136</cx:pt>
          <cx:pt idx="290">148</cx:pt>
          <cx:pt idx="291">143</cx:pt>
          <cx:pt idx="292">128</cx:pt>
          <cx:pt idx="293">133</cx:pt>
          <cx:pt idx="294">153</cx:pt>
          <cx:pt idx="295">168</cx:pt>
          <cx:pt idx="296">132</cx:pt>
          <cx:pt idx="297">147</cx:pt>
          <cx:pt idx="298">162</cx:pt>
          <cx:pt idx="299">124</cx:pt>
          <cx:pt idx="300">165</cx:pt>
          <cx:pt idx="301">144</cx:pt>
          <cx:pt idx="302">139</cx:pt>
          <cx:pt idx="303">156</cx:pt>
          <cx:pt idx="304">149</cx:pt>
          <cx:pt idx="305">152</cx:pt>
          <cx:pt idx="306">153</cx:pt>
          <cx:pt idx="307">129</cx:pt>
          <cx:pt idx="308">126</cx:pt>
          <cx:pt idx="309">161</cx:pt>
          <cx:pt idx="310">126</cx:pt>
          <cx:pt idx="311">130</cx:pt>
          <cx:pt idx="312">123</cx:pt>
          <cx:pt idx="313">147</cx:pt>
          <cx:pt idx="314">134</cx:pt>
          <cx:pt idx="315">127</cx:pt>
          <cx:pt idx="316">158</cx:pt>
          <cx:pt idx="317">148</cx:pt>
          <cx:pt idx="318">120</cx:pt>
          <cx:pt idx="319">139</cx:pt>
          <cx:pt idx="320">134</cx:pt>
          <cx:pt idx="321">152</cx:pt>
          <cx:pt idx="322">162</cx:pt>
          <cx:pt idx="323">132</cx:pt>
          <cx:pt idx="324">144</cx:pt>
          <cx:pt idx="325">151</cx:pt>
          <cx:pt idx="326">162</cx:pt>
          <cx:pt idx="327">155</cx:pt>
          <cx:pt idx="328">161</cx:pt>
          <cx:pt idx="329">146</cx:pt>
          <cx:pt idx="330">159</cx:pt>
          <cx:pt idx="331">130</cx:pt>
          <cx:pt idx="332">129</cx:pt>
          <cx:pt idx="333">142</cx:pt>
          <cx:pt idx="334">156</cx:pt>
          <cx:pt idx="335">163</cx:pt>
          <cx:pt idx="336">145</cx:pt>
          <cx:pt idx="337">131</cx:pt>
          <cx:pt idx="338">128</cx:pt>
          <cx:pt idx="339">165</cx:pt>
          <cx:pt idx="340">130</cx:pt>
          <cx:pt idx="341">134</cx:pt>
          <cx:pt idx="342">137</cx:pt>
          <cx:pt idx="343">153</cx:pt>
          <cx:pt idx="344">167</cx:pt>
          <cx:pt idx="345">132</cx:pt>
          <cx:pt idx="346">151</cx:pt>
          <cx:pt idx="347">165</cx:pt>
          <cx:pt idx="348">161</cx:pt>
          <cx:pt idx="349">149</cx:pt>
          <cx:pt idx="350">148</cx:pt>
          <cx:pt idx="351">153</cx:pt>
          <cx:pt idx="352">152</cx:pt>
          <cx:pt idx="353">133</cx:pt>
          <cx:pt idx="354">165</cx:pt>
          <cx:pt idx="355">151</cx:pt>
          <cx:pt idx="356">128</cx:pt>
          <cx:pt idx="357">165</cx:pt>
          <cx:pt idx="358">168</cx:pt>
          <cx:pt idx="359">153</cx:pt>
          <cx:pt idx="360">161</cx:pt>
          <cx:pt idx="361">121</cx:pt>
          <cx:pt idx="362">157</cx:pt>
          <cx:pt idx="363">169</cx:pt>
          <cx:pt idx="364">157</cx:pt>
          <cx:pt idx="365">154</cx:pt>
          <cx:pt idx="366">138</cx:pt>
          <cx:pt idx="367">162</cx:pt>
          <cx:pt idx="368">158</cx:pt>
          <cx:pt idx="369">142</cx:pt>
          <cx:pt idx="370">152</cx:pt>
          <cx:pt idx="371">155</cx:pt>
          <cx:pt idx="372">168</cx:pt>
          <cx:pt idx="373">151</cx:pt>
          <cx:pt idx="374">155</cx:pt>
          <cx:pt idx="375">168</cx:pt>
          <cx:pt idx="376">166</cx:pt>
          <cx:pt idx="377">142</cx:pt>
          <cx:pt idx="378">120</cx:pt>
          <cx:pt idx="379">156</cx:pt>
          <cx:pt idx="380">147</cx:pt>
          <cx:pt idx="381">150</cx:pt>
          <cx:pt idx="382">157</cx:pt>
          <cx:pt idx="383">167</cx:pt>
          <cx:pt idx="384">164</cx:pt>
          <cx:pt idx="385">133</cx:pt>
          <cx:pt idx="386">127</cx:pt>
          <cx:pt idx="387">163</cx:pt>
          <cx:pt idx="388">130</cx:pt>
          <cx:pt idx="389">153</cx:pt>
          <cx:pt idx="390">144</cx:pt>
          <cx:pt idx="391">132</cx:pt>
          <cx:pt idx="392">149</cx:pt>
          <cx:pt idx="393">168</cx:pt>
          <cx:pt idx="394">168</cx:pt>
          <cx:pt idx="395">166</cx:pt>
          <cx:pt idx="396">149</cx:pt>
          <cx:pt idx="397">168</cx:pt>
          <cx:pt idx="398">138</cx:pt>
          <cx:pt idx="399">145</cx:pt>
          <cx:pt idx="400">136</cx:pt>
          <cx:pt idx="401">121</cx:pt>
          <cx:pt idx="402">153</cx:pt>
          <cx:pt idx="403">154</cx:pt>
          <cx:pt idx="404">164</cx:pt>
          <cx:pt idx="405">122</cx:pt>
          <cx:pt idx="406">136</cx:pt>
          <cx:pt idx="407">125</cx:pt>
          <cx:pt idx="408">129</cx:pt>
          <cx:pt idx="409">159</cx:pt>
          <cx:pt idx="410">134</cx:pt>
          <cx:pt idx="411">128</cx:pt>
          <cx:pt idx="412">138</cx:pt>
          <cx:pt idx="413">132</cx:pt>
          <cx:pt idx="414">147</cx:pt>
          <cx:pt idx="415">133</cx:pt>
          <cx:pt idx="416">161</cx:pt>
          <cx:pt idx="417">138</cx:pt>
          <cx:pt idx="418">129</cx:pt>
          <cx:pt idx="419">133</cx:pt>
          <cx:pt idx="420">135</cx:pt>
          <cx:pt idx="421">131</cx:pt>
          <cx:pt idx="422">145</cx:pt>
          <cx:pt idx="423">143</cx:pt>
          <cx:pt idx="424">120</cx:pt>
          <cx:pt idx="425">125</cx:pt>
          <cx:pt idx="426">133</cx:pt>
          <cx:pt idx="427">139</cx:pt>
          <cx:pt idx="428">122</cx:pt>
          <cx:pt idx="429">139</cx:pt>
          <cx:pt idx="430">158</cx:pt>
          <cx:pt idx="431">141</cx:pt>
          <cx:pt idx="432">166</cx:pt>
          <cx:pt idx="433">135</cx:pt>
          <cx:pt idx="434">165</cx:pt>
          <cx:pt idx="435">144</cx:pt>
          <cx:pt idx="436">157</cx:pt>
          <cx:pt idx="437">137</cx:pt>
          <cx:pt idx="438">127</cx:pt>
          <cx:pt idx="439">127</cx:pt>
          <cx:pt idx="440">142</cx:pt>
          <cx:pt idx="441">137</cx:pt>
          <cx:pt idx="442">139</cx:pt>
          <cx:pt idx="443">155</cx:pt>
          <cx:pt idx="444">153</cx:pt>
          <cx:pt idx="445">122</cx:pt>
          <cx:pt idx="446">156</cx:pt>
          <cx:pt idx="447">136</cx:pt>
          <cx:pt idx="448">136</cx:pt>
          <cx:pt idx="449">131</cx:pt>
          <cx:pt idx="450">125</cx:pt>
          <cx:pt idx="451">120</cx:pt>
          <cx:pt idx="452">148</cx:pt>
          <cx:pt idx="453">126</cx:pt>
          <cx:pt idx="454">134</cx:pt>
          <cx:pt idx="455">138</cx:pt>
          <cx:pt idx="456">151</cx:pt>
          <cx:pt idx="457">131</cx:pt>
          <cx:pt idx="458">148</cx:pt>
          <cx:pt idx="459">131</cx:pt>
          <cx:pt idx="460">123</cx:pt>
          <cx:pt idx="461">138</cx:pt>
          <cx:pt idx="462">138</cx:pt>
          <cx:pt idx="463">138</cx:pt>
          <cx:pt idx="464">132</cx:pt>
          <cx:pt idx="465">152</cx:pt>
          <cx:pt idx="466">161</cx:pt>
          <cx:pt idx="467">138</cx:pt>
          <cx:pt idx="468">140</cx:pt>
          <cx:pt idx="469">131</cx:pt>
          <cx:pt idx="470">129</cx:pt>
          <cx:pt idx="471">135</cx:pt>
          <cx:pt idx="472">120</cx:pt>
          <cx:pt idx="473">123</cx:pt>
          <cx:pt idx="474">149</cx:pt>
          <cx:pt idx="475">120</cx:pt>
          <cx:pt idx="476">123</cx:pt>
          <cx:pt idx="477">141</cx:pt>
          <cx:pt idx="478">135</cx:pt>
          <cx:pt idx="479">140</cx:pt>
          <cx:pt idx="480">154</cx:pt>
          <cx:pt idx="481">140</cx:pt>
          <cx:pt idx="482">130</cx:pt>
          <cx:pt idx="483">147</cx:pt>
          <cx:pt idx="484">139</cx:pt>
          <cx:pt idx="485">137</cx:pt>
          <cx:pt idx="486">123</cx:pt>
          <cx:pt idx="487">143</cx:pt>
          <cx:pt idx="488">137</cx:pt>
          <cx:pt idx="489">133</cx:pt>
          <cx:pt idx="490">127</cx:pt>
          <cx:pt idx="491">127</cx:pt>
          <cx:pt idx="492">158</cx:pt>
          <cx:pt idx="493">144</cx:pt>
          <cx:pt idx="494">135</cx:pt>
          <cx:pt idx="495">145</cx:pt>
          <cx:pt idx="496">132</cx:pt>
          <cx:pt idx="497">157</cx:pt>
          <cx:pt idx="498">121</cx:pt>
          <cx:pt idx="499">122</cx:pt>
          <cx:pt idx="500">143</cx:pt>
          <cx:pt idx="501">138</cx:pt>
          <cx:pt idx="502">162</cx:pt>
          <cx:pt idx="503">128</cx:pt>
          <cx:pt idx="504">131</cx:pt>
          <cx:pt idx="505">139</cx:pt>
          <cx:pt idx="506">124</cx:pt>
          <cx:pt idx="507">162</cx:pt>
          <cx:pt idx="508">125</cx:pt>
          <cx:pt idx="509">158</cx:pt>
          <cx:pt idx="510">130</cx:pt>
          <cx:pt idx="511">121</cx:pt>
          <cx:pt idx="512">144</cx:pt>
          <cx:pt idx="513">123</cx:pt>
          <cx:pt idx="514">141</cx:pt>
          <cx:pt idx="515">139</cx:pt>
          <cx:pt idx="516">133</cx:pt>
          <cx:pt idx="517">130</cx:pt>
          <cx:pt idx="518">148</cx:pt>
          <cx:pt idx="519">130</cx:pt>
          <cx:pt idx="520">138</cx:pt>
          <cx:pt idx="521">139</cx:pt>
          <cx:pt idx="522">139</cx:pt>
          <cx:pt idx="523">144</cx:pt>
          <cx:pt idx="524">125</cx:pt>
          <cx:pt idx="525">139</cx:pt>
          <cx:pt idx="526">124</cx:pt>
          <cx:pt idx="527">129</cx:pt>
          <cx:pt idx="528">139</cx:pt>
          <cx:pt idx="529">124</cx:pt>
          <cx:pt idx="530">145</cx:pt>
          <cx:pt idx="531">126</cx:pt>
          <cx:pt idx="532">132</cx:pt>
          <cx:pt idx="533">122</cx:pt>
          <cx:pt idx="534">142</cx:pt>
          <cx:pt idx="535">151</cx:pt>
          <cx:pt idx="536">136</cx:pt>
          <cx:pt idx="537">149</cx:pt>
          <cx:pt idx="538">129</cx:pt>
          <cx:pt idx="539">139</cx:pt>
          <cx:pt idx="540">123</cx:pt>
          <cx:pt idx="541">161</cx:pt>
          <cx:pt idx="542">147</cx:pt>
          <cx:pt idx="543">144</cx:pt>
          <cx:pt idx="544">133</cx:pt>
          <cx:pt idx="545">140</cx:pt>
          <cx:pt idx="546">131</cx:pt>
          <cx:pt idx="547">129</cx:pt>
          <cx:pt idx="548">129</cx:pt>
          <cx:pt idx="549">129</cx:pt>
          <cx:pt idx="550">130</cx:pt>
          <cx:pt idx="551">152</cx:pt>
          <cx:pt idx="552">139</cx:pt>
          <cx:pt idx="553">134</cx:pt>
          <cx:pt idx="554">167</cx:pt>
          <cx:pt idx="555">159</cx:pt>
          <cx:pt idx="556">125</cx:pt>
          <cx:pt idx="557">157</cx:pt>
          <cx:pt idx="558">166</cx:pt>
          <cx:pt idx="559">143</cx:pt>
          <cx:pt idx="560">153</cx:pt>
          <cx:pt idx="561">167</cx:pt>
          <cx:pt idx="562">121</cx:pt>
          <cx:pt idx="563">163</cx:pt>
          <cx:pt idx="564">126</cx:pt>
          <cx:pt idx="565">166</cx:pt>
          <cx:pt idx="566">144</cx:pt>
          <cx:pt idx="567">144</cx:pt>
          <cx:pt idx="568">160</cx:pt>
          <cx:pt idx="569">155</cx:pt>
          <cx:pt idx="570">135</cx:pt>
          <cx:pt idx="571">167</cx:pt>
          <cx:pt idx="572">157</cx:pt>
          <cx:pt idx="573">154</cx:pt>
          <cx:pt idx="574">146</cx:pt>
          <cx:pt idx="575">142</cx:pt>
          <cx:pt idx="576">148</cx:pt>
          <cx:pt idx="577">139</cx:pt>
          <cx:pt idx="578">136</cx:pt>
          <cx:pt idx="579">131</cx:pt>
          <cx:pt idx="580">128</cx:pt>
          <cx:pt idx="581">141</cx:pt>
          <cx:pt idx="582">136</cx:pt>
          <cx:pt idx="583">142</cx:pt>
          <cx:pt idx="584">140</cx:pt>
          <cx:pt idx="585">138</cx:pt>
          <cx:pt idx="586">138</cx:pt>
          <cx:pt idx="587">127</cx:pt>
          <cx:pt idx="588">140</cx:pt>
          <cx:pt idx="589">127</cx:pt>
          <cx:pt idx="590">121</cx:pt>
          <cx:pt idx="591">125</cx:pt>
          <cx:pt idx="592">137</cx:pt>
          <cx:pt idx="593">156</cx:pt>
          <cx:pt idx="594">121</cx:pt>
          <cx:pt idx="595">136</cx:pt>
          <cx:pt idx="596">135</cx:pt>
          <cx:pt idx="597">148</cx:pt>
          <cx:pt idx="598">121</cx:pt>
          <cx:pt idx="599">129</cx:pt>
          <cx:pt idx="600">143</cx:pt>
          <cx:pt idx="601">122</cx:pt>
          <cx:pt idx="602">149</cx:pt>
          <cx:pt idx="603">143</cx:pt>
          <cx:pt idx="604">127</cx:pt>
          <cx:pt idx="605">129</cx:pt>
          <cx:pt idx="606">134</cx:pt>
          <cx:pt idx="607">143</cx:pt>
          <cx:pt idx="608">124</cx:pt>
          <cx:pt idx="609">120</cx:pt>
          <cx:pt idx="610">139</cx:pt>
          <cx:pt idx="611">143</cx:pt>
          <cx:pt idx="612">135</cx:pt>
          <cx:pt idx="613">135</cx:pt>
          <cx:pt idx="614">146</cx:pt>
          <cx:pt idx="615">128</cx:pt>
          <cx:pt idx="616">138</cx:pt>
          <cx:pt idx="617">137</cx:pt>
          <cx:pt idx="618">126</cx:pt>
          <cx:pt idx="619">145</cx:pt>
          <cx:pt idx="620">127</cx:pt>
          <cx:pt idx="621">143</cx:pt>
          <cx:pt idx="622">134</cx:pt>
          <cx:pt idx="623">148</cx:pt>
          <cx:pt idx="624">129</cx:pt>
          <cx:pt idx="625">134</cx:pt>
          <cx:pt idx="626">129</cx:pt>
          <cx:pt idx="627">135</cx:pt>
          <cx:pt idx="628">136</cx:pt>
          <cx:pt idx="629">140</cx:pt>
          <cx:pt idx="630">121</cx:pt>
          <cx:pt idx="631">120</cx:pt>
          <cx:pt idx="632">131</cx:pt>
          <cx:pt idx="633">141</cx:pt>
          <cx:pt idx="634">121</cx:pt>
          <cx:pt idx="635">130</cx:pt>
          <cx:pt idx="636">139</cx:pt>
          <cx:pt idx="637">129</cx:pt>
          <cx:pt idx="638">126</cx:pt>
          <cx:pt idx="639">135</cx:pt>
          <cx:pt idx="640">128</cx:pt>
          <cx:pt idx="641">147</cx:pt>
          <cx:pt idx="642">149</cx:pt>
          <cx:pt idx="643">127</cx:pt>
          <cx:pt idx="644">147</cx:pt>
          <cx:pt idx="645">122</cx:pt>
          <cx:pt idx="646">141</cx:pt>
          <cx:pt idx="647">131</cx:pt>
          <cx:pt idx="648">132</cx:pt>
          <cx:pt idx="649">121</cx:pt>
          <cx:pt idx="650">141</cx:pt>
          <cx:pt idx="651">131</cx:pt>
          <cx:pt idx="652">124</cx:pt>
          <cx:pt idx="653">141</cx:pt>
          <cx:pt idx="654">157</cx:pt>
          <cx:pt idx="655">137</cx:pt>
          <cx:pt idx="656">120</cx:pt>
          <cx:pt idx="657">167</cx:pt>
          <cx:pt idx="658">150</cx:pt>
          <cx:pt idx="659">160</cx:pt>
          <cx:pt idx="660">163</cx:pt>
          <cx:pt idx="661">150</cx:pt>
          <cx:pt idx="662">167</cx:pt>
          <cx:pt idx="663">158</cx:pt>
          <cx:pt idx="664">148</cx:pt>
          <cx:pt idx="665">144</cx:pt>
          <cx:pt idx="666">141</cx:pt>
          <cx:pt idx="667">158</cx:pt>
          <cx:pt idx="668">160</cx:pt>
          <cx:pt idx="669">165</cx:pt>
          <cx:pt idx="670">139</cx:pt>
          <cx:pt idx="671">155</cx:pt>
          <cx:pt idx="672">164</cx:pt>
          <cx:pt idx="673">152</cx:pt>
          <cx:pt idx="674">143</cx:pt>
          <cx:pt idx="675">153</cx:pt>
          <cx:pt idx="676">132</cx:pt>
          <cx:pt idx="677">163</cx:pt>
          <cx:pt idx="678">154</cx:pt>
          <cx:pt idx="679">159</cx:pt>
          <cx:pt idx="680">168</cx:pt>
          <cx:pt idx="681">156</cx:pt>
          <cx:pt idx="682">153</cx:pt>
          <cx:pt idx="683">153</cx:pt>
          <cx:pt idx="684">122</cx:pt>
          <cx:pt idx="685">156</cx:pt>
          <cx:pt idx="686">164</cx:pt>
          <cx:pt idx="687">144</cx:pt>
          <cx:pt idx="688">140</cx:pt>
          <cx:pt idx="689">146</cx:pt>
          <cx:pt idx="690">167</cx:pt>
          <cx:pt idx="691">162</cx:pt>
          <cx:pt idx="692">165</cx:pt>
          <cx:pt idx="693">161</cx:pt>
          <cx:pt idx="694">169</cx:pt>
          <cx:pt idx="695">150</cx:pt>
          <cx:pt idx="696">147</cx:pt>
          <cx:pt idx="697">126</cx:pt>
          <cx:pt idx="698">145</cx:pt>
          <cx:pt idx="699">140</cx:pt>
          <cx:pt idx="700">143</cx:pt>
          <cx:pt idx="701">166</cx:pt>
          <cx:pt idx="702">139</cx:pt>
          <cx:pt idx="703">121</cx:pt>
          <cx:pt idx="704">144</cx:pt>
          <cx:pt idx="705">166</cx:pt>
          <cx:pt idx="706">142</cx:pt>
          <cx:pt idx="707">153</cx:pt>
          <cx:pt idx="708">139</cx:pt>
          <cx:pt idx="709">167</cx:pt>
          <cx:pt idx="710">144</cx:pt>
          <cx:pt idx="711">166</cx:pt>
          <cx:pt idx="712">126</cx:pt>
          <cx:pt idx="713">167</cx:pt>
          <cx:pt idx="714">151</cx:pt>
          <cx:pt idx="715">124</cx:pt>
          <cx:pt idx="716">169</cx:pt>
          <cx:pt idx="717">162</cx:pt>
          <cx:pt idx="718">143</cx:pt>
          <cx:pt idx="719">132</cx:pt>
          <cx:pt idx="720">126</cx:pt>
          <cx:pt idx="721">120</cx:pt>
          <cx:pt idx="722">121</cx:pt>
          <cx:pt idx="723">132</cx:pt>
          <cx:pt idx="724">140</cx:pt>
          <cx:pt idx="725">143</cx:pt>
          <cx:pt idx="726">145</cx:pt>
          <cx:pt idx="727">132</cx:pt>
          <cx:pt idx="728">125</cx:pt>
          <cx:pt idx="729">132</cx:pt>
          <cx:pt idx="730">141</cx:pt>
          <cx:pt idx="731">157</cx:pt>
          <cx:pt idx="732">143</cx:pt>
          <cx:pt idx="733">122</cx:pt>
          <cx:pt idx="734">131</cx:pt>
          <cx:pt idx="735">129</cx:pt>
          <cx:pt idx="736">169</cx:pt>
          <cx:pt idx="737">169</cx:pt>
          <cx:pt idx="738">163</cx:pt>
          <cx:pt idx="739">151</cx:pt>
          <cx:pt idx="740">125</cx:pt>
          <cx:pt idx="741">134</cx:pt>
          <cx:pt idx="742">120</cx:pt>
          <cx:pt idx="743">169</cx:pt>
          <cx:pt idx="744">152</cx:pt>
          <cx:pt idx="745">168</cx:pt>
          <cx:pt idx="746">138</cx:pt>
          <cx:pt idx="747">163</cx:pt>
          <cx:pt idx="748">166</cx:pt>
          <cx:pt idx="749">156</cx:pt>
          <cx:pt idx="750">159</cx:pt>
          <cx:pt idx="751">133</cx:pt>
          <cx:pt idx="752">150</cx:pt>
          <cx:pt idx="753">149</cx:pt>
          <cx:pt idx="754">149</cx:pt>
          <cx:pt idx="755">152</cx:pt>
          <cx:pt idx="756">158</cx:pt>
          <cx:pt idx="757">160</cx:pt>
          <cx:pt idx="758">145</cx:pt>
          <cx:pt idx="759">162</cx:pt>
          <cx:pt idx="760">152</cx:pt>
          <cx:pt idx="761">156</cx:pt>
          <cx:pt idx="762">120</cx:pt>
          <cx:pt idx="763">167</cx:pt>
          <cx:pt idx="764">162</cx:pt>
          <cx:pt idx="765">159</cx:pt>
          <cx:pt idx="766">166</cx:pt>
          <cx:pt idx="767">169</cx:pt>
          <cx:pt idx="768">160</cx:pt>
          <cx:pt idx="769">167</cx:pt>
          <cx:pt idx="770">157</cx:pt>
          <cx:pt idx="771">165</cx:pt>
          <cx:pt idx="772">127</cx:pt>
          <cx:pt idx="773">161</cx:pt>
          <cx:pt idx="774">159</cx:pt>
          <cx:pt idx="775">153</cx:pt>
          <cx:pt idx="776">168</cx:pt>
          <cx:pt idx="777">168</cx:pt>
          <cx:pt idx="778">149</cx:pt>
          <cx:pt idx="779">138</cx:pt>
          <cx:pt idx="780">167</cx:pt>
          <cx:pt idx="781">166</cx:pt>
          <cx:pt idx="782">134</cx:pt>
          <cx:pt idx="783">163</cx:pt>
          <cx:pt idx="784">156</cx:pt>
          <cx:pt idx="785">155</cx:pt>
          <cx:pt idx="786">147</cx:pt>
          <cx:pt idx="787">161</cx:pt>
          <cx:pt idx="788">160</cx:pt>
          <cx:pt idx="789">165</cx:pt>
          <cx:pt idx="790">166</cx:pt>
          <cx:pt idx="791">169</cx:pt>
          <cx:pt idx="792">158</cx:pt>
          <cx:pt idx="793">134</cx:pt>
          <cx:pt idx="794">169</cx:pt>
          <cx:pt idx="795">129</cx:pt>
          <cx:pt idx="796">159</cx:pt>
          <cx:pt idx="797">159</cx:pt>
          <cx:pt idx="798">125</cx:pt>
          <cx:pt idx="799">160</cx:pt>
          <cx:pt idx="800">157</cx:pt>
          <cx:pt idx="801">159</cx:pt>
          <cx:pt idx="802">160</cx:pt>
          <cx:pt idx="803">166</cx:pt>
          <cx:pt idx="804">160</cx:pt>
          <cx:pt idx="805">150</cx:pt>
          <cx:pt idx="806">130</cx:pt>
          <cx:pt idx="807">141</cx:pt>
          <cx:pt idx="808">163</cx:pt>
          <cx:pt idx="809">167</cx:pt>
          <cx:pt idx="810">151</cx:pt>
          <cx:pt idx="811">143</cx:pt>
          <cx:pt idx="812">162</cx:pt>
          <cx:pt idx="813">152</cx:pt>
          <cx:pt idx="814">150</cx:pt>
          <cx:pt idx="815">152</cx:pt>
          <cx:pt idx="816">135</cx:pt>
          <cx:pt idx="817">156</cx:pt>
          <cx:pt idx="818">152</cx:pt>
          <cx:pt idx="819">156</cx:pt>
          <cx:pt idx="820">165</cx:pt>
          <cx:pt idx="821">167</cx:pt>
          <cx:pt idx="822">157</cx:pt>
          <cx:pt idx="823">155</cx:pt>
          <cx:pt idx="824">161</cx:pt>
          <cx:pt idx="825">153</cx:pt>
          <cx:pt idx="826">153</cx:pt>
          <cx:pt idx="827">163</cx:pt>
          <cx:pt idx="828">160</cx:pt>
          <cx:pt idx="829">163</cx:pt>
          <cx:pt idx="830">140</cx:pt>
          <cx:pt idx="831">134</cx:pt>
          <cx:pt idx="832">164</cx:pt>
          <cx:pt idx="833">122</cx:pt>
          <cx:pt idx="834">159</cx:pt>
          <cx:pt idx="835">121</cx:pt>
          <cx:pt idx="836">158</cx:pt>
          <cx:pt idx="837">168</cx:pt>
          <cx:pt idx="838">165</cx:pt>
          <cx:pt idx="839">155</cx:pt>
          <cx:pt idx="840">133</cx:pt>
          <cx:pt idx="841">123</cx:pt>
          <cx:pt idx="842">154</cx:pt>
          <cx:pt idx="843">155</cx:pt>
          <cx:pt idx="844">158</cx:pt>
          <cx:pt idx="845">127</cx:pt>
          <cx:pt idx="846">143</cx:pt>
          <cx:pt idx="847">158</cx:pt>
          <cx:pt idx="848">146</cx:pt>
          <cx:pt idx="849">146</cx:pt>
          <cx:pt idx="850">152</cx:pt>
          <cx:pt idx="851">155</cx:pt>
          <cx:pt idx="852">155</cx:pt>
          <cx:pt idx="853">135</cx:pt>
          <cx:pt idx="854">165</cx:pt>
          <cx:pt idx="855">146</cx:pt>
          <cx:pt idx="856">152</cx:pt>
          <cx:pt idx="857">134</cx:pt>
          <cx:pt idx="858">154</cx:pt>
          <cx:pt idx="859">134</cx:pt>
          <cx:pt idx="860">146</cx:pt>
          <cx:pt idx="861">162</cx:pt>
          <cx:pt idx="862">162</cx:pt>
          <cx:pt idx="863">164</cx:pt>
          <cx:pt idx="864">126</cx:pt>
          <cx:pt idx="865">155</cx:pt>
          <cx:pt idx="866">130</cx:pt>
          <cx:pt idx="867">160</cx:pt>
          <cx:pt idx="868">150</cx:pt>
          <cx:pt idx="869">160</cx:pt>
          <cx:pt idx="870">125</cx:pt>
          <cx:pt idx="871">166</cx:pt>
          <cx:pt idx="872">140</cx:pt>
          <cx:pt idx="873">153</cx:pt>
          <cx:pt idx="874">128</cx:pt>
          <cx:pt idx="875">161</cx:pt>
          <cx:pt idx="876">130</cx:pt>
          <cx:pt idx="877">156</cx:pt>
          <cx:pt idx="878">125</cx:pt>
          <cx:pt idx="879">126</cx:pt>
          <cx:pt idx="880">156</cx:pt>
          <cx:pt idx="881">123</cx:pt>
          <cx:pt idx="882">161</cx:pt>
          <cx:pt idx="883">161</cx:pt>
          <cx:pt idx="884">149</cx:pt>
          <cx:pt idx="885">147</cx:pt>
          <cx:pt idx="886">153</cx:pt>
          <cx:pt idx="887">165</cx:pt>
          <cx:pt idx="888">155</cx:pt>
          <cx:pt idx="889">137</cx:pt>
          <cx:pt idx="890">136</cx:pt>
          <cx:pt idx="891">141</cx:pt>
          <cx:pt idx="892">158</cx:pt>
          <cx:pt idx="893">156</cx:pt>
          <cx:pt idx="894">133</cx:pt>
          <cx:pt idx="895">162</cx:pt>
          <cx:pt idx="896">144</cx:pt>
          <cx:pt idx="897">140</cx:pt>
          <cx:pt idx="898">132</cx:pt>
          <cx:pt idx="899">120</cx:pt>
          <cx:pt idx="900">136</cx:pt>
          <cx:pt idx="901">146</cx:pt>
          <cx:pt idx="902">153</cx:pt>
          <cx:pt idx="903">168</cx:pt>
          <cx:pt idx="904">123</cx:pt>
          <cx:pt idx="905">167</cx:pt>
          <cx:pt idx="906">127</cx:pt>
          <cx:pt idx="907">146</cx:pt>
          <cx:pt idx="908">158</cx:pt>
          <cx:pt idx="909">136</cx:pt>
          <cx:pt idx="910">152</cx:pt>
          <cx:pt idx="911">127</cx:pt>
          <cx:pt idx="912">160</cx:pt>
          <cx:pt idx="913">151</cx:pt>
          <cx:pt idx="914">132</cx:pt>
          <cx:pt idx="915">161</cx:pt>
          <cx:pt idx="916">145</cx:pt>
          <cx:pt idx="917">130</cx:pt>
          <cx:pt idx="918">136</cx:pt>
          <cx:pt idx="919">156</cx:pt>
          <cx:pt idx="920">161</cx:pt>
          <cx:pt idx="921">169</cx:pt>
          <cx:pt idx="922">160</cx:pt>
          <cx:pt idx="923">121</cx:pt>
          <cx:pt idx="924">135</cx:pt>
          <cx:pt idx="925">168</cx:pt>
          <cx:pt idx="926">158</cx:pt>
          <cx:pt idx="927">160</cx:pt>
          <cx:pt idx="928">161</cx:pt>
          <cx:pt idx="929">161</cx:pt>
          <cx:pt idx="930">163</cx:pt>
          <cx:pt idx="931">153</cx:pt>
          <cx:pt idx="932">167</cx:pt>
          <cx:pt idx="933">165</cx:pt>
          <cx:pt idx="934">162</cx:pt>
          <cx:pt idx="935">166</cx:pt>
          <cx:pt idx="936">159</cx:pt>
          <cx:pt idx="937">155</cx:pt>
          <cx:pt idx="938">150</cx:pt>
          <cx:pt idx="939">154</cx:pt>
          <cx:pt idx="940">166</cx:pt>
          <cx:pt idx="941">157</cx:pt>
          <cx:pt idx="942">156</cx:pt>
          <cx:pt idx="943">155</cx:pt>
          <cx:pt idx="944">157</cx:pt>
          <cx:pt idx="945">155</cx:pt>
          <cx:pt idx="946">161</cx:pt>
          <cx:pt idx="947">151</cx:pt>
          <cx:pt idx="948">168</cx:pt>
          <cx:pt idx="949">152</cx:pt>
          <cx:pt idx="950">161</cx:pt>
          <cx:pt idx="951">161</cx:pt>
          <cx:pt idx="952">165</cx:pt>
          <cx:pt idx="953">164</cx:pt>
          <cx:pt idx="954">158</cx:pt>
          <cx:pt idx="955">165</cx:pt>
          <cx:pt idx="956">151</cx:pt>
          <cx:pt idx="957">157</cx:pt>
          <cx:pt idx="958">164</cx:pt>
          <cx:pt idx="959">160</cx:pt>
          <cx:pt idx="960">150</cx:pt>
          <cx:pt idx="961">169</cx:pt>
          <cx:pt idx="962">150</cx:pt>
          <cx:pt idx="963">167</cx:pt>
          <cx:pt idx="964">148</cx:pt>
          <cx:pt idx="965">149</cx:pt>
          <cx:pt idx="966">169</cx:pt>
          <cx:pt idx="967">146</cx:pt>
          <cx:pt idx="968">157</cx:pt>
          <cx:pt idx="969">167</cx:pt>
          <cx:pt idx="970">168</cx:pt>
          <cx:pt idx="971">167</cx:pt>
          <cx:pt idx="972">168</cx:pt>
        </cx:lvl>
      </cx:numDim>
    </cx:data>
  </cx:chartData>
  <cx:chart>
    <cx:title pos="t" align="ctr" overlay="0">
      <cx:tx>
        <cx:txData>
          <cx:v>Avg EHR BPM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Avg EHR BPM Distribution</a:t>
          </a:r>
        </a:p>
      </cx:txPr>
    </cx:title>
    <cx:plotArea>
      <cx:plotAreaRegion>
        <cx:series layoutId="clusteredColumn" uniqueId="{FBB26A27-BF26-4F08-B74F-6CC7DA205723}">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max="150"/>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15.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Tracking'!$Q$2:$Q$974</cx:f>
        <cx:lvl ptCount="973" formatCode="General">
          <cx:pt idx="0">54</cx:pt>
          <cx:pt idx="1">69</cx:pt>
          <cx:pt idx="2">53</cx:pt>
          <cx:pt idx="3">68</cx:pt>
          <cx:pt idx="4">61</cx:pt>
          <cx:pt idx="5">67</cx:pt>
          <cx:pt idx="6">54</cx:pt>
          <cx:pt idx="7">67</cx:pt>
          <cx:pt idx="8">63</cx:pt>
          <cx:pt idx="9">54</cx:pt>
          <cx:pt idx="10">68</cx:pt>
          <cx:pt idx="11">58</cx:pt>
          <cx:pt idx="12">71</cx:pt>
          <cx:pt idx="13">72</cx:pt>
          <cx:pt idx="14">59</cx:pt>
          <cx:pt idx="15">64</cx:pt>
          <cx:pt idx="16">69</cx:pt>
          <cx:pt idx="17">59</cx:pt>
          <cx:pt idx="18">64</cx:pt>
          <cx:pt idx="19">59</cx:pt>
          <cx:pt idx="20">59</cx:pt>
          <cx:pt idx="21">54</cx:pt>
          <cx:pt idx="22">64</cx:pt>
          <cx:pt idx="23">54</cx:pt>
          <cx:pt idx="24">56</cx:pt>
          <cx:pt idx="25">61</cx:pt>
          <cx:pt idx="26">56</cx:pt>
          <cx:pt idx="27">71</cx:pt>
          <cx:pt idx="28">59</cx:pt>
          <cx:pt idx="29">74</cx:pt>
          <cx:pt idx="30">58</cx:pt>
          <cx:pt idx="31">70</cx:pt>
          <cx:pt idx="32">73</cx:pt>
          <cx:pt idx="33">69</cx:pt>
          <cx:pt idx="34">51</cx:pt>
          <cx:pt idx="35">62</cx:pt>
          <cx:pt idx="36">53</cx:pt>
          <cx:pt idx="37">62</cx:pt>
          <cx:pt idx="38">52</cx:pt>
          <cx:pt idx="39">51</cx:pt>
          <cx:pt idx="40">64</cx:pt>
          <cx:pt idx="41">66</cx:pt>
          <cx:pt idx="42">58</cx:pt>
          <cx:pt idx="43">56</cx:pt>
          <cx:pt idx="44">53</cx:pt>
          <cx:pt idx="45">56</cx:pt>
          <cx:pt idx="46">63</cx:pt>
          <cx:pt idx="47">63</cx:pt>
          <cx:pt idx="48">59</cx:pt>
          <cx:pt idx="49">56</cx:pt>
          <cx:pt idx="50">71</cx:pt>
          <cx:pt idx="51">60</cx:pt>
          <cx:pt idx="52">66</cx:pt>
          <cx:pt idx="53">58</cx:pt>
          <cx:pt idx="54">50</cx:pt>
          <cx:pt idx="55">64</cx:pt>
          <cx:pt idx="56">51</cx:pt>
          <cx:pt idx="57">66</cx:pt>
          <cx:pt idx="58">50</cx:pt>
          <cx:pt idx="59">50</cx:pt>
          <cx:pt idx="60">66</cx:pt>
          <cx:pt idx="61">50</cx:pt>
          <cx:pt idx="62">55</cx:pt>
          <cx:pt idx="63">74</cx:pt>
          <cx:pt idx="64">50</cx:pt>
          <cx:pt idx="65">60</cx:pt>
          <cx:pt idx="66">66</cx:pt>
          <cx:pt idx="67">61</cx:pt>
          <cx:pt idx="68">63</cx:pt>
          <cx:pt idx="69">58</cx:pt>
          <cx:pt idx="70">59</cx:pt>
          <cx:pt idx="71">62</cx:pt>
          <cx:pt idx="72">53</cx:pt>
          <cx:pt idx="73">74</cx:pt>
          <cx:pt idx="74">69</cx:pt>
          <cx:pt idx="75">55</cx:pt>
          <cx:pt idx="76">63</cx:pt>
          <cx:pt idx="77">68</cx:pt>
          <cx:pt idx="78">62</cx:pt>
          <cx:pt idx="79">72</cx:pt>
          <cx:pt idx="80">73</cx:pt>
          <cx:pt idx="81">58</cx:pt>
          <cx:pt idx="82">62</cx:pt>
          <cx:pt idx="83">61</cx:pt>
          <cx:pt idx="84">57</cx:pt>
          <cx:pt idx="85">74</cx:pt>
          <cx:pt idx="86">68</cx:pt>
          <cx:pt idx="87">57</cx:pt>
          <cx:pt idx="88">67</cx:pt>
          <cx:pt idx="89">63</cx:pt>
          <cx:pt idx="90">56</cx:pt>
          <cx:pt idx="91">65</cx:pt>
          <cx:pt idx="92">63</cx:pt>
          <cx:pt idx="93">65</cx:pt>
          <cx:pt idx="94">66</cx:pt>
          <cx:pt idx="95">58</cx:pt>
          <cx:pt idx="96">66</cx:pt>
          <cx:pt idx="97">61</cx:pt>
          <cx:pt idx="98">54</cx:pt>
          <cx:pt idx="99">61</cx:pt>
          <cx:pt idx="100">60</cx:pt>
          <cx:pt idx="101">61</cx:pt>
          <cx:pt idx="102">52</cx:pt>
          <cx:pt idx="103">73</cx:pt>
          <cx:pt idx="104">50</cx:pt>
          <cx:pt idx="105">52</cx:pt>
          <cx:pt idx="106">74</cx:pt>
          <cx:pt idx="107">50</cx:pt>
          <cx:pt idx="108">63</cx:pt>
          <cx:pt idx="109">58</cx:pt>
          <cx:pt idx="110">72</cx:pt>
          <cx:pt idx="111">53</cx:pt>
          <cx:pt idx="112">54</cx:pt>
          <cx:pt idx="113">70</cx:pt>
          <cx:pt idx="114">52</cx:pt>
          <cx:pt idx="115">73</cx:pt>
          <cx:pt idx="116">69</cx:pt>
          <cx:pt idx="117">71</cx:pt>
          <cx:pt idx="118">50</cx:pt>
          <cx:pt idx="119">63</cx:pt>
          <cx:pt idx="120">62</cx:pt>
          <cx:pt idx="121">72</cx:pt>
          <cx:pt idx="122">62</cx:pt>
          <cx:pt idx="123">62</cx:pt>
          <cx:pt idx="124">52</cx:pt>
          <cx:pt idx="125">56</cx:pt>
          <cx:pt idx="126">62</cx:pt>
          <cx:pt idx="127">56</cx:pt>
          <cx:pt idx="128">54</cx:pt>
          <cx:pt idx="129">50</cx:pt>
          <cx:pt idx="130">74</cx:pt>
          <cx:pt idx="131">56</cx:pt>
          <cx:pt idx="132">69</cx:pt>
          <cx:pt idx="133">52</cx:pt>
          <cx:pt idx="134">68</cx:pt>
          <cx:pt idx="135">59</cx:pt>
          <cx:pt idx="136">68</cx:pt>
          <cx:pt idx="137">73</cx:pt>
          <cx:pt idx="138">50</cx:pt>
          <cx:pt idx="139">56</cx:pt>
          <cx:pt idx="140">64</cx:pt>
          <cx:pt idx="141">74</cx:pt>
          <cx:pt idx="142">51</cx:pt>
          <cx:pt idx="143">63</cx:pt>
          <cx:pt idx="144">59</cx:pt>
          <cx:pt idx="145">52</cx:pt>
          <cx:pt idx="146">57</cx:pt>
          <cx:pt idx="147">71</cx:pt>
          <cx:pt idx="148">73</cx:pt>
          <cx:pt idx="149">52</cx:pt>
          <cx:pt idx="150">56</cx:pt>
          <cx:pt idx="151">57</cx:pt>
          <cx:pt idx="152">74</cx:pt>
          <cx:pt idx="153">55</cx:pt>
          <cx:pt idx="154">69</cx:pt>
          <cx:pt idx="155">58</cx:pt>
          <cx:pt idx="156">58</cx:pt>
          <cx:pt idx="157">50</cx:pt>
          <cx:pt idx="158">50</cx:pt>
          <cx:pt idx="159">58</cx:pt>
          <cx:pt idx="160">57</cx:pt>
          <cx:pt idx="161">67</cx:pt>
          <cx:pt idx="162">74</cx:pt>
          <cx:pt idx="163">60</cx:pt>
          <cx:pt idx="164">70</cx:pt>
          <cx:pt idx="165">61</cx:pt>
          <cx:pt idx="166">52</cx:pt>
          <cx:pt idx="167">71</cx:pt>
          <cx:pt idx="168">67</cx:pt>
          <cx:pt idx="169">55</cx:pt>
          <cx:pt idx="170">68</cx:pt>
          <cx:pt idx="171">69</cx:pt>
          <cx:pt idx="172">67</cx:pt>
          <cx:pt idx="173">50</cx:pt>
          <cx:pt idx="174">65</cx:pt>
          <cx:pt idx="175">53</cx:pt>
          <cx:pt idx="176">72</cx:pt>
          <cx:pt idx="177">71</cx:pt>
          <cx:pt idx="178">67</cx:pt>
          <cx:pt idx="179">56</cx:pt>
          <cx:pt idx="180">50</cx:pt>
          <cx:pt idx="181">63</cx:pt>
          <cx:pt idx="182">55</cx:pt>
          <cx:pt idx="183">72</cx:pt>
          <cx:pt idx="184">62</cx:pt>
          <cx:pt idx="185">60</cx:pt>
          <cx:pt idx="186">54</cx:pt>
          <cx:pt idx="187">66</cx:pt>
          <cx:pt idx="188">63</cx:pt>
          <cx:pt idx="189">53</cx:pt>
          <cx:pt idx="190">73</cx:pt>
          <cx:pt idx="191">73</cx:pt>
          <cx:pt idx="192">55</cx:pt>
          <cx:pt idx="193">71</cx:pt>
          <cx:pt idx="194">59</cx:pt>
          <cx:pt idx="195">69</cx:pt>
          <cx:pt idx="196">65</cx:pt>
          <cx:pt idx="197">64</cx:pt>
          <cx:pt idx="198">52</cx:pt>
          <cx:pt idx="199">71</cx:pt>
          <cx:pt idx="200">62</cx:pt>
          <cx:pt idx="201">66</cx:pt>
          <cx:pt idx="202">62</cx:pt>
          <cx:pt idx="203">59</cx:pt>
          <cx:pt idx="204">63</cx:pt>
          <cx:pt idx="205">50</cx:pt>
          <cx:pt idx="206">51</cx:pt>
          <cx:pt idx="207">66</cx:pt>
          <cx:pt idx="208">72</cx:pt>
          <cx:pt idx="209">58</cx:pt>
          <cx:pt idx="210">50</cx:pt>
          <cx:pt idx="211">68</cx:pt>
          <cx:pt idx="212">60</cx:pt>
          <cx:pt idx="213">74</cx:pt>
          <cx:pt idx="214">74</cx:pt>
          <cx:pt idx="215">60</cx:pt>
          <cx:pt idx="216">50</cx:pt>
          <cx:pt idx="217">50</cx:pt>
          <cx:pt idx="218">68</cx:pt>
          <cx:pt idx="219">73</cx:pt>
          <cx:pt idx="220">74</cx:pt>
          <cx:pt idx="221">52</cx:pt>
          <cx:pt idx="222">67</cx:pt>
          <cx:pt idx="223">73</cx:pt>
          <cx:pt idx="224">62</cx:pt>
          <cx:pt idx="225">63</cx:pt>
          <cx:pt idx="226">52</cx:pt>
          <cx:pt idx="227">74</cx:pt>
          <cx:pt idx="228">50</cx:pt>
          <cx:pt idx="229">55</cx:pt>
          <cx:pt idx="230">71</cx:pt>
          <cx:pt idx="231">74</cx:pt>
          <cx:pt idx="232">50</cx:pt>
          <cx:pt idx="233">54</cx:pt>
          <cx:pt idx="234">51</cx:pt>
          <cx:pt idx="235">56</cx:pt>
          <cx:pt idx="236">69</cx:pt>
          <cx:pt idx="237">71</cx:pt>
          <cx:pt idx="238">52</cx:pt>
          <cx:pt idx="239">53</cx:pt>
          <cx:pt idx="240">70</cx:pt>
          <cx:pt idx="241">66</cx:pt>
          <cx:pt idx="242">65</cx:pt>
          <cx:pt idx="243">54</cx:pt>
          <cx:pt idx="244">63</cx:pt>
          <cx:pt idx="245">64</cx:pt>
          <cx:pt idx="246">54</cx:pt>
          <cx:pt idx="247">72</cx:pt>
          <cx:pt idx="248">54</cx:pt>
          <cx:pt idx="249">66</cx:pt>
          <cx:pt idx="250">63</cx:pt>
          <cx:pt idx="251">71</cx:pt>
          <cx:pt idx="252">69</cx:pt>
          <cx:pt idx="253">73</cx:pt>
          <cx:pt idx="254">50</cx:pt>
          <cx:pt idx="255">57</cx:pt>
          <cx:pt idx="256">67</cx:pt>
          <cx:pt idx="257">73</cx:pt>
          <cx:pt idx="258">59</cx:pt>
          <cx:pt idx="259">74</cx:pt>
          <cx:pt idx="260">73</cx:pt>
          <cx:pt idx="261">67</cx:pt>
          <cx:pt idx="262">64</cx:pt>
          <cx:pt idx="263">62</cx:pt>
          <cx:pt idx="264">59</cx:pt>
          <cx:pt idx="265">66</cx:pt>
          <cx:pt idx="266">73</cx:pt>
          <cx:pt idx="267">68</cx:pt>
          <cx:pt idx="268">52</cx:pt>
          <cx:pt idx="269">61</cx:pt>
          <cx:pt idx="270">66</cx:pt>
          <cx:pt idx="271">65</cx:pt>
          <cx:pt idx="272">68</cx:pt>
          <cx:pt idx="273">54</cx:pt>
          <cx:pt idx="274">52</cx:pt>
          <cx:pt idx="275">50</cx:pt>
          <cx:pt idx="276">64</cx:pt>
          <cx:pt idx="277">55</cx:pt>
          <cx:pt idx="278">74</cx:pt>
          <cx:pt idx="279">54</cx:pt>
          <cx:pt idx="280">64</cx:pt>
          <cx:pt idx="281">50</cx:pt>
          <cx:pt idx="282">52</cx:pt>
          <cx:pt idx="283">56</cx:pt>
          <cx:pt idx="284">59</cx:pt>
          <cx:pt idx="285">53</cx:pt>
          <cx:pt idx="286">52</cx:pt>
          <cx:pt idx="287">55</cx:pt>
          <cx:pt idx="288">50</cx:pt>
          <cx:pt idx="289">61</cx:pt>
          <cx:pt idx="290">64</cx:pt>
          <cx:pt idx="291">56</cx:pt>
          <cx:pt idx="292">69</cx:pt>
          <cx:pt idx="293">50</cx:pt>
          <cx:pt idx="294">65</cx:pt>
          <cx:pt idx="295">71</cx:pt>
          <cx:pt idx="296">51</cx:pt>
          <cx:pt idx="297">66</cx:pt>
          <cx:pt idx="298">70</cx:pt>
          <cx:pt idx="299">66</cx:pt>
          <cx:pt idx="300">58</cx:pt>
          <cx:pt idx="301">64</cx:pt>
          <cx:pt idx="302">68</cx:pt>
          <cx:pt idx="303">69</cx:pt>
          <cx:pt idx="304">54</cx:pt>
          <cx:pt idx="305">63</cx:pt>
          <cx:pt idx="306">60</cx:pt>
          <cx:pt idx="307">58</cx:pt>
          <cx:pt idx="308">61</cx:pt>
          <cx:pt idx="309">65</cx:pt>
          <cx:pt idx="310">60</cx:pt>
          <cx:pt idx="311">70</cx:pt>
          <cx:pt idx="312">61</cx:pt>
          <cx:pt idx="313">64</cx:pt>
          <cx:pt idx="314">66</cx:pt>
          <cx:pt idx="315">70</cx:pt>
          <cx:pt idx="316">56</cx:pt>
          <cx:pt idx="317">71</cx:pt>
          <cx:pt idx="318">72</cx:pt>
          <cx:pt idx="319">55</cx:pt>
          <cx:pt idx="320">68</cx:pt>
          <cx:pt idx="321">74</cx:pt>
          <cx:pt idx="322">61</cx:pt>
          <cx:pt idx="323">74</cx:pt>
          <cx:pt idx="324">55</cx:pt>
          <cx:pt idx="325">74</cx:pt>
          <cx:pt idx="326">74</cx:pt>
          <cx:pt idx="327">53</cx:pt>
          <cx:pt idx="328">71</cx:pt>
          <cx:pt idx="329">51</cx:pt>
          <cx:pt idx="330">65</cx:pt>
          <cx:pt idx="331">60</cx:pt>
          <cx:pt idx="332">73</cx:pt>
          <cx:pt idx="333">67</cx:pt>
          <cx:pt idx="334">50</cx:pt>
          <cx:pt idx="335">74</cx:pt>
          <cx:pt idx="336">64</cx:pt>
          <cx:pt idx="337">56</cx:pt>
          <cx:pt idx="338">64</cx:pt>
          <cx:pt idx="339">65</cx:pt>
          <cx:pt idx="340">71</cx:pt>
          <cx:pt idx="341">53</cx:pt>
          <cx:pt idx="342">56</cx:pt>
          <cx:pt idx="343">65</cx:pt>
          <cx:pt idx="344">67</cx:pt>
          <cx:pt idx="345">67</cx:pt>
          <cx:pt idx="346">66</cx:pt>
          <cx:pt idx="347">61</cx:pt>
          <cx:pt idx="348">70</cx:pt>
          <cx:pt idx="349">52</cx:pt>
          <cx:pt idx="350">59</cx:pt>
          <cx:pt idx="351">51</cx:pt>
          <cx:pt idx="352">67</cx:pt>
          <cx:pt idx="353">72</cx:pt>
          <cx:pt idx="354">67</cx:pt>
          <cx:pt idx="355">73</cx:pt>
          <cx:pt idx="356">69</cx:pt>
          <cx:pt idx="357">52</cx:pt>
          <cx:pt idx="358">57</cx:pt>
          <cx:pt idx="359">62</cx:pt>
          <cx:pt idx="360">67</cx:pt>
          <cx:pt idx="361">65</cx:pt>
          <cx:pt idx="362">60</cx:pt>
          <cx:pt idx="363">63</cx:pt>
          <cx:pt idx="364">66</cx:pt>
          <cx:pt idx="365">60</cx:pt>
          <cx:pt idx="366">70</cx:pt>
          <cx:pt idx="367">53</cx:pt>
          <cx:pt idx="368">65</cx:pt>
          <cx:pt idx="369">52</cx:pt>
          <cx:pt idx="370">67</cx:pt>
          <cx:pt idx="371">60</cx:pt>
          <cx:pt idx="372">59</cx:pt>
          <cx:pt idx="373">64</cx:pt>
          <cx:pt idx="374">52</cx:pt>
          <cx:pt idx="375">68</cx:pt>
          <cx:pt idx="376">50</cx:pt>
          <cx:pt idx="377">56</cx:pt>
          <cx:pt idx="378">69</cx:pt>
          <cx:pt idx="379">62</cx:pt>
          <cx:pt idx="380">57</cx:pt>
          <cx:pt idx="381">64</cx:pt>
          <cx:pt idx="382">73</cx:pt>
          <cx:pt idx="383">62</cx:pt>
          <cx:pt idx="384">67</cx:pt>
          <cx:pt idx="385">66</cx:pt>
          <cx:pt idx="386">70</cx:pt>
          <cx:pt idx="387">65</cx:pt>
          <cx:pt idx="388">53</cx:pt>
          <cx:pt idx="389">65</cx:pt>
          <cx:pt idx="390">54</cx:pt>
          <cx:pt idx="391">63</cx:pt>
          <cx:pt idx="392">65</cx:pt>
          <cx:pt idx="393">61</cx:pt>
          <cx:pt idx="394">54</cx:pt>
          <cx:pt idx="395">66</cx:pt>
          <cx:pt idx="396">51</cx:pt>
          <cx:pt idx="397">51</cx:pt>
          <cx:pt idx="398">71</cx:pt>
          <cx:pt idx="399">72</cx:pt>
          <cx:pt idx="400">56</cx:pt>
          <cx:pt idx="401">57</cx:pt>
          <cx:pt idx="402">55</cx:pt>
          <cx:pt idx="403">59</cx:pt>
          <cx:pt idx="404">58</cx:pt>
          <cx:pt idx="405">69</cx:pt>
          <cx:pt idx="406">58</cx:pt>
          <cx:pt idx="407">50</cx:pt>
          <cx:pt idx="408">71</cx:pt>
          <cx:pt idx="409">67</cx:pt>
          <cx:pt idx="410">60</cx:pt>
          <cx:pt idx="411">63</cx:pt>
          <cx:pt idx="412">71</cx:pt>
          <cx:pt idx="413">73</cx:pt>
          <cx:pt idx="414">63</cx:pt>
          <cx:pt idx="415">69</cx:pt>
          <cx:pt idx="416">54</cx:pt>
          <cx:pt idx="417">71</cx:pt>
          <cx:pt idx="418">52</cx:pt>
          <cx:pt idx="419">54</cx:pt>
          <cx:pt idx="420">65</cx:pt>
          <cx:pt idx="421">61</cx:pt>
          <cx:pt idx="422">66</cx:pt>
          <cx:pt idx="423">73</cx:pt>
          <cx:pt idx="424">58</cx:pt>
          <cx:pt idx="425">73</cx:pt>
          <cx:pt idx="426">58</cx:pt>
          <cx:pt idx="427">65</cx:pt>
          <cx:pt idx="428">58</cx:pt>
          <cx:pt idx="429">62</cx:pt>
          <cx:pt idx="430">68</cx:pt>
          <cx:pt idx="431">54</cx:pt>
          <cx:pt idx="432">61</cx:pt>
          <cx:pt idx="433">69</cx:pt>
          <cx:pt idx="434">68</cx:pt>
          <cx:pt idx="435">73</cx:pt>
          <cx:pt idx="436">65</cx:pt>
          <cx:pt idx="437">69</cx:pt>
          <cx:pt idx="438">61</cx:pt>
          <cx:pt idx="439">50</cx:pt>
          <cx:pt idx="440">74</cx:pt>
          <cx:pt idx="441">69</cx:pt>
          <cx:pt idx="442">72</cx:pt>
          <cx:pt idx="443">53</cx:pt>
          <cx:pt idx="444">57</cx:pt>
          <cx:pt idx="445">58</cx:pt>
          <cx:pt idx="446">62</cx:pt>
          <cx:pt idx="447">58</cx:pt>
          <cx:pt idx="448">62</cx:pt>
          <cx:pt idx="449">71</cx:pt>
          <cx:pt idx="450">68</cx:pt>
          <cx:pt idx="451">73</cx:pt>
          <cx:pt idx="452">61</cx:pt>
          <cx:pt idx="453">52</cx:pt>
          <cx:pt idx="454">59</cx:pt>
          <cx:pt idx="455">59</cx:pt>
          <cx:pt idx="456">51</cx:pt>
          <cx:pt idx="457">68</cx:pt>
          <cx:pt idx="458">74</cx:pt>
          <cx:pt idx="459">65</cx:pt>
          <cx:pt idx="460">72</cx:pt>
          <cx:pt idx="461">52</cx:pt>
          <cx:pt idx="462">66</cx:pt>
          <cx:pt idx="463">68</cx:pt>
          <cx:pt idx="464">60</cx:pt>
          <cx:pt idx="465">55</cx:pt>
          <cx:pt idx="466">59</cx:pt>
          <cx:pt idx="467">68</cx:pt>
          <cx:pt idx="468">63</cx:pt>
          <cx:pt idx="469">66</cx:pt>
          <cx:pt idx="470">70</cx:pt>
          <cx:pt idx="471">55</cx:pt>
          <cx:pt idx="472">60</cx:pt>
          <cx:pt idx="473">72</cx:pt>
          <cx:pt idx="474">68</cx:pt>
          <cx:pt idx="475">68</cx:pt>
          <cx:pt idx="476">59</cx:pt>
          <cx:pt idx="477">59</cx:pt>
          <cx:pt idx="478">50</cx:pt>
          <cx:pt idx="479">51</cx:pt>
          <cx:pt idx="480">65</cx:pt>
          <cx:pt idx="481">56</cx:pt>
          <cx:pt idx="482">67</cx:pt>
          <cx:pt idx="483">64</cx:pt>
          <cx:pt idx="484">67</cx:pt>
          <cx:pt idx="485">68</cx:pt>
          <cx:pt idx="486">53</cx:pt>
          <cx:pt idx="487">58</cx:pt>
          <cx:pt idx="488">52</cx:pt>
          <cx:pt idx="489">74</cx:pt>
          <cx:pt idx="490">55</cx:pt>
          <cx:pt idx="491">74</cx:pt>
          <cx:pt idx="492">67</cx:pt>
          <cx:pt idx="493">59</cx:pt>
          <cx:pt idx="494">74</cx:pt>
          <cx:pt idx="495">60</cx:pt>
          <cx:pt idx="496">59</cx:pt>
          <cx:pt idx="497">72</cx:pt>
          <cx:pt idx="498">67</cx:pt>
          <cx:pt idx="499">55</cx:pt>
          <cx:pt idx="500">58</cx:pt>
          <cx:pt idx="501">74</cx:pt>
          <cx:pt idx="502">64</cx:pt>
          <cx:pt idx="503">71</cx:pt>
          <cx:pt idx="504">61</cx:pt>
          <cx:pt idx="505">74</cx:pt>
          <cx:pt idx="506">52</cx:pt>
          <cx:pt idx="507">69</cx:pt>
          <cx:pt idx="508">54</cx:pt>
          <cx:pt idx="509">69</cx:pt>
          <cx:pt idx="510">54</cx:pt>
          <cx:pt idx="511">61</cx:pt>
          <cx:pt idx="512">66</cx:pt>
          <cx:pt idx="513">69</cx:pt>
          <cx:pt idx="514">61</cx:pt>
          <cx:pt idx="515">63</cx:pt>
          <cx:pt idx="516">72</cx:pt>
          <cx:pt idx="517">65</cx:pt>
          <cx:pt idx="518">58</cx:pt>
          <cx:pt idx="519">51</cx:pt>
          <cx:pt idx="520">68</cx:pt>
          <cx:pt idx="521">61</cx:pt>
          <cx:pt idx="522">74</cx:pt>
          <cx:pt idx="523">56</cx:pt>
          <cx:pt idx="524">72</cx:pt>
          <cx:pt idx="525">54</cx:pt>
          <cx:pt idx="526">69</cx:pt>
          <cx:pt idx="527">70</cx:pt>
          <cx:pt idx="528">69</cx:pt>
          <cx:pt idx="529">52</cx:pt>
          <cx:pt idx="530">56</cx:pt>
          <cx:pt idx="531">60</cx:pt>
          <cx:pt idx="532">64</cx:pt>
          <cx:pt idx="533">62</cx:pt>
          <cx:pt idx="534">66</cx:pt>
          <cx:pt idx="535">65</cx:pt>
          <cx:pt idx="536">66</cx:pt>
          <cx:pt idx="537">70</cx:pt>
          <cx:pt idx="538">61</cx:pt>
          <cx:pt idx="539">53</cx:pt>
          <cx:pt idx="540">60</cx:pt>
          <cx:pt idx="541">69</cx:pt>
          <cx:pt idx="542">70</cx:pt>
          <cx:pt idx="543">50</cx:pt>
          <cx:pt idx="544">50</cx:pt>
          <cx:pt idx="545">50</cx:pt>
          <cx:pt idx="546">54</cx:pt>
          <cx:pt idx="547">59</cx:pt>
          <cx:pt idx="548">67</cx:pt>
          <cx:pt idx="549">61</cx:pt>
          <cx:pt idx="550">59</cx:pt>
          <cx:pt idx="551">65</cx:pt>
          <cx:pt idx="552">65</cx:pt>
          <cx:pt idx="553">54</cx:pt>
          <cx:pt idx="554">58</cx:pt>
          <cx:pt idx="555">63</cx:pt>
          <cx:pt idx="556">56</cx:pt>
          <cx:pt idx="557">64</cx:pt>
          <cx:pt idx="558">52</cx:pt>
          <cx:pt idx="559">51</cx:pt>
          <cx:pt idx="560">62</cx:pt>
          <cx:pt idx="561">54</cx:pt>
          <cx:pt idx="562">57</cx:pt>
          <cx:pt idx="563">59</cx:pt>
          <cx:pt idx="564">70</cx:pt>
          <cx:pt idx="565">66</cx:pt>
          <cx:pt idx="566">59</cx:pt>
          <cx:pt idx="567">58</cx:pt>
          <cx:pt idx="568">73</cx:pt>
          <cx:pt idx="569">70</cx:pt>
          <cx:pt idx="570">62</cx:pt>
          <cx:pt idx="571">74</cx:pt>
          <cx:pt idx="572">60</cx:pt>
          <cx:pt idx="573">57</cx:pt>
          <cx:pt idx="574">56</cx:pt>
          <cx:pt idx="575">72</cx:pt>
          <cx:pt idx="576">58</cx:pt>
          <cx:pt idx="577">68</cx:pt>
          <cx:pt idx="578">66</cx:pt>
          <cx:pt idx="579">60</cx:pt>
          <cx:pt idx="580">57</cx:pt>
          <cx:pt idx="581">52</cx:pt>
          <cx:pt idx="582">72</cx:pt>
          <cx:pt idx="583">50</cx:pt>
          <cx:pt idx="584">64</cx:pt>
          <cx:pt idx="585">58</cx:pt>
          <cx:pt idx="586">50</cx:pt>
          <cx:pt idx="587">54</cx:pt>
          <cx:pt idx="588">62</cx:pt>
          <cx:pt idx="589">69</cx:pt>
          <cx:pt idx="590">52</cx:pt>
          <cx:pt idx="591">64</cx:pt>
          <cx:pt idx="592">58</cx:pt>
          <cx:pt idx="593">59</cx:pt>
          <cx:pt idx="594">53</cx:pt>
          <cx:pt idx="595">65</cx:pt>
          <cx:pt idx="596">58</cx:pt>
          <cx:pt idx="597">68</cx:pt>
          <cx:pt idx="598">56</cx:pt>
          <cx:pt idx="599">63</cx:pt>
          <cx:pt idx="600">72</cx:pt>
          <cx:pt idx="601">65</cx:pt>
          <cx:pt idx="602">55</cx:pt>
          <cx:pt idx="603">66</cx:pt>
          <cx:pt idx="604">51</cx:pt>
          <cx:pt idx="605">62</cx:pt>
          <cx:pt idx="606">73</cx:pt>
          <cx:pt idx="607">65</cx:pt>
          <cx:pt idx="608">74</cx:pt>
          <cx:pt idx="609">50</cx:pt>
          <cx:pt idx="610">57</cx:pt>
          <cx:pt idx="611">68</cx:pt>
          <cx:pt idx="612">51</cx:pt>
          <cx:pt idx="613">66</cx:pt>
          <cx:pt idx="614">71</cx:pt>
          <cx:pt idx="615">70</cx:pt>
          <cx:pt idx="616">70</cx:pt>
          <cx:pt idx="617">60</cx:pt>
          <cx:pt idx="618">52</cx:pt>
          <cx:pt idx="619">66</cx:pt>
          <cx:pt idx="620">53</cx:pt>
          <cx:pt idx="621">71</cx:pt>
          <cx:pt idx="622">59</cx:pt>
          <cx:pt idx="623">50</cx:pt>
          <cx:pt idx="624">72</cx:pt>
          <cx:pt idx="625">73</cx:pt>
          <cx:pt idx="626">66</cx:pt>
          <cx:pt idx="627">66</cx:pt>
          <cx:pt idx="628">72</cx:pt>
          <cx:pt idx="629">61</cx:pt>
          <cx:pt idx="630">67</cx:pt>
          <cx:pt idx="631">71</cx:pt>
          <cx:pt idx="632">70</cx:pt>
          <cx:pt idx="633">55</cx:pt>
          <cx:pt idx="634">58</cx:pt>
          <cx:pt idx="635">72</cx:pt>
          <cx:pt idx="636">56</cx:pt>
          <cx:pt idx="637">55</cx:pt>
          <cx:pt idx="638">73</cx:pt>
          <cx:pt idx="639">69</cx:pt>
          <cx:pt idx="640">53</cx:pt>
          <cx:pt idx="641">51</cx:pt>
          <cx:pt idx="642">74</cx:pt>
          <cx:pt idx="643">60</cx:pt>
          <cx:pt idx="644">50</cx:pt>
          <cx:pt idx="645">57</cx:pt>
          <cx:pt idx="646">54</cx:pt>
          <cx:pt idx="647">69</cx:pt>
          <cx:pt idx="648">69</cx:pt>
          <cx:pt idx="649">50</cx:pt>
          <cx:pt idx="650">65</cx:pt>
          <cx:pt idx="651">71</cx:pt>
          <cx:pt idx="652">66</cx:pt>
          <cx:pt idx="653">58</cx:pt>
          <cx:pt idx="654">52</cx:pt>
          <cx:pt idx="655">61</cx:pt>
          <cx:pt idx="656">53</cx:pt>
          <cx:pt idx="657">67</cx:pt>
          <cx:pt idx="658">60</cx:pt>
          <cx:pt idx="659">68</cx:pt>
          <cx:pt idx="660">74</cx:pt>
          <cx:pt idx="661">62</cx:pt>
          <cx:pt idx="662">53</cx:pt>
          <cx:pt idx="663">53</cx:pt>
          <cx:pt idx="664">67</cx:pt>
          <cx:pt idx="665">70</cx:pt>
          <cx:pt idx="666">58</cx:pt>
          <cx:pt idx="667">67</cx:pt>
          <cx:pt idx="668">72</cx:pt>
          <cx:pt idx="669">63</cx:pt>
          <cx:pt idx="670">72</cx:pt>
          <cx:pt idx="671">68</cx:pt>
          <cx:pt idx="672">70</cx:pt>
          <cx:pt idx="673">65</cx:pt>
          <cx:pt idx="674">51</cx:pt>
          <cx:pt idx="675">50</cx:pt>
          <cx:pt idx="676">67</cx:pt>
          <cx:pt idx="677">52</cx:pt>
          <cx:pt idx="678">60</cx:pt>
          <cx:pt idx="679">60</cx:pt>
          <cx:pt idx="680">55</cx:pt>
          <cx:pt idx="681">67</cx:pt>
          <cx:pt idx="682">72</cx:pt>
          <cx:pt idx="683">70</cx:pt>
          <cx:pt idx="684">68</cx:pt>
          <cx:pt idx="685">66</cx:pt>
          <cx:pt idx="686">70</cx:pt>
          <cx:pt idx="687">68</cx:pt>
          <cx:pt idx="688">64</cx:pt>
          <cx:pt idx="689">60</cx:pt>
          <cx:pt idx="690">66</cx:pt>
          <cx:pt idx="691">68</cx:pt>
          <cx:pt idx="692">50</cx:pt>
          <cx:pt idx="693">53</cx:pt>
          <cx:pt idx="694">74</cx:pt>
          <cx:pt idx="695">71</cx:pt>
          <cx:pt idx="696">54</cx:pt>
          <cx:pt idx="697">54</cx:pt>
          <cx:pt idx="698">50</cx:pt>
          <cx:pt idx="699">65</cx:pt>
          <cx:pt idx="700">73</cx:pt>
          <cx:pt idx="701">53</cx:pt>
          <cx:pt idx="702">73</cx:pt>
          <cx:pt idx="703">53</cx:pt>
          <cx:pt idx="704">71</cx:pt>
          <cx:pt idx="705">60</cx:pt>
          <cx:pt idx="706">62</cx:pt>
          <cx:pt idx="707">53</cx:pt>
          <cx:pt idx="708">53</cx:pt>
          <cx:pt idx="709">51</cx:pt>
          <cx:pt idx="710">72</cx:pt>
          <cx:pt idx="711">67</cx:pt>
          <cx:pt idx="712">73</cx:pt>
          <cx:pt idx="713">66</cx:pt>
          <cx:pt idx="714">66</cx:pt>
          <cx:pt idx="715">50</cx:pt>
          <cx:pt idx="716">62</cx:pt>
          <cx:pt idx="717">56</cx:pt>
          <cx:pt idx="718">58</cx:pt>
          <cx:pt idx="719">54</cx:pt>
          <cx:pt idx="720">65</cx:pt>
          <cx:pt idx="721">73</cx:pt>
          <cx:pt idx="722">60</cx:pt>
          <cx:pt idx="723">62</cx:pt>
          <cx:pt idx="724">74</cx:pt>
          <cx:pt idx="725">55</cx:pt>
          <cx:pt idx="726">61</cx:pt>
          <cx:pt idx="727">53</cx:pt>
          <cx:pt idx="728">58</cx:pt>
          <cx:pt idx="729">66</cx:pt>
          <cx:pt idx="730">52</cx:pt>
          <cx:pt idx="731">67</cx:pt>
          <cx:pt idx="732">50</cx:pt>
          <cx:pt idx="733">61</cx:pt>
          <cx:pt idx="734">69</cx:pt>
          <cx:pt idx="735">58</cx:pt>
          <cx:pt idx="736">73</cx:pt>
          <cx:pt idx="737">62</cx:pt>
          <cx:pt idx="738">64</cx:pt>
          <cx:pt idx="739">58</cx:pt>
          <cx:pt idx="740">72</cx:pt>
          <cx:pt idx="741">50</cx:pt>
          <cx:pt idx="742">67</cx:pt>
          <cx:pt idx="743">65</cx:pt>
          <cx:pt idx="744">63</cx:pt>
          <cx:pt idx="745">51</cx:pt>
          <cx:pt idx="746">55</cx:pt>
          <cx:pt idx="747">70</cx:pt>
          <cx:pt idx="748">62</cx:pt>
          <cx:pt idx="749">73</cx:pt>
          <cx:pt idx="750">59</cx:pt>
          <cx:pt idx="751">58</cx:pt>
          <cx:pt idx="752">56</cx:pt>
          <cx:pt idx="753">68</cx:pt>
          <cx:pt idx="754">72</cx:pt>
          <cx:pt idx="755">73</cx:pt>
          <cx:pt idx="756">62</cx:pt>
          <cx:pt idx="757">64</cx:pt>
          <cx:pt idx="758">70</cx:pt>
          <cx:pt idx="759">51</cx:pt>
          <cx:pt idx="760">67</cx:pt>
          <cx:pt idx="761">60</cx:pt>
          <cx:pt idx="762">61</cx:pt>
          <cx:pt idx="763">58</cx:pt>
          <cx:pt idx="764">69</cx:pt>
          <cx:pt idx="765">64</cx:pt>
          <cx:pt idx="766">56</cx:pt>
          <cx:pt idx="767">74</cx:pt>
          <cx:pt idx="768">71</cx:pt>
          <cx:pt idx="769">63</cx:pt>
          <cx:pt idx="770">65</cx:pt>
          <cx:pt idx="771">54</cx:pt>
          <cx:pt idx="772">52</cx:pt>
          <cx:pt idx="773">54</cx:pt>
          <cx:pt idx="774">67</cx:pt>
          <cx:pt idx="775">54</cx:pt>
          <cx:pt idx="776">67</cx:pt>
          <cx:pt idx="777">65</cx:pt>
          <cx:pt idx="778">74</cx:pt>
          <cx:pt idx="779">53</cx:pt>
          <cx:pt idx="780">62</cx:pt>
          <cx:pt idx="781">60</cx:pt>
          <cx:pt idx="782">63</cx:pt>
          <cx:pt idx="783">68</cx:pt>
          <cx:pt idx="784">51</cx:pt>
          <cx:pt idx="785">65</cx:pt>
          <cx:pt idx="786">70</cx:pt>
          <cx:pt idx="787">71</cx:pt>
          <cx:pt idx="788">53</cx:pt>
          <cx:pt idx="789">62</cx:pt>
          <cx:pt idx="790">67</cx:pt>
          <cx:pt idx="791">60</cx:pt>
          <cx:pt idx="792">50</cx:pt>
          <cx:pt idx="793">58</cx:pt>
          <cx:pt idx="794">54</cx:pt>
          <cx:pt idx="795">66</cx:pt>
          <cx:pt idx="796">60</cx:pt>
          <cx:pt idx="797">73</cx:pt>
          <cx:pt idx="798">61</cx:pt>
          <cx:pt idx="799">71</cx:pt>
          <cx:pt idx="800">57</cx:pt>
          <cx:pt idx="801">65</cx:pt>
          <cx:pt idx="802">72</cx:pt>
          <cx:pt idx="803">50</cx:pt>
          <cx:pt idx="804">63</cx:pt>
          <cx:pt idx="805">66</cx:pt>
          <cx:pt idx="806">55</cx:pt>
          <cx:pt idx="807">55</cx:pt>
          <cx:pt idx="808">68</cx:pt>
          <cx:pt idx="809">72</cx:pt>
          <cx:pt idx="810">70</cx:pt>
          <cx:pt idx="811">72</cx:pt>
          <cx:pt idx="812">62</cx:pt>
          <cx:pt idx="813">68</cx:pt>
          <cx:pt idx="814">55</cx:pt>
          <cx:pt idx="815">74</cx:pt>
          <cx:pt idx="816">58</cx:pt>
          <cx:pt idx="817">74</cx:pt>
          <cx:pt idx="818">72</cx:pt>
          <cx:pt idx="819">60</cx:pt>
          <cx:pt idx="820">58</cx:pt>
          <cx:pt idx="821">57</cx:pt>
          <cx:pt idx="822">67</cx:pt>
          <cx:pt idx="823">57</cx:pt>
          <cx:pt idx="824">73</cx:pt>
          <cx:pt idx="825">61</cx:pt>
          <cx:pt idx="826">67</cx:pt>
          <cx:pt idx="827">74</cx:pt>
          <cx:pt idx="828">60</cx:pt>
          <cx:pt idx="829">51</cx:pt>
          <cx:pt idx="830">53</cx:pt>
          <cx:pt idx="831">61</cx:pt>
          <cx:pt idx="832">63</cx:pt>
          <cx:pt idx="833">70</cx:pt>
          <cx:pt idx="834">73</cx:pt>
          <cx:pt idx="835">72</cx:pt>
          <cx:pt idx="836">66</cx:pt>
          <cx:pt idx="837">55</cx:pt>
          <cx:pt idx="838">72</cx:pt>
          <cx:pt idx="839">69</cx:pt>
          <cx:pt idx="840">59</cx:pt>
          <cx:pt idx="841">58</cx:pt>
          <cx:pt idx="842">73</cx:pt>
          <cx:pt idx="843">53</cx:pt>
          <cx:pt idx="844">57</cx:pt>
          <cx:pt idx="845">69</cx:pt>
          <cx:pt idx="846">55</cx:pt>
          <cx:pt idx="847">64</cx:pt>
          <cx:pt idx="848">72</cx:pt>
          <cx:pt idx="849">63</cx:pt>
          <cx:pt idx="850">71</cx:pt>
          <cx:pt idx="851">53</cx:pt>
          <cx:pt idx="852">64</cx:pt>
          <cx:pt idx="853">72</cx:pt>
          <cx:pt idx="854">53</cx:pt>
          <cx:pt idx="855">72</cx:pt>
          <cx:pt idx="856">68</cx:pt>
          <cx:pt idx="857">57</cx:pt>
          <cx:pt idx="858">55</cx:pt>
          <cx:pt idx="859">67</cx:pt>
          <cx:pt idx="860">66</cx:pt>
          <cx:pt idx="861">58</cx:pt>
          <cx:pt idx="862">73</cx:pt>
          <cx:pt idx="863">65</cx:pt>
          <cx:pt idx="864">64</cx:pt>
          <cx:pt idx="865">55</cx:pt>
          <cx:pt idx="866">56</cx:pt>
          <cx:pt idx="867">53</cx:pt>
          <cx:pt idx="868">65</cx:pt>
          <cx:pt idx="869">70</cx:pt>
          <cx:pt idx="870">69</cx:pt>
          <cx:pt idx="871">69</cx:pt>
          <cx:pt idx="872">64</cx:pt>
          <cx:pt idx="873">70</cx:pt>
          <cx:pt idx="874">69</cx:pt>
          <cx:pt idx="875">55</cx:pt>
          <cx:pt idx="876">57</cx:pt>
          <cx:pt idx="877">74</cx:pt>
          <cx:pt idx="878">62</cx:pt>
          <cx:pt idx="879">50</cx:pt>
          <cx:pt idx="880">53</cx:pt>
          <cx:pt idx="881">60</cx:pt>
          <cx:pt idx="882">60</cx:pt>
          <cx:pt idx="883">73</cx:pt>
          <cx:pt idx="884">71</cx:pt>
          <cx:pt idx="885">58</cx:pt>
          <cx:pt idx="886">63</cx:pt>
          <cx:pt idx="887">58</cx:pt>
          <cx:pt idx="888">59</cx:pt>
          <cx:pt idx="889">70</cx:pt>
          <cx:pt idx="890">73</cx:pt>
          <cx:pt idx="891">61</cx:pt>
          <cx:pt idx="892">65</cx:pt>
          <cx:pt idx="893">54</cx:pt>
          <cx:pt idx="894">71</cx:pt>
          <cx:pt idx="895">66</cx:pt>
          <cx:pt idx="896">53</cx:pt>
          <cx:pt idx="897">64</cx:pt>
          <cx:pt idx="898">73</cx:pt>
          <cx:pt idx="899">70</cx:pt>
          <cx:pt idx="900">68</cx:pt>
          <cx:pt idx="901">58</cx:pt>
          <cx:pt idx="902">71</cx:pt>
          <cx:pt idx="903">71</cx:pt>
          <cx:pt idx="904">65</cx:pt>
          <cx:pt idx="905">64</cx:pt>
          <cx:pt idx="906">63</cx:pt>
          <cx:pt idx="907">62</cx:pt>
          <cx:pt idx="908">53</cx:pt>
          <cx:pt idx="909">64</cx:pt>
          <cx:pt idx="910">50</cx:pt>
          <cx:pt idx="911">72</cx:pt>
          <cx:pt idx="912">62</cx:pt>
          <cx:pt idx="913">62</cx:pt>
          <cx:pt idx="914">58</cx:pt>
          <cx:pt idx="915">59</cx:pt>
          <cx:pt idx="916">57</cx:pt>
          <cx:pt idx="917">50</cx:pt>
          <cx:pt idx="918">66</cx:pt>
          <cx:pt idx="919">50</cx:pt>
          <cx:pt idx="920">50</cx:pt>
          <cx:pt idx="921">71</cx:pt>
          <cx:pt idx="922">73</cx:pt>
          <cx:pt idx="923">50</cx:pt>
          <cx:pt idx="924">62</cx:pt>
          <cx:pt idx="925">57</cx:pt>
          <cx:pt idx="926">50</cx:pt>
          <cx:pt idx="927">59</cx:pt>
          <cx:pt idx="928">67</cx:pt>
          <cx:pt idx="929">70</cx:pt>
          <cx:pt idx="930">59</cx:pt>
          <cx:pt idx="931">53</cx:pt>
          <cx:pt idx="932">50</cx:pt>
          <cx:pt idx="933">55</cx:pt>
          <cx:pt idx="934">66</cx:pt>
          <cx:pt idx="935">73</cx:pt>
          <cx:pt idx="936">65</cx:pt>
          <cx:pt idx="937">74</cx:pt>
          <cx:pt idx="938">50</cx:pt>
          <cx:pt idx="939">66</cx:pt>
          <cx:pt idx="940">74</cx:pt>
          <cx:pt idx="941">64</cx:pt>
          <cx:pt idx="942">56</cx:pt>
          <cx:pt idx="943">63</cx:pt>
          <cx:pt idx="944">64</cx:pt>
          <cx:pt idx="945">59</cx:pt>
          <cx:pt idx="946">73</cx:pt>
          <cx:pt idx="947">67</cx:pt>
          <cx:pt idx="948">67</cx:pt>
          <cx:pt idx="949">50</cx:pt>
          <cx:pt idx="950">50</cx:pt>
          <cx:pt idx="951">64</cx:pt>
          <cx:pt idx="952">56</cx:pt>
          <cx:pt idx="953">56</cx:pt>
          <cx:pt idx="954">68</cx:pt>
          <cx:pt idx="955">65</cx:pt>
          <cx:pt idx="956">52</cx:pt>
          <cx:pt idx="957">61</cx:pt>
          <cx:pt idx="958">73</cx:pt>
          <cx:pt idx="959">73</cx:pt>
          <cx:pt idx="960">62</cx:pt>
          <cx:pt idx="961">64</cx:pt>
          <cx:pt idx="962">55</cx:pt>
          <cx:pt idx="963">55</cx:pt>
          <cx:pt idx="964">51</cx:pt>
          <cx:pt idx="965">68</cx:pt>
          <cx:pt idx="966">52</cx:pt>
          <cx:pt idx="967">74</cx:pt>
          <cx:pt idx="968">60</cx:pt>
          <cx:pt idx="969">50</cx:pt>
          <cx:pt idx="970">74</cx:pt>
          <cx:pt idx="971">57</cx:pt>
          <cx:pt idx="972">67</cx:pt>
        </cx:lvl>
      </cx:numDim>
    </cx:data>
  </cx:chartData>
  <cx:chart>
    <cx:title pos="t" align="ctr" overlay="0">
      <cx:tx>
        <cx:txData>
          <cx:v>RHR BPM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RHR BPM Distribution</a:t>
          </a:r>
        </a:p>
      </cx:txPr>
    </cx:title>
    <cx:plotArea>
      <cx:plotAreaRegion>
        <cx:series layoutId="clusteredColumn" uniqueId="{D68B5AD9-6E1E-4BEB-AAD8-E5DD1BE75121}">
          <cx:tx>
            <cx:txData>
              <cx:f>'Gym Members Exercise Tracking'!$Q$1</cx:f>
              <cx:v>Resting BPM</cx:v>
            </cx:txData>
          </cx:tx>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16.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Tracking'!$S$2:$S$974</cx:f>
        <cx:lvl ptCount="973" formatCode="General">
          <cx:pt idx="0">677</cx:pt>
          <cx:pt idx="1">794</cx:pt>
          <cx:pt idx="2">730</cx:pt>
          <cx:pt idx="3">1016</cx:pt>
          <cx:pt idx="4">506</cx:pt>
          <cx:pt idx="5">832</cx:pt>
          <cx:pt idx="6">580</cx:pt>
          <cx:pt idx="7">1358</cx:pt>
          <cx:pt idx="8">743</cx:pt>
          <cx:pt idx="9">1262</cx:pt>
          <cx:pt idx="10">546</cx:pt>
          <cx:pt idx="11">744</cx:pt>
          <cx:pt idx="12">1003</cx:pt>
          <cx:pt idx="13">805</cx:pt>
          <cx:pt idx="14">1357</cx:pt>
          <cx:pt idx="15">408</cx:pt>
          <cx:pt idx="16">1042</cx:pt>
          <cx:pt idx="17">958</cx:pt>
          <cx:pt idx="18">877</cx:pt>
          <cx:pt idx="19">362</cx:pt>
          <cx:pt idx="20">1074</cx:pt>
          <cx:pt idx="21">844</cx:pt>
          <cx:pt idx="22">1195</cx:pt>
          <cx:pt idx="23">778</cx:pt>
          <cx:pt idx="24">1082</cx:pt>
          <cx:pt idx="25">1337</cx:pt>
          <cx:pt idx="26">1177</cx:pt>
          <cx:pt idx="27">1280</cx:pt>
          <cx:pt idx="28">1443</cx:pt>
          <cx:pt idx="29">796</cx:pt>
          <cx:pt idx="30">1241</cx:pt>
          <cx:pt idx="31">887</cx:pt>
          <cx:pt idx="32">410</cx:pt>
          <cx:pt idx="33">699</cx:pt>
          <cx:pt idx="34">993</cx:pt>
          <cx:pt idx="35">982</cx:pt>
          <cx:pt idx="36">952</cx:pt>
          <cx:pt idx="37">662</cx:pt>
          <cx:pt idx="38">1212</cx:pt>
          <cx:pt idx="39">962</cx:pt>
          <cx:pt idx="40">1474</cx:pt>
          <cx:pt idx="41">970</cx:pt>
          <cx:pt idx="42">1177</cx:pt>
          <cx:pt idx="43">832</cx:pt>
          <cx:pt idx="44">944</cx:pt>
          <cx:pt idx="45">653</cx:pt>
          <cx:pt idx="46">822</cx:pt>
          <cx:pt idx="47">678</cx:pt>
          <cx:pt idx="48">442</cx:pt>
          <cx:pt idx="49">1175</cx:pt>
          <cx:pt idx="50">638</cx:pt>
          <cx:pt idx="51">1145</cx:pt>
          <cx:pt idx="52">845</cx:pt>
          <cx:pt idx="53">707</cx:pt>
          <cx:pt idx="54">996</cx:pt>
          <cx:pt idx="55">422</cx:pt>
          <cx:pt idx="56">1198</cx:pt>
          <cx:pt idx="57">883</cx:pt>
          <cx:pt idx="58">1159</cx:pt>
          <cx:pt idx="59">1247</cx:pt>
          <cx:pt idx="60">569</cx:pt>
          <cx:pt idx="61">1218</cx:pt>
          <cx:pt idx="62">1356</cx:pt>
          <cx:pt idx="63">948</cx:pt>
          <cx:pt idx="64">900</cx:pt>
          <cx:pt idx="65">627</cx:pt>
          <cx:pt idx="66">1479</cx:pt>
          <cx:pt idx="67">1025</cx:pt>
          <cx:pt idx="68">463</cx:pt>
          <cx:pt idx="69">642</cx:pt>
          <cx:pt idx="70">1185</cx:pt>
          <cx:pt idx="71">907</cx:pt>
          <cx:pt idx="72">597</cx:pt>
          <cx:pt idx="73">1304</cx:pt>
          <cx:pt idx="74">684</cx:pt>
          <cx:pt idx="75">558</cx:pt>
          <cx:pt idx="76">415</cx:pt>
          <cx:pt idx="77">851</cx:pt>
          <cx:pt idx="78">710</cx:pt>
          <cx:pt idx="79">910</cx:pt>
          <cx:pt idx="80">1004</cx:pt>
          <cx:pt idx="81">1345</cx:pt>
          <cx:pt idx="82">844</cx:pt>
          <cx:pt idx="83">593</cx:pt>
          <cx:pt idx="84">472</cx:pt>
          <cx:pt idx="85">331</cx:pt>
          <cx:pt idx="86">1016</cx:pt>
          <cx:pt idx="87">957</cx:pt>
          <cx:pt idx="88">1510</cx:pt>
          <cx:pt idx="89">1053</cx:pt>
          <cx:pt idx="90">1150</cx:pt>
          <cx:pt idx="91">906</cx:pt>
          <cx:pt idx="92">822</cx:pt>
          <cx:pt idx="93">826</cx:pt>
          <cx:pt idx="94">463</cx:pt>
          <cx:pt idx="95">1344</cx:pt>
          <cx:pt idx="96">1408</cx:pt>
          <cx:pt idx="97">1171</cx:pt>
          <cx:pt idx="98">1319</cx:pt>
          <cx:pt idx="99">935</cx:pt>
          <cx:pt idx="100">746</cx:pt>
          <cx:pt idx="101">753</cx:pt>
          <cx:pt idx="102">948</cx:pt>
          <cx:pt idx="103">1081</cx:pt>
          <cx:pt idx="104">749</cx:pt>
          <cx:pt idx="105">837</cx:pt>
          <cx:pt idx="106">1320</cx:pt>
          <cx:pt idx="107">887</cx:pt>
          <cx:pt idx="108">640</cx:pt>
          <cx:pt idx="109">634</cx:pt>
          <cx:pt idx="110">915</cx:pt>
          <cx:pt idx="111">859</cx:pt>
          <cx:pt idx="112">802</cx:pt>
          <cx:pt idx="113">826</cx:pt>
          <cx:pt idx="114">983</cx:pt>
          <cx:pt idx="115">1225</cx:pt>
          <cx:pt idx="116">674</cx:pt>
          <cx:pt idx="117">821</cx:pt>
          <cx:pt idx="118">942</cx:pt>
          <cx:pt idx="119">408</cx:pt>
          <cx:pt idx="120">1276</cx:pt>
          <cx:pt idx="121">319</cx:pt>
          <cx:pt idx="122">952</cx:pt>
          <cx:pt idx="123">916</cx:pt>
          <cx:pt idx="124">986</cx:pt>
          <cx:pt idx="125">1024</cx:pt>
          <cx:pt idx="126">468</cx:pt>
          <cx:pt idx="127">709</cx:pt>
          <cx:pt idx="128">1082</cx:pt>
          <cx:pt idx="129">585</cx:pt>
          <cx:pt idx="130">1032</cx:pt>
          <cx:pt idx="131">1092</cx:pt>
          <cx:pt idx="132">672</cx:pt>
          <cx:pt idx="133">484</cx:pt>
          <cx:pt idx="134">1138</cx:pt>
          <cx:pt idx="135">747</cx:pt>
          <cx:pt idx="136">446</cx:pt>
          <cx:pt idx="137">885</cx:pt>
          <cx:pt idx="138">1047</cx:pt>
          <cx:pt idx="139">847</cx:pt>
          <cx:pt idx="140">958</cx:pt>
          <cx:pt idx="141">1451</cx:pt>
          <cx:pt idx="142">1043</cx:pt>
          <cx:pt idx="143">662</cx:pt>
          <cx:pt idx="144">1069</cx:pt>
          <cx:pt idx="145">1107</cx:pt>
          <cx:pt idx="146">898</cx:pt>
          <cx:pt idx="147">433</cx:pt>
          <cx:pt idx="148">911</cx:pt>
          <cx:pt idx="149">621</cx:pt>
          <cx:pt idx="150">1242</cx:pt>
          <cx:pt idx="151">1234</cx:pt>
          <cx:pt idx="152">1025</cx:pt>
          <cx:pt idx="153">500</cx:pt>
          <cx:pt idx="154">1336</cx:pt>
          <cx:pt idx="155">1287</cx:pt>
          <cx:pt idx="156">942</cx:pt>
          <cx:pt idx="157">1336</cx:pt>
          <cx:pt idx="158">876</cx:pt>
          <cx:pt idx="159">1307</cx:pt>
          <cx:pt idx="160">976</cx:pt>
          <cx:pt idx="161">784</cx:pt>
          <cx:pt idx="162">479</cx:pt>
          <cx:pt idx="163">514</cx:pt>
          <cx:pt idx="164">402</cx:pt>
          <cx:pt idx="165">852</cx:pt>
          <cx:pt idx="166">1005</cx:pt>
          <cx:pt idx="167">699</cx:pt>
          <cx:pt idx="168">1035</cx:pt>
          <cx:pt idx="169">871</cx:pt>
          <cx:pt idx="170">816</cx:pt>
          <cx:pt idx="171">963</cx:pt>
          <cx:pt idx="172">1150</cx:pt>
          <cx:pt idx="173">917</cx:pt>
          <cx:pt idx="174">735</cx:pt>
          <cx:pt idx="175">685</cx:pt>
          <cx:pt idx="176">1133</cx:pt>
          <cx:pt idx="177">800</cx:pt>
          <cx:pt idx="178">929</cx:pt>
          <cx:pt idx="179">1147</cx:pt>
          <cx:pt idx="180">703</cx:pt>
          <cx:pt idx="181">815</cx:pt>
          <cx:pt idx="182">919</cx:pt>
          <cx:pt idx="183">1054</cx:pt>
          <cx:pt idx="184">863</cx:pt>
          <cx:pt idx="185">407</cx:pt>
          <cx:pt idx="186">939</cx:pt>
          <cx:pt idx="187">903</cx:pt>
          <cx:pt idx="188">888</cx:pt>
          <cx:pt idx="189">1024</cx:pt>
          <cx:pt idx="190">891</cx:pt>
          <cx:pt idx="191">574</cx:pt>
          <cx:pt idx="192">838</cx:pt>
          <cx:pt idx="193">492</cx:pt>
          <cx:pt idx="194">992</cx:pt>
          <cx:pt idx="195">873</cx:pt>
          <cx:pt idx="196">499</cx:pt>
          <cx:pt idx="197">730</cx:pt>
          <cx:pt idx="198">780</cx:pt>
          <cx:pt idx="199">386</cx:pt>
          <cx:pt idx="200">878</cx:pt>
          <cx:pt idx="201">1072</cx:pt>
          <cx:pt idx="202">644</cx:pt>
          <cx:pt idx="203">847</cx:pt>
          <cx:pt idx="204">679</cx:pt>
          <cx:pt idx="205">1025</cx:pt>
          <cx:pt idx="206">714</cx:pt>
          <cx:pt idx="207">938</cx:pt>
          <cx:pt idx="208">1294</cx:pt>
          <cx:pt idx="209">673</cx:pt>
          <cx:pt idx="210">944</cx:pt>
          <cx:pt idx="211">691</cx:pt>
          <cx:pt idx="212">725</cx:pt>
          <cx:pt idx="213">831</cx:pt>
          <cx:pt idx="214">907</cx:pt>
          <cx:pt idx="215">1318</cx:pt>
          <cx:pt idx="216">777</cx:pt>
          <cx:pt idx="217">1303</cx:pt>
          <cx:pt idx="218">878</cx:pt>
          <cx:pt idx="219">632</cx:pt>
          <cx:pt idx="220">497</cx:pt>
          <cx:pt idx="221">1161</cx:pt>
          <cx:pt idx="222">1137</cx:pt>
          <cx:pt idx="223">987</cx:pt>
          <cx:pt idx="224">1086</cx:pt>
          <cx:pt idx="225">997</cx:pt>
          <cx:pt idx="226">937</cx:pt>
          <cx:pt idx="227">740</cx:pt>
          <cx:pt idx="228">658</cx:pt>
          <cx:pt idx="229">959</cx:pt>
          <cx:pt idx="230">1199</cx:pt>
          <cx:pt idx="231">1204</cx:pt>
          <cx:pt idx="232">907</cx:pt>
          <cx:pt idx="233">957</cx:pt>
          <cx:pt idx="234">686</cx:pt>
          <cx:pt idx="235">949</cx:pt>
          <cx:pt idx="236">842</cx:pt>
          <cx:pt idx="237">921</cx:pt>
          <cx:pt idx="238">330</cx:pt>
          <cx:pt idx="239">661</cx:pt>
          <cx:pt idx="240">1173</cx:pt>
          <cx:pt idx="241">1031</cx:pt>
          <cx:pt idx="242">494</cx:pt>
          <cx:pt idx="243">816</cx:pt>
          <cx:pt idx="244">1017</cx:pt>
          <cx:pt idx="245">895</cx:pt>
          <cx:pt idx="246">593</cx:pt>
          <cx:pt idx="247">1069</cx:pt>
          <cx:pt idx="248">864</cx:pt>
          <cx:pt idx="249">819</cx:pt>
          <cx:pt idx="250">530</cx:pt>
          <cx:pt idx="251">802</cx:pt>
          <cx:pt idx="252">790</cx:pt>
          <cx:pt idx="253">1075</cx:pt>
          <cx:pt idx="254">938</cx:pt>
          <cx:pt idx="255">333</cx:pt>
          <cx:pt idx="256">465</cx:pt>
          <cx:pt idx="257">742</cx:pt>
          <cx:pt idx="258">885</cx:pt>
          <cx:pt idx="259">555</cx:pt>
          <cx:pt idx="260">817</cx:pt>
          <cx:pt idx="261">598</cx:pt>
          <cx:pt idx="262">639</cx:pt>
          <cx:pt idx="263">444</cx:pt>
          <cx:pt idx="264">395</cx:pt>
          <cx:pt idx="265">448</cx:pt>
          <cx:pt idx="266">718</cx:pt>
          <cx:pt idx="267">412</cx:pt>
          <cx:pt idx="268">705</cx:pt>
          <cx:pt idx="269">904</cx:pt>
          <cx:pt idx="270">637</cx:pt>
          <cx:pt idx="271">972</cx:pt>
          <cx:pt idx="272">651</cx:pt>
          <cx:pt idx="273">479</cx:pt>
          <cx:pt idx="274">856</cx:pt>
          <cx:pt idx="275">422</cx:pt>
          <cx:pt idx="276">798</cx:pt>
          <cx:pt idx="277">950</cx:pt>
          <cx:pt idx="278">581</cx:pt>
          <cx:pt idx="279">1082</cx:pt>
          <cx:pt idx="280">559</cx:pt>
          <cx:pt idx="281">807</cx:pt>
          <cx:pt idx="282">719</cx:pt>
          <cx:pt idx="283">532</cx:pt>
          <cx:pt idx="284">779</cx:pt>
          <cx:pt idx="285">481</cx:pt>
          <cx:pt idx="286">740</cx:pt>
          <cx:pt idx="287">921</cx:pt>
          <cx:pt idx="288">656</cx:pt>
          <cx:pt idx="289">734</cx:pt>
          <cx:pt idx="290">557</cx:pt>
          <cx:pt idx="291">736</cx:pt>
          <cx:pt idx="292">718</cx:pt>
          <cx:pt idx="293">764</cx:pt>
          <cx:pt idx="294">1052</cx:pt>
          <cx:pt idx="295">1201</cx:pt>
          <cx:pt idx="296">980</cx:pt>
          <cx:pt idx="297">786</cx:pt>
          <cx:pt idx="298">1034</cx:pt>
          <cx:pt idx="299">663</cx:pt>
          <cx:pt idx="300">990</cx:pt>
          <cx:pt idx="301">1073</cx:pt>
          <cx:pt idx="302">667</cx:pt>
          <cx:pt idx="303">1006</cx:pt>
          <cx:pt idx="304">1074</cx:pt>
          <cx:pt idx="305">1056</cx:pt>
          <cx:pt idx="306">1229</cx:pt>
          <cx:pt idx="307">972</cx:pt>
          <cx:pt idx="308">886</cx:pt>
          <cx:pt idx="309">837</cx:pt>
          <cx:pt idx="310">680</cx:pt>
          <cx:pt idx="311">644</cx:pt>
          <cx:pt idx="312">418</cx:pt>
          <cx:pt idx="313">772</cx:pt>
          <cx:pt idx="314">870</cx:pt>
          <cx:pt idx="315">756</cx:pt>
          <cx:pt idx="316">1025</cx:pt>
          <cx:pt idx="317">959</cx:pt>
          <cx:pt idx="318">832</cx:pt>
          <cx:pt idx="319">879</cx:pt>
          <cx:pt idx="320">951</cx:pt>
          <cx:pt idx="321">1104</cx:pt>
          <cx:pt idx="322">1021</cx:pt>
          <cx:pt idx="323">1009</cx:pt>
          <cx:pt idx="324">598</cx:pt>
          <cx:pt idx="325">421</cx:pt>
          <cx:pt idx="326">1176</cx:pt>
          <cx:pt idx="327">875</cx:pt>
          <cx:pt idx="328">920</cx:pt>
          <cx:pt idx="329">1100</cx:pt>
          <cx:pt idx="330">1133</cx:pt>
          <cx:pt idx="331">842</cx:pt>
          <cx:pt idx="332">482</cx:pt>
          <cx:pt idx="333">500</cx:pt>
          <cx:pt idx="334">881</cx:pt>
          <cx:pt idx="335">693</cx:pt>
          <cx:pt idx="336">877</cx:pt>
          <cx:pt idx="337">943</cx:pt>
          <cx:pt idx="338">767</cx:pt>
          <cx:pt idx="339">1216</cx:pt>
          <cx:pt idx="340">608</cx:pt>
          <cx:pt idx="341">440</cx:pt>
          <cx:pt idx="342">868</cx:pt>
          <cx:pt idx="343">1091</cx:pt>
          <cx:pt idx="344">1249</cx:pt>
          <cx:pt idx="345">555</cx:pt>
          <cx:pt idx="346">883</cx:pt>
          <cx:pt idx="347">1013</cx:pt>
          <cx:pt idx="348">848</cx:pt>
          <cx:pt idx="349">677</cx:pt>
          <cx:pt idx="350">886</cx:pt>
          <cx:pt idx="351">500</cx:pt>
          <cx:pt idx="352">813</cx:pt>
          <cx:pt idx="353">710</cx:pt>
          <cx:pt idx="354">1010</cx:pt>
          <cx:pt idx="355">615</cx:pt>
          <cx:pt idx="356">868</cx:pt>
          <cx:pt idx="357">923</cx:pt>
          <cx:pt idx="358">949</cx:pt>
          <cx:pt idx="359">810</cx:pt>
          <cx:pt idx="360">1036</cx:pt>
          <cx:pt idx="361">883</cx:pt>
          <cx:pt idx="362">1192</cx:pt>
          <cx:pt idx="363">1171</cx:pt>
          <cx:pt idx="364">926</cx:pt>
          <cx:pt idx="365">1012</cx:pt>
          <cx:pt idx="366">463</cx:pt>
          <cx:pt idx="367">933</cx:pt>
          <cx:pt idx="368">768</cx:pt>
          <cx:pt idx="369">927</cx:pt>
          <cx:pt idx="370">1186</cx:pt>
          <cx:pt idx="371">529</cx:pt>
          <cx:pt idx="372">881</cx:pt>
          <cx:pt idx="373">938</cx:pt>
          <cx:pt idx="374">983</cx:pt>
          <cx:pt idx="375">733</cx:pt>
          <cx:pt idx="376">695</cx:pt>
          <cx:pt idx="377">632</cx:pt>
          <cx:pt idx="378">759</cx:pt>
          <cx:pt idx="379">1012</cx:pt>
          <cx:pt idx="380">933</cx:pt>
          <cx:pt idx="381">810</cx:pt>
          <cx:pt idx="382">552</cx:pt>
          <cx:pt idx="383">876</cx:pt>
          <cx:pt idx="384">753</cx:pt>
          <cx:pt idx="385">978</cx:pt>
          <cx:pt idx="386">789</cx:pt>
          <cx:pt idx="387">836</cx:pt>
          <cx:pt idx="388">987</cx:pt>
          <cx:pt idx="389">723</cx:pt>
          <cx:pt idx="390">862</cx:pt>
          <cx:pt idx="391">475</cx:pt>
          <cx:pt idx="392">929</cx:pt>
          <cx:pt idx="393">1106</cx:pt>
          <cx:pt idx="394">840</cx:pt>
          <cx:pt idx="395">1060</cx:pt>
          <cx:pt idx="396">951</cx:pt>
          <cx:pt idx="397">1148</cx:pt>
          <cx:pt idx="398">380</cx:pt>
          <cx:pt idx="399">660</cx:pt>
          <cx:pt idx="400">967</cx:pt>
          <cx:pt idx="401">877</cx:pt>
          <cx:pt idx="402">1267</cx:pt>
          <cx:pt idx="403">1143</cx:pt>
          <cx:pt idx="404">1164</cx:pt>
          <cx:pt idx="405">659</cx:pt>
          <cx:pt idx="406">1010</cx:pt>
          <cx:pt idx="407">1169</cx:pt>
          <cx:pt idx="408">1096</cx:pt>
          <cx:pt idx="409">1582</cx:pt>
          <cx:pt idx="410">1293</cx:pt>
          <cx:pt idx="411">864</cx:pt>
          <cx:pt idx="412">711</cx:pt>
          <cx:pt idx="413">706</cx:pt>
          <cx:pt idx="414">1213</cx:pt>
          <cx:pt idx="415">811</cx:pt>
          <cx:pt idx="416">1304</cx:pt>
          <cx:pt idx="417">1228</cx:pt>
          <cx:pt idx="418">1004</cx:pt>
          <cx:pt idx="419">549</cx:pt>
          <cx:pt idx="420">980</cx:pt>
          <cx:pt idx="421">1150</cx:pt>
          <cx:pt idx="422">1182</cx:pt>
          <cx:pt idx="423">1380</cx:pt>
          <cx:pt idx="424">940</cx:pt>
          <cx:pt idx="425">906</cx:pt>
          <cx:pt idx="426">999</cx:pt>
          <cx:pt idx="427">812</cx:pt>
          <cx:pt idx="428">354</cx:pt>
          <cx:pt idx="429">1107</cx:pt>
          <cx:pt idx="430">556</cx:pt>
          <cx:pt idx="431">1396</cx:pt>
          <cx:pt idx="432">1519</cx:pt>
          <cx:pt idx="433">989</cx:pt>
          <cx:pt idx="434">1359</cx:pt>
          <cx:pt idx="435">985</cx:pt>
          <cx:pt idx="436">440</cx:pt>
          <cx:pt idx="437">666</cx:pt>
          <cx:pt idx="438">773</cx:pt>
          <cx:pt idx="439">654</cx:pt>
          <cx:pt idx="440">875</cx:pt>
          <cx:pt idx="441">1133</cx:pt>
          <cx:pt idx="442">751</cx:pt>
          <cx:pt idx="443">790</cx:pt>
          <cx:pt idx="444">1369</cx:pt>
          <cx:pt idx="445">756</cx:pt>
          <cx:pt idx="446">1424</cx:pt>
          <cx:pt idx="447">734</cx:pt>
          <cx:pt idx="448">458</cx:pt>
          <cx:pt idx="449">837</cx:pt>
          <cx:pt idx="450">506</cx:pt>
          <cx:pt idx="451">666</cx:pt>
          <cx:pt idx="452">713</cx:pt>
          <cx:pt idx="453">574</cx:pt>
          <cx:pt idx="454">911</cx:pt>
          <cx:pt idx="455">1249</cx:pt>
          <cx:pt idx="456">1379</cx:pt>
          <cx:pt idx="457">707</cx:pt>
          <cx:pt idx="458">686</cx:pt>
          <cx:pt idx="459">831</cx:pt>
          <cx:pt idx="460">598</cx:pt>
          <cx:pt idx="461">842</cx:pt>
          <cx:pt idx="462">980</cx:pt>
          <cx:pt idx="463">1321</cx:pt>
          <cx:pt idx="464">825</cx:pt>
          <cx:pt idx="465">958</cx:pt>
          <cx:pt idx="466">1143</cx:pt>
          <cx:pt idx="467">820</cx:pt>
          <cx:pt idx="468">1022</cx:pt>
          <cx:pt idx="469">354</cx:pt>
          <cx:pt idx="470">594</cx:pt>
          <cx:pt idx="471">1322</cx:pt>
          <cx:pt idx="472">714</cx:pt>
          <cx:pt idx="473">1028</cx:pt>
          <cx:pt idx="474">1410</cx:pt>
          <cx:pt idx="475">720</cx:pt>
          <cx:pt idx="476">849</cx:pt>
          <cx:pt idx="477">964</cx:pt>
          <cx:pt idx="478">1006</cx:pt>
          <cx:pt idx="479">1378</cx:pt>
          <cx:pt idx="480">1491</cx:pt>
          <cx:pt idx="481">567</cx:pt>
          <cx:pt idx="482">566</cx:pt>
          <cx:pt idx="483">979</cx:pt>
          <cx:pt idx="484">732</cx:pt>
          <cx:pt idx="485">875</cx:pt>
          <cx:pt idx="486">576</cx:pt>
          <cx:pt idx="487">470</cx:pt>
          <cx:pt idx="488">863</cx:pt>
          <cx:pt idx="489">694</cx:pt>
          <cx:pt idx="490">1113</cx:pt>
          <cx:pt idx="491">883</cx:pt>
          <cx:pt idx="492">1364</cx:pt>
          <cx:pt idx="493">742</cx:pt>
          <cx:pt idx="494">1299</cx:pt>
          <cx:pt idx="495">1587</cx:pt>
          <cx:pt idx="496">725</cx:pt>
          <cx:pt idx="497">1701</cx:pt>
          <cx:pt idx="498">1138</cx:pt>
          <cx:pt idx="499">1020</cx:pt>
          <cx:pt idx="500">1203</cx:pt>
          <cx:pt idx="501">1085</cx:pt>
          <cx:pt idx="502">1622</cx:pt>
          <cx:pt idx="503">1169</cx:pt>
          <cx:pt idx="504">739</cx:pt>
          <cx:pt idx="505">1355</cx:pt>
          <cx:pt idx="506">491</cx:pt>
          <cx:pt idx="507">1675</cx:pt>
          <cx:pt idx="508">606</cx:pt>
          <cx:pt idx="509">1573</cx:pt>
          <cx:pt idx="510">968</cx:pt>
          <cx:pt idx="511">768</cx:pt>
          <cx:pt idx="512">857</cx:pt>
          <cx:pt idx="513">1197</cx:pt>
          <cx:pt idx="514">946</cx:pt>
          <cx:pt idx="515">382</cx:pt>
          <cx:pt idx="516">1027</cx:pt>
          <cx:pt idx="517">1230</cx:pt>
          <cx:pt idx="518">1237</cx:pt>
          <cx:pt idx="519">416</cx:pt>
          <cx:pt idx="520">900</cx:pt>
          <cx:pt idx="521">1163</cx:pt>
          <cx:pt idx="522">1232</cx:pt>
          <cx:pt idx="523">886</cx:pt>
          <cx:pt idx="524">776</cx:pt>
          <cx:pt idx="525">876</cx:pt>
          <cx:pt idx="526">1105</cx:pt>
          <cx:pt idx="527">743</cx:pt>
          <cx:pt idx="528">894</cx:pt>
          <cx:pt idx="529">847</cx:pt>
          <cx:pt idx="530">1321</cx:pt>
          <cx:pt idx="531">1160</cx:pt>
          <cx:pt idx="532">303</cx:pt>
          <cx:pt idx="533">626</cx:pt>
          <cx:pt idx="534">914</cx:pt>
          <cx:pt idx="535">1151</cx:pt>
          <cx:pt idx="536">1144</cx:pt>
          <cx:pt idx="537">1401</cx:pt>
          <cx:pt idx="538">749</cx:pt>
          <cx:pt idx="539">794</cx:pt>
          <cx:pt idx="540">1139</cx:pt>
          <cx:pt idx="541">821</cx:pt>
          <cx:pt idx="542">1536</cx:pt>
          <cx:pt idx="543">1148</cx:pt>
          <cx:pt idx="544">1159</cx:pt>
          <cx:pt idx="545">454</cx:pt>
          <cx:pt idx="546">1102</cx:pt>
          <cx:pt idx="547">1181</cx:pt>
          <cx:pt idx="548">645</cx:pt>
          <cx:pt idx="549">504</cx:pt>
          <cx:pt idx="550">433</cx:pt>
          <cx:pt idx="551">1189</cx:pt>
          <cx:pt idx="552">475</cx:pt>
          <cx:pt idx="553">1445</cx:pt>
          <cx:pt idx="554">1111</cx:pt>
          <cx:pt idx="555">1688</cx:pt>
          <cx:pt idx="556">525</cx:pt>
          <cx:pt idx="557">1123</cx:pt>
          <cx:pt idx="558">1598</cx:pt>
          <cx:pt idx="559">965</cx:pt>
          <cx:pt idx="560">1363</cx:pt>
          <cx:pt idx="561">893</cx:pt>
          <cx:pt idx="562">883</cx:pt>
          <cx:pt idx="563">1020</cx:pt>
          <cx:pt idx="564">705</cx:pt>
          <cx:pt idx="565">1046</cx:pt>
          <cx:pt idx="566">1119</cx:pt>
          <cx:pt idx="567">727</cx:pt>
          <cx:pt idx="568">1646</cx:pt>
          <cx:pt idx="569">1159</cx:pt>
          <cx:pt idx="570">762</cx:pt>
          <cx:pt idx="571">1497</cx:pt>
          <cx:pt idx="572">1313</cx:pt>
          <cx:pt idx="573">1357</cx:pt>
          <cx:pt idx="574">742</cx:pt>
          <cx:pt idx="575">875</cx:pt>
          <cx:pt idx="576">925</cx:pt>
          <cx:pt idx="577">502</cx:pt>
          <cx:pt idx="578">1104</cx:pt>
          <cx:pt idx="579">969</cx:pt>
          <cx:pt idx="580">363</cx:pt>
          <cx:pt idx="581">1129</cx:pt>
          <cx:pt idx="582">979</cx:pt>
          <cx:pt idx="583">858</cx:pt>
          <cx:pt idx="584">811</cx:pt>
          <cx:pt idx="585">451</cx:pt>
          <cx:pt idx="586">608</cx:pt>
          <cx:pt idx="587">678</cx:pt>
          <cx:pt idx="588">1153</cx:pt>
          <cx:pt idx="589">732</cx:pt>
          <cx:pt idx="590">732</cx:pt>
          <cx:pt idx="591">900</cx:pt>
          <cx:pt idx="592">739</cx:pt>
          <cx:pt idx="593">803</cx:pt>
          <cx:pt idx="594">610</cx:pt>
          <cx:pt idx="595">922</cx:pt>
          <cx:pt idx="596">936</cx:pt>
          <cx:pt idx="597">792</cx:pt>
          <cx:pt idx="598">874</cx:pt>
          <cx:pt idx="599">1181</cx:pt>
          <cx:pt idx="600">1022</cx:pt>
          <cx:pt idx="601">1016</cx:pt>
          <cx:pt idx="602">764</cx:pt>
          <cx:pt idx="603">927</cx:pt>
          <cx:pt idx="604">440</cx:pt>
          <cx:pt idx="605">720</cx:pt>
          <cx:pt idx="606">724</cx:pt>
          <cx:pt idx="607">566</cx:pt>
          <cx:pt idx="608">927</cx:pt>
          <cx:pt idx="609">1042</cx:pt>
          <cx:pt idx="610">663</cx:pt>
          <cx:pt idx="611">545</cx:pt>
          <cx:pt idx="612">729</cx:pt>
          <cx:pt idx="613">753</cx:pt>
          <cx:pt idx="614">932</cx:pt>
          <cx:pt idx="615">612</cx:pt>
          <cx:pt idx="616">1011</cx:pt>
          <cx:pt idx="617">1492</cx:pt>
          <cx:pt idx="618">777</cx:pt>
          <cx:pt idx="619">834</cx:pt>
          <cx:pt idx="620">453</cx:pt>
          <cx:pt idx="621">810</cx:pt>
          <cx:pt idx="622">876</cx:pt>
          <cx:pt idx="623">759</cx:pt>
          <cx:pt idx="624">806</cx:pt>
          <cx:pt idx="625">789</cx:pt>
          <cx:pt idx="626">441</cx:pt>
          <cx:pt idx="627">1173</cx:pt>
          <cx:pt idx="628">502</cx:pt>
          <cx:pt idx="629">1184</cx:pt>
          <cx:pt idx="630">719</cx:pt>
          <cx:pt idx="631">762</cx:pt>
          <cx:pt idx="632">766</cx:pt>
          <cx:pt idx="633">796</cx:pt>
          <cx:pt idx="634">909</cx:pt>
          <cx:pt idx="635">626</cx:pt>
          <cx:pt idx="636">1188</cx:pt>
          <cx:pt idx="637">868</cx:pt>
          <cx:pt idx="638">643</cx:pt>
          <cx:pt idx="639">982</cx:pt>
          <cx:pt idx="640">841</cx:pt>
          <cx:pt idx="641">445</cx:pt>
          <cx:pt idx="642">717</cx:pt>
          <cx:pt idx="643">859</cx:pt>
          <cx:pt idx="644">888</cx:pt>
          <cx:pt idx="645">406</cx:pt>
          <cx:pt idx="646">711</cx:pt>
          <cx:pt idx="647">996</cx:pt>
          <cx:pt idx="648">1117</cx:pt>
          <cx:pt idx="649">992</cx:pt>
          <cx:pt idx="650">726</cx:pt>
          <cx:pt idx="651">681</cx:pt>
          <cx:pt idx="652">1066</cx:pt>
          <cx:pt idx="653">838</cx:pt>
          <cx:pt idx="654">636</cx:pt>
          <cx:pt idx="655">1227</cx:pt>
          <cx:pt idx="656">929</cx:pt>
          <cx:pt idx="657">1265</cx:pt>
          <cx:pt idx="658">979</cx:pt>
          <cx:pt idx="659">763</cx:pt>
          <cx:pt idx="660">1468</cx:pt>
          <cx:pt idx="661">1072</cx:pt>
          <cx:pt idx="662">772</cx:pt>
          <cx:pt idx="663">1122</cx:pt>
          <cx:pt idx="664">779</cx:pt>
          <cx:pt idx="665">1418</cx:pt>
          <cx:pt idx="666">627</cx:pt>
          <cx:pt idx="667">931</cx:pt>
          <cx:pt idx="668">1725</cx:pt>
          <cx:pt idx="669">1625</cx:pt>
          <cx:pt idx="670">1315</cx:pt>
          <cx:pt idx="671">1373</cx:pt>
          <cx:pt idx="672">1082</cx:pt>
          <cx:pt idx="673">1332</cx:pt>
          <cx:pt idx="674">592</cx:pt>
          <cx:pt idx="675">926</cx:pt>
          <cx:pt idx="676">370</cx:pt>
          <cx:pt idx="677">1043</cx:pt>
          <cx:pt idx="678">672</cx:pt>
          <cx:pt idx="679">737</cx:pt>
          <cx:pt idx="680">832</cx:pt>
          <cx:pt idx="681">1398</cx:pt>
          <cx:pt idx="682">806</cx:pt>
          <cx:pt idx="683">1287</cx:pt>
          <cx:pt idx="684">772</cx:pt>
          <cx:pt idx="685">1053</cx:pt>
          <cx:pt idx="686">1050</cx:pt>
          <cx:pt idx="687">1166</cx:pt>
          <cx:pt idx="688">840</cx:pt>
          <cx:pt idx="689">1029</cx:pt>
          <cx:pt idx="690">1248</cx:pt>
          <cx:pt idx="691">394</cx:pt>
          <cx:pt idx="692">1634</cx:pt>
          <cx:pt idx="693">1103</cx:pt>
          <cx:pt idx="694">1056</cx:pt>
          <cx:pt idx="695">1425</cx:pt>
          <cx:pt idx="696">1301</cx:pt>
          <cx:pt idx="697">1005</cx:pt>
          <cx:pt idx="698">1316</cx:pt>
          <cx:pt idx="699">393</cx:pt>
          <cx:pt idx="700">994</cx:pt>
          <cx:pt idx="701">1001</cx:pt>
          <cx:pt idx="702">795</cx:pt>
          <cx:pt idx="703">586</cx:pt>
          <cx:pt idx="704">1418</cx:pt>
          <cx:pt idx="705">1071</cx:pt>
          <cx:pt idx="706">895</cx:pt>
          <cx:pt idx="707">1515</cx:pt>
          <cx:pt idx="708">1086</cx:pt>
          <cx:pt idx="709">1030</cx:pt>
          <cx:pt idx="710">1172</cx:pt>
          <cx:pt idx="711">1290</cx:pt>
          <cx:pt idx="712">804</cx:pt>
          <cx:pt idx="713">1144</cx:pt>
          <cx:pt idx="714">1071</cx:pt>
          <cx:pt idx="715">1116</cx:pt>
          <cx:pt idx="716">1766</cx:pt>
          <cx:pt idx="717">624</cx:pt>
          <cx:pt idx="718">1070</cx:pt>
          <cx:pt idx="719">977</cx:pt>
          <cx:pt idx="720">852</cx:pt>
          <cx:pt idx="721">436</cx:pt>
          <cx:pt idx="722">799</cx:pt>
          <cx:pt idx="723">660</cx:pt>
          <cx:pt idx="724">616</cx:pt>
          <cx:pt idx="725">729</cx:pt>
          <cx:pt idx="726">594</cx:pt>
          <cx:pt idx="727">878</cx:pt>
          <cx:pt idx="728">949</cx:pt>
          <cx:pt idx="729">494</cx:pt>
          <cx:pt idx="730">496</cx:pt>
          <cx:pt idx="731">1278</cx:pt>
          <cx:pt idx="732">952</cx:pt>
          <cx:pt idx="733">573</cx:pt>
          <cx:pt idx="734">699</cx:pt>
          <cx:pt idx="735">1327</cx:pt>
          <cx:pt idx="736">1385</cx:pt>
          <cx:pt idx="737">1080</cx:pt>
          <cx:pt idx="738">1057</cx:pt>
          <cx:pt idx="739">836</cx:pt>
          <cx:pt idx="740">639</cx:pt>
          <cx:pt idx="741">656</cx:pt>
          <cx:pt idx="742">748</cx:pt>
          <cx:pt idx="743">1103</cx:pt>
          <cx:pt idx="744">1231</cx:pt>
          <cx:pt idx="745">424</cx:pt>
          <cx:pt idx="746">1025</cx:pt>
          <cx:pt idx="747">888</cx:pt>
          <cx:pt idx="748">1479</cx:pt>
          <cx:pt idx="749">870</cx:pt>
          <cx:pt idx="750">1041</cx:pt>
          <cx:pt idx="751">666</cx:pt>
          <cx:pt idx="752">792</cx:pt>
          <cx:pt idx="753">531</cx:pt>
          <cx:pt idx="754">852</cx:pt>
          <cx:pt idx="755">937</cx:pt>
          <cx:pt idx="756">1071</cx:pt>
          <cx:pt idx="757">1481</cx:pt>
          <cx:pt idx="758">1292</cx:pt>
          <cx:pt idx="759">940</cx:pt>
          <cx:pt idx="760">579</cx:pt>
          <cx:pt idx="761">1012</cx:pt>
          <cx:pt idx="762">818</cx:pt>
          <cx:pt idx="763">1223</cx:pt>
          <cx:pt idx="764">722</cx:pt>
          <cx:pt idx="765">1066</cx:pt>
          <cx:pt idx="766">1260</cx:pt>
          <cx:pt idx="767">1318</cx:pt>
          <cx:pt idx="768">792</cx:pt>
          <cx:pt idx="769">768</cx:pt>
          <cx:pt idx="770">886</cx:pt>
          <cx:pt idx="771">1289</cx:pt>
          <cx:pt idx="772">719</cx:pt>
          <cx:pt idx="773">1195</cx:pt>
          <cx:pt idx="774">894</cx:pt>
          <cx:pt idx="775">1060</cx:pt>
          <cx:pt idx="776">1155</cx:pt>
          <cx:pt idx="777">721</cx:pt>
          <cx:pt idx="778">711</cx:pt>
          <cx:pt idx="779">964</cx:pt>
          <cx:pt idx="780">1066</cx:pt>
          <cx:pt idx="781">913</cx:pt>
          <cx:pt idx="782">962</cx:pt>
          <cx:pt idx="783">831</cx:pt>
          <cx:pt idx="784">525</cx:pt>
          <cx:pt idx="785">983</cx:pt>
          <cx:pt idx="786">830</cx:pt>
          <cx:pt idx="787">1257</cx:pt>
          <cx:pt idx="788">684</cx:pt>
          <cx:pt idx="789">1240</cx:pt>
          <cx:pt idx="790">904</cx:pt>
          <cx:pt idx="791">954</cx:pt>
          <cx:pt idx="792">1304</cx:pt>
          <cx:pt idx="793">750</cx:pt>
          <cx:pt idx="794">966</cx:pt>
          <cx:pt idx="795">639</cx:pt>
          <cx:pt idx="796">1207</cx:pt>
          <cx:pt idx="797">537</cx:pt>
          <cx:pt idx="798">854</cx:pt>
          <cx:pt idx="799">742</cx:pt>
          <cx:pt idx="800">1046</cx:pt>
          <cx:pt idx="801">1015</cx:pt>
          <cx:pt idx="802">965</cx:pt>
          <cx:pt idx="803">590</cx:pt>
          <cx:pt idx="804">1241</cx:pt>
          <cx:pt idx="805">988</cx:pt>
          <cx:pt idx="806">744</cx:pt>
          <cx:pt idx="807">796</cx:pt>
          <cx:pt idx="808">756</cx:pt>
          <cx:pt idx="809">1378</cx:pt>
          <cx:pt idx="810">815</cx:pt>
          <cx:pt idx="811">448</cx:pt>
          <cx:pt idx="812">1203</cx:pt>
          <cx:pt idx="813">1135</cx:pt>
          <cx:pt idx="814">965</cx:pt>
          <cx:pt idx="815">1170</cx:pt>
          <cx:pt idx="816">757</cx:pt>
          <cx:pt idx="817">1116</cx:pt>
          <cx:pt idx="818">865</cx:pt>
          <cx:pt idx="819">1107</cx:pt>
          <cx:pt idx="820">884</cx:pt>
          <cx:pt idx="821">937</cx:pt>
          <cx:pt idx="822">1046</cx:pt>
          <cx:pt idx="823">879</cx:pt>
          <cx:pt idx="824">956</cx:pt>
          <cx:pt idx="825">1150</cx:pt>
          <cx:pt idx="826">850</cx:pt>
          <cx:pt idx="827">924</cx:pt>
          <cx:pt idx="828">1091</cx:pt>
          <cx:pt idx="829">1404</cx:pt>
          <cx:pt idx="830">1078</cx:pt>
          <cx:pt idx="831">1076</cx:pt>
          <cx:pt idx="832">446</cx:pt>
          <cx:pt idx="833">926</cx:pt>
          <cx:pt idx="834">1503</cx:pt>
          <cx:pt idx="835">752</cx:pt>
          <cx:pt idx="836">1038</cx:pt>
          <cx:pt idx="837">1214</cx:pt>
          <cx:pt idx="838">913</cx:pt>
          <cx:pt idx="839">711</cx:pt>
          <cx:pt idx="840">775</cx:pt>
          <cx:pt idx="841">954</cx:pt>
          <cx:pt idx="842">1095</cx:pt>
          <cx:pt idx="843">767</cx:pt>
          <cx:pt idx="844">1126</cx:pt>
          <cx:pt idx="845">698</cx:pt>
          <cx:pt idx="846">1111</cx:pt>
          <cx:pt idx="847">1224</cx:pt>
          <cx:pt idx="848">803</cx:pt>
          <cx:pt idx="849">880</cx:pt>
          <cx:pt idx="850">1104</cx:pt>
          <cx:pt idx="851">1060</cx:pt>
          <cx:pt idx="852">1136</cx:pt>
          <cx:pt idx="853">713</cx:pt>
          <cx:pt idx="854">1047</cx:pt>
          <cx:pt idx="855">585</cx:pt>
          <cx:pt idx="856">684</cx:pt>
          <cx:pt idx="857">914</cx:pt>
          <cx:pt idx="858">714</cx:pt>
          <cx:pt idx="859">693</cx:pt>
          <cx:pt idx="860">542</cx:pt>
          <cx:pt idx="861">1187</cx:pt>
          <cx:pt idx="862">1451</cx:pt>
          <cx:pt idx="863">1100</cx:pt>
          <cx:pt idx="864">805</cx:pt>
          <cx:pt idx="865">830</cx:pt>
          <cx:pt idx="866">824</cx:pt>
          <cx:pt idx="867">1200</cx:pt>
          <cx:pt idx="868">973</cx:pt>
          <cx:pt idx="869">1505</cx:pt>
          <cx:pt idx="870">880</cx:pt>
          <cx:pt idx="871">1205</cx:pt>
          <cx:pt idx="872">832</cx:pt>
          <cx:pt idx="873">1500</cx:pt>
          <cx:pt idx="874">925</cx:pt>
          <cx:pt idx="875">499</cx:pt>
          <cx:pt idx="876">663</cx:pt>
          <cx:pt idx="877">1021</cx:pt>
          <cx:pt idx="878">903</cx:pt>
          <cx:pt idx="879">680</cx:pt>
          <cx:pt idx="880">920</cx:pt>
          <cx:pt idx="881">688</cx:pt>
          <cx:pt idx="882">964</cx:pt>
          <cx:pt idx="883">725</cx:pt>
          <cx:pt idx="884">898</cx:pt>
          <cx:pt idx="885">597</cx:pt>
          <cx:pt idx="886">881</cx:pt>
          <cx:pt idx="887">1025</cx:pt>
          <cx:pt idx="888">753</cx:pt>
          <cx:pt idx="889">353</cx:pt>
          <cx:pt idx="890">680</cx:pt>
          <cx:pt idx="891">949</cx:pt>
          <cx:pt idx="892">1314</cx:pt>
          <cx:pt idx="893">962</cx:pt>
          <cx:pt idx="894">593</cx:pt>
          <cx:pt idx="895">1467</cx:pt>
          <cx:pt idx="896">969</cx:pt>
          <cx:pt idx="897">700</cx:pt>
          <cx:pt idx="898">882</cx:pt>
          <cx:pt idx="899">796</cx:pt>
          <cx:pt idx="900">350</cx:pt>
          <cx:pt idx="901">848</cx:pt>
          <cx:pt idx="902">818</cx:pt>
          <cx:pt idx="903">1111</cx:pt>
          <cx:pt idx="904">688</cx:pt>
          <cx:pt idx="905">946</cx:pt>
          <cx:pt idx="906">1013</cx:pt>
          <cx:pt idx="907">883</cx:pt>
          <cx:pt idx="908">1009</cx:pt>
          <cx:pt idx="909">808</cx:pt>
          <cx:pt idx="910">807</cx:pt>
          <cx:pt idx="911">1048</cx:pt>
          <cx:pt idx="912">1162</cx:pt>
          <cx:pt idx="913">1046</cx:pt>
          <cx:pt idx="914">603</cx:pt>
          <cx:pt idx="915">1151</cx:pt>
          <cx:pt idx="916">502</cx:pt>
          <cx:pt idx="917">715</cx:pt>
          <cx:pt idx="918">1055</cx:pt>
          <cx:pt idx="919">875</cx:pt>
          <cx:pt idx="920">988</cx:pt>
          <cx:pt idx="921">1188</cx:pt>
          <cx:pt idx="922">695</cx:pt>
          <cx:pt idx="923">829</cx:pt>
          <cx:pt idx="924">950</cx:pt>
          <cx:pt idx="925">499</cx:pt>
          <cx:pt idx="926">806</cx:pt>
          <cx:pt idx="927">634</cx:pt>
          <cx:pt idx="928">741</cx:pt>
          <cx:pt idx="929">1116</cx:pt>
          <cx:pt idx="930">986</cx:pt>
          <cx:pt idx="931">924</cx:pt>
          <cx:pt idx="932">1372</cx:pt>
          <cx:pt idx="933">1198</cx:pt>
          <cx:pt idx="934">634</cx:pt>
          <cx:pt idx="935">807</cx:pt>
          <cx:pt idx="936">858</cx:pt>
          <cx:pt idx="937">1128</cx:pt>
          <cx:pt idx="938">936</cx:pt>
          <cx:pt idx="939">1220</cx:pt>
          <cx:pt idx="940">911</cx:pt>
          <cx:pt idx="941">420</cx:pt>
          <cx:pt idx="942">1151</cx:pt>
          <cx:pt idx="943">882</cx:pt>
          <cx:pt idx="944">995</cx:pt>
          <cx:pt idx="945">921</cx:pt>
          <cx:pt idx="946">927</cx:pt>
          <cx:pt idx="947">713</cx:pt>
          <cx:pt idx="948">1783</cx:pt>
          <cx:pt idx="949">895</cx:pt>
          <cx:pt idx="950">1084</cx:pt>
          <cx:pt idx="951">1044</cx:pt>
          <cx:pt idx="952">1463</cx:pt>
          <cx:pt idx="953">731</cx:pt>
          <cx:pt idx="954">1158</cx:pt>
          <cx:pt idx="955">1127</cx:pt>
          <cx:pt idx="956">1024</cx:pt>
          <cx:pt idx="957">777</cx:pt>
          <cx:pt idx="958">760</cx:pt>
          <cx:pt idx="959">1001</cx:pt>
          <cx:pt idx="960">423</cx:pt>
          <cx:pt idx="961">441</cx:pt>
          <cx:pt idx="962">668</cx:pt>
          <cx:pt idx="963">885</cx:pt>
          <cx:pt idx="964">388</cx:pt>
          <cx:pt idx="965">915</cx:pt>
          <cx:pt idx="966">937</cx:pt>
          <cx:pt idx="967">795</cx:pt>
          <cx:pt idx="968">598</cx:pt>
          <cx:pt idx="969">637</cx:pt>
          <cx:pt idx="970">1123</cx:pt>
          <cx:pt idx="971">992</cx:pt>
          <cx:pt idx="972">640</cx:pt>
        </cx:lvl>
      </cx:numDim>
    </cx:data>
  </cx:chartData>
  <cx:chart>
    <cx:title pos="t" align="ctr" overlay="0">
      <cx:tx>
        <cx:txData>
          <cx:v>Calories Burned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Calories Burned Distribution</a:t>
          </a:r>
        </a:p>
      </cx:txPr>
    </cx:title>
    <cx:plotArea>
      <cx:plotAreaRegion>
        <cx:series layoutId="clusteredColumn" uniqueId="{3A36C26F-6F93-4D9A-9F9C-D4B11215E76E}">
          <cx:data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hartEx17.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'Gym Members Exercise Tracking'!$T$2:$T$974</cx:f>
        <cx:lvl ptCount="973" formatCode="General">
          <cx:pt idx="0">2.2999999999999998</cx:pt>
          <cx:pt idx="1">3.7000000000000002</cx:pt>
          <cx:pt idx="2">2.2000000000000002</cx:pt>
          <cx:pt idx="3">3</cx:pt>
          <cx:pt idx="4">1.6000000000000001</cx:pt>
          <cx:pt idx="5">2.6000000000000001</cx:pt>
          <cx:pt idx="6">2.6000000000000001</cx:pt>
          <cx:pt idx="7">2.7000000000000002</cx:pt>
          <cx:pt idx="8">2.2999999999999998</cx:pt>
          <cx:pt idx="9">2.7000000000000002</cx:pt>
          <cx:pt idx="10">1.5</cx:pt>
          <cx:pt idx="11">2.7999999999999998</cx:pt>
          <cx:pt idx="12">2.2000000000000002</cx:pt>
          <cx:pt idx="13">2</cx:pt>
          <cx:pt idx="14">3.5</cx:pt>
          <cx:pt idx="15">1.8</cx:pt>
          <cx:pt idx="16">2.7000000000000002</cx:pt>
          <cx:pt idx="17">2.2999999999999998</cx:pt>
          <cx:pt idx="18">2.6000000000000001</cx:pt>
          <cx:pt idx="19">2.7000000000000002</cx:pt>
          <cx:pt idx="20">3.5</cx:pt>
          <cx:pt idx="21">1.7</cx:pt>
          <cx:pt idx="22">3.5</cx:pt>
          <cx:pt idx="23">2.7999999999999998</cx:pt>
          <cx:pt idx="24">3.5</cx:pt>
          <cx:pt idx="25">2.7000000000000002</cx:pt>
          <cx:pt idx="26">1.8</cx:pt>
          <cx:pt idx="27">3.5</cx:pt>
          <cx:pt idx="28">2.7000000000000002</cx:pt>
          <cx:pt idx="29">2.5</cx:pt>
          <cx:pt idx="30">3.5</cx:pt>
          <cx:pt idx="31">1.8</cx:pt>
          <cx:pt idx="32">1.7</cx:pt>
          <cx:pt idx="33">2.1000000000000001</cx:pt>
          <cx:pt idx="34">2.2999999999999998</cx:pt>
          <cx:pt idx="35">2.3999999999999999</cx:pt>
          <cx:pt idx="36">2.7000000000000002</cx:pt>
          <cx:pt idx="37">1.7</cx:pt>
          <cx:pt idx="38">2.7000000000000002</cx:pt>
          <cx:pt idx="39">2.7000000000000002</cx:pt>
          <cx:pt idx="40">2.7000000000000002</cx:pt>
          <cx:pt idx="41">3.6000000000000001</cx:pt>
          <cx:pt idx="42">2.7000000000000002</cx:pt>
          <cx:pt idx="43">2</cx:pt>
          <cx:pt idx="44">2</cx:pt>
          <cx:pt idx="45">1.6000000000000001</cx:pt>
          <cx:pt idx="46">3.2999999999999998</cx:pt>
          <cx:pt idx="47">1.5</cx:pt>
          <cx:pt idx="48">2.2999999999999998</cx:pt>
          <cx:pt idx="49">2.7000000000000002</cx:pt>
          <cx:pt idx="50">1.7</cx:pt>
          <cx:pt idx="51">3.7000000000000002</cx:pt>
          <cx:pt idx="52">2.3999999999999999</cx:pt>
          <cx:pt idx="53">3.2000000000000002</cx:pt>
          <cx:pt idx="54">2.2000000000000002</cx:pt>
          <cx:pt idx="55">1.6000000000000001</cx:pt>
          <cx:pt idx="56">3.5</cx:pt>
          <cx:pt idx="57">1.8</cx:pt>
          <cx:pt idx="58">2.7000000000000002</cx:pt>
          <cx:pt idx="59">2.7000000000000002</cx:pt>
          <cx:pt idx="60">2</cx:pt>
          <cx:pt idx="61">3.5</cx:pt>
          <cx:pt idx="62">3.5</cx:pt>
          <cx:pt idx="63">2.7000000000000002</cx:pt>
          <cx:pt idx="64">2.6000000000000001</cx:pt>
          <cx:pt idx="65">2.8999999999999999</cx:pt>
          <cx:pt idx="66">3.5</cx:pt>
          <cx:pt idx="67">2.2999999999999998</cx:pt>
          <cx:pt idx="68">1.8999999999999999</cx:pt>
          <cx:pt idx="69">1.8999999999999999</cx:pt>
          <cx:pt idx="70">3.5</cx:pt>
          <cx:pt idx="71">1.7</cx:pt>
          <cx:pt idx="72">2.3999999999999999</cx:pt>
          <cx:pt idx="73">2.7000000000000002</cx:pt>
          <cx:pt idx="74">1.8999999999999999</cx:pt>
          <cx:pt idx="75">1.8999999999999999</cx:pt>
          <cx:pt idx="76">2.2000000000000002</cx:pt>
          <cx:pt idx="77">3.7000000000000002</cx:pt>
          <cx:pt idx="78">1.7</cx:pt>
          <cx:pt idx="79">2</cx:pt>
          <cx:pt idx="80">2.7000000000000002</cx:pt>
          <cx:pt idx="81">3.5</cx:pt>
          <cx:pt idx="82">2.5</cx:pt>
          <cx:pt idx="83">3.6000000000000001</cx:pt>
          <cx:pt idx="84">3.3999999999999999</cx:pt>
          <cx:pt idx="85">3.3999999999999999</cx:pt>
          <cx:pt idx="86">2.5</cx:pt>
          <cx:pt idx="87">2.1000000000000001</cx:pt>
          <cx:pt idx="88">3.5</cx:pt>
          <cx:pt idx="89">2.7000000000000002</cx:pt>
          <cx:pt idx="90">3.5</cx:pt>
          <cx:pt idx="91">2.5</cx:pt>
          <cx:pt idx="92">1.5</cx:pt>
          <cx:pt idx="93">2.2000000000000002</cx:pt>
          <cx:pt idx="94">2.6000000000000001</cx:pt>
          <cx:pt idx="95">2.7000000000000002</cx:pt>
          <cx:pt idx="96">3.5</cx:pt>
          <cx:pt idx="97">2.7000000000000002</cx:pt>
          <cx:pt idx="98">3.5</cx:pt>
          <cx:pt idx="99">1.8</cx:pt>
          <cx:pt idx="100">2.2000000000000002</cx:pt>
          <cx:pt idx="101">2.3999999999999999</cx:pt>
          <cx:pt idx="102">2.1000000000000001</cx:pt>
          <cx:pt idx="103">3</cx:pt>
          <cx:pt idx="104">2.5</cx:pt>
          <cx:pt idx="105">1.5</cx:pt>
          <cx:pt idx="106">3.5</cx:pt>
          <cx:pt idx="107">2.2999999999999998</cx:pt>
          <cx:pt idx="108">1.6000000000000001</cx:pt>
          <cx:pt idx="109">2.2999999999999998</cx:pt>
          <cx:pt idx="110">2.3999999999999999</cx:pt>
          <cx:pt idx="111">1.8999999999999999</cx:pt>
          <cx:pt idx="112">2.8999999999999999</cx:pt>
          <cx:pt idx="113">2.6000000000000001</cx:pt>
          <cx:pt idx="114">2.3999999999999999</cx:pt>
          <cx:pt idx="115">3.5</cx:pt>
          <cx:pt idx="116">2</cx:pt>
          <cx:pt idx="117">2.1000000000000001</cx:pt>
          <cx:pt idx="118">3.7000000000000002</cx:pt>
          <cx:pt idx="119">3.3999999999999999</cx:pt>
          <cx:pt idx="120">2.7000000000000002</cx:pt>
          <cx:pt idx="121">1.7</cx:pt>
          <cx:pt idx="122">3.2000000000000002</cx:pt>
          <cx:pt idx="123">2.6000000000000001</cx:pt>
          <cx:pt idx="124">2.2000000000000002</cx:pt>
          <cx:pt idx="125">2.5</cx:pt>
          <cx:pt idx="126">2.3999999999999999</cx:pt>
          <cx:pt idx="127">2</cx:pt>
          <cx:pt idx="128">2.7000000000000002</cx:pt>
          <cx:pt idx="129">1.6000000000000001</cx:pt>
          <cx:pt idx="130">2.3999999999999999</cx:pt>
          <cx:pt idx="131">2.7000000000000002</cx:pt>
          <cx:pt idx="132">2</cx:pt>
          <cx:pt idx="133">3.2000000000000002</cx:pt>
          <cx:pt idx="134">2.7000000000000002</cx:pt>
          <cx:pt idx="135">2.3999999999999999</cx:pt>
          <cx:pt idx="136">3.3999999999999999</cx:pt>
          <cx:pt idx="137">3.2999999999999998</cx:pt>
          <cx:pt idx="138">3.2999999999999998</cx:pt>
          <cx:pt idx="139">2.3999999999999999</cx:pt>
          <cx:pt idx="140">1.8</cx:pt>
          <cx:pt idx="141">3.5</cx:pt>
          <cx:pt idx="142">2.7000000000000002</cx:pt>
          <cx:pt idx="143">2.5</cx:pt>
          <cx:pt idx="144">2.5</cx:pt>
          <cx:pt idx="145">2.7000000000000002</cx:pt>
          <cx:pt idx="146">2.2999999999999998</cx:pt>
          <cx:pt idx="147">1.8</cx:pt>
          <cx:pt idx="148">1.8999999999999999</cx:pt>
          <cx:pt idx="149">1.7</cx:pt>
          <cx:pt idx="150">2.7000000000000002</cx:pt>
          <cx:pt idx="151">2.7000000000000002</cx:pt>
          <cx:pt idx="152">2.5</cx:pt>
          <cx:pt idx="153">1.8999999999999999</cx:pt>
          <cx:pt idx="154">2.7000000000000002</cx:pt>
          <cx:pt idx="155">3.5</cx:pt>
          <cx:pt idx="156">3.3999999999999999</cx:pt>
          <cx:pt idx="157">2.7000000000000002</cx:pt>
          <cx:pt idx="158">2.1000000000000001</cx:pt>
          <cx:pt idx="159">2.7000000000000002</cx:pt>
          <cx:pt idx="160">1.8999999999999999</cx:pt>
          <cx:pt idx="161">1.8999999999999999</cx:pt>
          <cx:pt idx="162">2.2999999999999998</cx:pt>
          <cx:pt idx="163">2.2000000000000002</cx:pt>
          <cx:pt idx="164">2.3999999999999999</cx:pt>
          <cx:pt idx="165">2.2000000000000002</cx:pt>
          <cx:pt idx="166">2.7000000000000002</cx:pt>
          <cx:pt idx="167">1.5</cx:pt>
          <cx:pt idx="168">3.2000000000000002</cx:pt>
          <cx:pt idx="169">1.8</cx:pt>
          <cx:pt idx="170">2.5</cx:pt>
          <cx:pt idx="171">2.7000000000000002</cx:pt>
          <cx:pt idx="172">2.2999999999999998</cx:pt>
          <cx:pt idx="173">3.5</cx:pt>
          <cx:pt idx="174">1.8999999999999999</cx:pt>
          <cx:pt idx="175">2.7000000000000002</cx:pt>
          <cx:pt idx="176">3.2999999999999998</cx:pt>
          <cx:pt idx="177">2.3999999999999999</cx:pt>
          <cx:pt idx="178">2.1000000000000001</cx:pt>
          <cx:pt idx="179">1.5</cx:pt>
          <cx:pt idx="180">1.6000000000000001</cx:pt>
          <cx:pt idx="181">3.6000000000000001</cx:pt>
          <cx:pt idx="182">3.2999999999999998</cx:pt>
          <cx:pt idx="183">2.5</cx:pt>
          <cx:pt idx="184">2.3999999999999999</cx:pt>
          <cx:pt idx="185">2.2999999999999998</cx:pt>
          <cx:pt idx="186">2.2999999999999998</cx:pt>
          <cx:pt idx="187">2.3999999999999999</cx:pt>
          <cx:pt idx="188">1.6000000000000001</cx:pt>
          <cx:pt idx="189">1.5</cx:pt>
          <cx:pt idx="190">2.8999999999999999</cx:pt>
          <cx:pt idx="191">3.5</cx:pt>
          <cx:pt idx="192">2.5</cx:pt>
          <cx:pt idx="193">2.3999999999999999</cx:pt>
          <cx:pt idx="194">2.5</cx:pt>
          <cx:pt idx="195">3.2000000000000002</cx:pt>
          <cx:pt idx="196">2.2999999999999998</cx:pt>
          <cx:pt idx="197">2.3999999999999999</cx:pt>
          <cx:pt idx="198">1.6000000000000001</cx:pt>
          <cx:pt idx="199">2.2000000000000002</cx:pt>
          <cx:pt idx="200">1.7</cx:pt>
          <cx:pt idx="201">1.8</cx:pt>
          <cx:pt idx="202">2.3999999999999999</cx:pt>
          <cx:pt idx="203">1.8</cx:pt>
          <cx:pt idx="204">2.2000000000000002</cx:pt>
          <cx:pt idx="205">3.3999999999999999</cx:pt>
          <cx:pt idx="206">3.5</cx:pt>
          <cx:pt idx="207">2.1000000000000001</cx:pt>
          <cx:pt idx="208">2.3999999999999999</cx:pt>
          <cx:pt idx="209">2.6000000000000001</cx:pt>
          <cx:pt idx="210">3.2999999999999998</cx:pt>
          <cx:pt idx="211">3.5</cx:pt>
          <cx:pt idx="212">2.6000000000000001</cx:pt>
          <cx:pt idx="213">2.2000000000000002</cx:pt>
          <cx:pt idx="214">1.6000000000000001</cx:pt>
          <cx:pt idx="215">2.7000000000000002</cx:pt>
          <cx:pt idx="216">3.1000000000000001</cx:pt>
          <cx:pt idx="217">3.1000000000000001</cx:pt>
          <cx:pt idx="218">2.1000000000000001</cx:pt>
          <cx:pt idx="219">2.1000000000000001</cx:pt>
          <cx:pt idx="220">2.7000000000000002</cx:pt>
          <cx:pt idx="221">2.3999999999999999</cx:pt>
          <cx:pt idx="222">3.1000000000000001</cx:pt>
          <cx:pt idx="223">2.1000000000000001</cx:pt>
          <cx:pt idx="224">3.6000000000000001</cx:pt>
          <cx:pt idx="225">3.2000000000000002</cx:pt>
          <cx:pt idx="226">3.2000000000000002</cx:pt>
          <cx:pt idx="227">2.3999999999999999</cx:pt>
          <cx:pt idx="228">3.3999999999999999</cx:pt>
          <cx:pt idx="229">3.2000000000000002</cx:pt>
          <cx:pt idx="230">3.3999999999999999</cx:pt>
          <cx:pt idx="231">2.2999999999999998</cx:pt>
          <cx:pt idx="232">3.1000000000000001</cx:pt>
          <cx:pt idx="233">3.7000000000000002</cx:pt>
          <cx:pt idx="234">2.5</cx:pt>
          <cx:pt idx="235">3.6000000000000001</cx:pt>
          <cx:pt idx="236">3.5</cx:pt>
          <cx:pt idx="237">3.2999999999999998</cx:pt>
          <cx:pt idx="238">1.7</cx:pt>
          <cx:pt idx="239">3.6000000000000001</cx:pt>
          <cx:pt idx="240">3</cx:pt>
          <cx:pt idx="241">3.1000000000000001</cx:pt>
          <cx:pt idx="242">2.6000000000000001</cx:pt>
          <cx:pt idx="243">2.6000000000000001</cx:pt>
          <cx:pt idx="244">2.2000000000000002</cx:pt>
          <cx:pt idx="245">1.8999999999999999</cx:pt>
          <cx:pt idx="246">3</cx:pt>
          <cx:pt idx="247">2.8999999999999999</cx:pt>
          <cx:pt idx="248">2.8999999999999999</cx:pt>
          <cx:pt idx="249">2.6000000000000001</cx:pt>
          <cx:pt idx="250">2.2999999999999998</cx:pt>
          <cx:pt idx="251">2.6000000000000001</cx:pt>
          <cx:pt idx="252">1.5</cx:pt>
          <cx:pt idx="253">2.5</cx:pt>
          <cx:pt idx="254">2.5</cx:pt>
          <cx:pt idx="255">2.8999999999999999</cx:pt>
          <cx:pt idx="256">3.1000000000000001</cx:pt>
          <cx:pt idx="257">1.6000000000000001</cx:pt>
          <cx:pt idx="258">3.6000000000000001</cx:pt>
          <cx:pt idx="259">2.6000000000000001</cx:pt>
          <cx:pt idx="260">2.7000000000000002</cx:pt>
          <cx:pt idx="261">2</cx:pt>
          <cx:pt idx="262">2.2000000000000002</cx:pt>
          <cx:pt idx="263">2.8999999999999999</cx:pt>
          <cx:pt idx="264">2.2999999999999998</cx:pt>
          <cx:pt idx="265">2.3999999999999999</cx:pt>
          <cx:pt idx="266">2.3999999999999999</cx:pt>
          <cx:pt idx="267">3.2000000000000002</cx:pt>
          <cx:pt idx="268">2.8999999999999999</cx:pt>
          <cx:pt idx="269">2.1000000000000001</cx:pt>
          <cx:pt idx="270">1.8999999999999999</cx:pt>
          <cx:pt idx="271">3.2000000000000002</cx:pt>
          <cx:pt idx="272">3.5</cx:pt>
          <cx:pt idx="273">2.6000000000000001</cx:pt>
          <cx:pt idx="274">2.6000000000000001</cx:pt>
          <cx:pt idx="275">2.1000000000000001</cx:pt>
          <cx:pt idx="276">2.1000000000000001</cx:pt>
          <cx:pt idx="277">2.5</cx:pt>
          <cx:pt idx="278">2.1000000000000001</cx:pt>
          <cx:pt idx="279">3.3999999999999999</cx:pt>
          <cx:pt idx="280">2.8999999999999999</cx:pt>
          <cx:pt idx="281">3.3999999999999999</cx:pt>
          <cx:pt idx="282">2.3999999999999999</cx:pt>
          <cx:pt idx="283">2.1000000000000001</cx:pt>
          <cx:pt idx="284">3.3999999999999999</cx:pt>
          <cx:pt idx="285">2.2999999999999998</cx:pt>
          <cx:pt idx="286">2.1000000000000001</cx:pt>
          <cx:pt idx="287">2.6000000000000001</cx:pt>
          <cx:pt idx="288">2.3999999999999999</cx:pt>
          <cx:pt idx="289">2</cx:pt>
          <cx:pt idx="290">3</cx:pt>
          <cx:pt idx="291">2.2999999999999998</cx:pt>
          <cx:pt idx="292">3.3999999999999999</cx:pt>
          <cx:pt idx="293">3.6000000000000001</cx:pt>
          <cx:pt idx="294">2.7000000000000002</cx:pt>
          <cx:pt idx="295">2.5</cx:pt>
          <cx:pt idx="296">2.6000000000000001</cx:pt>
          <cx:pt idx="297">1.5</cx:pt>
          <cx:pt idx="298">2.2999999999999998</cx:pt>
          <cx:pt idx="299">2</cx:pt>
          <cx:pt idx="300">2.2000000000000002</cx:pt>
          <cx:pt idx="301">2.1000000000000001</cx:pt>
          <cx:pt idx="302">2</cx:pt>
          <cx:pt idx="303">1.8999999999999999</cx:pt>
          <cx:pt idx="304">2.8999999999999999</cx:pt>
          <cx:pt idx="305">2.1000000000000001</cx:pt>
          <cx:pt idx="306">2.2000000000000002</cx:pt>
          <cx:pt idx="307">2.6000000000000001</cx:pt>
          <cx:pt idx="308">3.3999999999999999</cx:pt>
          <cx:pt idx="309">1.8</cx:pt>
          <cx:pt idx="310">2.1000000000000001</cx:pt>
          <cx:pt idx="311">2.2000000000000002</cx:pt>
          <cx:pt idx="312">2.6000000000000001</cx:pt>
          <cx:pt idx="313">2.3999999999999999</cx:pt>
          <cx:pt idx="314">3.6000000000000001</cx:pt>
          <cx:pt idx="315">1.8</cx:pt>
          <cx:pt idx="316">3</cx:pt>
          <cx:pt idx="317">1.6000000000000001</cx:pt>
          <cx:pt idx="318">2.6000000000000001</cx:pt>
          <cx:pt idx="319">3.1000000000000001</cx:pt>
          <cx:pt idx="320">3.7000000000000002</cx:pt>
          <cx:pt idx="321">2.1000000000000001</cx:pt>
          <cx:pt idx="322">2.1000000000000001</cx:pt>
          <cx:pt idx="323">3</cx:pt>
          <cx:pt idx="324">2.2999999999999998</cx:pt>
          <cx:pt idx="325">1.5</cx:pt>
          <cx:pt idx="326">3.6000000000000001</cx:pt>
          <cx:pt idx="327">2.8999999999999999</cx:pt>
          <cx:pt idx="328">2.2000000000000002</cx:pt>
          <cx:pt idx="329">2.7999999999999998</cx:pt>
          <cx:pt idx="330">3.6000000000000001</cx:pt>
          <cx:pt idx="331">1.7</cx:pt>
          <cx:pt idx="332">2.6000000000000001</cx:pt>
          <cx:pt idx="333">2.1000000000000001</cx:pt>
          <cx:pt idx="334">1.7</cx:pt>
          <cx:pt idx="335">1.5</cx:pt>
          <cx:pt idx="336">2.1000000000000001</cx:pt>
          <cx:pt idx="337">2.7000000000000002</cx:pt>
          <cx:pt idx="338">3.3999999999999999</cx:pt>
          <cx:pt idx="339">2.2999999999999998</cx:pt>
          <cx:pt idx="340">1.6000000000000001</cx:pt>
          <cx:pt idx="341">1.8999999999999999</cx:pt>
          <cx:pt idx="342">3.2999999999999998</cx:pt>
          <cx:pt idx="343">3.3999999999999999</cx:pt>
          <cx:pt idx="344">2.2000000000000002</cx:pt>
          <cx:pt idx="345">2.2999999999999998</cx:pt>
          <cx:pt idx="346">2.1000000000000001</cx:pt>
          <cx:pt idx="347">2.7000000000000002</cx:pt>
          <cx:pt idx="348">2.5</cx:pt>
          <cx:pt idx="349">2</cx:pt>
          <cx:pt idx="350">2.2999999999999998</cx:pt>
          <cx:pt idx="351">3.1000000000000001</cx:pt>
          <cx:pt idx="352">3.2000000000000002</cx:pt>
          <cx:pt idx="353">2.7999999999999998</cx:pt>
          <cx:pt idx="354">1.8</cx:pt>
          <cx:pt idx="355">3.6000000000000001</cx:pt>
          <cx:pt idx="356">3</cx:pt>
          <cx:pt idx="357">2.6000000000000001</cx:pt>
          <cx:pt idx="358">2.5</cx:pt>
          <cx:pt idx="359">3.3999999999999999</cx:pt>
          <cx:pt idx="360">2.6000000000000001</cx:pt>
          <cx:pt idx="361">2.2000000000000002</cx:pt>
          <cx:pt idx="362">2</cx:pt>
          <cx:pt idx="363">3.3999999999999999</cx:pt>
          <cx:pt idx="364">1.8</cx:pt>
          <cx:pt idx="365">1.8999999999999999</cx:pt>
          <cx:pt idx="366">3.7000000000000002</cx:pt>
          <cx:pt idx="367">2.2999999999999998</cx:pt>
          <cx:pt idx="368">2.6000000000000001</cx:pt>
          <cx:pt idx="369">1.8999999999999999</cx:pt>
          <cx:pt idx="370">2.7000000000000002</cx:pt>
          <cx:pt idx="371">3.1000000000000001</cx:pt>
          <cx:pt idx="372">2.3999999999999999</cx:pt>
          <cx:pt idx="373">2.2999999999999998</cx:pt>
          <cx:pt idx="374">2.5</cx:pt>
          <cx:pt idx="375">2</cx:pt>
          <cx:pt idx="376">1.8</cx:pt>
          <cx:pt idx="377">2.5</cx:pt>
          <cx:pt idx="378">2.7000000000000002</cx:pt>
          <cx:pt idx="379">3.3999999999999999</cx:pt>
          <cx:pt idx="380">2</cx:pt>
          <cx:pt idx="381">2</cx:pt>
          <cx:pt idx="382">3</cx:pt>
          <cx:pt idx="383">2.8999999999999999</cx:pt>
          <cx:pt idx="384">2</cx:pt>
          <cx:pt idx="385">2.6000000000000001</cx:pt>
          <cx:pt idx="386">3.6000000000000001</cx:pt>
          <cx:pt idx="387">2.1000000000000001</cx:pt>
          <cx:pt idx="388">2.7000000000000002</cx:pt>
          <cx:pt idx="389">1.8</cx:pt>
          <cx:pt idx="390">2.7999999999999998</cx:pt>
          <cx:pt idx="391">2.2000000000000002</cx:pt>
          <cx:pt idx="392">2.3999999999999999</cx:pt>
          <cx:pt idx="393">3.1000000000000001</cx:pt>
          <cx:pt idx="394">2.7000000000000002</cx:pt>
          <cx:pt idx="395">3.1000000000000001</cx:pt>
          <cx:pt idx="396">2.3999999999999999</cx:pt>
          <cx:pt idx="397">2.2999999999999998</cx:pt>
          <cx:pt idx="398">2</cx:pt>
          <cx:pt idx="399">2.3999999999999999</cx:pt>
          <cx:pt idx="400">2.7000000000000002</cx:pt>
          <cx:pt idx="401">2.1000000000000001</cx:pt>
          <cx:pt idx="402">2.7000000000000002</cx:pt>
          <cx:pt idx="403">2.2999999999999998</cx:pt>
          <cx:pt idx="404">2.6000000000000001</cx:pt>
          <cx:pt idx="405">2.5</cx:pt>
          <cx:pt idx="406">3.7000000000000002</cx:pt>
          <cx:pt idx="407">2.7000000000000002</cx:pt>
          <cx:pt idx="408">2.7000000000000002</cx:pt>
          <cx:pt idx="409">2.7000000000000002</cx:pt>
          <cx:pt idx="410">2.7000000000000002</cx:pt>
          <cx:pt idx="411">1.6000000000000001</cx:pt>
          <cx:pt idx="412">2.3999999999999999</cx:pt>
          <cx:pt idx="413">2.2000000000000002</cx:pt>
          <cx:pt idx="414">2.7000000000000002</cx:pt>
          <cx:pt idx="415">1.8</cx:pt>
          <cx:pt idx="416">2.7000000000000002</cx:pt>
          <cx:pt idx="417">2.7000000000000002</cx:pt>
          <cx:pt idx="418">2.7000000000000002</cx:pt>
          <cx:pt idx="419">2.2999999999999998</cx:pt>
          <cx:pt idx="420">3</cx:pt>
          <cx:pt idx="421">2.7000000000000002</cx:pt>
          <cx:pt idx="422">2.7000000000000002</cx:pt>
          <cx:pt idx="423">2.7000000000000002</cx:pt>
          <cx:pt idx="424">2.7000000000000002</cx:pt>
          <cx:pt idx="425">2.7000000000000002</cx:pt>
          <cx:pt idx="426">2.7000000000000002</cx:pt>
          <cx:pt idx="427">2.1000000000000001</cx:pt>
          <cx:pt idx="428">2.7000000000000002</cx:pt>
          <cx:pt idx="429">2.7000000000000002</cx:pt>
          <cx:pt idx="430">2.7999999999999998</cx:pt>
          <cx:pt idx="431">2.7000000000000002</cx:pt>
          <cx:pt idx="432">2.7000000000000002</cx:pt>
          <cx:pt idx="433">2.7999999999999998</cx:pt>
          <cx:pt idx="434">2.7000000000000002</cx:pt>
          <cx:pt idx="435">2.7000000000000002</cx:pt>
          <cx:pt idx="436">2</cx:pt>
          <cx:pt idx="437">2.1000000000000001</cx:pt>
          <cx:pt idx="438">3.7000000000000002</cx:pt>
          <cx:pt idx="439">2.2000000000000002</cx:pt>
          <cx:pt idx="440">1.6000000000000001</cx:pt>
          <cx:pt idx="441">3.5</cx:pt>
          <cx:pt idx="442">1.7</cx:pt>
          <cx:pt idx="443">2.3999999999999999</cx:pt>
          <cx:pt idx="444">2.7000000000000002</cx:pt>
          <cx:pt idx="445">1.8</cx:pt>
          <cx:pt idx="446">3.5</cx:pt>
          <cx:pt idx="447">2.1000000000000001</cx:pt>
          <cx:pt idx="448">3.2000000000000002</cx:pt>
          <cx:pt idx="449">2.3999999999999999</cx:pt>
          <cx:pt idx="450">1.7</cx:pt>
          <cx:pt idx="451">1.7</cx:pt>
          <cx:pt idx="452">2.2999999999999998</cx:pt>
          <cx:pt idx="453">2.3999999999999999</cx:pt>
          <cx:pt idx="454">2.1000000000000001</cx:pt>
          <cx:pt idx="455">2.7000000000000002</cx:pt>
          <cx:pt idx="456">3.5</cx:pt>
          <cx:pt idx="457">2.7000000000000002</cx:pt>
          <cx:pt idx="458">2.5</cx:pt>
          <cx:pt idx="459">2.2000000000000002</cx:pt>
          <cx:pt idx="460">2.1000000000000001</cx:pt>
          <cx:pt idx="461">2.6000000000000001</cx:pt>
          <cx:pt idx="462">2.1000000000000001</cx:pt>
          <cx:pt idx="463">3.5</cx:pt>
          <cx:pt idx="464">2</cx:pt>
          <cx:pt idx="465">2.5</cx:pt>
          <cx:pt idx="466">2.2000000000000002</cx:pt>
          <cx:pt idx="467">2.8999999999999999</cx:pt>
          <cx:pt idx="468">1.5</cx:pt>
          <cx:pt idx="469">1.6000000000000001</cx:pt>
          <cx:pt idx="470">3.2999999999999998</cx:pt>
          <cx:pt idx="471">3.5</cx:pt>
          <cx:pt idx="472">2.1000000000000001</cx:pt>
          <cx:pt idx="473">3.5</cx:pt>
          <cx:pt idx="474">3.5</cx:pt>
          <cx:pt idx="475">2.3999999999999999</cx:pt>
          <cx:pt idx="476">2.1000000000000001</cx:pt>
          <cx:pt idx="477">2.7000000000000002</cx:pt>
          <cx:pt idx="478">2</cx:pt>
          <cx:pt idx="479">3.5</cx:pt>
          <cx:pt idx="480">3.5</cx:pt>
          <cx:pt idx="481">2.3999999999999999</cx:pt>
          <cx:pt idx="482">1.8999999999999999</cx:pt>
          <cx:pt idx="483">1.7</cx:pt>
          <cx:pt idx="484">2</cx:pt>
          <cx:pt idx="485">2.6000000000000001</cx:pt>
          <cx:pt idx="486">2.3999999999999999</cx:pt>
          <cx:pt idx="487">2.7000000000000002</cx:pt>
          <cx:pt idx="488">1.8</cx:pt>
          <cx:pt idx="489">1.8</cx:pt>
          <cx:pt idx="490">3.5</cx:pt>
          <cx:pt idx="491">2.2999999999999998</cx:pt>
          <cx:pt idx="492">3.5</cx:pt>
          <cx:pt idx="493">2.2999999999999998</cx:pt>
          <cx:pt idx="494">3.5</cx:pt>
          <cx:pt idx="495">3.5</cx:pt>
          <cx:pt idx="496">2.2000000000000002</cx:pt>
          <cx:pt idx="497">3.5</cx:pt>
          <cx:pt idx="498">3.5</cx:pt>
          <cx:pt idx="499">3.5</cx:pt>
          <cx:pt idx="500">3.5</cx:pt>
          <cx:pt idx="501">2.5</cx:pt>
          <cx:pt idx="502">3.5</cx:pt>
          <cx:pt idx="503">3.5</cx:pt>
          <cx:pt idx="504">3</cx:pt>
          <cx:pt idx="505">3.5</cx:pt>
          <cx:pt idx="506">2.6000000000000001</cx:pt>
          <cx:pt idx="507">3.5</cx:pt>
          <cx:pt idx="508">1.7</cx:pt>
          <cx:pt idx="509">3.5</cx:pt>
          <cx:pt idx="510">1.5</cx:pt>
          <cx:pt idx="511">1.6000000000000001</cx:pt>
          <cx:pt idx="512">2</cx:pt>
          <cx:pt idx="513">3.5</cx:pt>
          <cx:pt idx="514">3</cx:pt>
          <cx:pt idx="515">2.6000000000000001</cx:pt>
          <cx:pt idx="516">3.5</cx:pt>
          <cx:pt idx="517">3.5</cx:pt>
          <cx:pt idx="518">3.5</cx:pt>
          <cx:pt idx="519">2.7000000000000002</cx:pt>
          <cx:pt idx="520">1.6000000000000001</cx:pt>
          <cx:pt idx="521">3.5</cx:pt>
          <cx:pt idx="522">3.5</cx:pt>
          <cx:pt idx="523">1.6000000000000001</cx:pt>
          <cx:pt idx="524">2.2999999999999998</cx:pt>
          <cx:pt idx="525">1.6000000000000001</cx:pt>
          <cx:pt idx="526">2.7000000000000002</cx:pt>
          <cx:pt idx="527">1.8</cx:pt>
          <cx:pt idx="528">2.1000000000000001</cx:pt>
          <cx:pt idx="529">3.1000000000000001</cx:pt>
          <cx:pt idx="530">3.5</cx:pt>
          <cx:pt idx="531">3.5</cx:pt>
          <cx:pt idx="532">2.2999999999999998</cx:pt>
          <cx:pt idx="533">1.8999999999999999</cx:pt>
          <cx:pt idx="534">2.3999999999999999</cx:pt>
          <cx:pt idx="535">3.5</cx:pt>
          <cx:pt idx="536">3.5</cx:pt>
          <cx:pt idx="537">3.5</cx:pt>
          <cx:pt idx="538">1.7</cx:pt>
          <cx:pt idx="539">2.2999999999999998</cx:pt>
          <cx:pt idx="540">3.5</cx:pt>
          <cx:pt idx="541">1.7</cx:pt>
          <cx:pt idx="542">3.5</cx:pt>
          <cx:pt idx="543">2.8999999999999999</cx:pt>
          <cx:pt idx="544">3.5</cx:pt>
          <cx:pt idx="545">1.5</cx:pt>
          <cx:pt idx="546">3.5</cx:pt>
          <cx:pt idx="547">3.5</cx:pt>
          <cx:pt idx="548">2.7999999999999998</cx:pt>
          <cx:pt idx="549">2.5</cx:pt>
          <cx:pt idx="550">2.5</cx:pt>
          <cx:pt idx="551">3.5</cx:pt>
          <cx:pt idx="552">2.1000000000000001</cx:pt>
          <cx:pt idx="553">3.5</cx:pt>
          <cx:pt idx="554">2.2999999999999998</cx:pt>
          <cx:pt idx="555">3.5</cx:pt>
          <cx:pt idx="556">2</cx:pt>
          <cx:pt idx="557">1.6000000000000001</cx:pt>
          <cx:pt idx="558">3.5</cx:pt>
          <cx:pt idx="559">2.2000000000000002</cx:pt>
          <cx:pt idx="560">3.5</cx:pt>
          <cx:pt idx="561">1.5</cx:pt>
          <cx:pt idx="562">1.8999999999999999</cx:pt>
          <cx:pt idx="563">1.5</cx:pt>
          <cx:pt idx="564">3</cx:pt>
          <cx:pt idx="565">2.5</cx:pt>
          <cx:pt idx="566">3.5</cx:pt>
          <cx:pt idx="567">2.3999999999999999</cx:pt>
          <cx:pt idx="568">3.5</cx:pt>
          <cx:pt idx="569">3.5</cx:pt>
          <cx:pt idx="570">3.5</cx:pt>
          <cx:pt idx="571">3.5</cx:pt>
          <cx:pt idx="572">3.5</cx:pt>
          <cx:pt idx="573">3.5</cx:pt>
          <cx:pt idx="574">2.5</cx:pt>
          <cx:pt idx="575">3.1000000000000001</cx:pt>
          <cx:pt idx="576">1.8999999999999999</cx:pt>
          <cx:pt idx="577">2.7000000000000002</cx:pt>
          <cx:pt idx="578">3.5</cx:pt>
          <cx:pt idx="579">2</cx:pt>
          <cx:pt idx="580">1.8</cx:pt>
          <cx:pt idx="581">2.7000000000000002</cx:pt>
          <cx:pt idx="582">1.6000000000000001</cx:pt>
          <cx:pt idx="583">3.1000000000000001</cx:pt>
          <cx:pt idx="584">3.3999999999999999</cx:pt>
          <cx:pt idx="585">2.1000000000000001</cx:pt>
          <cx:pt idx="586">3.5</cx:pt>
          <cx:pt idx="587">3.2000000000000002</cx:pt>
          <cx:pt idx="588">2.7000000000000002</cx:pt>
          <cx:pt idx="589">2.3999999999999999</cx:pt>
          <cx:pt idx="590">1.8999999999999999</cx:pt>
          <cx:pt idx="591">2.7000000000000002</cx:pt>
          <cx:pt idx="592">2.8999999999999999</cx:pt>
          <cx:pt idx="593">1.8999999999999999</cx:pt>
          <cx:pt idx="594">2</cx:pt>
          <cx:pt idx="595">3.3999999999999999</cx:pt>
          <cx:pt idx="596">2</cx:pt>
          <cx:pt idx="597">1.7</cx:pt>
          <cx:pt idx="598">2.8999999999999999</cx:pt>
          <cx:pt idx="599">3.5</cx:pt>
          <cx:pt idx="600">3.3999999999999999</cx:pt>
          <cx:pt idx="601">2.7000000000000002</cx:pt>
          <cx:pt idx="602">2.3999999999999999</cx:pt>
          <cx:pt idx="603">2.6000000000000001</cx:pt>
          <cx:pt idx="604">2.6000000000000001</cx:pt>
          <cx:pt idx="605">2.1000000000000001</cx:pt>
          <cx:pt idx="606">2</cx:pt>
          <cx:pt idx="607">1.6000000000000001</cx:pt>
          <cx:pt idx="608">3.5</cx:pt>
          <cx:pt idx="609">2.7000000000000002</cx:pt>
          <cx:pt idx="610">2.3999999999999999</cx:pt>
          <cx:pt idx="611">3.3999999999999999</cx:pt>
          <cx:pt idx="612">2</cx:pt>
          <cx:pt idx="613">2</cx:pt>
          <cx:pt idx="614">3.3999999999999999</cx:pt>
          <cx:pt idx="615">3.2999999999999998</cx:pt>
          <cx:pt idx="616">2.7999999999999998</cx:pt>
          <cx:pt idx="617">3.5</cx:pt>
          <cx:pt idx="618">2.1000000000000001</cx:pt>
          <cx:pt idx="619">1.5</cx:pt>
          <cx:pt idx="620">2.7000000000000002</cx:pt>
          <cx:pt idx="621">2.7000000000000002</cx:pt>
          <cx:pt idx="622">3.2999999999999998</cx:pt>
          <cx:pt idx="623">2</cx:pt>
          <cx:pt idx="624">2.5</cx:pt>
          <cx:pt idx="625">2.6000000000000001</cx:pt>
          <cx:pt idx="626">2.6000000000000001</cx:pt>
          <cx:pt idx="627">3.5</cx:pt>
          <cx:pt idx="628">2.5</cx:pt>
          <cx:pt idx="629">2.7000000000000002</cx:pt>
          <cx:pt idx="630">2.5</cx:pt>
          <cx:pt idx="631">1.7</cx:pt>
          <cx:pt idx="632">1.8</cx:pt>
          <cx:pt idx="633">2.7999999999999998</cx:pt>
          <cx:pt idx="634">2.7000000000000002</cx:pt>
          <cx:pt idx="635">2.7000000000000002</cx:pt>
          <cx:pt idx="636">2.7000000000000002</cx:pt>
          <cx:pt idx="637">2.8999999999999999</cx:pt>
          <cx:pt idx="638">2.2999999999999998</cx:pt>
          <cx:pt idx="639">2.7999999999999998</cx:pt>
          <cx:pt idx="640">1.8</cx:pt>
          <cx:pt idx="641">2.2000000000000002</cx:pt>
          <cx:pt idx="642">1.8999999999999999</cx:pt>
          <cx:pt idx="643">3.2000000000000002</cx:pt>
          <cx:pt idx="644">3.2999999999999998</cx:pt>
          <cx:pt idx="645">2.7000000000000002</cx:pt>
          <cx:pt idx="646">1.8</cx:pt>
          <cx:pt idx="647">2.7000000000000002</cx:pt>
          <cx:pt idx="648">2.7000000000000002</cx:pt>
          <cx:pt idx="649">2.7999999999999998</cx:pt>
          <cx:pt idx="650">2.3999999999999999</cx:pt>
          <cx:pt idx="651">2.7999999999999998</cx:pt>
          <cx:pt idx="652">2.7000000000000002</cx:pt>
          <cx:pt idx="653">2.2000000000000002</cx:pt>
          <cx:pt idx="654">2.2999999999999998</cx:pt>
          <cx:pt idx="655">2.7000000000000002</cx:pt>
          <cx:pt idx="656">2.7000000000000002</cx:pt>
          <cx:pt idx="657">3.5</cx:pt>
          <cx:pt idx="658">1.8</cx:pt>
          <cx:pt idx="659">1.8999999999999999</cx:pt>
          <cx:pt idx="660">3.5</cx:pt>
          <cx:pt idx="661">3.5</cx:pt>
          <cx:pt idx="662">3.6000000000000001</cx:pt>
          <cx:pt idx="663">2.3999999999999999</cx:pt>
          <cx:pt idx="664">2.3999999999999999</cx:pt>
          <cx:pt idx="665">2.7000000000000002</cx:pt>
          <cx:pt idx="666">2.6000000000000001</cx:pt>
          <cx:pt idx="667">2.2000000000000002</cx:pt>
          <cx:pt idx="668">3.5</cx:pt>
          <cx:pt idx="669">2.7000000000000002</cx:pt>
          <cx:pt idx="670">3.5</cx:pt>
          <cx:pt idx="671">3.5</cx:pt>
          <cx:pt idx="672">2</cx:pt>
          <cx:pt idx="673">3.5</cx:pt>
          <cx:pt idx="674">2.6000000000000001</cx:pt>
          <cx:pt idx="675">3.2999999999999998</cx:pt>
          <cx:pt idx="676">1.8</cx:pt>
          <cx:pt idx="677">2.2999999999999998</cx:pt>
          <cx:pt idx="678">1.8999999999999999</cx:pt>
          <cx:pt idx="679">2</cx:pt>
          <cx:pt idx="680">1.8999999999999999</cx:pt>
          <cx:pt idx="681">3.5</cx:pt>
          <cx:pt idx="682">2.1000000000000001</cx:pt>
          <cx:pt idx="683">3.5</cx:pt>
          <cx:pt idx="684">2.1000000000000001</cx:pt>
          <cx:pt idx="685">1.6000000000000001</cx:pt>
          <cx:pt idx="686">2.6000000000000001</cx:pt>
          <cx:pt idx="687">2.7000000000000002</cx:pt>
          <cx:pt idx="688">1.7</cx:pt>
          <cx:pt idx="689">2</cx:pt>
          <cx:pt idx="690">3.5</cx:pt>
          <cx:pt idx="691">1.8</cx:pt>
          <cx:pt idx="692">3.5</cx:pt>
          <cx:pt idx="693">1.7</cx:pt>
          <cx:pt idx="694">1.5</cx:pt>
          <cx:pt idx="695">2.7000000000000002</cx:pt>
          <cx:pt idx="696">2.7000000000000002</cx:pt>
          <cx:pt idx="697">3.2000000000000002</cx:pt>
          <cx:pt idx="698">3.5</cx:pt>
          <cx:pt idx="699">2.2999999999999998</cx:pt>
          <cx:pt idx="700">1.5</cx:pt>
          <cx:pt idx="701">2</cx:pt>
          <cx:pt idx="702">2.3999999999999999</cx:pt>
          <cx:pt idx="703">3</cx:pt>
          <cx:pt idx="704">3.5</cx:pt>
          <cx:pt idx="705">2.3999999999999999</cx:pt>
          <cx:pt idx="706">1.8</cx:pt>
          <cx:pt idx="707">3.5</cx:pt>
          <cx:pt idx="708">2.8999999999999999</cx:pt>
          <cx:pt idx="709">2.2000000000000002</cx:pt>
          <cx:pt idx="710">3.1000000000000001</cx:pt>
          <cx:pt idx="711">3.5</cx:pt>
          <cx:pt idx="712">3</cx:pt>
          <cx:pt idx="713">2.2000000000000002</cx:pt>
          <cx:pt idx="714">3.2999999999999998</cx:pt>
          <cx:pt idx="715">2.7000000000000002</cx:pt>
          <cx:pt idx="716">3.5</cx:pt>
          <cx:pt idx="717">3.1000000000000001</cx:pt>
          <cx:pt idx="718">2.7000000000000002</cx:pt>
          <cx:pt idx="719">1.8</cx:pt>
          <cx:pt idx="720">2.7000000000000002</cx:pt>
          <cx:pt idx="721">2.2000000000000002</cx:pt>
          <cx:pt idx="722">3.5</cx:pt>
          <cx:pt idx="723">3.1000000000000001</cx:pt>
          <cx:pt idx="724">3.3999999999999999</cx:pt>
          <cx:pt idx="725">3.7000000000000002</cx:pt>
          <cx:pt idx="726">2.1000000000000001</cx:pt>
          <cx:pt idx="727">2.6000000000000001</cx:pt>
          <cx:pt idx="728">3.3999999999999999</cx:pt>
          <cx:pt idx="729">2.2999999999999998</cx:pt>
          <cx:pt idx="730">2.5</cx:pt>
          <cx:pt idx="731">2.3999999999999999</cx:pt>
          <cx:pt idx="732">2.2999999999999998</cx:pt>
          <cx:pt idx="733">1.7</cx:pt>
          <cx:pt idx="734">3.1000000000000001</cx:pt>
          <cx:pt idx="735">3.5</cx:pt>
          <cx:pt idx="736">2.2999999999999998</cx:pt>
          <cx:pt idx="737">1.8</cx:pt>
          <cx:pt idx="738">2.6000000000000001</cx:pt>
          <cx:pt idx="739">2</cx:pt>
          <cx:pt idx="740">2.2000000000000002</cx:pt>
          <cx:pt idx="741">3.5</cx:pt>
          <cx:pt idx="742">3.1000000000000001</cx:pt>
          <cx:pt idx="743">2</cx:pt>
          <cx:pt idx="744">2.7000000000000002</cx:pt>
          <cx:pt idx="745">2.5</cx:pt>
          <cx:pt idx="746">2.2999999999999998</cx:pt>
          <cx:pt idx="747">1.8999999999999999</cx:pt>
          <cx:pt idx="748">2.7000000000000002</cx:pt>
          <cx:pt idx="749">2.1000000000000001</cx:pt>
          <cx:pt idx="750">1.6000000000000001</cx:pt>
          <cx:pt idx="751">2.7000000000000002</cx:pt>
          <cx:pt idx="752">2.1000000000000001</cx:pt>
          <cx:pt idx="753">3.5</cx:pt>
          <cx:pt idx="754">1.8</cx:pt>
          <cx:pt idx="755">1.8</cx:pt>
          <cx:pt idx="756">2.7999999999999998</cx:pt>
          <cx:pt idx="757">3.5</cx:pt>
          <cx:pt idx="758">3.5</cx:pt>
          <cx:pt idx="759">1.8999999999999999</cx:pt>
          <cx:pt idx="760">2.7999999999999998</cx:pt>
          <cx:pt idx="761">3</cx:pt>
          <cx:pt idx="762">2.7999999999999998</cx:pt>
          <cx:pt idx="763">2.2999999999999998</cx:pt>
          <cx:pt idx="764">2.3999999999999999</cx:pt>
          <cx:pt idx="765">2.6000000000000001</cx:pt>
          <cx:pt idx="766">3</cx:pt>
          <cx:pt idx="767">2.7000000000000002</cx:pt>
          <cx:pt idx="768">3</cx:pt>
          <cx:pt idx="769">1.7</cx:pt>
          <cx:pt idx="770">2.6000000000000001</cx:pt>
          <cx:pt idx="771">3.5</cx:pt>
          <cx:pt idx="772">2.6000000000000001</cx:pt>
          <cx:pt idx="773">3.2999999999999998</cx:pt>
          <cx:pt idx="774">2.5</cx:pt>
          <cx:pt idx="775">2.7000000000000002</cx:pt>
          <cx:pt idx="776">3.1000000000000001</cx:pt>
          <cx:pt idx="777">3.3999999999999999</cx:pt>
          <cx:pt idx="778">1.5</cx:pt>
          <cx:pt idx="779">3.5</cx:pt>
          <cx:pt idx="780">2.2000000000000002</cx:pt>
          <cx:pt idx="781">2.5</cx:pt>
          <cx:pt idx="782">2.8999999999999999</cx:pt>
          <cx:pt idx="783">2.8999999999999999</cx:pt>
          <cx:pt idx="784">3.2999999999999998</cx:pt>
          <cx:pt idx="785">2.3999999999999999</cx:pt>
          <cx:pt idx="786">2.2000000000000002</cx:pt>
          <cx:pt idx="787">2.8999999999999999</cx:pt>
          <cx:pt idx="788">2</cx:pt>
          <cx:pt idx="789">2.7000000000000002</cx:pt>
          <cx:pt idx="790">2.7999999999999998</cx:pt>
          <cx:pt idx="791">2.5</cx:pt>
          <cx:pt idx="792">2.7999999999999998</cx:pt>
          <cx:pt idx="793">3.6000000000000001</cx:pt>
          <cx:pt idx="794">2.1000000000000001</cx:pt>
          <cx:pt idx="795">3.5</cx:pt>
          <cx:pt idx="796">3.3999999999999999</cx:pt>
          <cx:pt idx="797">2.5</cx:pt>
          <cx:pt idx="798">3.2000000000000002</cx:pt>
          <cx:pt idx="799">2.2999999999999998</cx:pt>
          <cx:pt idx="800">1.7</cx:pt>
          <cx:pt idx="801">2</cx:pt>
          <cx:pt idx="802">2.1000000000000001</cx:pt>
          <cx:pt idx="803">2.1000000000000001</cx:pt>
          <cx:pt idx="804">3.7000000000000002</cx:pt>
          <cx:pt idx="805">2.2000000000000002</cx:pt>
          <cx:pt idx="806">2.3999999999999999</cx:pt>
          <cx:pt idx="807">2.2000000000000002</cx:pt>
          <cx:pt idx="808">2.1000000000000001</cx:pt>
          <cx:pt idx="809">2.7000000000000002</cx:pt>
          <cx:pt idx="810">2.7999999999999998</cx:pt>
          <cx:pt idx="811">2.8999999999999999</cx:pt>
          <cx:pt idx="812">2.3999999999999999</cx:pt>
          <cx:pt idx="813">2.7000000000000002</cx:pt>
          <cx:pt idx="814">2.2999999999999998</cx:pt>
          <cx:pt idx="815">3.2999999999999998</cx:pt>
          <cx:pt idx="816">3.3999999999999999</cx:pt>
          <cx:pt idx="817">2.7000000000000002</cx:pt>
          <cx:pt idx="818">3.5</cx:pt>
          <cx:pt idx="819">2.5</cx:pt>
          <cx:pt idx="820">1.6000000000000001</cx:pt>
          <cx:pt idx="821">2.2000000000000002</cx:pt>
          <cx:pt idx="822">2.7000000000000002</cx:pt>
          <cx:pt idx="823">2.6000000000000001</cx:pt>
          <cx:pt idx="824">2.5</cx:pt>
          <cx:pt idx="825">2.7000000000000002</cx:pt>
          <cx:pt idx="826">3.3999999999999999</cx:pt>
          <cx:pt idx="827">2.6000000000000001</cx:pt>
          <cx:pt idx="828">3.2999999999999998</cx:pt>
          <cx:pt idx="829">3.5</cx:pt>
          <cx:pt idx="830">2.2000000000000002</cx:pt>
          <cx:pt idx="831">2.8999999999999999</cx:pt>
          <cx:pt idx="832">2.7999999999999998</cx:pt>
          <cx:pt idx="833">2.5</cx:pt>
          <cx:pt idx="834">3.5</cx:pt>
          <cx:pt idx="835">2.6000000000000001</cx:pt>
          <cx:pt idx="836">2.2999999999999998</cx:pt>
          <cx:pt idx="837">2.3999999999999999</cx:pt>
          <cx:pt idx="838">2.1000000000000001</cx:pt>
          <cx:pt idx="839">2.1000000000000001</cx:pt>
          <cx:pt idx="840">2.7000000000000002</cx:pt>
          <cx:pt idx="841">3.5</cx:pt>
          <cx:pt idx="842">2.7000000000000002</cx:pt>
          <cx:pt idx="843">2.2999999999999998</cx:pt>
          <cx:pt idx="844">3.3999999999999999</cx:pt>
          <cx:pt idx="845">3.3999999999999999</cx:pt>
          <cx:pt idx="846">3.5</cx:pt>
          <cx:pt idx="847">2.7000000000000002</cx:pt>
          <cx:pt idx="848">3.6000000000000001</cx:pt>
          <cx:pt idx="849">1.8999999999999999</cx:pt>
          <cx:pt idx="850">2.1000000000000001</cx:pt>
          <cx:pt idx="851">2.7000000000000002</cx:pt>
          <cx:pt idx="852">2.8999999999999999</cx:pt>
          <cx:pt idx="853">3.2000000000000002</cx:pt>
          <cx:pt idx="854">2.2000000000000002</cx:pt>
          <cx:pt idx="855">3.7000000000000002</cx:pt>
          <cx:pt idx="856">2.2000000000000002</cx:pt>
          <cx:pt idx="857">2.7000000000000002</cx:pt>
          <cx:pt idx="858">2.5</cx:pt>
          <cx:pt idx="859">2.7000000000000002</cx:pt>
          <cx:pt idx="860">3.5</cx:pt>
          <cx:pt idx="861">3.6000000000000001</cx:pt>
          <cx:pt idx="862">2.7000000000000002</cx:pt>
          <cx:pt idx="863">2</cx:pt>
          <cx:pt idx="864">2.7000000000000002</cx:pt>
          <cx:pt idx="865">2.2999999999999998</cx:pt>
          <cx:pt idx="866">3.5</cx:pt>
          <cx:pt idx="867">1.6000000000000001</cx:pt>
          <cx:pt idx="868">3.1000000000000001</cx:pt>
          <cx:pt idx="869">3.5</cx:pt>
          <cx:pt idx="870">3.1000000000000001</cx:pt>
          <cx:pt idx="871">2.2999999999999998</cx:pt>
          <cx:pt idx="872">2.7999999999999998</cx:pt>
          <cx:pt idx="873">3.5</cx:pt>
          <cx:pt idx="874">3.2999999999999998</cx:pt>
          <cx:pt idx="875">2.7000000000000002</cx:pt>
          <cx:pt idx="876">2</cx:pt>
          <cx:pt idx="877">3.3999999999999999</cx:pt>
          <cx:pt idx="878">2.7000000000000002</cx:pt>
          <cx:pt idx="879">2.7999999999999998</cx:pt>
          <cx:pt idx="880">2.3999999999999999</cx:pt>
          <cx:pt idx="881">3.1000000000000001</cx:pt>
          <cx:pt idx="882">2.8999999999999999</cx:pt>
          <cx:pt idx="883">2.8999999999999999</cx:pt>
          <cx:pt idx="884">2.2000000000000002</cx:pt>
          <cx:pt idx="885">2</cx:pt>
          <cx:pt idx="886">2.1000000000000001</cx:pt>
          <cx:pt idx="887">2</cx:pt>
          <cx:pt idx="888">2.2999999999999998</cx:pt>
          <cx:pt idx="889">3.1000000000000001</cx:pt>
          <cx:pt idx="890">2.7999999999999998</cx:pt>
          <cx:pt idx="891">3.2000000000000002</cx:pt>
          <cx:pt idx="892">3.5</cx:pt>
          <cx:pt idx="893">1.8</cx:pt>
          <cx:pt idx="894">2.5</cx:pt>
          <cx:pt idx="895">3.5</cx:pt>
          <cx:pt idx="896">2.8999999999999999</cx:pt>
          <cx:pt idx="897">3.5</cx:pt>
          <cx:pt idx="898">2.8999999999999999</cx:pt>
          <cx:pt idx="899">2.1000000000000001</cx:pt>
          <cx:pt idx="900">3.2000000000000002</cx:pt>
          <cx:pt idx="901">2.2999999999999998</cx:pt>
          <cx:pt idx="902">2.8999999999999999</cx:pt>
          <cx:pt idx="903">2.6000000000000001</cx:pt>
          <cx:pt idx="904">3.1000000000000001</cx:pt>
          <cx:pt idx="905">2.6000000000000001</cx:pt>
          <cx:pt idx="906">2.1000000000000001</cx:pt>
          <cx:pt idx="907">2.1000000000000001</cx:pt>
          <cx:pt idx="908">2.2999999999999998</cx:pt>
          <cx:pt idx="909">2.7000000000000002</cx:pt>
          <cx:pt idx="910">2.2999999999999998</cx:pt>
          <cx:pt idx="911">3.7000000000000002</cx:pt>
          <cx:pt idx="912">2.8999999999999999</cx:pt>
          <cx:pt idx="913">2.7999999999999998</cx:pt>
          <cx:pt idx="914">2.2999999999999998</cx:pt>
          <cx:pt idx="915">3.2000000000000002</cx:pt>
          <cx:pt idx="916">2</cx:pt>
          <cx:pt idx="917">2.2999999999999998</cx:pt>
          <cx:pt idx="918">2.7999999999999998</cx:pt>
          <cx:pt idx="919">3.2999999999999998</cx:pt>
          <cx:pt idx="920">2.5</cx:pt>
          <cx:pt idx="921">2.8999999999999999</cx:pt>
          <cx:pt idx="922">2.8999999999999999</cx:pt>
          <cx:pt idx="923">1.8999999999999999</cx:pt>
          <cx:pt idx="924">3.5</cx:pt>
          <cx:pt idx="925">3.1000000000000001</cx:pt>
          <cx:pt idx="926">3.3999999999999999</cx:pt>
          <cx:pt idx="927">3.6000000000000001</cx:pt>
          <cx:pt idx="928">3.1000000000000001</cx:pt>
          <cx:pt idx="929">3</cx:pt>
          <cx:pt idx="930">3.1000000000000001</cx:pt>
          <cx:pt idx="931">2.2999999999999998</cx:pt>
          <cx:pt idx="932">3.5</cx:pt>
          <cx:pt idx="933">2.7999999999999998</cx:pt>
          <cx:pt idx="934">3.2000000000000002</cx:pt>
          <cx:pt idx="935">1.8999999999999999</cx:pt>
          <cx:pt idx="936">3.2999999999999998</cx:pt>
          <cx:pt idx="937">3.5</cx:pt>
          <cx:pt idx="938">3.7000000000000002</cx:pt>
          <cx:pt idx="939">2.7000000000000002</cx:pt>
          <cx:pt idx="940">2.2000000000000002</cx:pt>
          <cx:pt idx="941">3.2999999999999998</cx:pt>
          <cx:pt idx="942">2.2000000000000002</cx:pt>
          <cx:pt idx="943">3.3999999999999999</cx:pt>
          <cx:pt idx="944">3.3999999999999999</cx:pt>
          <cx:pt idx="945">3.1000000000000001</cx:pt>
          <cx:pt idx="946">2</cx:pt>
          <cx:pt idx="947">2.6000000000000001</cx:pt>
          <cx:pt idx="948">3.5</cx:pt>
          <cx:pt idx="949">3.2000000000000002</cx:pt>
          <cx:pt idx="950">2.2000000000000002</cx:pt>
          <cx:pt idx="951">3.3999999999999999</cx:pt>
          <cx:pt idx="952">2.7000000000000002</cx:pt>
          <cx:pt idx="953">2.2000000000000002</cx:pt>
          <cx:pt idx="954">3.3999999999999999</cx:pt>
          <cx:pt idx="955">3.3999999999999999</cx:pt>
          <cx:pt idx="956">2.2000000000000002</cx:pt>
          <cx:pt idx="957">2.7999999999999998</cx:pt>
          <cx:pt idx="958">2.3999999999999999</cx:pt>
          <cx:pt idx="959">1.7</cx:pt>
          <cx:pt idx="960">2.8999999999999999</cx:pt>
          <cx:pt idx="961">2.2999999999999998</cx:pt>
          <cx:pt idx="962">2.1000000000000001</cx:pt>
          <cx:pt idx="963">3.3999999999999999</cx:pt>
          <cx:pt idx="964">2.3999999999999999</cx:pt>
          <cx:pt idx="965">2.8999999999999999</cx:pt>
          <cx:pt idx="966">3</cx:pt>
          <cx:pt idx="967">2.2000000000000002</cx:pt>
          <cx:pt idx="968">3.5</cx:pt>
          <cx:pt idx="969">3</cx:pt>
          <cx:pt idx="970">3</cx:pt>
          <cx:pt idx="971">2.1000000000000001</cx:pt>
          <cx:pt idx="972">2.6000000000000001</cx:pt>
        </cx:lvl>
      </cx:numDim>
    </cx:data>
  </cx:chartData>
  <cx:chart>
    <cx:title pos="t" align="ctr" overlay="0">
      <cx:tx>
        <cx:txData>
          <cx:v>Water Intake Distribution</cx:v>
        </cx:txData>
      </cx:tx>
      <cx:txPr>
        <a:bodyPr spcFirstLastPara="1" vertOverflow="ellipsis" horzOverflow="overflow" wrap="square" lIns="0" tIns="0" rIns="0" bIns="0" anchor="ctr" anchorCtr="1"/>
        <a:lstStyle/>
        <a:p>
          <a:pPr algn="ctr" rtl="0">
            <a:defRPr sz="900"/>
          </a:pPr>
          <a:r>
            <a:rPr lang="en-US" sz="900" b="0" i="0" u="none" strike="noStrike" baseline="0">
              <a:solidFill>
                <a:sysClr val="windowText" lastClr="000000">
                  <a:lumMod val="65000"/>
                  <a:lumOff val="35000"/>
                </a:sysClr>
              </a:solidFill>
              <a:latin typeface="Calibri" panose="020F0502020204030204"/>
            </a:rPr>
            <a:t>Water Intake Distribution</a:t>
          </a:r>
        </a:p>
      </cx:txPr>
    </cx:title>
    <cx:plotArea>
      <cx:plotAreaRegion>
        <cx:series layoutId="clusteredColumn" uniqueId="{E9D1EFDC-3FD9-46D2-B119-9F9EC489F1EA}">
          <cx:tx>
            <cx:txData>
              <cx:f>'Gym Members Exercise Tracking'!$T$1</cx:f>
              <cx:v>Water Intake (Liters)</cx:v>
            </cx:txData>
          </cx:tx>
          <cx:dataLabels>
            <cx:visibility seriesName="0" categoryName="0" value="1"/>
          </cx:dataLabels>
          <cx:dataId val="0"/>
          <cx:layoutPr>
            <cx:binning intervalClosed="r"/>
          </cx:layoutPr>
        </cx:series>
      </cx:plotAreaRegion>
      <cx:axis id="0">
        <cx:catScaling gapWidth="0.100000001"/>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axis id="1" hidden="1">
        <cx:valScaling/>
        <cx:tickLabels/>
        <cx:txPr>
          <a:bodyPr vertOverflow="overflow" horzOverflow="overflow" wrap="square" lIns="0" tIns="0" rIns="0" bIns="0"/>
          <a:lstStyle/>
          <a:p>
            <a:pPr algn="ctr" rtl="0">
              <a:defRPr sz="900" b="0"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MY" sz="900"/>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5.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0.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4.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4749C5-DF35-0B25-C401-76ED4D2DA8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2F4C76DA-02D9-FD83-AC62-3911BF89480C}"/>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91EB2305-F389-4AFD-B91A-F571C55FC3A5}" type="datetimeFigureOut">
              <a:rPr lang="en-MY" smtClean="0"/>
              <a:t>26/10/2024</a:t>
            </a:fld>
            <a:endParaRPr lang="en-MY"/>
          </a:p>
        </p:txBody>
      </p:sp>
      <p:sp>
        <p:nvSpPr>
          <p:cNvPr id="4" name="Footer Placeholder 3">
            <a:extLst>
              <a:ext uri="{FF2B5EF4-FFF2-40B4-BE49-F238E27FC236}">
                <a16:creationId xmlns:a16="http://schemas.microsoft.com/office/drawing/2014/main" id="{97EC4BEE-E86A-CD59-A571-97384E481ED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B1D112B2-2BC3-6B0E-911B-C7F74A1A1DC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676D28-B661-4CBA-AECE-E32239AD7153}" type="slidenum">
              <a:rPr lang="en-MY" smtClean="0"/>
              <a:t>‹#›</a:t>
            </a:fld>
            <a:endParaRPr lang="en-MY"/>
          </a:p>
        </p:txBody>
      </p:sp>
    </p:spTree>
    <p:extLst>
      <p:ext uri="{BB962C8B-B14F-4D97-AF65-F5344CB8AC3E}">
        <p14:creationId xmlns:p14="http://schemas.microsoft.com/office/powerpoint/2010/main" val="39840512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5E32D-47DD-48CA-934B-F013CBE1B65F}" type="datetimeFigureOut">
              <a:rPr lang="en-MY" smtClean="0"/>
              <a:t>26/10/2024</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347623-49A5-47CE-A88F-E94FA4F155D2}" type="slidenum">
              <a:rPr lang="en-MY" smtClean="0"/>
              <a:t>‹#›</a:t>
            </a:fld>
            <a:endParaRPr lang="en-MY"/>
          </a:p>
        </p:txBody>
      </p:sp>
    </p:spTree>
    <p:extLst>
      <p:ext uri="{BB962C8B-B14F-4D97-AF65-F5344CB8AC3E}">
        <p14:creationId xmlns:p14="http://schemas.microsoft.com/office/powerpoint/2010/main" val="33444557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3</a:t>
            </a:fld>
            <a:endParaRPr lang="en-MY"/>
          </a:p>
        </p:txBody>
      </p:sp>
    </p:spTree>
    <p:extLst>
      <p:ext uri="{BB962C8B-B14F-4D97-AF65-F5344CB8AC3E}">
        <p14:creationId xmlns:p14="http://schemas.microsoft.com/office/powerpoint/2010/main" val="65635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4</a:t>
            </a:fld>
            <a:endParaRPr lang="en-MY"/>
          </a:p>
        </p:txBody>
      </p:sp>
    </p:spTree>
    <p:extLst>
      <p:ext uri="{BB962C8B-B14F-4D97-AF65-F5344CB8AC3E}">
        <p14:creationId xmlns:p14="http://schemas.microsoft.com/office/powerpoint/2010/main" val="3576421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5</a:t>
            </a:fld>
            <a:endParaRPr lang="en-MY"/>
          </a:p>
        </p:txBody>
      </p:sp>
    </p:spTree>
    <p:extLst>
      <p:ext uri="{BB962C8B-B14F-4D97-AF65-F5344CB8AC3E}">
        <p14:creationId xmlns:p14="http://schemas.microsoft.com/office/powerpoint/2010/main" val="1308606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6</a:t>
            </a:fld>
            <a:endParaRPr lang="en-MY"/>
          </a:p>
        </p:txBody>
      </p:sp>
    </p:spTree>
    <p:extLst>
      <p:ext uri="{BB962C8B-B14F-4D97-AF65-F5344CB8AC3E}">
        <p14:creationId xmlns:p14="http://schemas.microsoft.com/office/powerpoint/2010/main" val="2123732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7</a:t>
            </a:fld>
            <a:endParaRPr lang="en-MY"/>
          </a:p>
        </p:txBody>
      </p:sp>
    </p:spTree>
    <p:extLst>
      <p:ext uri="{BB962C8B-B14F-4D97-AF65-F5344CB8AC3E}">
        <p14:creationId xmlns:p14="http://schemas.microsoft.com/office/powerpoint/2010/main" val="3760377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8</a:t>
            </a:fld>
            <a:endParaRPr lang="en-MY"/>
          </a:p>
        </p:txBody>
      </p:sp>
    </p:spTree>
    <p:extLst>
      <p:ext uri="{BB962C8B-B14F-4D97-AF65-F5344CB8AC3E}">
        <p14:creationId xmlns:p14="http://schemas.microsoft.com/office/powerpoint/2010/main" val="3635396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9</a:t>
            </a:fld>
            <a:endParaRPr lang="en-MY"/>
          </a:p>
        </p:txBody>
      </p:sp>
    </p:spTree>
    <p:extLst>
      <p:ext uri="{BB962C8B-B14F-4D97-AF65-F5344CB8AC3E}">
        <p14:creationId xmlns:p14="http://schemas.microsoft.com/office/powerpoint/2010/main" val="1949779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10</a:t>
            </a:fld>
            <a:endParaRPr lang="en-MY"/>
          </a:p>
        </p:txBody>
      </p:sp>
    </p:spTree>
    <p:extLst>
      <p:ext uri="{BB962C8B-B14F-4D97-AF65-F5344CB8AC3E}">
        <p14:creationId xmlns:p14="http://schemas.microsoft.com/office/powerpoint/2010/main" val="2139089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11</a:t>
            </a:fld>
            <a:endParaRPr lang="en-MY"/>
          </a:p>
        </p:txBody>
      </p:sp>
    </p:spTree>
    <p:extLst>
      <p:ext uri="{BB962C8B-B14F-4D97-AF65-F5344CB8AC3E}">
        <p14:creationId xmlns:p14="http://schemas.microsoft.com/office/powerpoint/2010/main" val="2646706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D347623-49A5-47CE-A88F-E94FA4F155D2}" type="slidenum">
              <a:rPr lang="en-MY" smtClean="0"/>
              <a:t>12</a:t>
            </a:fld>
            <a:endParaRPr lang="en-MY"/>
          </a:p>
        </p:txBody>
      </p:sp>
    </p:spTree>
    <p:extLst>
      <p:ext uri="{BB962C8B-B14F-4D97-AF65-F5344CB8AC3E}">
        <p14:creationId xmlns:p14="http://schemas.microsoft.com/office/powerpoint/2010/main" val="919942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9ECE4EA-227F-47EC-9601-9896A4E0A8EF}" type="datetime1">
              <a:rPr lang="en-MY" smtClean="0"/>
              <a:t>26/10/2024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5DCC22A0-8761-44A5-AF72-E70C6C543788}" type="slidenum">
              <a:rPr lang="en-MY" smtClean="0"/>
              <a:t>‹#›</a:t>
            </a:fld>
            <a:endParaRPr lang="en-MY"/>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131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FBFBD-24CE-4C04-8F85-4C95C03A82AD}" type="datetime1">
              <a:rPr lang="en-MY" smtClean="0"/>
              <a:t>26/10/2024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1142386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3B2BA-7ED6-446F-AFB6-C2848B89C4A2}" type="datetime1">
              <a:rPr lang="en-MY" smtClean="0"/>
              <a:t>26/10/2024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5DCC22A0-8761-44A5-AF72-E70C6C543788}" type="slidenum">
              <a:rPr lang="en-MY" smtClean="0"/>
              <a:t>‹#›</a:t>
            </a:fld>
            <a:endParaRPr lang="en-MY"/>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294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08A464-9A9A-484D-B948-443E7ABB4A81}" type="datetime1">
              <a:rPr lang="en-MY" smtClean="0"/>
              <a:t>26/10/2024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90313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9DD4E8-362A-4B15-934C-9ADE84BC120C}" type="datetime1">
              <a:rPr lang="en-MY" smtClean="0"/>
              <a:t>26/10/2024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242814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8055B2-72AA-410B-979F-926531D067CF}" type="datetime1">
              <a:rPr lang="en-MY" smtClean="0"/>
              <a:t>26/10/2024</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402552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85424A-D446-47F4-8B8D-A6E401C767EE}" type="datetime1">
              <a:rPr lang="en-MY" smtClean="0"/>
              <a:t>26/10/2024</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079487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5B393-9EBC-4D6B-B61C-C981B618ED2E}" type="datetime1">
              <a:rPr lang="en-MY" smtClean="0"/>
              <a:t>26/10/2024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09283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7AD38F-9981-44C2-BD33-F432CB82FB99}" type="datetime1">
              <a:rPr lang="en-MY" smtClean="0"/>
              <a:t>26/10/2024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5DCC22A0-8761-44A5-AF72-E70C6C543788}" type="slidenum">
              <a:rPr lang="en-MY" smtClean="0"/>
              <a:t>‹#›</a:t>
            </a:fld>
            <a:endParaRPr lang="en-MY"/>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906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A01AAB-6256-4DC7-92C0-54B1FD0DB5AE}" type="datetime1">
              <a:rPr lang="en-MY" smtClean="0"/>
              <a:t>26/10/2024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293874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E6D761-7E14-4561-A833-03397D937A7E}" type="datetime1">
              <a:rPr lang="en-MY" smtClean="0"/>
              <a:t>26/10/2024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5DCC22A0-8761-44A5-AF72-E70C6C543788}" type="slidenum">
              <a:rPr lang="en-MY" smtClean="0"/>
              <a:t>‹#›</a:t>
            </a:fld>
            <a:endParaRPr lang="en-MY"/>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209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9E1E9-0486-25C7-6431-CE3148E378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44D8AD55-0363-6727-34A0-9F4557B90E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F55F2885-DCBA-9F39-6863-773B14AD9D0D}"/>
              </a:ext>
            </a:extLst>
          </p:cNvPr>
          <p:cNvSpPr>
            <a:spLocks noGrp="1"/>
          </p:cNvSpPr>
          <p:nvPr>
            <p:ph type="dt" sz="half" idx="10"/>
          </p:nvPr>
        </p:nvSpPr>
        <p:spPr/>
        <p:txBody>
          <a:bodyPr/>
          <a:lstStyle/>
          <a:p>
            <a:fld id="{09ECE4EA-227F-47EC-9601-9896A4E0A8EF}" type="datetime1">
              <a:rPr lang="en-MY" smtClean="0"/>
              <a:t>26/10/2024</a:t>
            </a:fld>
            <a:endParaRPr lang="en-MY"/>
          </a:p>
        </p:txBody>
      </p:sp>
      <p:sp>
        <p:nvSpPr>
          <p:cNvPr id="5" name="Footer Placeholder 4">
            <a:extLst>
              <a:ext uri="{FF2B5EF4-FFF2-40B4-BE49-F238E27FC236}">
                <a16:creationId xmlns:a16="http://schemas.microsoft.com/office/drawing/2014/main" id="{186922D6-ADB3-C05A-79BB-D8F27880AE9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7AA97974-188B-12CD-6A89-E52368437501}"/>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323600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B8AC1-1BFB-7D66-B808-67809D87D0D9}"/>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FF60B3BA-65ED-BF35-E446-BA8BDF7F2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3621595-1C5A-F6D7-0F51-1516EBF869A4}"/>
              </a:ext>
            </a:extLst>
          </p:cNvPr>
          <p:cNvSpPr>
            <a:spLocks noGrp="1"/>
          </p:cNvSpPr>
          <p:nvPr>
            <p:ph type="dt" sz="half" idx="10"/>
          </p:nvPr>
        </p:nvSpPr>
        <p:spPr/>
        <p:txBody>
          <a:bodyPr/>
          <a:lstStyle/>
          <a:p>
            <a:fld id="{C43FBFBD-24CE-4C04-8F85-4C95C03A82AD}" type="datetime1">
              <a:rPr lang="en-MY" smtClean="0"/>
              <a:t>26/10/2024</a:t>
            </a:fld>
            <a:endParaRPr lang="en-MY"/>
          </a:p>
        </p:txBody>
      </p:sp>
      <p:sp>
        <p:nvSpPr>
          <p:cNvPr id="5" name="Footer Placeholder 4">
            <a:extLst>
              <a:ext uri="{FF2B5EF4-FFF2-40B4-BE49-F238E27FC236}">
                <a16:creationId xmlns:a16="http://schemas.microsoft.com/office/drawing/2014/main" id="{DA724C32-4319-92BC-F1C0-00E5F6718AB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95DF6A9-8C80-D1BD-D339-B1A363C013C6}"/>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344549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5C67-1BC4-29C2-0047-C68F2046FE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4C387DF7-8361-2201-9909-BFA935A96B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195DC-A438-0340-3225-400464FCBEDC}"/>
              </a:ext>
            </a:extLst>
          </p:cNvPr>
          <p:cNvSpPr>
            <a:spLocks noGrp="1"/>
          </p:cNvSpPr>
          <p:nvPr>
            <p:ph type="dt" sz="half" idx="10"/>
          </p:nvPr>
        </p:nvSpPr>
        <p:spPr/>
        <p:txBody>
          <a:bodyPr/>
          <a:lstStyle/>
          <a:p>
            <a:fld id="{5D13B2BA-7ED6-446F-AFB6-C2848B89C4A2}" type="datetime1">
              <a:rPr lang="en-MY" smtClean="0"/>
              <a:t>26/10/2024</a:t>
            </a:fld>
            <a:endParaRPr lang="en-MY"/>
          </a:p>
        </p:txBody>
      </p:sp>
      <p:sp>
        <p:nvSpPr>
          <p:cNvPr id="5" name="Footer Placeholder 4">
            <a:extLst>
              <a:ext uri="{FF2B5EF4-FFF2-40B4-BE49-F238E27FC236}">
                <a16:creationId xmlns:a16="http://schemas.microsoft.com/office/drawing/2014/main" id="{DBA5C0AD-B2FF-2259-FE66-B0A6410E71E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08CDA48-D26B-712A-E4E8-7B0297725F9E}"/>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1441987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842B-8DB9-B702-9F4B-434F018D8942}"/>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E432E43-69E0-306D-9582-E57F2392AF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D87AEEEF-B08B-5C96-A731-F21B7AE437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99600F2F-293E-E97A-6103-42279EE2BD08}"/>
              </a:ext>
            </a:extLst>
          </p:cNvPr>
          <p:cNvSpPr>
            <a:spLocks noGrp="1"/>
          </p:cNvSpPr>
          <p:nvPr>
            <p:ph type="dt" sz="half" idx="10"/>
          </p:nvPr>
        </p:nvSpPr>
        <p:spPr/>
        <p:txBody>
          <a:bodyPr/>
          <a:lstStyle/>
          <a:p>
            <a:fld id="{3A08A464-9A9A-484D-B948-443E7ABB4A81}" type="datetime1">
              <a:rPr lang="en-MY" smtClean="0"/>
              <a:t>26/10/2024</a:t>
            </a:fld>
            <a:endParaRPr lang="en-MY"/>
          </a:p>
        </p:txBody>
      </p:sp>
      <p:sp>
        <p:nvSpPr>
          <p:cNvPr id="6" name="Footer Placeholder 5">
            <a:extLst>
              <a:ext uri="{FF2B5EF4-FFF2-40B4-BE49-F238E27FC236}">
                <a16:creationId xmlns:a16="http://schemas.microsoft.com/office/drawing/2014/main" id="{69383A72-E8DF-6D15-85AF-27E5B859803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4FFA35E4-987F-B6EE-1F8A-564D5A221139}"/>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617330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D218-A873-1140-1BC7-2DDBDED7AFAC}"/>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168EFAB-25E4-7DE9-A17D-6711C8479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A7E7C0-36AA-8266-4BD5-12EF649846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BEE4DC9C-3280-BA71-633B-969FC5114D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0923FD-8134-D114-956E-C9C21175B1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4B5EE8F5-07F5-E2D7-2E54-091D3DE3D32B}"/>
              </a:ext>
            </a:extLst>
          </p:cNvPr>
          <p:cNvSpPr>
            <a:spLocks noGrp="1"/>
          </p:cNvSpPr>
          <p:nvPr>
            <p:ph type="dt" sz="half" idx="10"/>
          </p:nvPr>
        </p:nvSpPr>
        <p:spPr/>
        <p:txBody>
          <a:bodyPr/>
          <a:lstStyle/>
          <a:p>
            <a:fld id="{629DD4E8-362A-4B15-934C-9ADE84BC120C}" type="datetime1">
              <a:rPr lang="en-MY" smtClean="0"/>
              <a:t>26/10/2024</a:t>
            </a:fld>
            <a:endParaRPr lang="en-MY"/>
          </a:p>
        </p:txBody>
      </p:sp>
      <p:sp>
        <p:nvSpPr>
          <p:cNvPr id="8" name="Footer Placeholder 7">
            <a:extLst>
              <a:ext uri="{FF2B5EF4-FFF2-40B4-BE49-F238E27FC236}">
                <a16:creationId xmlns:a16="http://schemas.microsoft.com/office/drawing/2014/main" id="{38D1C680-0895-900B-48E4-BCAFDCECDB57}"/>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285B47CC-9A5E-8B61-9C4D-D7CCB9A8C33D}"/>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20750589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897DC-9E8F-71DA-D418-ED6869DE0B09}"/>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687AD36A-F0D9-E775-D5F2-14F81D323907}"/>
              </a:ext>
            </a:extLst>
          </p:cNvPr>
          <p:cNvSpPr>
            <a:spLocks noGrp="1"/>
          </p:cNvSpPr>
          <p:nvPr>
            <p:ph type="dt" sz="half" idx="10"/>
          </p:nvPr>
        </p:nvSpPr>
        <p:spPr/>
        <p:txBody>
          <a:bodyPr/>
          <a:lstStyle/>
          <a:p>
            <a:fld id="{8A8055B2-72AA-410B-979F-926531D067CF}" type="datetime1">
              <a:rPr lang="en-MY" smtClean="0"/>
              <a:t>26/10/2024</a:t>
            </a:fld>
            <a:endParaRPr lang="en-MY"/>
          </a:p>
        </p:txBody>
      </p:sp>
      <p:sp>
        <p:nvSpPr>
          <p:cNvPr id="4" name="Footer Placeholder 3">
            <a:extLst>
              <a:ext uri="{FF2B5EF4-FFF2-40B4-BE49-F238E27FC236}">
                <a16:creationId xmlns:a16="http://schemas.microsoft.com/office/drawing/2014/main" id="{5F82D9F4-48EC-94D0-162A-8F365875687B}"/>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8A95C832-2A3E-8308-ACEA-F4ACDFC04493}"/>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36799609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C00898-FE8E-19FA-9DFA-5169E5EFF027}"/>
              </a:ext>
            </a:extLst>
          </p:cNvPr>
          <p:cNvSpPr>
            <a:spLocks noGrp="1"/>
          </p:cNvSpPr>
          <p:nvPr>
            <p:ph type="dt" sz="half" idx="10"/>
          </p:nvPr>
        </p:nvSpPr>
        <p:spPr/>
        <p:txBody>
          <a:bodyPr/>
          <a:lstStyle/>
          <a:p>
            <a:fld id="{9B85424A-D446-47F4-8B8D-A6E401C767EE}" type="datetime1">
              <a:rPr lang="en-MY" smtClean="0"/>
              <a:t>26/10/2024</a:t>
            </a:fld>
            <a:endParaRPr lang="en-MY"/>
          </a:p>
        </p:txBody>
      </p:sp>
      <p:sp>
        <p:nvSpPr>
          <p:cNvPr id="3" name="Footer Placeholder 2">
            <a:extLst>
              <a:ext uri="{FF2B5EF4-FFF2-40B4-BE49-F238E27FC236}">
                <a16:creationId xmlns:a16="http://schemas.microsoft.com/office/drawing/2014/main" id="{49D80F31-A896-1C19-15AE-32AD5B26E3CC}"/>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A016F0C6-A6F5-5960-0A85-E0D26B16BAA7}"/>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14358648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C42D-2D02-A683-FF9C-F2440FABA3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1E87DFC6-5C02-AA09-DD31-2129C77E26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BCB0E49C-CB13-333F-1F54-4687417071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AA41E0-DF34-7BD4-F531-3533FC1BF34C}"/>
              </a:ext>
            </a:extLst>
          </p:cNvPr>
          <p:cNvSpPr>
            <a:spLocks noGrp="1"/>
          </p:cNvSpPr>
          <p:nvPr>
            <p:ph type="dt" sz="half" idx="10"/>
          </p:nvPr>
        </p:nvSpPr>
        <p:spPr/>
        <p:txBody>
          <a:bodyPr/>
          <a:lstStyle/>
          <a:p>
            <a:fld id="{C715B393-9EBC-4D6B-B61C-C981B618ED2E}" type="datetime1">
              <a:rPr lang="en-MY" smtClean="0"/>
              <a:t>26/10/2024</a:t>
            </a:fld>
            <a:endParaRPr lang="en-MY"/>
          </a:p>
        </p:txBody>
      </p:sp>
      <p:sp>
        <p:nvSpPr>
          <p:cNvPr id="6" name="Footer Placeholder 5">
            <a:extLst>
              <a:ext uri="{FF2B5EF4-FFF2-40B4-BE49-F238E27FC236}">
                <a16:creationId xmlns:a16="http://schemas.microsoft.com/office/drawing/2014/main" id="{4395031C-4678-881D-D81C-93E83E482ACB}"/>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1717FAC4-17DC-1A43-071F-05F2E78F4129}"/>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19472291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CEDD-27D7-B5F7-BB6F-B9067FF304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82BE30C8-9061-6FA6-C203-F16A588FC0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D23FD01C-8CC5-8D87-11CB-6D0C74ED5D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0E9169-56A6-37C5-733F-6FDDB30B8B14}"/>
              </a:ext>
            </a:extLst>
          </p:cNvPr>
          <p:cNvSpPr>
            <a:spLocks noGrp="1"/>
          </p:cNvSpPr>
          <p:nvPr>
            <p:ph type="dt" sz="half" idx="10"/>
          </p:nvPr>
        </p:nvSpPr>
        <p:spPr/>
        <p:txBody>
          <a:bodyPr/>
          <a:lstStyle/>
          <a:p>
            <a:fld id="{DF7AD38F-9981-44C2-BD33-F432CB82FB99}" type="datetime1">
              <a:rPr lang="en-MY" smtClean="0"/>
              <a:t>26/10/2024</a:t>
            </a:fld>
            <a:endParaRPr lang="en-MY"/>
          </a:p>
        </p:txBody>
      </p:sp>
      <p:sp>
        <p:nvSpPr>
          <p:cNvPr id="6" name="Footer Placeholder 5">
            <a:extLst>
              <a:ext uri="{FF2B5EF4-FFF2-40B4-BE49-F238E27FC236}">
                <a16:creationId xmlns:a16="http://schemas.microsoft.com/office/drawing/2014/main" id="{2D0C334D-57B4-5DC9-7CA6-23CBA43211F2}"/>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E59168F-5D63-2264-B832-644432715DFC}"/>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27562240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FAC03-6908-72DA-B337-66FBF7934CA8}"/>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33E65BF7-3563-0DD2-37AA-B75817206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B346579-D713-1E3F-DB0F-91CC6FC36D9B}"/>
              </a:ext>
            </a:extLst>
          </p:cNvPr>
          <p:cNvSpPr>
            <a:spLocks noGrp="1"/>
          </p:cNvSpPr>
          <p:nvPr>
            <p:ph type="dt" sz="half" idx="10"/>
          </p:nvPr>
        </p:nvSpPr>
        <p:spPr/>
        <p:txBody>
          <a:bodyPr/>
          <a:lstStyle/>
          <a:p>
            <a:fld id="{82A01AAB-6256-4DC7-92C0-54B1FD0DB5AE}" type="datetime1">
              <a:rPr lang="en-MY" smtClean="0"/>
              <a:t>26/10/2024</a:t>
            </a:fld>
            <a:endParaRPr lang="en-MY"/>
          </a:p>
        </p:txBody>
      </p:sp>
      <p:sp>
        <p:nvSpPr>
          <p:cNvPr id="5" name="Footer Placeholder 4">
            <a:extLst>
              <a:ext uri="{FF2B5EF4-FFF2-40B4-BE49-F238E27FC236}">
                <a16:creationId xmlns:a16="http://schemas.microsoft.com/office/drawing/2014/main" id="{9726543F-998D-847A-6DE2-17EDB159910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E9A56EC-4F96-3722-039D-8D45161263D3}"/>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8025532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A65FE-2A47-94ED-3F97-95632D33EA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09830A72-E5BF-64C7-AD26-9F0C63645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B5287C25-85DE-E269-FB4F-9D1C29540153}"/>
              </a:ext>
            </a:extLst>
          </p:cNvPr>
          <p:cNvSpPr>
            <a:spLocks noGrp="1"/>
          </p:cNvSpPr>
          <p:nvPr>
            <p:ph type="dt" sz="half" idx="10"/>
          </p:nvPr>
        </p:nvSpPr>
        <p:spPr/>
        <p:txBody>
          <a:bodyPr/>
          <a:lstStyle/>
          <a:p>
            <a:fld id="{B7E6D761-7E14-4561-A833-03397D937A7E}" type="datetime1">
              <a:rPr lang="en-MY" smtClean="0"/>
              <a:t>26/10/2024</a:t>
            </a:fld>
            <a:endParaRPr lang="en-MY"/>
          </a:p>
        </p:txBody>
      </p:sp>
      <p:sp>
        <p:nvSpPr>
          <p:cNvPr id="5" name="Footer Placeholder 4">
            <a:extLst>
              <a:ext uri="{FF2B5EF4-FFF2-40B4-BE49-F238E27FC236}">
                <a16:creationId xmlns:a16="http://schemas.microsoft.com/office/drawing/2014/main" id="{FA965FD2-934B-8DB7-EA63-38BE3FAE5FA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555AF776-17CA-2BFD-350E-F64618776D35}"/>
              </a:ext>
            </a:extLst>
          </p:cNvPr>
          <p:cNvSpPr>
            <a:spLocks noGrp="1"/>
          </p:cNvSpPr>
          <p:nvPr>
            <p:ph type="sldNum" sz="quarter" idx="12"/>
          </p:nvPr>
        </p:nvSpPr>
        <p:spPr/>
        <p:txBody>
          <a:bodyPr/>
          <a:lstStyle/>
          <a:p>
            <a:fld id="{5DCC22A0-8761-44A5-AF72-E70C6C543788}" type="slidenum">
              <a:rPr lang="en-MY" smtClean="0"/>
              <a:t>‹#›</a:t>
            </a:fld>
            <a:endParaRPr lang="en-MY"/>
          </a:p>
        </p:txBody>
      </p:sp>
    </p:spTree>
    <p:extLst>
      <p:ext uri="{BB962C8B-B14F-4D97-AF65-F5344CB8AC3E}">
        <p14:creationId xmlns:p14="http://schemas.microsoft.com/office/powerpoint/2010/main" val="265019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C8307-9B2D-48EA-93E5-D28DC8A8712F}" type="datetime1">
              <a:rPr lang="en-MY" smtClean="0"/>
              <a:t>26/10/2024</a:t>
            </a:fld>
            <a:endParaRPr lang="en-MY"/>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MY"/>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DCC22A0-8761-44A5-AF72-E70C6C543788}" type="slidenum">
              <a:rPr lang="en-MY" smtClean="0"/>
              <a:t>‹#›</a:t>
            </a:fld>
            <a:endParaRPr lang="en-MY"/>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37070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52907A-D72D-B42F-8C26-E3FAE3B268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B2A303A-9685-14D8-82FD-7BCFE2388A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F2F15642-8804-53CE-FD86-0F9618FC1D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C8307-9B2D-48EA-93E5-D28DC8A8712F}" type="datetime1">
              <a:rPr lang="en-MY" smtClean="0"/>
              <a:t>26/10/2024</a:t>
            </a:fld>
            <a:endParaRPr lang="en-MY"/>
          </a:p>
        </p:txBody>
      </p:sp>
      <p:sp>
        <p:nvSpPr>
          <p:cNvPr id="5" name="Footer Placeholder 4">
            <a:extLst>
              <a:ext uri="{FF2B5EF4-FFF2-40B4-BE49-F238E27FC236}">
                <a16:creationId xmlns:a16="http://schemas.microsoft.com/office/drawing/2014/main" id="{2B128DA7-9882-3B14-E09C-6ABD18F0D0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D6DF2A42-8A3E-5396-DF44-6450E25401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CC22A0-8761-44A5-AF72-E70C6C543788}" type="slidenum">
              <a:rPr lang="en-MY" smtClean="0"/>
              <a:t>‹#›</a:t>
            </a:fld>
            <a:endParaRPr lang="en-MY"/>
          </a:p>
        </p:txBody>
      </p:sp>
    </p:spTree>
    <p:extLst>
      <p:ext uri="{BB962C8B-B14F-4D97-AF65-F5344CB8AC3E}">
        <p14:creationId xmlns:p14="http://schemas.microsoft.com/office/powerpoint/2010/main" val="304655342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dnizamjaafar" TargetMode="External"/><Relationship Id="rId2" Type="http://schemas.openxmlformats.org/officeDocument/2006/relationships/hyperlink" Target="https://www.linkedin.com/in/mdnizamjaafa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cbi.nlm.nih.gov/books/NBK541070/" TargetMode="External"/><Relationship Id="rId2" Type="http://schemas.openxmlformats.org/officeDocument/2006/relationships/hyperlink" Target="https://www.kaggle.com/datasets/valakhorasani/gym-members-exercise-dataset" TargetMode="External"/><Relationship Id="rId1" Type="http://schemas.openxmlformats.org/officeDocument/2006/relationships/slideLayout" Target="../slideLayouts/slideLayout2.xml"/><Relationship Id="rId6" Type="http://schemas.openxmlformats.org/officeDocument/2006/relationships/hyperlink" Target="https://www.medicinenet.com/what_is_a_good_resting_heart_rate_by_age/article.htm" TargetMode="External"/><Relationship Id="rId5" Type="http://schemas.openxmlformats.org/officeDocument/2006/relationships/hyperlink" Target="https://www.heart.org/en/healthy-living/fitness/fitness-basics/target-heart-rates" TargetMode="External"/><Relationship Id="rId4" Type="http://schemas.openxmlformats.org/officeDocument/2006/relationships/hyperlink" Target="https://www.omronhealthcare-ap.com/my/faqs/weight-management" TargetMode="Externa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14/relationships/chartEx" Target="../charts/chartEx2.xml"/><Relationship Id="rId5" Type="http://schemas.openxmlformats.org/officeDocument/2006/relationships/image" Target="../media/image2.png"/><Relationship Id="rId4" Type="http://schemas.microsoft.com/office/2014/relationships/chartEx" Target="../charts/chartEx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microsoft.com/office/2014/relationships/chartEx" Target="../charts/chartEx4.xml"/><Relationship Id="rId5" Type="http://schemas.openxmlformats.org/officeDocument/2006/relationships/image" Target="../media/image4.png"/><Relationship Id="rId4" Type="http://schemas.microsoft.com/office/2014/relationships/chartEx" Target="../charts/chartEx3.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hart" Target="../charts/chart3.xml"/><Relationship Id="rId7" Type="http://schemas.microsoft.com/office/2014/relationships/chartEx" Target="../charts/chartEx6.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6.png"/><Relationship Id="rId5" Type="http://schemas.microsoft.com/office/2014/relationships/chartEx" Target="../charts/chartEx5.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chart" Target="../charts/chart6.xml"/><Relationship Id="rId5" Type="http://schemas.openxmlformats.org/officeDocument/2006/relationships/image" Target="../media/image70.png"/><Relationship Id="rId4" Type="http://schemas.microsoft.com/office/2014/relationships/chartEx" Target="../charts/chartEx7.xml"/></Relationships>
</file>

<file path=ppt/slides/_rels/slide8.xml.rels><?xml version="1.0" encoding="UTF-8" standalone="yes"?>
<Relationships xmlns="http://schemas.openxmlformats.org/package/2006/relationships"><Relationship Id="rId3" Type="http://schemas.microsoft.com/office/2014/relationships/chartEx" Target="../charts/chartEx8.xml"/><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8" Type="http://schemas.openxmlformats.org/officeDocument/2006/relationships/chart" Target="../charts/chart12.xml"/><Relationship Id="rId3" Type="http://schemas.microsoft.com/office/2014/relationships/chartEx" Target="../charts/chartEx9.xml"/><Relationship Id="rId7" Type="http://schemas.openxmlformats.org/officeDocument/2006/relationships/chart" Target="../charts/chart11.xml"/><Relationship Id="rId12"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image" Target="../media/image8.png"/><Relationship Id="rId9" Type="http://schemas.microsoft.com/office/2014/relationships/chartEx" Target="../charts/chartEx10.xml"/></Relationships>
</file>

<file path=ppt/slides/_rels/slide10.xml.rels><?xml version="1.0" encoding="UTF-8" standalone="yes"?>
<Relationships xmlns="http://schemas.openxmlformats.org/package/2006/relationships"><Relationship Id="rId8" Type="http://schemas.openxmlformats.org/officeDocument/2006/relationships/chart" Target="../charts/chart14.xml"/><Relationship Id="rId3" Type="http://schemas.microsoft.com/office/2014/relationships/chartEx" Target="../charts/chartEx11.xml"/><Relationship Id="rId7" Type="http://schemas.openxmlformats.org/officeDocument/2006/relationships/chart" Target="../charts/chart13.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8.png"/><Relationship Id="rId5" Type="http://schemas.microsoft.com/office/2014/relationships/chartEx" Target="../charts/chartEx12.xml"/><Relationship Id="rId4" Type="http://schemas.openxmlformats.org/officeDocument/2006/relationships/image" Target="../media/image9.png"/><Relationship Id="rId9" Type="http://schemas.openxmlformats.org/officeDocument/2006/relationships/chart" Target="../charts/chart15.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14/relationships/chartEx" Target="../charts/chartEx13.xml"/><Relationship Id="rId7" Type="http://schemas.openxmlformats.org/officeDocument/2006/relationships/chart" Target="../charts/chart18.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chart" Target="../charts/chart17.xml"/><Relationship Id="rId11" Type="http://schemas.openxmlformats.org/officeDocument/2006/relationships/chart" Target="../charts/chart19.xml"/><Relationship Id="rId5" Type="http://schemas.openxmlformats.org/officeDocument/2006/relationships/chart" Target="../charts/chart16.xml"/><Relationship Id="rId10" Type="http://schemas.openxmlformats.org/officeDocument/2006/relationships/hyperlink" Target="https://www.heart.org/en/healthy-living/fitness/fitness-basics/target-heart-rates" TargetMode="External"/><Relationship Id="rId4" Type="http://schemas.openxmlformats.org/officeDocument/2006/relationships/image" Target="../media/image10.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hart" Target="../charts/chart20.xml"/><Relationship Id="rId7" Type="http://schemas.microsoft.com/office/2014/relationships/chartEx" Target="../charts/chartEx1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chart" Target="../charts/chart23.xml"/><Relationship Id="rId5" Type="http://schemas.openxmlformats.org/officeDocument/2006/relationships/chart" Target="../charts/chart22.xml"/><Relationship Id="rId10" Type="http://schemas.openxmlformats.org/officeDocument/2006/relationships/hyperlink" Target="https://www.heart.org/en/healthy-living/fitness/fitness-basics/target-heart-rates" TargetMode="External"/><Relationship Id="rId4" Type="http://schemas.openxmlformats.org/officeDocument/2006/relationships/chart" Target="../charts/chart21.xml"/><Relationship Id="rId9" Type="http://schemas.openxmlformats.org/officeDocument/2006/relationships/chart" Target="../charts/chart24.xml"/></Relationships>
</file>

<file path=ppt/slides/_rels/slide13.xml.rels><?xml version="1.0" encoding="UTF-8" standalone="yes"?>
<Relationships xmlns="http://schemas.openxmlformats.org/package/2006/relationships"><Relationship Id="rId8" Type="http://schemas.openxmlformats.org/officeDocument/2006/relationships/hyperlink" Target="https://www.bodystack.com/articles/body-fat-percentages?form=MG0AV3" TargetMode="External"/><Relationship Id="rId3" Type="http://schemas.openxmlformats.org/officeDocument/2006/relationships/image" Target="../media/image14.png"/><Relationship Id="rId7" Type="http://schemas.openxmlformats.org/officeDocument/2006/relationships/chart" Target="../charts/chart28.xml"/><Relationship Id="rId2" Type="http://schemas.microsoft.com/office/2014/relationships/chartEx" Target="../charts/chartEx15.xml"/><Relationship Id="rId1" Type="http://schemas.openxmlformats.org/officeDocument/2006/relationships/slideLayout" Target="../slideLayouts/slideLayout13.xml"/><Relationship Id="rId6" Type="http://schemas.openxmlformats.org/officeDocument/2006/relationships/chart" Target="../charts/chart27.xml"/><Relationship Id="rId11" Type="http://schemas.openxmlformats.org/officeDocument/2006/relationships/hyperlink" Target="https://www.health.harvard.edu/blog/your-resting-heart-rate-can-reflect-your-current-and-future-health-201606172482" TargetMode="External"/><Relationship Id="rId5" Type="http://schemas.openxmlformats.org/officeDocument/2006/relationships/chart" Target="../charts/chart26.xml"/><Relationship Id="rId10" Type="http://schemas.openxmlformats.org/officeDocument/2006/relationships/hyperlink" Target="https://www.medicinenet.com/what_is_a_good_resting_heart_rate_by_age/article.htm" TargetMode="External"/><Relationship Id="rId4" Type="http://schemas.openxmlformats.org/officeDocument/2006/relationships/chart" Target="../charts/chart25.xml"/><Relationship Id="rId9" Type="http://schemas.openxmlformats.org/officeDocument/2006/relationships/hyperlink" Target="https://www.healthdirect.gov.au/resting-heart-rat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4/relationships/chartEx" Target="../charts/chartEx16.xml"/><Relationship Id="rId1" Type="http://schemas.openxmlformats.org/officeDocument/2006/relationships/slideLayout" Target="../slideLayouts/slideLayout13.xml"/><Relationship Id="rId6" Type="http://schemas.openxmlformats.org/officeDocument/2006/relationships/chart" Target="../charts/chart30.xml"/><Relationship Id="rId5" Type="http://schemas.openxmlformats.org/officeDocument/2006/relationships/hyperlink" Target="https://www.unm.edu/~lkravitz/Article%20folder/caloricexp.html?form=MG0AV3" TargetMode="External"/><Relationship Id="rId4" Type="http://schemas.openxmlformats.org/officeDocument/2006/relationships/chart" Target="../charts/chart29.xml"/></Relationships>
</file>

<file path=ppt/slides/_rels/slide15.xml.rels><?xml version="1.0" encoding="UTF-8" standalone="yes"?>
<Relationships xmlns="http://schemas.openxmlformats.org/package/2006/relationships"><Relationship Id="rId8" Type="http://schemas.openxmlformats.org/officeDocument/2006/relationships/chart" Target="../charts/chart37.xml"/><Relationship Id="rId3" Type="http://schemas.openxmlformats.org/officeDocument/2006/relationships/chart" Target="../charts/chart32.xml"/><Relationship Id="rId7" Type="http://schemas.openxmlformats.org/officeDocument/2006/relationships/chart" Target="../charts/chart36.xml"/><Relationship Id="rId2" Type="http://schemas.openxmlformats.org/officeDocument/2006/relationships/chart" Target="../charts/chart31.xml"/><Relationship Id="rId1" Type="http://schemas.openxmlformats.org/officeDocument/2006/relationships/slideLayout" Target="../slideLayouts/slideLayout13.xml"/><Relationship Id="rId6" Type="http://schemas.openxmlformats.org/officeDocument/2006/relationships/chart" Target="../charts/chart35.xml"/><Relationship Id="rId11" Type="http://schemas.openxmlformats.org/officeDocument/2006/relationships/image" Target="../media/image16.png"/><Relationship Id="rId5" Type="http://schemas.openxmlformats.org/officeDocument/2006/relationships/chart" Target="../charts/chart34.xml"/><Relationship Id="rId10" Type="http://schemas.microsoft.com/office/2014/relationships/chartEx" Target="../charts/chartEx17.xml"/><Relationship Id="rId4" Type="http://schemas.openxmlformats.org/officeDocument/2006/relationships/chart" Target="../charts/chart33.xml"/><Relationship Id="rId9" Type="http://schemas.openxmlformats.org/officeDocument/2006/relationships/chart" Target="../charts/char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B7E5C-A791-4FE5-8F5D-8E5B27FBD976}"/>
              </a:ext>
            </a:extLst>
          </p:cNvPr>
          <p:cNvSpPr>
            <a:spLocks noGrp="1"/>
          </p:cNvSpPr>
          <p:nvPr>
            <p:ph type="ctrTitle"/>
          </p:nvPr>
        </p:nvSpPr>
        <p:spPr/>
        <p:txBody>
          <a:bodyPr/>
          <a:lstStyle/>
          <a:p>
            <a:r>
              <a:rPr lang="en-US" dirty="0"/>
              <a:t>DATA ANALYSIS</a:t>
            </a:r>
            <a:br>
              <a:rPr lang="en-US" dirty="0"/>
            </a:br>
            <a:r>
              <a:rPr lang="en-US" dirty="0"/>
              <a:t>GYM MEMBER EXERCISE</a:t>
            </a:r>
            <a:endParaRPr lang="en-MY" dirty="0"/>
          </a:p>
        </p:txBody>
      </p:sp>
      <p:sp>
        <p:nvSpPr>
          <p:cNvPr id="3" name="Subtitle 2">
            <a:extLst>
              <a:ext uri="{FF2B5EF4-FFF2-40B4-BE49-F238E27FC236}">
                <a16:creationId xmlns:a16="http://schemas.microsoft.com/office/drawing/2014/main" id="{9CDE5A25-B943-FC18-A7F7-359C2FC91699}"/>
              </a:ext>
            </a:extLst>
          </p:cNvPr>
          <p:cNvSpPr>
            <a:spLocks noGrp="1"/>
          </p:cNvSpPr>
          <p:nvPr>
            <p:ph type="subTitle" idx="1"/>
          </p:nvPr>
        </p:nvSpPr>
        <p:spPr>
          <a:xfrm>
            <a:off x="8610600" y="5271033"/>
            <a:ext cx="3200400" cy="347472"/>
          </a:xfrm>
        </p:spPr>
        <p:txBody>
          <a:bodyPr>
            <a:normAutofit lnSpcReduction="10000"/>
          </a:bodyPr>
          <a:lstStyle/>
          <a:p>
            <a:r>
              <a:rPr lang="en-US" dirty="0"/>
              <a:t>Project By: Nizam Jaafar</a:t>
            </a:r>
          </a:p>
        </p:txBody>
      </p:sp>
      <p:sp>
        <p:nvSpPr>
          <p:cNvPr id="4" name="Subtitle 2">
            <a:hlinkClick r:id="rId2"/>
            <a:extLst>
              <a:ext uri="{FF2B5EF4-FFF2-40B4-BE49-F238E27FC236}">
                <a16:creationId xmlns:a16="http://schemas.microsoft.com/office/drawing/2014/main" id="{6DFCF616-9A9C-7B33-6DAE-AA4D9E2003BE}"/>
              </a:ext>
            </a:extLst>
          </p:cNvPr>
          <p:cNvSpPr txBox="1">
            <a:spLocks/>
          </p:cNvSpPr>
          <p:nvPr/>
        </p:nvSpPr>
        <p:spPr>
          <a:xfrm>
            <a:off x="8610600" y="5527550"/>
            <a:ext cx="3200400" cy="347472"/>
          </a:xfrm>
          <a:prstGeom prst="rect">
            <a:avLst/>
          </a:prstGeom>
        </p:spPr>
        <p:txBody>
          <a:bodyPr vert="horz" lIns="91440" tIns="45720" rIns="91440" bIns="45720" rtlCol="0" anchor="ctr">
            <a:normAutofit lnSpcReduction="10000"/>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dirty="0"/>
              <a:t>LinkedIn: </a:t>
            </a:r>
            <a:r>
              <a:rPr lang="en-US" dirty="0" err="1"/>
              <a:t>mdnizamjaafar</a:t>
            </a:r>
            <a:endParaRPr lang="en-US" dirty="0"/>
          </a:p>
        </p:txBody>
      </p:sp>
      <p:sp>
        <p:nvSpPr>
          <p:cNvPr id="5" name="Subtitle 2">
            <a:hlinkClick r:id="rId3"/>
            <a:extLst>
              <a:ext uri="{FF2B5EF4-FFF2-40B4-BE49-F238E27FC236}">
                <a16:creationId xmlns:a16="http://schemas.microsoft.com/office/drawing/2014/main" id="{E1FC5A8A-A739-22E3-13C0-EF3314406778}"/>
              </a:ext>
            </a:extLst>
          </p:cNvPr>
          <p:cNvSpPr txBox="1">
            <a:spLocks/>
          </p:cNvSpPr>
          <p:nvPr/>
        </p:nvSpPr>
        <p:spPr>
          <a:xfrm>
            <a:off x="8610600" y="5784066"/>
            <a:ext cx="3200400" cy="347472"/>
          </a:xfrm>
          <a:prstGeom prst="rect">
            <a:avLst/>
          </a:prstGeom>
        </p:spPr>
        <p:txBody>
          <a:bodyPr vert="horz" lIns="91440" tIns="45720" rIns="91440" bIns="45720" rtlCol="0" anchor="ctr">
            <a:normAutofit lnSpcReduction="10000"/>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dirty="0" err="1"/>
              <a:t>Github</a:t>
            </a:r>
            <a:r>
              <a:rPr lang="en-US" dirty="0"/>
              <a:t>: </a:t>
            </a:r>
            <a:r>
              <a:rPr lang="en-US" dirty="0" err="1"/>
              <a:t>mdnizamjaafar</a:t>
            </a:r>
            <a:endParaRPr lang="en-US" dirty="0"/>
          </a:p>
        </p:txBody>
      </p:sp>
    </p:spTree>
    <p:extLst>
      <p:ext uri="{BB962C8B-B14F-4D97-AF65-F5344CB8AC3E}">
        <p14:creationId xmlns:p14="http://schemas.microsoft.com/office/powerpoint/2010/main" val="1061956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F1E7-B1DF-2D67-F47F-40C4B97F463C}"/>
              </a:ext>
            </a:extLst>
          </p:cNvPr>
          <p:cNvSpPr>
            <a:spLocks noGrp="1"/>
          </p:cNvSpPr>
          <p:nvPr>
            <p:ph type="title"/>
          </p:nvPr>
        </p:nvSpPr>
        <p:spPr/>
        <p:txBody>
          <a:bodyPr/>
          <a:lstStyle/>
          <a:p>
            <a:r>
              <a:rPr lang="en-US" dirty="0"/>
              <a:t>OVERVIEW</a:t>
            </a:r>
            <a:endParaRPr lang="en-MY" dirty="0"/>
          </a:p>
        </p:txBody>
      </p:sp>
      <p:sp>
        <p:nvSpPr>
          <p:cNvPr id="3" name="Content Placeholder 2">
            <a:extLst>
              <a:ext uri="{FF2B5EF4-FFF2-40B4-BE49-F238E27FC236}">
                <a16:creationId xmlns:a16="http://schemas.microsoft.com/office/drawing/2014/main" id="{CE7C87AD-B632-B2ED-A73C-043B1AB06B89}"/>
              </a:ext>
            </a:extLst>
          </p:cNvPr>
          <p:cNvSpPr>
            <a:spLocks noGrp="1"/>
          </p:cNvSpPr>
          <p:nvPr>
            <p:ph idx="1"/>
          </p:nvPr>
        </p:nvSpPr>
        <p:spPr>
          <a:xfrm>
            <a:off x="1024128" y="1947672"/>
            <a:ext cx="9720073" cy="4663440"/>
          </a:xfrm>
        </p:spPr>
        <p:txBody>
          <a:bodyPr>
            <a:noAutofit/>
          </a:bodyPr>
          <a:lstStyle/>
          <a:p>
            <a:pPr marL="0" indent="0">
              <a:spcBef>
                <a:spcPts val="0"/>
              </a:spcBef>
              <a:spcAft>
                <a:spcPts val="0"/>
              </a:spcAft>
              <a:buNone/>
            </a:pPr>
            <a:r>
              <a:rPr lang="en-US" sz="1700" dirty="0"/>
              <a:t>This is an analysis project on gym members’ fitness, health and performance patterns and trends. The original dataset did not include crucial information on BMI and fat classification, which are essential for extensive research on gym members' overall health. Therefore, an extra initiative was taken to pull out the information using trusted sources and integrate it with the original dataset. Now, we can delve deeper into their health and have also classified their heart rate usage during exercise based on their age and etc.</a:t>
            </a:r>
          </a:p>
          <a:p>
            <a:pPr marL="0" indent="0">
              <a:spcBef>
                <a:spcPts val="0"/>
              </a:spcBef>
              <a:spcAft>
                <a:spcPts val="0"/>
              </a:spcAft>
              <a:buNone/>
            </a:pPr>
            <a:endParaRPr lang="en-US" sz="1700" dirty="0"/>
          </a:p>
          <a:p>
            <a:pPr marL="0" indent="0">
              <a:spcBef>
                <a:spcPts val="0"/>
              </a:spcBef>
              <a:spcAft>
                <a:spcPts val="0"/>
              </a:spcAft>
              <a:buNone/>
            </a:pPr>
            <a:r>
              <a:rPr lang="en-US" sz="1700" dirty="0"/>
              <a:t>Sources Used:</a:t>
            </a:r>
          </a:p>
          <a:p>
            <a:pPr marL="228600" indent="-228600">
              <a:spcBef>
                <a:spcPts val="0"/>
              </a:spcBef>
              <a:spcAft>
                <a:spcPts val="0"/>
              </a:spcAft>
              <a:buFont typeface="+mj-lt"/>
              <a:buAutoNum type="arabicPeriod"/>
            </a:pPr>
            <a:r>
              <a:rPr lang="en-US" sz="1700" dirty="0"/>
              <a:t>Dataset: </a:t>
            </a:r>
            <a:r>
              <a:rPr lang="en-US" sz="1700" dirty="0">
                <a:hlinkClick r:id="rId2"/>
              </a:rPr>
              <a:t>Kaggle</a:t>
            </a:r>
            <a:endParaRPr lang="en-US" sz="1700" dirty="0"/>
          </a:p>
          <a:p>
            <a:pPr marL="228600" indent="-228600">
              <a:spcBef>
                <a:spcPts val="0"/>
              </a:spcBef>
              <a:spcAft>
                <a:spcPts val="0"/>
              </a:spcAft>
              <a:buFont typeface="+mj-lt"/>
              <a:buAutoNum type="arabicPeriod"/>
            </a:pPr>
            <a:r>
              <a:rPr lang="en-US" sz="1700" dirty="0"/>
              <a:t>BMI Classification: </a:t>
            </a:r>
            <a:r>
              <a:rPr lang="en-US" sz="1700" dirty="0">
                <a:hlinkClick r:id="rId3"/>
              </a:rPr>
              <a:t>National Center for Biotechnology Information</a:t>
            </a:r>
            <a:endParaRPr lang="en-US" sz="1700" dirty="0"/>
          </a:p>
          <a:p>
            <a:pPr marL="228600" indent="-228600">
              <a:spcBef>
                <a:spcPts val="0"/>
              </a:spcBef>
              <a:spcAft>
                <a:spcPts val="0"/>
              </a:spcAft>
              <a:buFont typeface="+mj-lt"/>
              <a:buAutoNum type="arabicPeriod"/>
            </a:pPr>
            <a:r>
              <a:rPr lang="en-US" sz="1700" dirty="0"/>
              <a:t>Fat Classification: </a:t>
            </a:r>
            <a:r>
              <a:rPr lang="en-US" sz="1700" dirty="0">
                <a:hlinkClick r:id="rId4"/>
              </a:rPr>
              <a:t>Omron Healthcare</a:t>
            </a:r>
            <a:endParaRPr lang="en-US" sz="1700" dirty="0"/>
          </a:p>
          <a:p>
            <a:pPr marL="228600" indent="-228600">
              <a:spcBef>
                <a:spcPts val="0"/>
              </a:spcBef>
              <a:spcAft>
                <a:spcPts val="0"/>
              </a:spcAft>
              <a:buFont typeface="+mj-lt"/>
              <a:buAutoNum type="arabicPeriod"/>
            </a:pPr>
            <a:r>
              <a:rPr lang="en-US" sz="1700" dirty="0"/>
              <a:t>Exercise Heart Rate Classification: </a:t>
            </a:r>
            <a:r>
              <a:rPr lang="en-US" sz="1700" dirty="0">
                <a:hlinkClick r:id="rId5"/>
              </a:rPr>
              <a:t>American Heart Association</a:t>
            </a:r>
            <a:endParaRPr lang="en-US" sz="1700" dirty="0"/>
          </a:p>
          <a:p>
            <a:pPr marL="228600" indent="-228600">
              <a:spcBef>
                <a:spcPts val="0"/>
              </a:spcBef>
              <a:spcAft>
                <a:spcPts val="0"/>
              </a:spcAft>
              <a:buFont typeface="+mj-lt"/>
              <a:buAutoNum type="arabicPeriod"/>
            </a:pPr>
            <a:r>
              <a:rPr lang="en-US" sz="1700" dirty="0"/>
              <a:t>Resting Heart Rate Classification: </a:t>
            </a:r>
            <a:r>
              <a:rPr lang="en-US" sz="1700" dirty="0">
                <a:hlinkClick r:id="rId6"/>
              </a:rPr>
              <a:t>MedicineNet</a:t>
            </a:r>
            <a:endParaRPr lang="en-US" sz="1700" dirty="0"/>
          </a:p>
          <a:p>
            <a:pPr marL="0" indent="0">
              <a:spcBef>
                <a:spcPts val="0"/>
              </a:spcBef>
              <a:spcAft>
                <a:spcPts val="0"/>
              </a:spcAft>
              <a:buNone/>
            </a:pPr>
            <a:endParaRPr lang="en-US" sz="1700" dirty="0"/>
          </a:p>
          <a:p>
            <a:pPr marL="0" indent="0">
              <a:spcBef>
                <a:spcPts val="0"/>
              </a:spcBef>
              <a:spcAft>
                <a:spcPts val="0"/>
              </a:spcAft>
              <a:buNone/>
            </a:pPr>
            <a:r>
              <a:rPr lang="en-US" sz="1700" dirty="0"/>
              <a:t>Goals:</a:t>
            </a:r>
          </a:p>
          <a:p>
            <a:pPr marL="457200" indent="-457200">
              <a:spcBef>
                <a:spcPts val="0"/>
              </a:spcBef>
              <a:spcAft>
                <a:spcPts val="0"/>
              </a:spcAft>
              <a:buFont typeface="+mj-lt"/>
              <a:buAutoNum type="arabicPeriod"/>
            </a:pPr>
            <a:r>
              <a:rPr lang="en-US" sz="1700" dirty="0"/>
              <a:t>Provide insights into gym members' fitness, health and performance trends.</a:t>
            </a:r>
          </a:p>
          <a:p>
            <a:pPr marL="457200" indent="-457200">
              <a:spcBef>
                <a:spcPts val="0"/>
              </a:spcBef>
              <a:spcAft>
                <a:spcPts val="0"/>
              </a:spcAft>
              <a:buFont typeface="+mj-lt"/>
              <a:buAutoNum type="arabicPeriod"/>
            </a:pPr>
            <a:r>
              <a:rPr lang="en-US" sz="1700" dirty="0"/>
              <a:t>Analyze and report on correlation of each metrics.</a:t>
            </a:r>
          </a:p>
          <a:p>
            <a:pPr marL="457200" indent="-457200">
              <a:spcBef>
                <a:spcPts val="0"/>
              </a:spcBef>
              <a:spcAft>
                <a:spcPts val="0"/>
              </a:spcAft>
              <a:buFont typeface="+mj-lt"/>
              <a:buAutoNum type="arabicPeriod"/>
            </a:pPr>
            <a:r>
              <a:rPr lang="en-US" sz="1700" dirty="0"/>
              <a:t>Identify members who require attention for their overall health.</a:t>
            </a:r>
          </a:p>
          <a:p>
            <a:pPr marL="457200" indent="-457200">
              <a:spcBef>
                <a:spcPts val="0"/>
              </a:spcBef>
              <a:spcAft>
                <a:spcPts val="0"/>
              </a:spcAft>
              <a:buFont typeface="+mj-lt"/>
              <a:buAutoNum type="arabicPeriod"/>
            </a:pPr>
            <a:r>
              <a:rPr lang="en-US" sz="1700" dirty="0"/>
              <a:t>Offer insights into different workout type routines.</a:t>
            </a:r>
          </a:p>
          <a:p>
            <a:pPr marL="457200" indent="-457200">
              <a:spcBef>
                <a:spcPts val="0"/>
              </a:spcBef>
              <a:spcAft>
                <a:spcPts val="0"/>
              </a:spcAft>
              <a:buFont typeface="+mj-lt"/>
              <a:buAutoNum type="arabicPeriod"/>
            </a:pPr>
            <a:r>
              <a:rPr lang="en-MY" sz="1700" dirty="0"/>
              <a:t>Provide proposal for fitness, health and performance improvement.</a:t>
            </a:r>
          </a:p>
        </p:txBody>
      </p:sp>
    </p:spTree>
    <p:extLst>
      <p:ext uri="{BB962C8B-B14F-4D97-AF65-F5344CB8AC3E}">
        <p14:creationId xmlns:p14="http://schemas.microsoft.com/office/powerpoint/2010/main" val="3317642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2857E25-D4D6-4FAF-B7D6-0B498D4BB320}"/>
              </a:ext>
            </a:extLst>
          </p:cNvPr>
          <p:cNvGraphicFramePr>
            <a:graphicFrameLocks/>
          </p:cNvGraphicFramePr>
          <p:nvPr>
            <p:extLst>
              <p:ext uri="{D42A27DB-BD31-4B8C-83A1-F6EECF244321}">
                <p14:modId xmlns:p14="http://schemas.microsoft.com/office/powerpoint/2010/main" val="531393927"/>
              </p:ext>
            </p:extLst>
          </p:nvPr>
        </p:nvGraphicFramePr>
        <p:xfrm>
          <a:off x="1060011" y="1681096"/>
          <a:ext cx="4994010" cy="3495807"/>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5727B7DF-03F5-4C5C-B871-F882345C7392}"/>
                  </a:ext>
                </a:extLst>
              </p:cNvPr>
              <p:cNvGraphicFramePr/>
              <p:nvPr>
                <p:extLst>
                  <p:ext uri="{D42A27DB-BD31-4B8C-83A1-F6EECF244321}">
                    <p14:modId xmlns:p14="http://schemas.microsoft.com/office/powerpoint/2010/main" val="2335379656"/>
                  </p:ext>
                </p:extLst>
              </p:nvPr>
            </p:nvGraphicFramePr>
            <p:xfrm>
              <a:off x="6918591" y="3532586"/>
              <a:ext cx="4213398" cy="2949379"/>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5" name="Chart 4">
                <a:extLst>
                  <a:ext uri="{FF2B5EF4-FFF2-40B4-BE49-F238E27FC236}">
                    <a16:creationId xmlns:a16="http://schemas.microsoft.com/office/drawing/2014/main" id="{5727B7DF-03F5-4C5C-B871-F882345C7392}"/>
                  </a:ext>
                </a:extLst>
              </p:cNvPr>
              <p:cNvPicPr>
                <a:picLocks noGrp="1" noRot="1" noChangeAspect="1" noMove="1" noResize="1" noEditPoints="1" noAdjustHandles="1" noChangeArrowheads="1" noChangeShapeType="1"/>
              </p:cNvPicPr>
              <p:nvPr/>
            </p:nvPicPr>
            <p:blipFill>
              <a:blip r:embed="rId5"/>
              <a:stretch>
                <a:fillRect/>
              </a:stretch>
            </p:blipFill>
            <p:spPr>
              <a:xfrm>
                <a:off x="6918591" y="3532586"/>
                <a:ext cx="4213398" cy="2949379"/>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62E8DF09-E1D3-484F-8548-594A61CC455A}"/>
                  </a:ext>
                </a:extLst>
              </p:cNvPr>
              <p:cNvGraphicFramePr/>
              <p:nvPr>
                <p:extLst>
                  <p:ext uri="{D42A27DB-BD31-4B8C-83A1-F6EECF244321}">
                    <p14:modId xmlns:p14="http://schemas.microsoft.com/office/powerpoint/2010/main" val="691530130"/>
                  </p:ext>
                </p:extLst>
              </p:nvPr>
            </p:nvGraphicFramePr>
            <p:xfrm>
              <a:off x="6918591" y="376034"/>
              <a:ext cx="4213398" cy="2949379"/>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6" name="Chart 5">
                <a:extLst>
                  <a:ext uri="{FF2B5EF4-FFF2-40B4-BE49-F238E27FC236}">
                    <a16:creationId xmlns:a16="http://schemas.microsoft.com/office/drawing/2014/main" id="{62E8DF09-E1D3-484F-8548-594A61CC455A}"/>
                  </a:ext>
                </a:extLst>
              </p:cNvPr>
              <p:cNvPicPr>
                <a:picLocks noGrp="1" noRot="1" noChangeAspect="1" noMove="1" noResize="1" noEditPoints="1" noAdjustHandles="1" noChangeArrowheads="1" noChangeShapeType="1"/>
              </p:cNvPicPr>
              <p:nvPr/>
            </p:nvPicPr>
            <p:blipFill>
              <a:blip r:embed="rId7"/>
              <a:stretch>
                <a:fillRect/>
              </a:stretch>
            </p:blipFill>
            <p:spPr>
              <a:xfrm>
                <a:off x="6918591" y="376034"/>
                <a:ext cx="4213398" cy="2949379"/>
              </a:xfrm>
              <a:prstGeom prst="rect">
                <a:avLst/>
              </a:prstGeom>
            </p:spPr>
          </p:pic>
        </mc:Fallback>
      </mc:AlternateContent>
    </p:spTree>
    <p:extLst>
      <p:ext uri="{BB962C8B-B14F-4D97-AF65-F5344CB8AC3E}">
        <p14:creationId xmlns:p14="http://schemas.microsoft.com/office/powerpoint/2010/main" val="3234632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3F70F921-34B4-4115-8E22-76DFFFF1CEA8}"/>
              </a:ext>
            </a:extLst>
          </p:cNvPr>
          <p:cNvGraphicFramePr>
            <a:graphicFrameLocks/>
          </p:cNvGraphicFramePr>
          <p:nvPr>
            <p:extLst>
              <p:ext uri="{D42A27DB-BD31-4B8C-83A1-F6EECF244321}">
                <p14:modId xmlns:p14="http://schemas.microsoft.com/office/powerpoint/2010/main" val="2879219609"/>
              </p:ext>
            </p:extLst>
          </p:nvPr>
        </p:nvGraphicFramePr>
        <p:xfrm>
          <a:off x="6650738" y="323335"/>
          <a:ext cx="4900205" cy="621133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cx1="http://schemas.microsoft.com/office/drawing/2015/9/8/chartex">
        <mc:Choice Requires="cx1">
          <p:graphicFrame>
            <p:nvGraphicFramePr>
              <p:cNvPr id="16" name="Chart 15">
                <a:extLst>
                  <a:ext uri="{FF2B5EF4-FFF2-40B4-BE49-F238E27FC236}">
                    <a16:creationId xmlns:a16="http://schemas.microsoft.com/office/drawing/2014/main" id="{1C47FAF7-AB84-4B44-AAF8-6C6D5E8FF5A5}"/>
                  </a:ext>
                </a:extLst>
              </p:cNvPr>
              <p:cNvGraphicFramePr/>
              <p:nvPr>
                <p:extLst>
                  <p:ext uri="{D42A27DB-BD31-4B8C-83A1-F6EECF244321}">
                    <p14:modId xmlns:p14="http://schemas.microsoft.com/office/powerpoint/2010/main" val="3015521469"/>
                  </p:ext>
                </p:extLst>
              </p:nvPr>
            </p:nvGraphicFramePr>
            <p:xfrm>
              <a:off x="641059" y="249172"/>
              <a:ext cx="5235817" cy="3116830"/>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16" name="Chart 15">
                <a:extLst>
                  <a:ext uri="{FF2B5EF4-FFF2-40B4-BE49-F238E27FC236}">
                    <a16:creationId xmlns:a16="http://schemas.microsoft.com/office/drawing/2014/main" id="{1C47FAF7-AB84-4B44-AAF8-6C6D5E8FF5A5}"/>
                  </a:ext>
                </a:extLst>
              </p:cNvPr>
              <p:cNvPicPr>
                <a:picLocks noGrp="1" noRot="1" noChangeAspect="1" noMove="1" noResize="1" noEditPoints="1" noAdjustHandles="1" noChangeArrowheads="1" noChangeShapeType="1"/>
              </p:cNvPicPr>
              <p:nvPr/>
            </p:nvPicPr>
            <p:blipFill>
              <a:blip r:embed="rId5"/>
              <a:stretch>
                <a:fillRect/>
              </a:stretch>
            </p:blipFill>
            <p:spPr>
              <a:xfrm>
                <a:off x="641059" y="249172"/>
                <a:ext cx="5235817" cy="3116830"/>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17" name="Chart 16">
                <a:extLst>
                  <a:ext uri="{FF2B5EF4-FFF2-40B4-BE49-F238E27FC236}">
                    <a16:creationId xmlns:a16="http://schemas.microsoft.com/office/drawing/2014/main" id="{F6E80326-088D-4EF1-AB48-C20A0DA17491}"/>
                  </a:ext>
                </a:extLst>
              </p:cNvPr>
              <p:cNvGraphicFramePr/>
              <p:nvPr>
                <p:extLst>
                  <p:ext uri="{D42A27DB-BD31-4B8C-83A1-F6EECF244321}">
                    <p14:modId xmlns:p14="http://schemas.microsoft.com/office/powerpoint/2010/main" val="1830462401"/>
                  </p:ext>
                </p:extLst>
              </p:nvPr>
            </p:nvGraphicFramePr>
            <p:xfrm>
              <a:off x="641057" y="3491997"/>
              <a:ext cx="5235819" cy="3116830"/>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17" name="Chart 16">
                <a:extLst>
                  <a:ext uri="{FF2B5EF4-FFF2-40B4-BE49-F238E27FC236}">
                    <a16:creationId xmlns:a16="http://schemas.microsoft.com/office/drawing/2014/main" id="{F6E80326-088D-4EF1-AB48-C20A0DA17491}"/>
                  </a:ext>
                </a:extLst>
              </p:cNvPr>
              <p:cNvPicPr>
                <a:picLocks noGrp="1" noRot="1" noChangeAspect="1" noMove="1" noResize="1" noEditPoints="1" noAdjustHandles="1" noChangeArrowheads="1" noChangeShapeType="1"/>
              </p:cNvPicPr>
              <p:nvPr/>
            </p:nvPicPr>
            <p:blipFill>
              <a:blip r:embed="rId7"/>
              <a:stretch>
                <a:fillRect/>
              </a:stretch>
            </p:blipFill>
            <p:spPr>
              <a:xfrm>
                <a:off x="641057" y="3491997"/>
                <a:ext cx="5235819" cy="3116830"/>
              </a:xfrm>
              <a:prstGeom prst="rect">
                <a:avLst/>
              </a:prstGeom>
            </p:spPr>
          </p:pic>
        </mc:Fallback>
      </mc:AlternateContent>
    </p:spTree>
    <p:extLst>
      <p:ext uri="{BB962C8B-B14F-4D97-AF65-F5344CB8AC3E}">
        <p14:creationId xmlns:p14="http://schemas.microsoft.com/office/powerpoint/2010/main" val="553635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6069E260-F8E2-4A8B-A0D8-8D210437D2BE}"/>
              </a:ext>
            </a:extLst>
          </p:cNvPr>
          <p:cNvGraphicFramePr>
            <a:graphicFrameLocks/>
          </p:cNvGraphicFramePr>
          <p:nvPr>
            <p:extLst>
              <p:ext uri="{D42A27DB-BD31-4B8C-83A1-F6EECF244321}">
                <p14:modId xmlns:p14="http://schemas.microsoft.com/office/powerpoint/2010/main" val="2732160439"/>
              </p:ext>
            </p:extLst>
          </p:nvPr>
        </p:nvGraphicFramePr>
        <p:xfrm>
          <a:off x="1212600" y="81538"/>
          <a:ext cx="4680000" cy="324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E231227-5D59-A3BF-6222-CCB75E1FC11B}"/>
              </a:ext>
            </a:extLst>
          </p:cNvPr>
          <p:cNvGraphicFramePr>
            <a:graphicFrameLocks/>
          </p:cNvGraphicFramePr>
          <p:nvPr>
            <p:extLst>
              <p:ext uri="{D42A27DB-BD31-4B8C-83A1-F6EECF244321}">
                <p14:modId xmlns:p14="http://schemas.microsoft.com/office/powerpoint/2010/main" val="1328539610"/>
              </p:ext>
            </p:extLst>
          </p:nvPr>
        </p:nvGraphicFramePr>
        <p:xfrm>
          <a:off x="1212600" y="3536461"/>
          <a:ext cx="4680000" cy="324000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96E287D7-96F2-4F75-B645-222C529CBCB6}"/>
                  </a:ext>
                </a:extLst>
              </p:cNvPr>
              <p:cNvGraphicFramePr/>
              <p:nvPr>
                <p:extLst>
                  <p:ext uri="{D42A27DB-BD31-4B8C-83A1-F6EECF244321}">
                    <p14:modId xmlns:p14="http://schemas.microsoft.com/office/powerpoint/2010/main" val="326383180"/>
                  </p:ext>
                </p:extLst>
              </p:nvPr>
            </p:nvGraphicFramePr>
            <p:xfrm>
              <a:off x="6299400" y="3536461"/>
              <a:ext cx="4680000" cy="3240000"/>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2" name="Chart 1">
                <a:extLst>
                  <a:ext uri="{FF2B5EF4-FFF2-40B4-BE49-F238E27FC236}">
                    <a16:creationId xmlns:a16="http://schemas.microsoft.com/office/drawing/2014/main" id="{96E287D7-96F2-4F75-B645-222C529CBCB6}"/>
                  </a:ext>
                </a:extLst>
              </p:cNvPr>
              <p:cNvPicPr>
                <a:picLocks noGrp="1" noRot="1" noChangeAspect="1" noMove="1" noResize="1" noEditPoints="1" noAdjustHandles="1" noChangeArrowheads="1" noChangeShapeType="1"/>
              </p:cNvPicPr>
              <p:nvPr/>
            </p:nvPicPr>
            <p:blipFill>
              <a:blip r:embed="rId6"/>
              <a:stretch>
                <a:fillRect/>
              </a:stretch>
            </p:blipFill>
            <p:spPr>
              <a:xfrm>
                <a:off x="6299400" y="3536461"/>
                <a:ext cx="4680000" cy="3240000"/>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4308568B-BCD0-4433-83B0-D91672DB466B}"/>
                  </a:ext>
                </a:extLst>
              </p:cNvPr>
              <p:cNvGraphicFramePr/>
              <p:nvPr>
                <p:extLst>
                  <p:ext uri="{D42A27DB-BD31-4B8C-83A1-F6EECF244321}">
                    <p14:modId xmlns:p14="http://schemas.microsoft.com/office/powerpoint/2010/main" val="2717535097"/>
                  </p:ext>
                </p:extLst>
              </p:nvPr>
            </p:nvGraphicFramePr>
            <p:xfrm>
              <a:off x="6299400" y="81538"/>
              <a:ext cx="4680000" cy="3240000"/>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3" name="Chart 2">
                <a:extLst>
                  <a:ext uri="{FF2B5EF4-FFF2-40B4-BE49-F238E27FC236}">
                    <a16:creationId xmlns:a16="http://schemas.microsoft.com/office/drawing/2014/main" id="{4308568B-BCD0-4433-83B0-D91672DB466B}"/>
                  </a:ext>
                </a:extLst>
              </p:cNvPr>
              <p:cNvPicPr>
                <a:picLocks noGrp="1" noRot="1" noChangeAspect="1" noMove="1" noResize="1" noEditPoints="1" noAdjustHandles="1" noChangeArrowheads="1" noChangeShapeType="1"/>
              </p:cNvPicPr>
              <p:nvPr/>
            </p:nvPicPr>
            <p:blipFill>
              <a:blip r:embed="rId8"/>
              <a:stretch>
                <a:fillRect/>
              </a:stretch>
            </p:blipFill>
            <p:spPr>
              <a:xfrm>
                <a:off x="6299400" y="81538"/>
                <a:ext cx="4680000" cy="3240000"/>
              </a:xfrm>
              <a:prstGeom prst="rect">
                <a:avLst/>
              </a:prstGeom>
            </p:spPr>
          </p:pic>
        </mc:Fallback>
      </mc:AlternateContent>
    </p:spTree>
    <p:extLst>
      <p:ext uri="{BB962C8B-B14F-4D97-AF65-F5344CB8AC3E}">
        <p14:creationId xmlns:p14="http://schemas.microsoft.com/office/powerpoint/2010/main" val="3333713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DA00DD4-91B6-219E-927A-4C747A5DC508}"/>
              </a:ext>
            </a:extLst>
          </p:cNvPr>
          <p:cNvGraphicFramePr>
            <a:graphicFrameLocks noGrp="1"/>
          </p:cNvGraphicFramePr>
          <p:nvPr>
            <p:extLst>
              <p:ext uri="{D42A27DB-BD31-4B8C-83A1-F6EECF244321}">
                <p14:modId xmlns:p14="http://schemas.microsoft.com/office/powerpoint/2010/main" val="2742167419"/>
              </p:ext>
            </p:extLst>
          </p:nvPr>
        </p:nvGraphicFramePr>
        <p:xfrm>
          <a:off x="369453" y="1064487"/>
          <a:ext cx="11453094" cy="5116952"/>
        </p:xfrm>
        <a:graphic>
          <a:graphicData uri="http://schemas.openxmlformats.org/drawingml/2006/table">
            <a:tbl>
              <a:tblPr/>
              <a:tblGrid>
                <a:gridCol w="1617138">
                  <a:extLst>
                    <a:ext uri="{9D8B030D-6E8A-4147-A177-3AD203B41FA5}">
                      <a16:colId xmlns:a16="http://schemas.microsoft.com/office/drawing/2014/main" val="2270938647"/>
                    </a:ext>
                  </a:extLst>
                </a:gridCol>
                <a:gridCol w="660661">
                  <a:extLst>
                    <a:ext uri="{9D8B030D-6E8A-4147-A177-3AD203B41FA5}">
                      <a16:colId xmlns:a16="http://schemas.microsoft.com/office/drawing/2014/main" val="906234081"/>
                    </a:ext>
                  </a:extLst>
                </a:gridCol>
                <a:gridCol w="660661">
                  <a:extLst>
                    <a:ext uri="{9D8B030D-6E8A-4147-A177-3AD203B41FA5}">
                      <a16:colId xmlns:a16="http://schemas.microsoft.com/office/drawing/2014/main" val="1345292323"/>
                    </a:ext>
                  </a:extLst>
                </a:gridCol>
                <a:gridCol w="660661">
                  <a:extLst>
                    <a:ext uri="{9D8B030D-6E8A-4147-A177-3AD203B41FA5}">
                      <a16:colId xmlns:a16="http://schemas.microsoft.com/office/drawing/2014/main" val="3500490794"/>
                    </a:ext>
                  </a:extLst>
                </a:gridCol>
                <a:gridCol w="660661">
                  <a:extLst>
                    <a:ext uri="{9D8B030D-6E8A-4147-A177-3AD203B41FA5}">
                      <a16:colId xmlns:a16="http://schemas.microsoft.com/office/drawing/2014/main" val="4202416668"/>
                    </a:ext>
                  </a:extLst>
                </a:gridCol>
                <a:gridCol w="769128">
                  <a:extLst>
                    <a:ext uri="{9D8B030D-6E8A-4147-A177-3AD203B41FA5}">
                      <a16:colId xmlns:a16="http://schemas.microsoft.com/office/drawing/2014/main" val="2469941489"/>
                    </a:ext>
                  </a:extLst>
                </a:gridCol>
                <a:gridCol w="818429">
                  <a:extLst>
                    <a:ext uri="{9D8B030D-6E8A-4147-A177-3AD203B41FA5}">
                      <a16:colId xmlns:a16="http://schemas.microsoft.com/office/drawing/2014/main" val="258400812"/>
                    </a:ext>
                  </a:extLst>
                </a:gridCol>
                <a:gridCol w="1619604">
                  <a:extLst>
                    <a:ext uri="{9D8B030D-6E8A-4147-A177-3AD203B41FA5}">
                      <a16:colId xmlns:a16="http://schemas.microsoft.com/office/drawing/2014/main" val="3303178576"/>
                    </a:ext>
                  </a:extLst>
                </a:gridCol>
                <a:gridCol w="1222715">
                  <a:extLst>
                    <a:ext uri="{9D8B030D-6E8A-4147-A177-3AD203B41FA5}">
                      <a16:colId xmlns:a16="http://schemas.microsoft.com/office/drawing/2014/main" val="3866671525"/>
                    </a:ext>
                  </a:extLst>
                </a:gridCol>
                <a:gridCol w="660661">
                  <a:extLst>
                    <a:ext uri="{9D8B030D-6E8A-4147-A177-3AD203B41FA5}">
                      <a16:colId xmlns:a16="http://schemas.microsoft.com/office/drawing/2014/main" val="3472648788"/>
                    </a:ext>
                  </a:extLst>
                </a:gridCol>
                <a:gridCol w="660661">
                  <a:extLst>
                    <a:ext uri="{9D8B030D-6E8A-4147-A177-3AD203B41FA5}">
                      <a16:colId xmlns:a16="http://schemas.microsoft.com/office/drawing/2014/main" val="672985714"/>
                    </a:ext>
                  </a:extLst>
                </a:gridCol>
                <a:gridCol w="650800">
                  <a:extLst>
                    <a:ext uri="{9D8B030D-6E8A-4147-A177-3AD203B41FA5}">
                      <a16:colId xmlns:a16="http://schemas.microsoft.com/office/drawing/2014/main" val="136105401"/>
                    </a:ext>
                  </a:extLst>
                </a:gridCol>
                <a:gridCol w="791314">
                  <a:extLst>
                    <a:ext uri="{9D8B030D-6E8A-4147-A177-3AD203B41FA5}">
                      <a16:colId xmlns:a16="http://schemas.microsoft.com/office/drawing/2014/main" val="3399687319"/>
                    </a:ext>
                  </a:extLst>
                </a:gridCol>
              </a:tblGrid>
              <a:tr h="364196">
                <a:tc>
                  <a:txBody>
                    <a:bodyPr/>
                    <a:lstStyle/>
                    <a:p>
                      <a:pPr algn="ctr" fontAlgn="b"/>
                      <a:r>
                        <a:rPr lang="en-MY" sz="800" b="0" i="0" u="none" strike="noStrike" dirty="0">
                          <a:solidFill>
                            <a:srgbClr val="000000"/>
                          </a:solidFill>
                          <a:effectLst/>
                          <a:latin typeface="Calibri" panose="020F0502020204030204" pitchFamily="34" charset="0"/>
                        </a:rPr>
                        <a:t> Variable</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Age</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Weight (KG)</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Height (M)</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BMI</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Fat Percentage</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Experience Level</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Workout Frequency (Day / Week)</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Session Duration (Hours)</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Max BPM</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a:solidFill>
                            <a:srgbClr val="000000"/>
                          </a:solidFill>
                          <a:effectLst/>
                          <a:latin typeface="Calibri" panose="020F0502020204030204" pitchFamily="34" charset="0"/>
                        </a:rPr>
                        <a:t>Avg BPM</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Resting BPM</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a:solidFill>
                            <a:srgbClr val="000000"/>
                          </a:solidFill>
                          <a:effectLst/>
                          <a:latin typeface="Calibri" panose="020F0502020204030204" pitchFamily="34" charset="0"/>
                        </a:rPr>
                        <a:t>Calories Burned</a:t>
                      </a:r>
                    </a:p>
                  </a:txBody>
                  <a:tcPr marL="6793" marR="6793" marT="679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00962"/>
                  </a:ext>
                </a:extLst>
              </a:tr>
              <a:tr h="364196">
                <a:tc>
                  <a:txBody>
                    <a:bodyPr/>
                    <a:lstStyle/>
                    <a:p>
                      <a:pPr algn="ctr" fontAlgn="b"/>
                      <a:r>
                        <a:rPr lang="en-MY" sz="800" b="0" i="0" u="none" strike="noStrike">
                          <a:solidFill>
                            <a:srgbClr val="000000"/>
                          </a:solidFill>
                          <a:effectLst/>
                          <a:latin typeface="Calibri" panose="020F0502020204030204" pitchFamily="34" charset="0"/>
                        </a:rPr>
                        <a:t>Age</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1</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22430040"/>
                  </a:ext>
                </a:extLst>
              </a:tr>
              <a:tr h="364196">
                <a:tc>
                  <a:txBody>
                    <a:bodyPr/>
                    <a:lstStyle/>
                    <a:p>
                      <a:pPr algn="ctr" fontAlgn="b"/>
                      <a:r>
                        <a:rPr lang="en-MY" sz="800" b="0" i="0" u="none" strike="noStrike">
                          <a:solidFill>
                            <a:srgbClr val="000000"/>
                          </a:solidFill>
                          <a:effectLst/>
                          <a:latin typeface="Calibri" panose="020F0502020204030204" pitchFamily="34" charset="0"/>
                        </a:rPr>
                        <a:t>Weight (KG)</a:t>
                      </a:r>
                    </a:p>
                  </a:txBody>
                  <a:tcPr marL="6793" marR="6793" marT="6793"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-0.036339635</a:t>
                      </a:r>
                    </a:p>
                  </a:txBody>
                  <a:tcPr marL="6793" marR="6793" marT="6793" marB="0" anchor="ctr">
                    <a:lnL>
                      <a:noFill/>
                    </a:lnL>
                    <a:lnR>
                      <a:noFill/>
                    </a:lnR>
                    <a:lnT>
                      <a:noFill/>
                    </a:lnT>
                    <a:lnB>
                      <a:noFill/>
                    </a:lnB>
                    <a:solidFill>
                      <a:srgbClr val="FBF2F5"/>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2807080864"/>
                  </a:ext>
                </a:extLst>
              </a:tr>
              <a:tr h="364196">
                <a:tc>
                  <a:txBody>
                    <a:bodyPr/>
                    <a:lstStyle/>
                    <a:p>
                      <a:pPr algn="ctr" fontAlgn="b"/>
                      <a:r>
                        <a:rPr lang="en-MY" sz="800" b="0" i="0" u="none" strike="noStrike" dirty="0">
                          <a:solidFill>
                            <a:srgbClr val="000000"/>
                          </a:solidFill>
                          <a:effectLst/>
                          <a:latin typeface="Calibri" panose="020F0502020204030204" pitchFamily="34" charset="0"/>
                        </a:rPr>
                        <a:t>Height (M)</a:t>
                      </a:r>
                    </a:p>
                  </a:txBody>
                  <a:tcPr marL="6793" marR="6793" marT="6793"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-0.027837495</a:t>
                      </a:r>
                    </a:p>
                  </a:txBody>
                  <a:tcPr marL="6793" marR="6793" marT="6793" marB="0" anchor="ctr">
                    <a:lnL>
                      <a:noFill/>
                    </a:lnL>
                    <a:lnR>
                      <a:noFill/>
                    </a:lnR>
                    <a:lnT>
                      <a:noFill/>
                    </a:lnT>
                    <a:lnB>
                      <a:noFill/>
                    </a:lnB>
                    <a:solidFill>
                      <a:srgbClr val="FBF4F6"/>
                    </a:solidFill>
                  </a:tcPr>
                </a:tc>
                <a:tc>
                  <a:txBody>
                    <a:bodyPr/>
                    <a:lstStyle/>
                    <a:p>
                      <a:pPr algn="ctr" fontAlgn="b"/>
                      <a:r>
                        <a:rPr lang="en-MY" sz="800" b="0" i="0" u="none" strike="noStrike" dirty="0">
                          <a:solidFill>
                            <a:srgbClr val="000000"/>
                          </a:solidFill>
                          <a:effectLst/>
                          <a:latin typeface="Calibri" panose="020F0502020204030204" pitchFamily="34" charset="0"/>
                        </a:rPr>
                        <a:t>0.365321203</a:t>
                      </a:r>
                    </a:p>
                  </a:txBody>
                  <a:tcPr marL="6793" marR="6793" marT="6793" marB="0" anchor="ctr">
                    <a:lnL>
                      <a:noFill/>
                    </a:lnL>
                    <a:lnR>
                      <a:noFill/>
                    </a:lnR>
                    <a:lnT>
                      <a:noFill/>
                    </a:lnT>
                    <a:lnB>
                      <a:noFill/>
                    </a:lnB>
                    <a:solidFill>
                      <a:srgbClr val="C5E6D0"/>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224315242"/>
                  </a:ext>
                </a:extLst>
              </a:tr>
              <a:tr h="364196">
                <a:tc>
                  <a:txBody>
                    <a:bodyPr/>
                    <a:lstStyle/>
                    <a:p>
                      <a:pPr algn="ctr" fontAlgn="b"/>
                      <a:r>
                        <a:rPr lang="en-MY" sz="800" b="0" i="0" u="none" strike="noStrike" dirty="0">
                          <a:solidFill>
                            <a:srgbClr val="000000"/>
                          </a:solidFill>
                          <a:effectLst/>
                          <a:latin typeface="Calibri" panose="020F0502020204030204" pitchFamily="34" charset="0"/>
                        </a:rPr>
                        <a:t>BMI</a:t>
                      </a:r>
                    </a:p>
                  </a:txBody>
                  <a:tcPr marL="6793" marR="6793" marT="6793"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-0.01369137</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dirty="0">
                          <a:solidFill>
                            <a:srgbClr val="000000"/>
                          </a:solidFill>
                          <a:effectLst/>
                          <a:latin typeface="Calibri" panose="020F0502020204030204" pitchFamily="34" charset="0"/>
                        </a:rPr>
                        <a:t>0.85315769</a:t>
                      </a:r>
                    </a:p>
                  </a:txBody>
                  <a:tcPr marL="6793" marR="6793" marT="6793" marB="0" anchor="ctr">
                    <a:lnL>
                      <a:noFill/>
                    </a:lnL>
                    <a:lnR>
                      <a:noFill/>
                    </a:lnR>
                    <a:lnT>
                      <a:noFill/>
                    </a:lnT>
                    <a:lnB>
                      <a:noFill/>
                    </a:lnB>
                    <a:solidFill>
                      <a:srgbClr val="7AC88F"/>
                    </a:solidFill>
                  </a:tcPr>
                </a:tc>
                <a:tc>
                  <a:txBody>
                    <a:bodyPr/>
                    <a:lstStyle/>
                    <a:p>
                      <a:pPr algn="ctr" fontAlgn="b"/>
                      <a:r>
                        <a:rPr lang="en-MY" sz="800" b="0" i="0" u="none" strike="noStrike" dirty="0">
                          <a:solidFill>
                            <a:srgbClr val="000000"/>
                          </a:solidFill>
                          <a:effectLst/>
                          <a:latin typeface="Calibri" panose="020F0502020204030204" pitchFamily="34" charset="0"/>
                        </a:rPr>
                        <a:t>-0.15946875</a:t>
                      </a:r>
                    </a:p>
                  </a:txBody>
                  <a:tcPr marL="6793" marR="6793" marT="6793" marB="0" anchor="ctr">
                    <a:lnL>
                      <a:noFill/>
                    </a:lnL>
                    <a:lnR>
                      <a:noFill/>
                    </a:lnR>
                    <a:lnT>
                      <a:noFill/>
                    </a:lnT>
                    <a:lnB>
                      <a:noFill/>
                    </a:lnB>
                    <a:solidFill>
                      <a:srgbClr val="FAD6D9"/>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3767722079"/>
                  </a:ext>
                </a:extLst>
              </a:tr>
              <a:tr h="364196">
                <a:tc>
                  <a:txBody>
                    <a:bodyPr/>
                    <a:lstStyle/>
                    <a:p>
                      <a:pPr algn="ctr" fontAlgn="b"/>
                      <a:r>
                        <a:rPr lang="en-MY" sz="800" b="0" i="0" u="none" strike="noStrike" dirty="0">
                          <a:solidFill>
                            <a:srgbClr val="000000"/>
                          </a:solidFill>
                          <a:effectLst/>
                          <a:latin typeface="Calibri" panose="020F0502020204030204" pitchFamily="34" charset="0"/>
                        </a:rPr>
                        <a:t>Fat Percentage</a:t>
                      </a:r>
                    </a:p>
                  </a:txBody>
                  <a:tcPr marL="6793" marR="6793" marT="6793"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0.002370051</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-0.22551164</a:t>
                      </a:r>
                    </a:p>
                  </a:txBody>
                  <a:tcPr marL="6793" marR="6793" marT="6793" marB="0" anchor="ctr">
                    <a:lnL>
                      <a:noFill/>
                    </a:lnL>
                    <a:lnR>
                      <a:noFill/>
                    </a:lnR>
                    <a:lnT>
                      <a:noFill/>
                    </a:lnT>
                    <a:lnB>
                      <a:noFill/>
                    </a:lnB>
                    <a:solidFill>
                      <a:srgbClr val="FAC8CA"/>
                    </a:solidFill>
                  </a:tcPr>
                </a:tc>
                <a:tc>
                  <a:txBody>
                    <a:bodyPr/>
                    <a:lstStyle/>
                    <a:p>
                      <a:pPr algn="ctr" fontAlgn="b"/>
                      <a:r>
                        <a:rPr lang="en-MY" sz="800" b="0" i="0" u="none" strike="noStrike" dirty="0">
                          <a:solidFill>
                            <a:srgbClr val="000000"/>
                          </a:solidFill>
                          <a:effectLst/>
                          <a:latin typeface="Calibri" panose="020F0502020204030204" pitchFamily="34" charset="0"/>
                        </a:rPr>
                        <a:t>-0.235520936</a:t>
                      </a:r>
                    </a:p>
                  </a:txBody>
                  <a:tcPr marL="6793" marR="6793" marT="6793" marB="0" anchor="ctr">
                    <a:lnL>
                      <a:noFill/>
                    </a:lnL>
                    <a:lnR>
                      <a:noFill/>
                    </a:lnR>
                    <a:lnT>
                      <a:noFill/>
                    </a:lnT>
                    <a:lnB>
                      <a:noFill/>
                    </a:lnB>
                    <a:solidFill>
                      <a:srgbClr val="FAC5C8"/>
                    </a:solidFill>
                  </a:tcPr>
                </a:tc>
                <a:tc>
                  <a:txBody>
                    <a:bodyPr/>
                    <a:lstStyle/>
                    <a:p>
                      <a:pPr algn="ctr" fontAlgn="b"/>
                      <a:r>
                        <a:rPr lang="en-MY" sz="800" b="0" i="0" u="none" strike="noStrike" dirty="0">
                          <a:solidFill>
                            <a:srgbClr val="000000"/>
                          </a:solidFill>
                          <a:effectLst/>
                          <a:latin typeface="Calibri" panose="020F0502020204030204" pitchFamily="34" charset="0"/>
                        </a:rPr>
                        <a:t>-0.11925776</a:t>
                      </a:r>
                    </a:p>
                  </a:txBody>
                  <a:tcPr marL="6793" marR="6793" marT="6793" marB="0" anchor="ctr">
                    <a:lnL>
                      <a:noFill/>
                    </a:lnL>
                    <a:lnR>
                      <a:noFill/>
                    </a:lnR>
                    <a:lnT>
                      <a:noFill/>
                    </a:lnT>
                    <a:lnB>
                      <a:noFill/>
                    </a:lnB>
                    <a:solidFill>
                      <a:srgbClr val="FBDFE2"/>
                    </a:solidFill>
                  </a:tcPr>
                </a:tc>
                <a:tc>
                  <a:txBody>
                    <a:bodyPr/>
                    <a:lstStyle/>
                    <a:p>
                      <a:pPr algn="ctr" fontAlgn="b"/>
                      <a:r>
                        <a:rPr lang="en-MY" sz="800" b="0" i="0" u="none" strike="noStrike" dirty="0">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1873159635"/>
                  </a:ext>
                </a:extLst>
              </a:tr>
              <a:tr h="364196">
                <a:tc>
                  <a:txBody>
                    <a:bodyPr/>
                    <a:lstStyle/>
                    <a:p>
                      <a:pPr algn="ctr" fontAlgn="b"/>
                      <a:r>
                        <a:rPr lang="en-MY" sz="800" b="0" i="0" u="none" strike="noStrike" dirty="0">
                          <a:solidFill>
                            <a:srgbClr val="000000"/>
                          </a:solidFill>
                          <a:effectLst/>
                          <a:latin typeface="Calibri" panose="020F0502020204030204" pitchFamily="34" charset="0"/>
                        </a:rPr>
                        <a:t>Experience Level</a:t>
                      </a:r>
                    </a:p>
                  </a:txBody>
                  <a:tcPr marL="6793" marR="6793" marT="6793"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-0.018675927</a:t>
                      </a:r>
                    </a:p>
                  </a:txBody>
                  <a:tcPr marL="6793" marR="6793" marT="6793" marB="0" anchor="ctr">
                    <a:lnL>
                      <a:noFill/>
                    </a:lnL>
                    <a:lnR>
                      <a:noFill/>
                    </a:lnR>
                    <a:lnT>
                      <a:noFill/>
                    </a:lnT>
                    <a:lnB>
                      <a:noFill/>
                    </a:lnB>
                    <a:solidFill>
                      <a:srgbClr val="FBF6F9"/>
                    </a:solidFill>
                  </a:tcPr>
                </a:tc>
                <a:tc>
                  <a:txBody>
                    <a:bodyPr/>
                    <a:lstStyle/>
                    <a:p>
                      <a:pPr algn="ctr" fontAlgn="b"/>
                      <a:r>
                        <a:rPr lang="en-MY" sz="800" b="0" i="0" u="none" strike="noStrike" dirty="0">
                          <a:solidFill>
                            <a:srgbClr val="000000"/>
                          </a:solidFill>
                          <a:effectLst/>
                          <a:latin typeface="Calibri" panose="020F0502020204030204" pitchFamily="34" charset="0"/>
                        </a:rPr>
                        <a:t>0.003378528</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-0.010266611</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dirty="0">
                          <a:solidFill>
                            <a:srgbClr val="000000"/>
                          </a:solidFill>
                          <a:effectLst/>
                          <a:latin typeface="Calibri" panose="020F0502020204030204" pitchFamily="34" charset="0"/>
                        </a:rPr>
                        <a:t>0.016031073</a:t>
                      </a:r>
                    </a:p>
                  </a:txBody>
                  <a:tcPr marL="6793" marR="6793" marT="6793" marB="0" anchor="ctr">
                    <a:lnL>
                      <a:noFill/>
                    </a:lnL>
                    <a:lnR>
                      <a:noFill/>
                    </a:lnR>
                    <a:lnT>
                      <a:noFill/>
                    </a:lnT>
                    <a:lnB>
                      <a:noFill/>
                    </a:lnB>
                    <a:solidFill>
                      <a:srgbClr val="FBFCFE"/>
                    </a:solidFill>
                  </a:tcPr>
                </a:tc>
                <a:tc>
                  <a:txBody>
                    <a:bodyPr/>
                    <a:lstStyle/>
                    <a:p>
                      <a:pPr algn="ctr" fontAlgn="b"/>
                      <a:r>
                        <a:rPr lang="en-MY" sz="800" b="0" i="0" u="none" strike="noStrike" dirty="0">
                          <a:solidFill>
                            <a:srgbClr val="000000"/>
                          </a:solidFill>
                          <a:effectLst/>
                          <a:latin typeface="Calibri" panose="020F0502020204030204" pitchFamily="34" charset="0"/>
                        </a:rPr>
                        <a:t>-0.654362613</a:t>
                      </a:r>
                    </a:p>
                  </a:txBody>
                  <a:tcPr marL="6793" marR="6793" marT="6793" marB="0" anchor="ctr">
                    <a:lnL>
                      <a:noFill/>
                    </a:lnL>
                    <a:lnR>
                      <a:noFill/>
                    </a:lnR>
                    <a:lnT>
                      <a:noFill/>
                    </a:lnT>
                    <a:lnB>
                      <a:noFill/>
                    </a:lnB>
                    <a:solidFill>
                      <a:srgbClr val="F8696B"/>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793199297"/>
                  </a:ext>
                </a:extLst>
              </a:tr>
              <a:tr h="364196">
                <a:tc>
                  <a:txBody>
                    <a:bodyPr/>
                    <a:lstStyle/>
                    <a:p>
                      <a:pPr algn="ctr" fontAlgn="b"/>
                      <a:r>
                        <a:rPr lang="en-MY" sz="800" b="0" i="0" u="none" strike="noStrike">
                          <a:solidFill>
                            <a:srgbClr val="000000"/>
                          </a:solidFill>
                          <a:effectLst/>
                          <a:latin typeface="Calibri" panose="020F0502020204030204" pitchFamily="34" charset="0"/>
                        </a:rPr>
                        <a:t>Workout Frequency (Day / Week)</a:t>
                      </a:r>
                    </a:p>
                  </a:txBody>
                  <a:tcPr marL="6793" marR="6793" marT="6793"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0.008055163</a:t>
                      </a:r>
                    </a:p>
                  </a:txBody>
                  <a:tcPr marL="6793" marR="6793" marT="6793" marB="0" anchor="ctr">
                    <a:lnL>
                      <a:noFill/>
                    </a:lnL>
                    <a:lnR>
                      <a:noFill/>
                    </a:lnR>
                    <a:lnT>
                      <a:noFill/>
                    </a:lnT>
                    <a:lnB>
                      <a:noFill/>
                    </a:lnB>
                    <a:solidFill>
                      <a:srgbClr val="FCFCFF"/>
                    </a:solidFill>
                  </a:tcPr>
                </a:tc>
                <a:tc>
                  <a:txBody>
                    <a:bodyPr/>
                    <a:lstStyle/>
                    <a:p>
                      <a:pPr algn="ctr" fontAlgn="b"/>
                      <a:r>
                        <a:rPr lang="en-MY" sz="800" b="0" i="0" u="none" strike="noStrike">
                          <a:solidFill>
                            <a:srgbClr val="000000"/>
                          </a:solidFill>
                          <a:effectLst/>
                          <a:latin typeface="Calibri" panose="020F0502020204030204" pitchFamily="34" charset="0"/>
                        </a:rPr>
                        <a:t>-0.011769328</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a:solidFill>
                            <a:srgbClr val="000000"/>
                          </a:solidFill>
                          <a:effectLst/>
                          <a:latin typeface="Calibri" panose="020F0502020204030204" pitchFamily="34" charset="0"/>
                        </a:rPr>
                        <a:t>-0.011269883</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a:solidFill>
                            <a:srgbClr val="000000"/>
                          </a:solidFill>
                          <a:effectLst/>
                          <a:latin typeface="Calibri" panose="020F0502020204030204" pitchFamily="34" charset="0"/>
                        </a:rPr>
                        <a:t>0.001644974</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-0.537059548</a:t>
                      </a:r>
                    </a:p>
                  </a:txBody>
                  <a:tcPr marL="6793" marR="6793" marT="6793" marB="0" anchor="ctr">
                    <a:lnL>
                      <a:noFill/>
                    </a:lnL>
                    <a:lnR>
                      <a:noFill/>
                    </a:lnR>
                    <a:lnT>
                      <a:noFill/>
                    </a:lnT>
                    <a:lnB>
                      <a:noFill/>
                    </a:lnB>
                    <a:solidFill>
                      <a:srgbClr val="F88385"/>
                    </a:solidFill>
                  </a:tcPr>
                </a:tc>
                <a:tc>
                  <a:txBody>
                    <a:bodyPr/>
                    <a:lstStyle/>
                    <a:p>
                      <a:pPr algn="ctr" fontAlgn="b"/>
                      <a:r>
                        <a:rPr lang="en-MY" sz="800" b="0" i="0" u="none" strike="noStrike" dirty="0">
                          <a:solidFill>
                            <a:srgbClr val="000000"/>
                          </a:solidFill>
                          <a:effectLst/>
                          <a:latin typeface="Calibri" panose="020F0502020204030204" pitchFamily="34" charset="0"/>
                        </a:rPr>
                        <a:t>0.837078709</a:t>
                      </a:r>
                    </a:p>
                  </a:txBody>
                  <a:tcPr marL="6793" marR="6793" marT="6793" marB="0" anchor="ctr">
                    <a:lnL>
                      <a:noFill/>
                    </a:lnL>
                    <a:lnR>
                      <a:noFill/>
                    </a:lnR>
                    <a:lnT>
                      <a:noFill/>
                    </a:lnT>
                    <a:lnB>
                      <a:noFill/>
                    </a:lnB>
                    <a:solidFill>
                      <a:srgbClr val="7DC991"/>
                    </a:solidFill>
                  </a:tcPr>
                </a:tc>
                <a:tc>
                  <a:txBody>
                    <a:bodyPr/>
                    <a:lstStyle/>
                    <a:p>
                      <a:pPr algn="ctr" fontAlgn="b"/>
                      <a:r>
                        <a:rPr lang="en-MY" sz="800" b="0" i="0" u="none" strike="noStrike" dirty="0">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46444072"/>
                  </a:ext>
                </a:extLst>
              </a:tr>
              <a:tr h="364196">
                <a:tc>
                  <a:txBody>
                    <a:bodyPr/>
                    <a:lstStyle/>
                    <a:p>
                      <a:pPr algn="ctr" fontAlgn="b"/>
                      <a:r>
                        <a:rPr lang="en-MY" sz="800" b="0" i="0" u="none" strike="noStrike" dirty="0">
                          <a:solidFill>
                            <a:srgbClr val="000000"/>
                          </a:solidFill>
                          <a:effectLst/>
                          <a:latin typeface="Calibri" panose="020F0502020204030204" pitchFamily="34" charset="0"/>
                        </a:rPr>
                        <a:t>Session Duration (Hours)</a:t>
                      </a:r>
                    </a:p>
                  </a:txBody>
                  <a:tcPr marL="6793" marR="6793" marT="6793"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-0.019911904</a:t>
                      </a:r>
                    </a:p>
                  </a:txBody>
                  <a:tcPr marL="6793" marR="6793" marT="6793" marB="0" anchor="ctr">
                    <a:lnL>
                      <a:noFill/>
                    </a:lnL>
                    <a:lnR>
                      <a:noFill/>
                    </a:lnR>
                    <a:lnT>
                      <a:noFill/>
                    </a:lnT>
                    <a:lnB>
                      <a:noFill/>
                    </a:lnB>
                    <a:solidFill>
                      <a:srgbClr val="FBF5F8"/>
                    </a:solidFill>
                  </a:tcPr>
                </a:tc>
                <a:tc>
                  <a:txBody>
                    <a:bodyPr/>
                    <a:lstStyle/>
                    <a:p>
                      <a:pPr algn="ctr" fontAlgn="b"/>
                      <a:r>
                        <a:rPr lang="en-MY" sz="800" b="0" i="0" u="none" strike="noStrike" dirty="0">
                          <a:solidFill>
                            <a:srgbClr val="000000"/>
                          </a:solidFill>
                          <a:effectLst/>
                          <a:latin typeface="Calibri" panose="020F0502020204030204" pitchFamily="34" charset="0"/>
                        </a:rPr>
                        <a:t>-0.013665561</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dirty="0">
                          <a:solidFill>
                            <a:srgbClr val="000000"/>
                          </a:solidFill>
                          <a:effectLst/>
                          <a:latin typeface="Calibri" panose="020F0502020204030204" pitchFamily="34" charset="0"/>
                        </a:rPr>
                        <a:t>-0.010205897</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dirty="0">
                          <a:solidFill>
                            <a:srgbClr val="000000"/>
                          </a:solidFill>
                          <a:effectLst/>
                          <a:latin typeface="Calibri" panose="020F0502020204030204" pitchFamily="34" charset="0"/>
                        </a:rPr>
                        <a:t>-0.006492647</a:t>
                      </a:r>
                    </a:p>
                  </a:txBody>
                  <a:tcPr marL="6793" marR="6793" marT="6793" marB="0" anchor="ctr">
                    <a:lnL>
                      <a:noFill/>
                    </a:lnL>
                    <a:lnR>
                      <a:noFill/>
                    </a:lnR>
                    <a:lnT>
                      <a:noFill/>
                    </a:lnT>
                    <a:lnB>
                      <a:noFill/>
                    </a:lnB>
                    <a:solidFill>
                      <a:srgbClr val="FBF8FB"/>
                    </a:solidFill>
                  </a:tcPr>
                </a:tc>
                <a:tc>
                  <a:txBody>
                    <a:bodyPr/>
                    <a:lstStyle/>
                    <a:p>
                      <a:pPr algn="ctr" fontAlgn="b"/>
                      <a:r>
                        <a:rPr lang="en-MY" sz="800" b="0" i="0" u="none" strike="noStrike" dirty="0">
                          <a:solidFill>
                            <a:srgbClr val="000000"/>
                          </a:solidFill>
                          <a:effectLst/>
                          <a:latin typeface="Calibri" panose="020F0502020204030204" pitchFamily="34" charset="0"/>
                        </a:rPr>
                        <a:t>-0.581519771</a:t>
                      </a:r>
                    </a:p>
                  </a:txBody>
                  <a:tcPr marL="6793" marR="6793" marT="6793" marB="0" anchor="ctr">
                    <a:lnL>
                      <a:noFill/>
                    </a:lnL>
                    <a:lnR>
                      <a:noFill/>
                    </a:lnR>
                    <a:lnT>
                      <a:noFill/>
                    </a:lnT>
                    <a:lnB>
                      <a:noFill/>
                    </a:lnB>
                    <a:solidFill>
                      <a:srgbClr val="F8797B"/>
                    </a:solidFill>
                  </a:tcPr>
                </a:tc>
                <a:tc>
                  <a:txBody>
                    <a:bodyPr/>
                    <a:lstStyle/>
                    <a:p>
                      <a:pPr algn="ctr" fontAlgn="b"/>
                      <a:r>
                        <a:rPr lang="en-MY" sz="800" b="0" i="0" u="none" strike="noStrike" dirty="0">
                          <a:solidFill>
                            <a:srgbClr val="000000"/>
                          </a:solidFill>
                          <a:effectLst/>
                          <a:latin typeface="Calibri" panose="020F0502020204030204" pitchFamily="34" charset="0"/>
                        </a:rPr>
                        <a:t>0.764768119</a:t>
                      </a:r>
                    </a:p>
                  </a:txBody>
                  <a:tcPr marL="6793" marR="6793" marT="6793" marB="0" anchor="ctr">
                    <a:lnL>
                      <a:noFill/>
                    </a:lnL>
                    <a:lnR>
                      <a:noFill/>
                    </a:lnR>
                    <a:lnT>
                      <a:noFill/>
                    </a:lnT>
                    <a:lnB>
                      <a:noFill/>
                    </a:lnB>
                    <a:solidFill>
                      <a:srgbClr val="88CD9B"/>
                    </a:solidFill>
                  </a:tcPr>
                </a:tc>
                <a:tc>
                  <a:txBody>
                    <a:bodyPr/>
                    <a:lstStyle/>
                    <a:p>
                      <a:pPr algn="ctr" fontAlgn="b"/>
                      <a:r>
                        <a:rPr lang="en-MY" sz="800" b="0" i="0" u="none" strike="noStrike" dirty="0">
                          <a:solidFill>
                            <a:srgbClr val="000000"/>
                          </a:solidFill>
                          <a:effectLst/>
                          <a:latin typeface="Calibri" panose="020F0502020204030204" pitchFamily="34" charset="0"/>
                        </a:rPr>
                        <a:t>0.644140366</a:t>
                      </a:r>
                    </a:p>
                  </a:txBody>
                  <a:tcPr marL="6793" marR="6793" marT="6793" marB="0" anchor="ctr">
                    <a:lnL>
                      <a:noFill/>
                    </a:lnL>
                    <a:lnR>
                      <a:noFill/>
                    </a:lnR>
                    <a:lnT>
                      <a:noFill/>
                    </a:lnT>
                    <a:lnB>
                      <a:noFill/>
                    </a:lnB>
                    <a:solidFill>
                      <a:srgbClr val="9AD5AB"/>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3913799909"/>
                  </a:ext>
                </a:extLst>
              </a:tr>
              <a:tr h="364196">
                <a:tc>
                  <a:txBody>
                    <a:bodyPr/>
                    <a:lstStyle/>
                    <a:p>
                      <a:pPr algn="ctr" fontAlgn="b"/>
                      <a:r>
                        <a:rPr lang="en-MY" sz="800" b="0" i="0" u="none" strike="noStrike">
                          <a:solidFill>
                            <a:srgbClr val="000000"/>
                          </a:solidFill>
                          <a:effectLst/>
                          <a:latin typeface="Calibri" panose="020F0502020204030204" pitchFamily="34" charset="0"/>
                        </a:rPr>
                        <a:t>Max BPM</a:t>
                      </a:r>
                    </a:p>
                  </a:txBody>
                  <a:tcPr marL="6793" marR="6793" marT="6793"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-0.017072597</a:t>
                      </a:r>
                    </a:p>
                  </a:txBody>
                  <a:tcPr marL="6793" marR="6793" marT="6793" marB="0" anchor="ctr">
                    <a:lnL>
                      <a:noFill/>
                    </a:lnL>
                    <a:lnR>
                      <a:noFill/>
                    </a:lnR>
                    <a:lnT>
                      <a:noFill/>
                    </a:lnT>
                    <a:lnB>
                      <a:noFill/>
                    </a:lnB>
                    <a:solidFill>
                      <a:srgbClr val="FBF6F9"/>
                    </a:solidFill>
                  </a:tcPr>
                </a:tc>
                <a:tc>
                  <a:txBody>
                    <a:bodyPr/>
                    <a:lstStyle/>
                    <a:p>
                      <a:pPr algn="ctr" fontAlgn="b"/>
                      <a:r>
                        <a:rPr lang="en-MY" sz="800" b="0" i="0" u="none" strike="noStrike">
                          <a:solidFill>
                            <a:srgbClr val="000000"/>
                          </a:solidFill>
                          <a:effectLst/>
                          <a:latin typeface="Calibri" panose="020F0502020204030204" pitchFamily="34" charset="0"/>
                        </a:rPr>
                        <a:t>0.05706113</a:t>
                      </a:r>
                    </a:p>
                  </a:txBody>
                  <a:tcPr marL="6793" marR="6793" marT="6793" marB="0" anchor="ctr">
                    <a:lnL>
                      <a:noFill/>
                    </a:lnL>
                    <a:lnR>
                      <a:noFill/>
                    </a:lnR>
                    <a:lnT>
                      <a:noFill/>
                    </a:lnT>
                    <a:lnB>
                      <a:noFill/>
                    </a:lnB>
                    <a:solidFill>
                      <a:srgbClr val="F5F9F9"/>
                    </a:solidFill>
                  </a:tcPr>
                </a:tc>
                <a:tc>
                  <a:txBody>
                    <a:bodyPr/>
                    <a:lstStyle/>
                    <a:p>
                      <a:pPr algn="ctr" fontAlgn="b"/>
                      <a:r>
                        <a:rPr lang="en-MY" sz="800" b="0" i="0" u="none" strike="noStrike">
                          <a:solidFill>
                            <a:srgbClr val="000000"/>
                          </a:solidFill>
                          <a:effectLst/>
                          <a:latin typeface="Calibri" panose="020F0502020204030204" pitchFamily="34" charset="0"/>
                        </a:rPr>
                        <a:t>-0.017659884</a:t>
                      </a:r>
                    </a:p>
                  </a:txBody>
                  <a:tcPr marL="6793" marR="6793" marT="6793" marB="0" anchor="ctr">
                    <a:lnL>
                      <a:noFill/>
                    </a:lnL>
                    <a:lnR>
                      <a:noFill/>
                    </a:lnR>
                    <a:lnT>
                      <a:noFill/>
                    </a:lnT>
                    <a:lnB>
                      <a:noFill/>
                    </a:lnB>
                    <a:solidFill>
                      <a:srgbClr val="FBF6F9"/>
                    </a:solidFill>
                  </a:tcPr>
                </a:tc>
                <a:tc>
                  <a:txBody>
                    <a:bodyPr/>
                    <a:lstStyle/>
                    <a:p>
                      <a:pPr algn="ctr" fontAlgn="b"/>
                      <a:r>
                        <a:rPr lang="en-MY" sz="800" b="0" i="0" u="none" strike="noStrike">
                          <a:solidFill>
                            <a:srgbClr val="000000"/>
                          </a:solidFill>
                          <a:effectLst/>
                          <a:latin typeface="Calibri" panose="020F0502020204030204" pitchFamily="34" charset="0"/>
                        </a:rPr>
                        <a:t>0.067105231</a:t>
                      </a:r>
                    </a:p>
                  </a:txBody>
                  <a:tcPr marL="6793" marR="6793" marT="6793" marB="0" anchor="ctr">
                    <a:lnL>
                      <a:noFill/>
                    </a:lnL>
                    <a:lnR>
                      <a:noFill/>
                    </a:lnR>
                    <a:lnT>
                      <a:noFill/>
                    </a:lnT>
                    <a:lnB>
                      <a:noFill/>
                    </a:lnB>
                    <a:solidFill>
                      <a:srgbClr val="F3F9F8"/>
                    </a:solidFill>
                  </a:tcPr>
                </a:tc>
                <a:tc>
                  <a:txBody>
                    <a:bodyPr/>
                    <a:lstStyle/>
                    <a:p>
                      <a:pPr algn="ctr" fontAlgn="b"/>
                      <a:r>
                        <a:rPr lang="en-MY" sz="800" b="0" i="0" u="none" strike="noStrike" dirty="0">
                          <a:solidFill>
                            <a:srgbClr val="000000"/>
                          </a:solidFill>
                          <a:effectLst/>
                          <a:latin typeface="Calibri" panose="020F0502020204030204" pitchFamily="34" charset="0"/>
                        </a:rPr>
                        <a:t>-0.009055731</a:t>
                      </a:r>
                    </a:p>
                  </a:txBody>
                  <a:tcPr marL="6793" marR="6793" marT="6793" marB="0" anchor="ctr">
                    <a:lnL>
                      <a:noFill/>
                    </a:lnL>
                    <a:lnR>
                      <a:noFill/>
                    </a:lnR>
                    <a:lnT>
                      <a:noFill/>
                    </a:lnT>
                    <a:lnB>
                      <a:noFill/>
                    </a:lnB>
                    <a:solidFill>
                      <a:srgbClr val="FBF8FB"/>
                    </a:solidFill>
                  </a:tcPr>
                </a:tc>
                <a:tc>
                  <a:txBody>
                    <a:bodyPr/>
                    <a:lstStyle/>
                    <a:p>
                      <a:pPr algn="ctr" fontAlgn="b"/>
                      <a:r>
                        <a:rPr lang="en-MY" sz="800" b="0" i="0" u="none" strike="noStrike">
                          <a:solidFill>
                            <a:srgbClr val="000000"/>
                          </a:solidFill>
                          <a:effectLst/>
                          <a:latin typeface="Calibri" panose="020F0502020204030204" pitchFamily="34" charset="0"/>
                        </a:rPr>
                        <a:t>0.000544834</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-0.029099066</a:t>
                      </a:r>
                    </a:p>
                  </a:txBody>
                  <a:tcPr marL="6793" marR="6793" marT="6793" marB="0" anchor="ctr">
                    <a:lnL>
                      <a:noFill/>
                    </a:lnL>
                    <a:lnR>
                      <a:noFill/>
                    </a:lnR>
                    <a:lnT>
                      <a:noFill/>
                    </a:lnT>
                    <a:lnB>
                      <a:noFill/>
                    </a:lnB>
                    <a:solidFill>
                      <a:srgbClr val="FBF3F6"/>
                    </a:solidFill>
                  </a:tcPr>
                </a:tc>
                <a:tc>
                  <a:txBody>
                    <a:bodyPr/>
                    <a:lstStyle/>
                    <a:p>
                      <a:pPr algn="ctr" fontAlgn="b"/>
                      <a:r>
                        <a:rPr lang="en-MY" sz="800" b="0" i="0" u="none" strike="noStrike" dirty="0">
                          <a:solidFill>
                            <a:srgbClr val="000000"/>
                          </a:solidFill>
                          <a:effectLst/>
                          <a:latin typeface="Calibri" panose="020F0502020204030204" pitchFamily="34" charset="0"/>
                        </a:rPr>
                        <a:t>0.010050981</a:t>
                      </a:r>
                    </a:p>
                  </a:txBody>
                  <a:tcPr marL="6793" marR="6793" marT="6793" marB="0" anchor="ctr">
                    <a:lnL>
                      <a:noFill/>
                    </a:lnL>
                    <a:lnR>
                      <a:noFill/>
                    </a:lnR>
                    <a:lnT>
                      <a:noFill/>
                    </a:lnT>
                    <a:lnB>
                      <a:noFill/>
                    </a:lnB>
                    <a:solidFill>
                      <a:srgbClr val="FCFCFF"/>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2914731321"/>
                  </a:ext>
                </a:extLst>
              </a:tr>
              <a:tr h="364196">
                <a:tc>
                  <a:txBody>
                    <a:bodyPr/>
                    <a:lstStyle/>
                    <a:p>
                      <a:pPr algn="ctr" fontAlgn="b"/>
                      <a:r>
                        <a:rPr lang="en-MY" sz="800" b="0" i="0" u="none" strike="noStrike">
                          <a:solidFill>
                            <a:srgbClr val="000000"/>
                          </a:solidFill>
                          <a:effectLst/>
                          <a:latin typeface="Calibri" panose="020F0502020204030204" pitchFamily="34" charset="0"/>
                        </a:rPr>
                        <a:t>Avg BPM</a:t>
                      </a:r>
                    </a:p>
                  </a:txBody>
                  <a:tcPr marL="6793" marR="6793" marT="6793"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0.035969143</a:t>
                      </a:r>
                    </a:p>
                  </a:txBody>
                  <a:tcPr marL="6793" marR="6793" marT="6793" marB="0" anchor="ctr">
                    <a:lnL>
                      <a:noFill/>
                    </a:lnL>
                    <a:lnR>
                      <a:noFill/>
                    </a:lnR>
                    <a:lnT>
                      <a:noFill/>
                    </a:lnT>
                    <a:lnB>
                      <a:noFill/>
                    </a:lnB>
                    <a:solidFill>
                      <a:srgbClr val="F8FBFC"/>
                    </a:solidFill>
                  </a:tcPr>
                </a:tc>
                <a:tc>
                  <a:txBody>
                    <a:bodyPr/>
                    <a:lstStyle/>
                    <a:p>
                      <a:pPr algn="ctr" fontAlgn="b"/>
                      <a:r>
                        <a:rPr lang="en-MY" sz="800" b="0" i="0" u="none" strike="noStrike">
                          <a:solidFill>
                            <a:srgbClr val="000000"/>
                          </a:solidFill>
                          <a:effectLst/>
                          <a:latin typeface="Calibri" panose="020F0502020204030204" pitchFamily="34" charset="0"/>
                        </a:rPr>
                        <a:t>0.009717478</a:t>
                      </a:r>
                    </a:p>
                  </a:txBody>
                  <a:tcPr marL="6793" marR="6793" marT="6793" marB="0" anchor="ctr">
                    <a:lnL>
                      <a:noFill/>
                    </a:lnL>
                    <a:lnR>
                      <a:noFill/>
                    </a:lnR>
                    <a:lnT>
                      <a:noFill/>
                    </a:lnT>
                    <a:lnB>
                      <a:noFill/>
                    </a:lnB>
                    <a:solidFill>
                      <a:srgbClr val="FCFCFF"/>
                    </a:solidFill>
                  </a:tcPr>
                </a:tc>
                <a:tc>
                  <a:txBody>
                    <a:bodyPr/>
                    <a:lstStyle/>
                    <a:p>
                      <a:pPr algn="ctr" fontAlgn="b"/>
                      <a:r>
                        <a:rPr lang="en-MY" sz="800" b="0" i="0" u="none" strike="noStrike">
                          <a:solidFill>
                            <a:srgbClr val="000000"/>
                          </a:solidFill>
                          <a:effectLst/>
                          <a:latin typeface="Calibri" panose="020F0502020204030204" pitchFamily="34" charset="0"/>
                        </a:rPr>
                        <a:t>-0.014776288</a:t>
                      </a:r>
                    </a:p>
                  </a:txBody>
                  <a:tcPr marL="6793" marR="6793" marT="6793" marB="0" anchor="ctr">
                    <a:lnL>
                      <a:noFill/>
                    </a:lnL>
                    <a:lnR>
                      <a:noFill/>
                    </a:lnR>
                    <a:lnT>
                      <a:noFill/>
                    </a:lnT>
                    <a:lnB>
                      <a:noFill/>
                    </a:lnB>
                    <a:solidFill>
                      <a:srgbClr val="FBF6F9"/>
                    </a:solidFill>
                  </a:tcPr>
                </a:tc>
                <a:tc>
                  <a:txBody>
                    <a:bodyPr/>
                    <a:lstStyle/>
                    <a:p>
                      <a:pPr algn="ctr" fontAlgn="b"/>
                      <a:r>
                        <a:rPr lang="en-MY" sz="800" b="0" i="0" u="none" strike="noStrike">
                          <a:solidFill>
                            <a:srgbClr val="000000"/>
                          </a:solidFill>
                          <a:effectLst/>
                          <a:latin typeface="Calibri" panose="020F0502020204030204" pitchFamily="34" charset="0"/>
                        </a:rPr>
                        <a:t>0.0216055</a:t>
                      </a:r>
                    </a:p>
                  </a:txBody>
                  <a:tcPr marL="6793" marR="6793" marT="6793" marB="0" anchor="ctr">
                    <a:lnL>
                      <a:noFill/>
                    </a:lnL>
                    <a:lnR>
                      <a:noFill/>
                    </a:lnR>
                    <a:lnT>
                      <a:noFill/>
                    </a:lnT>
                    <a:lnB>
                      <a:noFill/>
                    </a:lnB>
                    <a:solidFill>
                      <a:srgbClr val="FAFCFE"/>
                    </a:solidFill>
                  </a:tcPr>
                </a:tc>
                <a:tc>
                  <a:txBody>
                    <a:bodyPr/>
                    <a:lstStyle/>
                    <a:p>
                      <a:pPr algn="ctr" fontAlgn="b"/>
                      <a:r>
                        <a:rPr lang="en-MY" sz="800" b="0" i="0" u="none" strike="noStrike" dirty="0">
                          <a:solidFill>
                            <a:srgbClr val="000000"/>
                          </a:solidFill>
                          <a:effectLst/>
                          <a:latin typeface="Calibri" panose="020F0502020204030204" pitchFamily="34" charset="0"/>
                        </a:rPr>
                        <a:t>-0.007301655</a:t>
                      </a:r>
                    </a:p>
                  </a:txBody>
                  <a:tcPr marL="6793" marR="6793" marT="6793" marB="0" anchor="ctr">
                    <a:lnL>
                      <a:noFill/>
                    </a:lnL>
                    <a:lnR>
                      <a:noFill/>
                    </a:lnR>
                    <a:lnT>
                      <a:noFill/>
                    </a:lnT>
                    <a:lnB>
                      <a:noFill/>
                    </a:lnB>
                    <a:solidFill>
                      <a:srgbClr val="FBF8FB"/>
                    </a:solidFill>
                  </a:tcPr>
                </a:tc>
                <a:tc>
                  <a:txBody>
                    <a:bodyPr/>
                    <a:lstStyle/>
                    <a:p>
                      <a:pPr algn="ctr" fontAlgn="b"/>
                      <a:r>
                        <a:rPr lang="en-MY" sz="800" b="0" i="0" u="none" strike="noStrike" dirty="0">
                          <a:solidFill>
                            <a:srgbClr val="000000"/>
                          </a:solidFill>
                          <a:effectLst/>
                          <a:latin typeface="Calibri" panose="020F0502020204030204" pitchFamily="34" charset="0"/>
                        </a:rPr>
                        <a:t>-0.000888157</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-0.010680798</a:t>
                      </a:r>
                    </a:p>
                  </a:txBody>
                  <a:tcPr marL="6793" marR="6793" marT="6793" marB="0" anchor="ctr">
                    <a:lnL>
                      <a:noFill/>
                    </a:lnL>
                    <a:lnR>
                      <a:noFill/>
                    </a:lnR>
                    <a:lnT>
                      <a:noFill/>
                    </a:lnT>
                    <a:lnB>
                      <a:noFill/>
                    </a:lnB>
                    <a:solidFill>
                      <a:srgbClr val="FBF7FA"/>
                    </a:solidFill>
                  </a:tcPr>
                </a:tc>
                <a:tc>
                  <a:txBody>
                    <a:bodyPr/>
                    <a:lstStyle/>
                    <a:p>
                      <a:pPr algn="ctr" fontAlgn="b"/>
                      <a:r>
                        <a:rPr lang="en-MY" sz="800" b="0" i="0" u="none" strike="noStrike" dirty="0">
                          <a:solidFill>
                            <a:srgbClr val="000000"/>
                          </a:solidFill>
                          <a:effectLst/>
                          <a:latin typeface="Calibri" panose="020F0502020204030204" pitchFamily="34" charset="0"/>
                        </a:rPr>
                        <a:t>0.016014438</a:t>
                      </a:r>
                    </a:p>
                  </a:txBody>
                  <a:tcPr marL="6793" marR="6793" marT="6793" marB="0" anchor="ctr">
                    <a:lnL>
                      <a:noFill/>
                    </a:lnL>
                    <a:lnR>
                      <a:noFill/>
                    </a:lnR>
                    <a:lnT>
                      <a:noFill/>
                    </a:lnT>
                    <a:lnB>
                      <a:noFill/>
                    </a:lnB>
                    <a:solidFill>
                      <a:srgbClr val="FBFCFE"/>
                    </a:solidFill>
                  </a:tcPr>
                </a:tc>
                <a:tc>
                  <a:txBody>
                    <a:bodyPr/>
                    <a:lstStyle/>
                    <a:p>
                      <a:pPr algn="ctr" fontAlgn="b"/>
                      <a:r>
                        <a:rPr lang="en-MY" sz="800" b="0" i="0" u="none" strike="noStrike">
                          <a:solidFill>
                            <a:srgbClr val="000000"/>
                          </a:solidFill>
                          <a:effectLst/>
                          <a:latin typeface="Calibri" panose="020F0502020204030204" pitchFamily="34" charset="0"/>
                        </a:rPr>
                        <a:t>-0.039751443</a:t>
                      </a:r>
                    </a:p>
                  </a:txBody>
                  <a:tcPr marL="6793" marR="6793" marT="6793" marB="0" anchor="ctr">
                    <a:lnL>
                      <a:noFill/>
                    </a:lnL>
                    <a:lnR>
                      <a:noFill/>
                    </a:lnR>
                    <a:lnT>
                      <a:noFill/>
                    </a:lnT>
                    <a:lnB>
                      <a:noFill/>
                    </a:lnB>
                    <a:solidFill>
                      <a:srgbClr val="FBF1F4"/>
                    </a:solidFill>
                  </a:tcPr>
                </a:tc>
                <a:tc>
                  <a:txBody>
                    <a:bodyPr/>
                    <a:lstStyle/>
                    <a:p>
                      <a:pPr algn="ctr" fontAlgn="b"/>
                      <a:r>
                        <a:rPr lang="en-MY" sz="800" b="0" i="0" u="none" strike="noStrike">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tc>
                  <a:txBody>
                    <a:bodyPr/>
                    <a:lstStyle/>
                    <a:p>
                      <a:pPr algn="ctr" fontAlgn="b"/>
                      <a:endParaRPr lang="en-MY" sz="800" b="0" i="0" u="none" strike="noStrike">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4209259537"/>
                  </a:ext>
                </a:extLst>
              </a:tr>
              <a:tr h="364196">
                <a:tc>
                  <a:txBody>
                    <a:bodyPr/>
                    <a:lstStyle/>
                    <a:p>
                      <a:pPr algn="ctr" fontAlgn="b"/>
                      <a:r>
                        <a:rPr lang="en-MY" sz="800" b="0" i="0" u="none" strike="noStrike" dirty="0">
                          <a:solidFill>
                            <a:srgbClr val="000000"/>
                          </a:solidFill>
                          <a:effectLst/>
                          <a:latin typeface="Calibri" panose="020F0502020204030204" pitchFamily="34" charset="0"/>
                        </a:rPr>
                        <a:t>Resting BPM</a:t>
                      </a:r>
                    </a:p>
                  </a:txBody>
                  <a:tcPr marL="6793" marR="6793" marT="6793"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0.004353714</a:t>
                      </a:r>
                    </a:p>
                  </a:txBody>
                  <a:tcPr marL="6793" marR="6793" marT="6793" marB="0" anchor="ctr">
                    <a:lnL>
                      <a:noFill/>
                    </a:lnL>
                    <a:lnR>
                      <a:noFill/>
                    </a:lnR>
                    <a:lnT>
                      <a:noFill/>
                    </a:lnT>
                    <a:lnB>
                      <a:noFill/>
                    </a:lnB>
                    <a:solidFill>
                      <a:srgbClr val="FBFBFE"/>
                    </a:solidFill>
                  </a:tcPr>
                </a:tc>
                <a:tc>
                  <a:txBody>
                    <a:bodyPr/>
                    <a:lstStyle/>
                    <a:p>
                      <a:pPr algn="ctr" fontAlgn="b"/>
                      <a:r>
                        <a:rPr lang="en-MY" sz="800" b="0" i="0" u="none" strike="noStrike" dirty="0">
                          <a:solidFill>
                            <a:srgbClr val="000000"/>
                          </a:solidFill>
                          <a:effectLst/>
                          <a:latin typeface="Calibri" panose="020F0502020204030204" pitchFamily="34" charset="0"/>
                        </a:rPr>
                        <a:t>-0.032138091</a:t>
                      </a:r>
                    </a:p>
                  </a:txBody>
                  <a:tcPr marL="6793" marR="6793" marT="6793" marB="0" anchor="ctr">
                    <a:lnL>
                      <a:noFill/>
                    </a:lnL>
                    <a:lnR>
                      <a:noFill/>
                    </a:lnR>
                    <a:lnT>
                      <a:noFill/>
                    </a:lnT>
                    <a:lnB>
                      <a:noFill/>
                    </a:lnB>
                    <a:solidFill>
                      <a:srgbClr val="FBF3F6"/>
                    </a:solidFill>
                  </a:tcPr>
                </a:tc>
                <a:tc>
                  <a:txBody>
                    <a:bodyPr/>
                    <a:lstStyle/>
                    <a:p>
                      <a:pPr algn="ctr" fontAlgn="b"/>
                      <a:r>
                        <a:rPr lang="en-MY" sz="800" b="0" i="0" u="none" strike="noStrike" dirty="0">
                          <a:solidFill>
                            <a:srgbClr val="000000"/>
                          </a:solidFill>
                          <a:effectLst/>
                          <a:latin typeface="Calibri" panose="020F0502020204030204" pitchFamily="34" charset="0"/>
                        </a:rPr>
                        <a:t>-0.005089864</a:t>
                      </a:r>
                    </a:p>
                  </a:txBody>
                  <a:tcPr marL="6793" marR="6793" marT="6793" marB="0" anchor="ctr">
                    <a:lnL>
                      <a:noFill/>
                    </a:lnL>
                    <a:lnR>
                      <a:noFill/>
                    </a:lnR>
                    <a:lnT>
                      <a:noFill/>
                    </a:lnT>
                    <a:lnB>
                      <a:noFill/>
                    </a:lnB>
                    <a:solidFill>
                      <a:srgbClr val="FBF9FC"/>
                    </a:solidFill>
                  </a:tcPr>
                </a:tc>
                <a:tc>
                  <a:txBody>
                    <a:bodyPr/>
                    <a:lstStyle/>
                    <a:p>
                      <a:pPr algn="ctr" fontAlgn="b"/>
                      <a:r>
                        <a:rPr lang="en-MY" sz="800" b="0" i="0" u="none" strike="noStrike" dirty="0">
                          <a:solidFill>
                            <a:srgbClr val="000000"/>
                          </a:solidFill>
                          <a:effectLst/>
                          <a:latin typeface="Calibri" panose="020F0502020204030204" pitchFamily="34" charset="0"/>
                        </a:rPr>
                        <a:t>-0.032542632</a:t>
                      </a:r>
                    </a:p>
                  </a:txBody>
                  <a:tcPr marL="6793" marR="6793" marT="6793" marB="0" anchor="ctr">
                    <a:lnL>
                      <a:noFill/>
                    </a:lnL>
                    <a:lnR>
                      <a:noFill/>
                    </a:lnR>
                    <a:lnT>
                      <a:noFill/>
                    </a:lnT>
                    <a:lnB>
                      <a:noFill/>
                    </a:lnB>
                    <a:solidFill>
                      <a:srgbClr val="FBF2F5"/>
                    </a:solidFill>
                  </a:tcPr>
                </a:tc>
                <a:tc>
                  <a:txBody>
                    <a:bodyPr/>
                    <a:lstStyle/>
                    <a:p>
                      <a:pPr algn="ctr" fontAlgn="b"/>
                      <a:r>
                        <a:rPr lang="en-MY" sz="800" b="0" i="0" u="none" strike="noStrike" dirty="0">
                          <a:solidFill>
                            <a:srgbClr val="000000"/>
                          </a:solidFill>
                          <a:effectLst/>
                          <a:latin typeface="Calibri" panose="020F0502020204030204" pitchFamily="34" charset="0"/>
                        </a:rPr>
                        <a:t>-0.016834389</a:t>
                      </a:r>
                    </a:p>
                  </a:txBody>
                  <a:tcPr marL="6793" marR="6793" marT="6793" marB="0" anchor="ctr">
                    <a:lnL>
                      <a:noFill/>
                    </a:lnL>
                    <a:lnR>
                      <a:noFill/>
                    </a:lnR>
                    <a:lnT>
                      <a:noFill/>
                    </a:lnT>
                    <a:lnB>
                      <a:noFill/>
                    </a:lnB>
                    <a:solidFill>
                      <a:srgbClr val="FBF6F9"/>
                    </a:solidFill>
                  </a:tcPr>
                </a:tc>
                <a:tc>
                  <a:txBody>
                    <a:bodyPr/>
                    <a:lstStyle/>
                    <a:p>
                      <a:pPr algn="ctr" fontAlgn="b"/>
                      <a:r>
                        <a:rPr lang="en-MY" sz="800" b="0" i="0" u="none" strike="noStrike" dirty="0">
                          <a:solidFill>
                            <a:srgbClr val="000000"/>
                          </a:solidFill>
                          <a:effectLst/>
                          <a:latin typeface="Calibri" panose="020F0502020204030204" pitchFamily="34" charset="0"/>
                        </a:rPr>
                        <a:t>0.001757585</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-0.007966891</a:t>
                      </a:r>
                    </a:p>
                  </a:txBody>
                  <a:tcPr marL="6793" marR="6793" marT="6793" marB="0" anchor="ctr">
                    <a:lnL>
                      <a:noFill/>
                    </a:lnL>
                    <a:lnR>
                      <a:noFill/>
                    </a:lnR>
                    <a:lnT>
                      <a:noFill/>
                    </a:lnT>
                    <a:lnB>
                      <a:noFill/>
                    </a:lnB>
                    <a:solidFill>
                      <a:srgbClr val="FBF8FB"/>
                    </a:solidFill>
                  </a:tcPr>
                </a:tc>
                <a:tc>
                  <a:txBody>
                    <a:bodyPr/>
                    <a:lstStyle/>
                    <a:p>
                      <a:pPr algn="ctr" fontAlgn="b"/>
                      <a:r>
                        <a:rPr lang="en-MY" sz="800" b="0" i="0" u="none" strike="noStrike" dirty="0">
                          <a:solidFill>
                            <a:srgbClr val="000000"/>
                          </a:solidFill>
                          <a:effectLst/>
                          <a:latin typeface="Calibri" panose="020F0502020204030204" pitchFamily="34" charset="0"/>
                        </a:rPr>
                        <a:t>-0.016648808</a:t>
                      </a:r>
                    </a:p>
                  </a:txBody>
                  <a:tcPr marL="6793" marR="6793" marT="6793" marB="0" anchor="ctr">
                    <a:lnL>
                      <a:noFill/>
                    </a:lnL>
                    <a:lnR>
                      <a:noFill/>
                    </a:lnR>
                    <a:lnT>
                      <a:noFill/>
                    </a:lnT>
                    <a:lnB>
                      <a:noFill/>
                    </a:lnB>
                    <a:solidFill>
                      <a:srgbClr val="FBF6F9"/>
                    </a:solidFill>
                  </a:tcPr>
                </a:tc>
                <a:tc>
                  <a:txBody>
                    <a:bodyPr/>
                    <a:lstStyle/>
                    <a:p>
                      <a:pPr algn="ctr" fontAlgn="b"/>
                      <a:r>
                        <a:rPr lang="en-MY" sz="800" b="0" i="0" u="none" strike="noStrike" dirty="0">
                          <a:solidFill>
                            <a:srgbClr val="000000"/>
                          </a:solidFill>
                          <a:effectLst/>
                          <a:latin typeface="Calibri" panose="020F0502020204030204" pitchFamily="34" charset="0"/>
                        </a:rPr>
                        <a:t>0.036647481</a:t>
                      </a:r>
                    </a:p>
                  </a:txBody>
                  <a:tcPr marL="6793" marR="6793" marT="6793" marB="0" anchor="ctr">
                    <a:lnL>
                      <a:noFill/>
                    </a:lnL>
                    <a:lnR>
                      <a:noFill/>
                    </a:lnR>
                    <a:lnT>
                      <a:noFill/>
                    </a:lnT>
                    <a:lnB>
                      <a:noFill/>
                    </a:lnB>
                    <a:solidFill>
                      <a:srgbClr val="F8FBFC"/>
                    </a:solidFill>
                  </a:tcPr>
                </a:tc>
                <a:tc>
                  <a:txBody>
                    <a:bodyPr/>
                    <a:lstStyle/>
                    <a:p>
                      <a:pPr algn="ctr" fontAlgn="b"/>
                      <a:r>
                        <a:rPr lang="en-MY" sz="800" b="0" i="0" u="none" strike="noStrike" dirty="0">
                          <a:solidFill>
                            <a:srgbClr val="000000"/>
                          </a:solidFill>
                          <a:effectLst/>
                          <a:latin typeface="Calibri" panose="020F0502020204030204" pitchFamily="34" charset="0"/>
                        </a:rPr>
                        <a:t>0.059635502</a:t>
                      </a:r>
                    </a:p>
                  </a:txBody>
                  <a:tcPr marL="6793" marR="6793" marT="6793" marB="0" anchor="ctr">
                    <a:lnL>
                      <a:noFill/>
                    </a:lnL>
                    <a:lnR>
                      <a:noFill/>
                    </a:lnR>
                    <a:lnT>
                      <a:noFill/>
                    </a:lnT>
                    <a:lnB>
                      <a:noFill/>
                    </a:lnB>
                    <a:solidFill>
                      <a:srgbClr val="F5F9F9"/>
                    </a:solidFill>
                  </a:tcPr>
                </a:tc>
                <a:tc>
                  <a:txBody>
                    <a:bodyPr/>
                    <a:lstStyle/>
                    <a:p>
                      <a:pPr algn="ctr" fontAlgn="b"/>
                      <a:r>
                        <a:rPr lang="en-MY" sz="800" b="0" i="0" u="none" strike="noStrike" dirty="0">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tc>
                  <a:txBody>
                    <a:bodyPr/>
                    <a:lstStyle/>
                    <a:p>
                      <a:pPr algn="ctr" fontAlgn="b"/>
                      <a:endParaRPr lang="en-MY" sz="800" b="0" i="0" u="none" strike="noStrike" dirty="0">
                        <a:solidFill>
                          <a:srgbClr val="000000"/>
                        </a:solidFill>
                        <a:effectLst/>
                        <a:latin typeface="Calibri" panose="020F0502020204030204" pitchFamily="34" charset="0"/>
                      </a:endParaRPr>
                    </a:p>
                  </a:txBody>
                  <a:tcPr marL="6793" marR="6793" marT="6793" marB="0" anchor="ctr">
                    <a:lnL>
                      <a:noFill/>
                    </a:lnL>
                    <a:lnR>
                      <a:noFill/>
                    </a:lnR>
                    <a:lnT>
                      <a:noFill/>
                    </a:lnT>
                    <a:lnB>
                      <a:noFill/>
                    </a:lnB>
                    <a:noFill/>
                  </a:tcPr>
                </a:tc>
                <a:extLst>
                  <a:ext uri="{0D108BD9-81ED-4DB2-BD59-A6C34878D82A}">
                    <a16:rowId xmlns:a16="http://schemas.microsoft.com/office/drawing/2014/main" val="2339063845"/>
                  </a:ext>
                </a:extLst>
              </a:tr>
              <a:tr h="364196">
                <a:tc>
                  <a:txBody>
                    <a:bodyPr/>
                    <a:lstStyle/>
                    <a:p>
                      <a:pPr algn="ctr" fontAlgn="b"/>
                      <a:r>
                        <a:rPr lang="en-MY" sz="800" b="0" i="0" u="none" strike="noStrike">
                          <a:solidFill>
                            <a:srgbClr val="000000"/>
                          </a:solidFill>
                          <a:effectLst/>
                          <a:latin typeface="Calibri" panose="020F0502020204030204" pitchFamily="34" charset="0"/>
                        </a:rPr>
                        <a:t>Calories Burned</a:t>
                      </a:r>
                    </a:p>
                  </a:txBody>
                  <a:tcPr marL="6793" marR="6793" marT="6793"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-0.15467876</a:t>
                      </a:r>
                    </a:p>
                  </a:txBody>
                  <a:tcPr marL="6793" marR="6793" marT="6793" marB="0" anchor="ctr">
                    <a:lnL>
                      <a:noFill/>
                    </a:lnL>
                    <a:lnR>
                      <a:noFill/>
                    </a:lnR>
                    <a:lnT>
                      <a:noFill/>
                    </a:lnT>
                    <a:lnB>
                      <a:noFill/>
                    </a:lnB>
                    <a:solidFill>
                      <a:srgbClr val="FBD7DA"/>
                    </a:solidFill>
                  </a:tcPr>
                </a:tc>
                <a:tc>
                  <a:txBody>
                    <a:bodyPr/>
                    <a:lstStyle/>
                    <a:p>
                      <a:pPr algn="ctr" fontAlgn="b"/>
                      <a:r>
                        <a:rPr lang="en-MY" sz="800" b="0" i="0" u="none" strike="noStrike">
                          <a:solidFill>
                            <a:srgbClr val="000000"/>
                          </a:solidFill>
                          <a:effectLst/>
                          <a:latin typeface="Calibri" panose="020F0502020204030204" pitchFamily="34" charset="0"/>
                        </a:rPr>
                        <a:t>0.095443473</a:t>
                      </a:r>
                    </a:p>
                  </a:txBody>
                  <a:tcPr marL="6793" marR="6793" marT="6793" marB="0" anchor="ctr">
                    <a:lnL>
                      <a:noFill/>
                    </a:lnL>
                    <a:lnR>
                      <a:noFill/>
                    </a:lnR>
                    <a:lnT>
                      <a:noFill/>
                    </a:lnT>
                    <a:lnB>
                      <a:noFill/>
                    </a:lnB>
                    <a:solidFill>
                      <a:srgbClr val="EFF7F4"/>
                    </a:solidFill>
                  </a:tcPr>
                </a:tc>
                <a:tc>
                  <a:txBody>
                    <a:bodyPr/>
                    <a:lstStyle/>
                    <a:p>
                      <a:pPr algn="ctr" fontAlgn="b"/>
                      <a:r>
                        <a:rPr lang="en-MY" sz="800" b="0" i="0" u="none" strike="noStrike">
                          <a:solidFill>
                            <a:srgbClr val="000000"/>
                          </a:solidFill>
                          <a:effectLst/>
                          <a:latin typeface="Calibri" panose="020F0502020204030204" pitchFamily="34" charset="0"/>
                        </a:rPr>
                        <a:t>0.086348051</a:t>
                      </a:r>
                    </a:p>
                  </a:txBody>
                  <a:tcPr marL="6793" marR="6793" marT="6793" marB="0" anchor="ctr">
                    <a:lnL>
                      <a:noFill/>
                    </a:lnL>
                    <a:lnR>
                      <a:noFill/>
                    </a:lnR>
                    <a:lnT>
                      <a:noFill/>
                    </a:lnT>
                    <a:lnB>
                      <a:noFill/>
                    </a:lnB>
                    <a:solidFill>
                      <a:srgbClr val="F0F8F5"/>
                    </a:solidFill>
                  </a:tcPr>
                </a:tc>
                <a:tc>
                  <a:txBody>
                    <a:bodyPr/>
                    <a:lstStyle/>
                    <a:p>
                      <a:pPr algn="ctr" fontAlgn="b"/>
                      <a:r>
                        <a:rPr lang="en-MY" sz="800" b="0" i="0" u="none" strike="noStrike">
                          <a:solidFill>
                            <a:srgbClr val="000000"/>
                          </a:solidFill>
                          <a:effectLst/>
                          <a:latin typeface="Calibri" panose="020F0502020204030204" pitchFamily="34" charset="0"/>
                        </a:rPr>
                        <a:t>0.059760826</a:t>
                      </a:r>
                    </a:p>
                  </a:txBody>
                  <a:tcPr marL="6793" marR="6793" marT="6793" marB="0" anchor="ctr">
                    <a:lnL>
                      <a:noFill/>
                    </a:lnL>
                    <a:lnR>
                      <a:noFill/>
                    </a:lnR>
                    <a:lnT>
                      <a:noFill/>
                    </a:lnT>
                    <a:lnB>
                      <a:noFill/>
                    </a:lnB>
                    <a:solidFill>
                      <a:srgbClr val="F5F9F9"/>
                    </a:solidFill>
                  </a:tcPr>
                </a:tc>
                <a:tc>
                  <a:txBody>
                    <a:bodyPr/>
                    <a:lstStyle/>
                    <a:p>
                      <a:pPr algn="ctr" fontAlgn="b"/>
                      <a:r>
                        <a:rPr lang="en-MY" sz="800" b="0" i="0" u="none" strike="noStrike" dirty="0">
                          <a:solidFill>
                            <a:srgbClr val="000000"/>
                          </a:solidFill>
                          <a:effectLst/>
                          <a:latin typeface="Calibri" panose="020F0502020204030204" pitchFamily="34" charset="0"/>
                        </a:rPr>
                        <a:t>-0.597615248</a:t>
                      </a:r>
                    </a:p>
                  </a:txBody>
                  <a:tcPr marL="6793" marR="6793" marT="6793" marB="0" anchor="ctr">
                    <a:lnL>
                      <a:noFill/>
                    </a:lnL>
                    <a:lnR>
                      <a:noFill/>
                    </a:lnR>
                    <a:lnT>
                      <a:noFill/>
                    </a:lnT>
                    <a:lnB>
                      <a:noFill/>
                    </a:lnB>
                    <a:solidFill>
                      <a:srgbClr val="F87577"/>
                    </a:solidFill>
                  </a:tcPr>
                </a:tc>
                <a:tc>
                  <a:txBody>
                    <a:bodyPr/>
                    <a:lstStyle/>
                    <a:p>
                      <a:pPr algn="ctr" fontAlgn="b"/>
                      <a:r>
                        <a:rPr lang="en-MY" sz="800" b="0" i="0" u="none" strike="noStrike" dirty="0">
                          <a:solidFill>
                            <a:srgbClr val="000000"/>
                          </a:solidFill>
                          <a:effectLst/>
                          <a:latin typeface="Calibri" panose="020F0502020204030204" pitchFamily="34" charset="0"/>
                        </a:rPr>
                        <a:t>0.694129448</a:t>
                      </a:r>
                    </a:p>
                  </a:txBody>
                  <a:tcPr marL="6793" marR="6793" marT="6793" marB="0" anchor="ctr">
                    <a:lnL>
                      <a:noFill/>
                    </a:lnL>
                    <a:lnR>
                      <a:noFill/>
                    </a:lnR>
                    <a:lnT>
                      <a:noFill/>
                    </a:lnT>
                    <a:lnB>
                      <a:noFill/>
                    </a:lnB>
                    <a:solidFill>
                      <a:srgbClr val="93D2A4"/>
                    </a:solidFill>
                  </a:tcPr>
                </a:tc>
                <a:tc>
                  <a:txBody>
                    <a:bodyPr/>
                    <a:lstStyle/>
                    <a:p>
                      <a:pPr algn="ctr" fontAlgn="b"/>
                      <a:r>
                        <a:rPr lang="en-MY" sz="800" b="0" i="0" u="none" strike="noStrike">
                          <a:solidFill>
                            <a:srgbClr val="000000"/>
                          </a:solidFill>
                          <a:effectLst/>
                          <a:latin typeface="Calibri" panose="020F0502020204030204" pitchFamily="34" charset="0"/>
                        </a:rPr>
                        <a:t>0.576150125</a:t>
                      </a:r>
                    </a:p>
                  </a:txBody>
                  <a:tcPr marL="6793" marR="6793" marT="6793" marB="0" anchor="ctr">
                    <a:lnL>
                      <a:noFill/>
                    </a:lnL>
                    <a:lnR>
                      <a:noFill/>
                    </a:lnR>
                    <a:lnT>
                      <a:noFill/>
                    </a:lnT>
                    <a:lnB>
                      <a:noFill/>
                    </a:lnB>
                    <a:solidFill>
                      <a:srgbClr val="A5D9B4"/>
                    </a:solidFill>
                  </a:tcPr>
                </a:tc>
                <a:tc>
                  <a:txBody>
                    <a:bodyPr/>
                    <a:lstStyle/>
                    <a:p>
                      <a:pPr algn="ctr" fontAlgn="b"/>
                      <a:r>
                        <a:rPr lang="en-MY" sz="800" b="0" i="0" u="none" strike="noStrike" dirty="0">
                          <a:solidFill>
                            <a:srgbClr val="000000"/>
                          </a:solidFill>
                          <a:effectLst/>
                          <a:latin typeface="Calibri" panose="020F0502020204030204" pitchFamily="34" charset="0"/>
                        </a:rPr>
                        <a:t>0.908140376</a:t>
                      </a:r>
                    </a:p>
                  </a:txBody>
                  <a:tcPr marL="6793" marR="6793" marT="6793" marB="0" anchor="ctr">
                    <a:lnL>
                      <a:noFill/>
                    </a:lnL>
                    <a:lnR>
                      <a:noFill/>
                    </a:lnR>
                    <a:lnT>
                      <a:noFill/>
                    </a:lnT>
                    <a:lnB>
                      <a:noFill/>
                    </a:lnB>
                    <a:solidFill>
                      <a:srgbClr val="72C488"/>
                    </a:solidFill>
                  </a:tcPr>
                </a:tc>
                <a:tc>
                  <a:txBody>
                    <a:bodyPr/>
                    <a:lstStyle/>
                    <a:p>
                      <a:pPr algn="ctr" fontAlgn="b"/>
                      <a:r>
                        <a:rPr lang="en-MY" sz="800" b="0" i="0" u="none" strike="noStrike" dirty="0">
                          <a:solidFill>
                            <a:srgbClr val="000000"/>
                          </a:solidFill>
                          <a:effectLst/>
                          <a:latin typeface="Calibri" panose="020F0502020204030204" pitchFamily="34" charset="0"/>
                        </a:rPr>
                        <a:t>0.002090016</a:t>
                      </a:r>
                    </a:p>
                  </a:txBody>
                  <a:tcPr marL="6793" marR="6793" marT="6793" marB="0" anchor="ctr">
                    <a:lnL>
                      <a:noFill/>
                    </a:lnL>
                    <a:lnR>
                      <a:noFill/>
                    </a:lnR>
                    <a:lnT>
                      <a:noFill/>
                    </a:lnT>
                    <a:lnB>
                      <a:noFill/>
                    </a:lnB>
                    <a:solidFill>
                      <a:srgbClr val="FBFAFD"/>
                    </a:solidFill>
                  </a:tcPr>
                </a:tc>
                <a:tc>
                  <a:txBody>
                    <a:bodyPr/>
                    <a:lstStyle/>
                    <a:p>
                      <a:pPr algn="ctr" fontAlgn="b"/>
                      <a:r>
                        <a:rPr lang="en-MY" sz="800" b="0" i="0" u="none" strike="noStrike" dirty="0">
                          <a:solidFill>
                            <a:srgbClr val="000000"/>
                          </a:solidFill>
                          <a:effectLst/>
                          <a:latin typeface="Calibri" panose="020F0502020204030204" pitchFamily="34" charset="0"/>
                        </a:rPr>
                        <a:t>0.339658667</a:t>
                      </a:r>
                    </a:p>
                  </a:txBody>
                  <a:tcPr marL="6793" marR="6793" marT="6793" marB="0" anchor="ctr">
                    <a:lnL>
                      <a:noFill/>
                    </a:lnL>
                    <a:lnR>
                      <a:noFill/>
                    </a:lnR>
                    <a:lnT>
                      <a:noFill/>
                    </a:lnT>
                    <a:lnB>
                      <a:noFill/>
                    </a:lnB>
                    <a:solidFill>
                      <a:srgbClr val="C9E8D3"/>
                    </a:solidFill>
                  </a:tcPr>
                </a:tc>
                <a:tc>
                  <a:txBody>
                    <a:bodyPr/>
                    <a:lstStyle/>
                    <a:p>
                      <a:pPr algn="ctr" fontAlgn="b"/>
                      <a:r>
                        <a:rPr lang="en-MY" sz="800" b="0" i="0" u="none" strike="noStrike" dirty="0">
                          <a:solidFill>
                            <a:srgbClr val="000000"/>
                          </a:solidFill>
                          <a:effectLst/>
                          <a:latin typeface="Calibri" panose="020F0502020204030204" pitchFamily="34" charset="0"/>
                        </a:rPr>
                        <a:t>0.016517951</a:t>
                      </a:r>
                    </a:p>
                  </a:txBody>
                  <a:tcPr marL="6793" marR="6793" marT="6793" marB="0" anchor="ctr">
                    <a:lnL>
                      <a:noFill/>
                    </a:lnL>
                    <a:lnR>
                      <a:noFill/>
                    </a:lnR>
                    <a:lnT>
                      <a:noFill/>
                    </a:lnT>
                    <a:lnB>
                      <a:noFill/>
                    </a:lnB>
                    <a:solidFill>
                      <a:srgbClr val="FBFCFE"/>
                    </a:solidFill>
                  </a:tcPr>
                </a:tc>
                <a:tc>
                  <a:txBody>
                    <a:bodyPr/>
                    <a:lstStyle/>
                    <a:p>
                      <a:pPr algn="ctr" fontAlgn="b"/>
                      <a:r>
                        <a:rPr lang="en-MY" sz="800" b="0" i="0" u="none" strike="noStrike" dirty="0">
                          <a:solidFill>
                            <a:srgbClr val="000000"/>
                          </a:solidFill>
                          <a:effectLst/>
                          <a:latin typeface="Calibri" panose="020F0502020204030204" pitchFamily="34" charset="0"/>
                        </a:rPr>
                        <a:t>1</a:t>
                      </a:r>
                    </a:p>
                  </a:txBody>
                  <a:tcPr marL="6793" marR="6793" marT="6793" marB="0" anchor="ctr">
                    <a:lnL>
                      <a:noFill/>
                    </a:lnL>
                    <a:lnR>
                      <a:noFill/>
                    </a:lnR>
                    <a:lnT>
                      <a:noFill/>
                    </a:lnT>
                    <a:lnB>
                      <a:noFill/>
                    </a:lnB>
                    <a:solidFill>
                      <a:srgbClr val="63BE7B"/>
                    </a:solidFill>
                  </a:tcPr>
                </a:tc>
                <a:extLst>
                  <a:ext uri="{0D108BD9-81ED-4DB2-BD59-A6C34878D82A}">
                    <a16:rowId xmlns:a16="http://schemas.microsoft.com/office/drawing/2014/main" val="191862944"/>
                  </a:ext>
                </a:extLst>
              </a:tr>
              <a:tr h="382404">
                <a:tc>
                  <a:txBody>
                    <a:bodyPr/>
                    <a:lstStyle/>
                    <a:p>
                      <a:pPr algn="ctr" fontAlgn="b"/>
                      <a:r>
                        <a:rPr lang="en-MY" sz="800" b="0" i="0" u="none" strike="noStrike">
                          <a:solidFill>
                            <a:srgbClr val="000000"/>
                          </a:solidFill>
                          <a:effectLst/>
                          <a:latin typeface="Calibri" panose="020F0502020204030204" pitchFamily="34" charset="0"/>
                        </a:rPr>
                        <a:t>Water Intake (Liters)</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a:solidFill>
                            <a:srgbClr val="000000"/>
                          </a:solidFill>
                          <a:effectLst/>
                          <a:latin typeface="Calibri" panose="020F0502020204030204" pitchFamily="34" charset="0"/>
                        </a:rPr>
                        <a:t>0.041528359</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F7FAFB"/>
                    </a:solidFill>
                  </a:tcPr>
                </a:tc>
                <a:tc>
                  <a:txBody>
                    <a:bodyPr/>
                    <a:lstStyle/>
                    <a:p>
                      <a:pPr algn="ctr" fontAlgn="b"/>
                      <a:r>
                        <a:rPr lang="en-MY" sz="800" b="0" i="0" u="none" strike="noStrike">
                          <a:solidFill>
                            <a:srgbClr val="000000"/>
                          </a:solidFill>
                          <a:effectLst/>
                          <a:latin typeface="Calibri" panose="020F0502020204030204" pitchFamily="34" charset="0"/>
                        </a:rPr>
                        <a:t>0.39427571</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C1E4CC"/>
                    </a:solidFill>
                  </a:tcPr>
                </a:tc>
                <a:tc>
                  <a:txBody>
                    <a:bodyPr/>
                    <a:lstStyle/>
                    <a:p>
                      <a:pPr algn="ctr" fontAlgn="b"/>
                      <a:r>
                        <a:rPr lang="en-MY" sz="800" b="0" i="0" u="none" strike="noStrike">
                          <a:solidFill>
                            <a:srgbClr val="000000"/>
                          </a:solidFill>
                          <a:effectLst/>
                          <a:latin typeface="Calibri" panose="020F0502020204030204" pitchFamily="34" charset="0"/>
                        </a:rPr>
                        <a:t>0.393532902</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C1E4CC"/>
                    </a:solidFill>
                  </a:tcPr>
                </a:tc>
                <a:tc>
                  <a:txBody>
                    <a:bodyPr/>
                    <a:lstStyle/>
                    <a:p>
                      <a:pPr algn="ctr" fontAlgn="b"/>
                      <a:r>
                        <a:rPr lang="en-MY" sz="800" b="0" i="0" u="none" strike="noStrike">
                          <a:solidFill>
                            <a:srgbClr val="000000"/>
                          </a:solidFill>
                          <a:effectLst/>
                          <a:latin typeface="Calibri" panose="020F0502020204030204" pitchFamily="34" charset="0"/>
                        </a:rPr>
                        <a:t>0.213696572</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DDF0E4"/>
                    </a:solidFill>
                  </a:tcPr>
                </a:tc>
                <a:tc>
                  <a:txBody>
                    <a:bodyPr/>
                    <a:lstStyle/>
                    <a:p>
                      <a:pPr algn="ctr" fontAlgn="b"/>
                      <a:r>
                        <a:rPr lang="en-MY" sz="800" b="0" i="0" u="none" strike="noStrike" dirty="0">
                          <a:solidFill>
                            <a:srgbClr val="000000"/>
                          </a:solidFill>
                          <a:effectLst/>
                          <a:latin typeface="Calibri" panose="020F0502020204030204" pitchFamily="34" charset="0"/>
                        </a:rPr>
                        <a:t>-0.588682834</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F87779"/>
                    </a:solidFill>
                  </a:tcPr>
                </a:tc>
                <a:tc>
                  <a:txBody>
                    <a:bodyPr/>
                    <a:lstStyle/>
                    <a:p>
                      <a:pPr algn="ctr" fontAlgn="b"/>
                      <a:r>
                        <a:rPr lang="en-MY" sz="800" b="0" i="0" u="none" strike="noStrike" dirty="0">
                          <a:solidFill>
                            <a:srgbClr val="000000"/>
                          </a:solidFill>
                          <a:effectLst/>
                          <a:latin typeface="Calibri" panose="020F0502020204030204" pitchFamily="34" charset="0"/>
                        </a:rPr>
                        <a:t>0.304103549</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CFEAD8"/>
                    </a:solidFill>
                  </a:tcPr>
                </a:tc>
                <a:tc>
                  <a:txBody>
                    <a:bodyPr/>
                    <a:lstStyle/>
                    <a:p>
                      <a:pPr algn="ctr" fontAlgn="b"/>
                      <a:r>
                        <a:rPr lang="en-MY" sz="800" b="0" i="0" u="none" strike="noStrike" dirty="0">
                          <a:solidFill>
                            <a:srgbClr val="000000"/>
                          </a:solidFill>
                          <a:effectLst/>
                          <a:latin typeface="Calibri" panose="020F0502020204030204" pitchFamily="34" charset="0"/>
                        </a:rPr>
                        <a:t>0.238562571</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D9EEE1"/>
                    </a:solidFill>
                  </a:tcPr>
                </a:tc>
                <a:tc>
                  <a:txBody>
                    <a:bodyPr/>
                    <a:lstStyle/>
                    <a:p>
                      <a:pPr algn="ctr" fontAlgn="b"/>
                      <a:r>
                        <a:rPr lang="en-MY" sz="800" b="0" i="0" u="none" strike="noStrike">
                          <a:solidFill>
                            <a:srgbClr val="000000"/>
                          </a:solidFill>
                          <a:effectLst/>
                          <a:latin typeface="Calibri" panose="020F0502020204030204" pitchFamily="34" charset="0"/>
                        </a:rPr>
                        <a:t>0.283410977</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D2EBDB"/>
                    </a:solidFill>
                  </a:tcPr>
                </a:tc>
                <a:tc>
                  <a:txBody>
                    <a:bodyPr/>
                    <a:lstStyle/>
                    <a:p>
                      <a:pPr algn="ctr" fontAlgn="b"/>
                      <a:r>
                        <a:rPr lang="en-MY" sz="800" b="0" i="0" u="none" strike="noStrike">
                          <a:solidFill>
                            <a:srgbClr val="000000"/>
                          </a:solidFill>
                          <a:effectLst/>
                          <a:latin typeface="Calibri" panose="020F0502020204030204" pitchFamily="34" charset="0"/>
                        </a:rPr>
                        <a:t>0.031620643</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F9FBFC"/>
                    </a:solidFill>
                  </a:tcPr>
                </a:tc>
                <a:tc>
                  <a:txBody>
                    <a:bodyPr/>
                    <a:lstStyle/>
                    <a:p>
                      <a:pPr algn="ctr" fontAlgn="b"/>
                      <a:r>
                        <a:rPr lang="en-MY" sz="800" b="0" i="0" u="none" strike="noStrike" dirty="0">
                          <a:solidFill>
                            <a:srgbClr val="000000"/>
                          </a:solidFill>
                          <a:effectLst/>
                          <a:latin typeface="Calibri" panose="020F0502020204030204" pitchFamily="34" charset="0"/>
                        </a:rPr>
                        <a:t>-0.002910637</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FBF9FC"/>
                    </a:solidFill>
                  </a:tcPr>
                </a:tc>
                <a:tc>
                  <a:txBody>
                    <a:bodyPr/>
                    <a:lstStyle/>
                    <a:p>
                      <a:pPr algn="ctr" fontAlgn="b"/>
                      <a:r>
                        <a:rPr lang="en-MY" sz="800" b="0" i="0" u="none" strike="noStrike" dirty="0">
                          <a:solidFill>
                            <a:srgbClr val="000000"/>
                          </a:solidFill>
                          <a:effectLst/>
                          <a:latin typeface="Calibri" panose="020F0502020204030204" pitchFamily="34" charset="0"/>
                        </a:rPr>
                        <a:t>0.007725998</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FBFBFE"/>
                    </a:solidFill>
                  </a:tcPr>
                </a:tc>
                <a:tc>
                  <a:txBody>
                    <a:bodyPr/>
                    <a:lstStyle/>
                    <a:p>
                      <a:pPr algn="ctr" fontAlgn="b"/>
                      <a:r>
                        <a:rPr lang="en-MY" sz="800" b="0" i="0" u="none" strike="noStrike" dirty="0">
                          <a:solidFill>
                            <a:srgbClr val="000000"/>
                          </a:solidFill>
                          <a:effectLst/>
                          <a:latin typeface="Calibri" panose="020F0502020204030204" pitchFamily="34" charset="0"/>
                        </a:rPr>
                        <a:t>0.356930683</a:t>
                      </a:r>
                    </a:p>
                  </a:txBody>
                  <a:tcPr marL="6793" marR="6793" marT="6793" marB="0" anchor="ctr">
                    <a:lnL>
                      <a:noFill/>
                    </a:lnL>
                    <a:lnR>
                      <a:noFill/>
                    </a:lnR>
                    <a:lnT>
                      <a:noFill/>
                    </a:lnT>
                    <a:lnB w="12700" cap="flat" cmpd="sng" algn="ctr">
                      <a:solidFill>
                        <a:srgbClr val="000000"/>
                      </a:solidFill>
                      <a:prstDash val="solid"/>
                      <a:round/>
                      <a:headEnd type="none" w="med" len="med"/>
                      <a:tailEnd type="none" w="med" len="med"/>
                    </a:lnB>
                    <a:solidFill>
                      <a:srgbClr val="C7E7D1"/>
                    </a:solidFill>
                  </a:tcPr>
                </a:tc>
                <a:extLst>
                  <a:ext uri="{0D108BD9-81ED-4DB2-BD59-A6C34878D82A}">
                    <a16:rowId xmlns:a16="http://schemas.microsoft.com/office/drawing/2014/main" val="1559656011"/>
                  </a:ext>
                </a:extLst>
              </a:tr>
            </a:tbl>
          </a:graphicData>
        </a:graphic>
      </p:graphicFrame>
      <p:sp>
        <p:nvSpPr>
          <p:cNvPr id="3" name="TextBox 2">
            <a:extLst>
              <a:ext uri="{FF2B5EF4-FFF2-40B4-BE49-F238E27FC236}">
                <a16:creationId xmlns:a16="http://schemas.microsoft.com/office/drawing/2014/main" id="{DD5F86CF-DFFB-9194-0322-6A22FC06D2B4}"/>
              </a:ext>
            </a:extLst>
          </p:cNvPr>
          <p:cNvSpPr txBox="1"/>
          <p:nvPr/>
        </p:nvSpPr>
        <p:spPr>
          <a:xfrm>
            <a:off x="3440546" y="203200"/>
            <a:ext cx="5310908" cy="707886"/>
          </a:xfrm>
          <a:prstGeom prst="rect">
            <a:avLst/>
          </a:prstGeom>
          <a:noFill/>
        </p:spPr>
        <p:txBody>
          <a:bodyPr wrap="square" rtlCol="0">
            <a:spAutoFit/>
          </a:bodyPr>
          <a:lstStyle/>
          <a:p>
            <a:r>
              <a:rPr lang="en-US" sz="4000" dirty="0"/>
              <a:t>CORRELATION MATRICES</a:t>
            </a:r>
            <a:endParaRPr lang="en-MY" sz="4000" dirty="0"/>
          </a:p>
        </p:txBody>
      </p:sp>
    </p:spTree>
    <p:extLst>
      <p:ext uri="{BB962C8B-B14F-4D97-AF65-F5344CB8AC3E}">
        <p14:creationId xmlns:p14="http://schemas.microsoft.com/office/powerpoint/2010/main" val="3354048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4885A0FD-015F-4182-A2E0-C619FDB7C48F}"/>
              </a:ext>
            </a:extLst>
          </p:cNvPr>
          <p:cNvGraphicFramePr>
            <a:graphicFrameLocks/>
          </p:cNvGraphicFramePr>
          <p:nvPr>
            <p:extLst>
              <p:ext uri="{D42A27DB-BD31-4B8C-83A1-F6EECF244321}">
                <p14:modId xmlns:p14="http://schemas.microsoft.com/office/powerpoint/2010/main" val="709321584"/>
              </p:ext>
            </p:extLst>
          </p:nvPr>
        </p:nvGraphicFramePr>
        <p:xfrm>
          <a:off x="387927" y="3050920"/>
          <a:ext cx="4473013" cy="272260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E2FD575C-BF54-37D5-BD24-8281C226A887}"/>
              </a:ext>
            </a:extLst>
          </p:cNvPr>
          <p:cNvGraphicFramePr>
            <a:graphicFrameLocks noGrp="1"/>
          </p:cNvGraphicFramePr>
          <p:nvPr>
            <p:extLst>
              <p:ext uri="{D42A27DB-BD31-4B8C-83A1-F6EECF244321}">
                <p14:modId xmlns:p14="http://schemas.microsoft.com/office/powerpoint/2010/main" val="1342210219"/>
              </p:ext>
            </p:extLst>
          </p:nvPr>
        </p:nvGraphicFramePr>
        <p:xfrm>
          <a:off x="5054083" y="3050920"/>
          <a:ext cx="1890692" cy="2722607"/>
        </p:xfrm>
        <a:graphic>
          <a:graphicData uri="http://schemas.openxmlformats.org/drawingml/2006/table">
            <a:tbl>
              <a:tblPr/>
              <a:tblGrid>
                <a:gridCol w="1068283">
                  <a:extLst>
                    <a:ext uri="{9D8B030D-6E8A-4147-A177-3AD203B41FA5}">
                      <a16:colId xmlns:a16="http://schemas.microsoft.com/office/drawing/2014/main" val="2433869918"/>
                    </a:ext>
                  </a:extLst>
                </a:gridCol>
                <a:gridCol w="822409">
                  <a:extLst>
                    <a:ext uri="{9D8B030D-6E8A-4147-A177-3AD203B41FA5}">
                      <a16:colId xmlns:a16="http://schemas.microsoft.com/office/drawing/2014/main" val="1191194854"/>
                    </a:ext>
                  </a:extLst>
                </a:gridCol>
              </a:tblGrid>
              <a:tr h="450018">
                <a:tc gridSpan="2">
                  <a:txBody>
                    <a:bodyPr/>
                    <a:lstStyle/>
                    <a:p>
                      <a:pPr algn="ctr" fontAlgn="b"/>
                      <a:r>
                        <a:rPr lang="en-MY" sz="1000" b="0" i="0" u="none" strike="noStrike" dirty="0">
                          <a:solidFill>
                            <a:srgbClr val="000000"/>
                          </a:solidFill>
                          <a:effectLst/>
                          <a:latin typeface="Calibri" panose="020F0502020204030204" pitchFamily="34" charset="0"/>
                        </a:rPr>
                        <a:t>Regression Statistics</a:t>
                      </a:r>
                    </a:p>
                  </a:txBody>
                  <a:tcPr marL="98792" marR="98792" marT="49396" marB="49396"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MY"/>
                    </a:p>
                  </a:txBody>
                  <a:tcPr/>
                </a:tc>
                <a:extLst>
                  <a:ext uri="{0D108BD9-81ED-4DB2-BD59-A6C34878D82A}">
                    <a16:rowId xmlns:a16="http://schemas.microsoft.com/office/drawing/2014/main" val="202557151"/>
                  </a:ext>
                </a:extLst>
              </a:tr>
              <a:tr h="450018">
                <a:tc>
                  <a:txBody>
                    <a:bodyPr/>
                    <a:lstStyle/>
                    <a:p>
                      <a:pPr algn="ctr" fontAlgn="b"/>
                      <a:r>
                        <a:rPr lang="en-MY" sz="1000" b="0" i="0" u="none" strike="noStrike">
                          <a:solidFill>
                            <a:srgbClr val="000000"/>
                          </a:solidFill>
                          <a:effectLst/>
                          <a:latin typeface="Calibri" panose="020F0502020204030204" pitchFamily="34" charset="0"/>
                        </a:rPr>
                        <a:t>Multiple R</a:t>
                      </a:r>
                    </a:p>
                  </a:txBody>
                  <a:tcPr marL="10291" marR="10291" marT="1029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000" b="0" i="0" u="none" strike="noStrike" dirty="0">
                          <a:solidFill>
                            <a:srgbClr val="000000"/>
                          </a:solidFill>
                          <a:effectLst/>
                          <a:latin typeface="Calibri" panose="020F0502020204030204" pitchFamily="34" charset="0"/>
                        </a:rPr>
                        <a:t>0.85315769</a:t>
                      </a:r>
                    </a:p>
                  </a:txBody>
                  <a:tcPr marL="10291" marR="10291" marT="10291"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679980783"/>
                  </a:ext>
                </a:extLst>
              </a:tr>
              <a:tr h="450018">
                <a:tc>
                  <a:txBody>
                    <a:bodyPr/>
                    <a:lstStyle/>
                    <a:p>
                      <a:pPr algn="ctr" fontAlgn="b"/>
                      <a:r>
                        <a:rPr lang="en-MY" sz="1000" b="0" i="0" u="none" strike="noStrike" dirty="0">
                          <a:solidFill>
                            <a:srgbClr val="000000"/>
                          </a:solidFill>
                          <a:effectLst/>
                          <a:latin typeface="Calibri" panose="020F0502020204030204" pitchFamily="34" charset="0"/>
                        </a:rPr>
                        <a:t>R Square</a:t>
                      </a:r>
                    </a:p>
                  </a:txBody>
                  <a:tcPr marL="10291" marR="10291" marT="10291" marB="0" anchor="ctr">
                    <a:lnL>
                      <a:noFill/>
                    </a:lnL>
                    <a:lnR>
                      <a:noFill/>
                    </a:lnR>
                    <a:lnT>
                      <a:noFill/>
                    </a:lnT>
                    <a:lnB>
                      <a:noFill/>
                    </a:lnB>
                    <a:noFill/>
                  </a:tcPr>
                </a:tc>
                <a:tc>
                  <a:txBody>
                    <a:bodyPr/>
                    <a:lstStyle/>
                    <a:p>
                      <a:pPr algn="ctr" fontAlgn="b"/>
                      <a:r>
                        <a:rPr lang="en-MY" sz="1000" b="0" i="0" u="none" strike="noStrike" dirty="0">
                          <a:solidFill>
                            <a:srgbClr val="000000"/>
                          </a:solidFill>
                          <a:effectLst/>
                          <a:latin typeface="Calibri" panose="020F0502020204030204" pitchFamily="34" charset="0"/>
                        </a:rPr>
                        <a:t>0.727878044</a:t>
                      </a:r>
                    </a:p>
                  </a:txBody>
                  <a:tcPr marL="10291" marR="10291" marT="10291" marB="0" anchor="ctr">
                    <a:lnL>
                      <a:noFill/>
                    </a:lnL>
                    <a:lnR>
                      <a:noFill/>
                    </a:lnR>
                    <a:lnT>
                      <a:noFill/>
                    </a:lnT>
                    <a:lnB>
                      <a:noFill/>
                    </a:lnB>
                    <a:noFill/>
                  </a:tcPr>
                </a:tc>
                <a:extLst>
                  <a:ext uri="{0D108BD9-81ED-4DB2-BD59-A6C34878D82A}">
                    <a16:rowId xmlns:a16="http://schemas.microsoft.com/office/drawing/2014/main" val="1194188419"/>
                  </a:ext>
                </a:extLst>
              </a:tr>
              <a:tr h="450018">
                <a:tc>
                  <a:txBody>
                    <a:bodyPr/>
                    <a:lstStyle/>
                    <a:p>
                      <a:pPr algn="ctr" fontAlgn="b"/>
                      <a:r>
                        <a:rPr lang="en-MY" sz="1000" b="0" i="0" u="none" strike="noStrike">
                          <a:solidFill>
                            <a:srgbClr val="000000"/>
                          </a:solidFill>
                          <a:effectLst/>
                          <a:latin typeface="Calibri" panose="020F0502020204030204" pitchFamily="34" charset="0"/>
                        </a:rPr>
                        <a:t>Adjusted R Square</a:t>
                      </a:r>
                    </a:p>
                  </a:txBody>
                  <a:tcPr marL="10291" marR="10291" marT="10291" marB="0" anchor="ctr">
                    <a:lnL>
                      <a:noFill/>
                    </a:lnL>
                    <a:lnR>
                      <a:noFill/>
                    </a:lnR>
                    <a:lnT>
                      <a:noFill/>
                    </a:lnT>
                    <a:lnB>
                      <a:noFill/>
                    </a:lnB>
                    <a:noFill/>
                  </a:tcPr>
                </a:tc>
                <a:tc>
                  <a:txBody>
                    <a:bodyPr/>
                    <a:lstStyle/>
                    <a:p>
                      <a:pPr algn="ctr" fontAlgn="b"/>
                      <a:r>
                        <a:rPr lang="en-MY" sz="1000" b="0" i="0" u="none" strike="noStrike" dirty="0">
                          <a:solidFill>
                            <a:srgbClr val="000000"/>
                          </a:solidFill>
                          <a:effectLst/>
                          <a:latin typeface="Calibri" panose="020F0502020204030204" pitchFamily="34" charset="0"/>
                        </a:rPr>
                        <a:t>0.727597795</a:t>
                      </a:r>
                    </a:p>
                  </a:txBody>
                  <a:tcPr marL="10291" marR="10291" marT="10291" marB="0" anchor="ctr">
                    <a:lnL>
                      <a:noFill/>
                    </a:lnL>
                    <a:lnR>
                      <a:noFill/>
                    </a:lnR>
                    <a:lnT>
                      <a:noFill/>
                    </a:lnT>
                    <a:lnB>
                      <a:noFill/>
                    </a:lnB>
                    <a:noFill/>
                  </a:tcPr>
                </a:tc>
                <a:extLst>
                  <a:ext uri="{0D108BD9-81ED-4DB2-BD59-A6C34878D82A}">
                    <a16:rowId xmlns:a16="http://schemas.microsoft.com/office/drawing/2014/main" val="1987065716"/>
                  </a:ext>
                </a:extLst>
              </a:tr>
              <a:tr h="450018">
                <a:tc>
                  <a:txBody>
                    <a:bodyPr/>
                    <a:lstStyle/>
                    <a:p>
                      <a:pPr algn="ctr" fontAlgn="b"/>
                      <a:r>
                        <a:rPr lang="en-MY" sz="1000" b="0" i="0" u="none" strike="noStrike">
                          <a:solidFill>
                            <a:srgbClr val="000000"/>
                          </a:solidFill>
                          <a:effectLst/>
                          <a:latin typeface="Calibri" panose="020F0502020204030204" pitchFamily="34" charset="0"/>
                        </a:rPr>
                        <a:t>Standard Error</a:t>
                      </a:r>
                    </a:p>
                  </a:txBody>
                  <a:tcPr marL="10291" marR="10291" marT="10291" marB="0" anchor="ctr">
                    <a:lnL>
                      <a:noFill/>
                    </a:lnL>
                    <a:lnR>
                      <a:noFill/>
                    </a:lnR>
                    <a:lnT>
                      <a:noFill/>
                    </a:lnT>
                    <a:lnB>
                      <a:noFill/>
                    </a:lnB>
                    <a:noFill/>
                  </a:tcPr>
                </a:tc>
                <a:tc>
                  <a:txBody>
                    <a:bodyPr/>
                    <a:lstStyle/>
                    <a:p>
                      <a:pPr algn="ctr" fontAlgn="b"/>
                      <a:r>
                        <a:rPr lang="en-MY" sz="1000" b="0" i="0" u="none" strike="noStrike" dirty="0">
                          <a:solidFill>
                            <a:srgbClr val="000000"/>
                          </a:solidFill>
                          <a:effectLst/>
                          <a:latin typeface="Calibri" panose="020F0502020204030204" pitchFamily="34" charset="0"/>
                        </a:rPr>
                        <a:t>3.476457142</a:t>
                      </a:r>
                    </a:p>
                  </a:txBody>
                  <a:tcPr marL="10291" marR="10291" marT="10291" marB="0" anchor="ctr">
                    <a:lnL>
                      <a:noFill/>
                    </a:lnL>
                    <a:lnR>
                      <a:noFill/>
                    </a:lnR>
                    <a:lnT>
                      <a:noFill/>
                    </a:lnT>
                    <a:lnB>
                      <a:noFill/>
                    </a:lnB>
                    <a:noFill/>
                  </a:tcPr>
                </a:tc>
                <a:extLst>
                  <a:ext uri="{0D108BD9-81ED-4DB2-BD59-A6C34878D82A}">
                    <a16:rowId xmlns:a16="http://schemas.microsoft.com/office/drawing/2014/main" val="1423943550"/>
                  </a:ext>
                </a:extLst>
              </a:tr>
              <a:tr h="472517">
                <a:tc>
                  <a:txBody>
                    <a:bodyPr/>
                    <a:lstStyle/>
                    <a:p>
                      <a:pPr algn="ctr" fontAlgn="b"/>
                      <a:r>
                        <a:rPr lang="en-MY" sz="1000" b="0" i="0" u="none" strike="noStrike" dirty="0">
                          <a:solidFill>
                            <a:srgbClr val="000000"/>
                          </a:solidFill>
                          <a:effectLst/>
                          <a:latin typeface="Calibri" panose="020F0502020204030204" pitchFamily="34" charset="0"/>
                        </a:rPr>
                        <a:t>Observations</a:t>
                      </a:r>
                    </a:p>
                  </a:txBody>
                  <a:tcPr marL="10291" marR="10291" marT="10291"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000" b="0" i="0" u="none" strike="noStrike" dirty="0">
                          <a:solidFill>
                            <a:srgbClr val="000000"/>
                          </a:solidFill>
                          <a:effectLst/>
                          <a:latin typeface="Calibri" panose="020F0502020204030204" pitchFamily="34" charset="0"/>
                        </a:rPr>
                        <a:t>973</a:t>
                      </a:r>
                    </a:p>
                  </a:txBody>
                  <a:tcPr marL="10291" marR="10291" marT="10291"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3914682"/>
                  </a:ext>
                </a:extLst>
              </a:tr>
            </a:tbl>
          </a:graphicData>
        </a:graphic>
      </p:graphicFrame>
      <p:graphicFrame>
        <p:nvGraphicFramePr>
          <p:cNvPr id="10" name="Table 9">
            <a:extLst>
              <a:ext uri="{FF2B5EF4-FFF2-40B4-BE49-F238E27FC236}">
                <a16:creationId xmlns:a16="http://schemas.microsoft.com/office/drawing/2014/main" id="{9B3766BE-3019-0071-3C81-1E760337D791}"/>
              </a:ext>
            </a:extLst>
          </p:cNvPr>
          <p:cNvGraphicFramePr>
            <a:graphicFrameLocks noGrp="1"/>
          </p:cNvGraphicFramePr>
          <p:nvPr>
            <p:extLst>
              <p:ext uri="{D42A27DB-BD31-4B8C-83A1-F6EECF244321}">
                <p14:modId xmlns:p14="http://schemas.microsoft.com/office/powerpoint/2010/main" val="66067570"/>
              </p:ext>
            </p:extLst>
          </p:nvPr>
        </p:nvGraphicFramePr>
        <p:xfrm>
          <a:off x="387927" y="5918272"/>
          <a:ext cx="6556848" cy="735330"/>
        </p:xfrm>
        <a:graphic>
          <a:graphicData uri="http://schemas.openxmlformats.org/drawingml/2006/table">
            <a:tbl>
              <a:tblPr/>
              <a:tblGrid>
                <a:gridCol w="866927">
                  <a:extLst>
                    <a:ext uri="{9D8B030D-6E8A-4147-A177-3AD203B41FA5}">
                      <a16:colId xmlns:a16="http://schemas.microsoft.com/office/drawing/2014/main" val="299130211"/>
                    </a:ext>
                  </a:extLst>
                </a:gridCol>
                <a:gridCol w="864390">
                  <a:extLst>
                    <a:ext uri="{9D8B030D-6E8A-4147-A177-3AD203B41FA5}">
                      <a16:colId xmlns:a16="http://schemas.microsoft.com/office/drawing/2014/main" val="113493698"/>
                    </a:ext>
                  </a:extLst>
                </a:gridCol>
                <a:gridCol w="793520">
                  <a:extLst>
                    <a:ext uri="{9D8B030D-6E8A-4147-A177-3AD203B41FA5}">
                      <a16:colId xmlns:a16="http://schemas.microsoft.com/office/drawing/2014/main" val="3609598190"/>
                    </a:ext>
                  </a:extLst>
                </a:gridCol>
                <a:gridCol w="649244">
                  <a:extLst>
                    <a:ext uri="{9D8B030D-6E8A-4147-A177-3AD203B41FA5}">
                      <a16:colId xmlns:a16="http://schemas.microsoft.com/office/drawing/2014/main" val="3533792579"/>
                    </a:ext>
                  </a:extLst>
                </a:gridCol>
                <a:gridCol w="649244">
                  <a:extLst>
                    <a:ext uri="{9D8B030D-6E8A-4147-A177-3AD203B41FA5}">
                      <a16:colId xmlns:a16="http://schemas.microsoft.com/office/drawing/2014/main" val="2154767496"/>
                    </a:ext>
                  </a:extLst>
                </a:gridCol>
                <a:gridCol w="731688">
                  <a:extLst>
                    <a:ext uri="{9D8B030D-6E8A-4147-A177-3AD203B41FA5}">
                      <a16:colId xmlns:a16="http://schemas.microsoft.com/office/drawing/2014/main" val="820709262"/>
                    </a:ext>
                  </a:extLst>
                </a:gridCol>
                <a:gridCol w="649244">
                  <a:extLst>
                    <a:ext uri="{9D8B030D-6E8A-4147-A177-3AD203B41FA5}">
                      <a16:colId xmlns:a16="http://schemas.microsoft.com/office/drawing/2014/main" val="352547337"/>
                    </a:ext>
                  </a:extLst>
                </a:gridCol>
                <a:gridCol w="672430">
                  <a:extLst>
                    <a:ext uri="{9D8B030D-6E8A-4147-A177-3AD203B41FA5}">
                      <a16:colId xmlns:a16="http://schemas.microsoft.com/office/drawing/2014/main" val="1192605657"/>
                    </a:ext>
                  </a:extLst>
                </a:gridCol>
                <a:gridCol w="680161">
                  <a:extLst>
                    <a:ext uri="{9D8B030D-6E8A-4147-A177-3AD203B41FA5}">
                      <a16:colId xmlns:a16="http://schemas.microsoft.com/office/drawing/2014/main" val="2425737153"/>
                    </a:ext>
                  </a:extLst>
                </a:gridCol>
              </a:tblGrid>
              <a:tr h="190500">
                <a:tc>
                  <a:txBody>
                    <a:bodyPr/>
                    <a:lstStyle/>
                    <a:p>
                      <a:pPr algn="ctr" fontAlgn="b"/>
                      <a:r>
                        <a:rPr lang="en-MY" sz="1100" b="0" i="1" u="none" strike="noStrike" dirty="0">
                          <a:solidFill>
                            <a:srgbClr val="000000"/>
                          </a:solidFill>
                          <a:effectLst/>
                          <a:latin typeface="Calibri" panose="020F0502020204030204" pitchFamily="34" charset="0"/>
                        </a:rPr>
                        <a:t> </a:t>
                      </a:r>
                      <a:r>
                        <a:rPr lang="en-MY" sz="1100" b="0" i="0" u="none" strike="noStrike" dirty="0">
                          <a:solidFill>
                            <a:srgbClr val="000000"/>
                          </a:solidFill>
                          <a:effectLst/>
                          <a:latin typeface="Calibri" panose="020F0502020204030204" pitchFamily="34" charset="0"/>
                        </a:rPr>
                        <a:t>Independent Variable</a:t>
                      </a:r>
                      <a:endParaRPr lang="en-MY" sz="1100" b="0" i="1" u="none" strike="noStrike" dirty="0">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Standard Error</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t Stat</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Lower 95%</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Upper 95%</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Lower 95.0%</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Upper 95.0%</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4039980"/>
                  </a:ext>
                </a:extLst>
              </a:tr>
              <a:tr h="190500">
                <a:tc>
                  <a:txBody>
                    <a:bodyPr/>
                    <a:lstStyle/>
                    <a:p>
                      <a:pPr algn="ctr" fontAlgn="b"/>
                      <a:r>
                        <a:rPr lang="en-MY" sz="1100" b="0" i="0" u="none" strike="noStrike">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a:solidFill>
                            <a:srgbClr val="000000"/>
                          </a:solidFill>
                          <a:effectLst/>
                          <a:latin typeface="Calibri" panose="020F0502020204030204" pitchFamily="34" charset="0"/>
                        </a:rPr>
                        <a:t>5.1220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a:solidFill>
                            <a:srgbClr val="000000"/>
                          </a:solidFill>
                          <a:effectLst/>
                          <a:latin typeface="Calibri" panose="020F0502020204030204" pitchFamily="34" charset="0"/>
                        </a:rPr>
                        <a:t>0.4040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a:solidFill>
                            <a:srgbClr val="000000"/>
                          </a:solidFill>
                          <a:effectLst/>
                          <a:latin typeface="Calibri" panose="020F0502020204030204" pitchFamily="34" charset="0"/>
                        </a:rPr>
                        <a:t>12.6782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a:solidFill>
                            <a:srgbClr val="000000"/>
                          </a:solidFill>
                          <a:effectLst/>
                          <a:latin typeface="Calibri" panose="020F0502020204030204" pitchFamily="34" charset="0"/>
                        </a:rPr>
                        <a:t>0.0000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a:solidFill>
                            <a:srgbClr val="000000"/>
                          </a:solidFill>
                          <a:effectLst/>
                          <a:latin typeface="Calibri" panose="020F0502020204030204" pitchFamily="34" charset="0"/>
                        </a:rPr>
                        <a:t>4.3292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dirty="0">
                          <a:solidFill>
                            <a:srgbClr val="000000"/>
                          </a:solidFill>
                          <a:effectLst/>
                          <a:latin typeface="Calibri" panose="020F0502020204030204" pitchFamily="34" charset="0"/>
                        </a:rPr>
                        <a:t>5.9148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dirty="0">
                          <a:solidFill>
                            <a:srgbClr val="000000"/>
                          </a:solidFill>
                          <a:effectLst/>
                          <a:latin typeface="Calibri" panose="020F0502020204030204" pitchFamily="34" charset="0"/>
                        </a:rPr>
                        <a:t>4.3292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1100" b="0" i="0" u="none" strike="noStrike">
                          <a:solidFill>
                            <a:srgbClr val="000000"/>
                          </a:solidFill>
                          <a:effectLst/>
                          <a:latin typeface="Calibri" panose="020F0502020204030204" pitchFamily="34" charset="0"/>
                        </a:rPr>
                        <a:t>5.9148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91624111"/>
                  </a:ext>
                </a:extLst>
              </a:tr>
              <a:tr h="200025">
                <a:tc>
                  <a:txBody>
                    <a:bodyPr/>
                    <a:lstStyle/>
                    <a:p>
                      <a:pPr algn="ctr" fontAlgn="b"/>
                      <a:r>
                        <a:rPr lang="en-MY" sz="1100" b="0" i="0" u="none" strike="noStrike">
                          <a:solidFill>
                            <a:srgbClr val="000000"/>
                          </a:solidFill>
                          <a:effectLst/>
                          <a:latin typeface="Calibri" panose="020F0502020204030204" pitchFamily="34" charset="0"/>
                        </a:rPr>
                        <a:t>Weight (KG)</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a:solidFill>
                            <a:srgbClr val="000000"/>
                          </a:solidFill>
                          <a:effectLst/>
                          <a:latin typeface="Calibri" panose="020F0502020204030204" pitchFamily="34" charset="0"/>
                        </a:rPr>
                        <a:t>0.2680</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a:solidFill>
                            <a:srgbClr val="000000"/>
                          </a:solidFill>
                          <a:effectLst/>
                          <a:latin typeface="Calibri" panose="020F0502020204030204" pitchFamily="34" charset="0"/>
                        </a:rPr>
                        <a:t>0.0053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a:solidFill>
                            <a:srgbClr val="000000"/>
                          </a:solidFill>
                          <a:effectLst/>
                          <a:latin typeface="Calibri" panose="020F0502020204030204" pitchFamily="34" charset="0"/>
                        </a:rPr>
                        <a:t>50.9633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a:solidFill>
                            <a:srgbClr val="000000"/>
                          </a:solidFill>
                          <a:effectLst/>
                          <a:latin typeface="Calibri" panose="020F0502020204030204" pitchFamily="34" charset="0"/>
                        </a:rPr>
                        <a:t>0.0000</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a:solidFill>
                            <a:srgbClr val="000000"/>
                          </a:solidFill>
                          <a:effectLst/>
                          <a:latin typeface="Calibri" panose="020F0502020204030204" pitchFamily="34" charset="0"/>
                        </a:rPr>
                        <a:t>0.2576</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0.2783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0.2576</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1100" b="0" i="0" u="none" strike="noStrike" dirty="0">
                          <a:solidFill>
                            <a:srgbClr val="000000"/>
                          </a:solidFill>
                          <a:effectLst/>
                          <a:latin typeface="Calibri" panose="020F0502020204030204" pitchFamily="34" charset="0"/>
                        </a:rPr>
                        <a:t>0.2783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0385218"/>
                  </a:ext>
                </a:extLst>
              </a:tr>
            </a:tbl>
          </a:graphicData>
        </a:graphic>
      </p:graphicFrame>
      <p:sp>
        <p:nvSpPr>
          <p:cNvPr id="12" name="Rectangle 11">
            <a:extLst>
              <a:ext uri="{FF2B5EF4-FFF2-40B4-BE49-F238E27FC236}">
                <a16:creationId xmlns:a16="http://schemas.microsoft.com/office/drawing/2014/main" id="{7EDC4743-060A-BE23-F8ED-C4813BD7B968}"/>
              </a:ext>
            </a:extLst>
          </p:cNvPr>
          <p:cNvSpPr/>
          <p:nvPr/>
        </p:nvSpPr>
        <p:spPr>
          <a:xfrm>
            <a:off x="7137918" y="2751396"/>
            <a:ext cx="5054082" cy="41066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u="sng" dirty="0">
                <a:solidFill>
                  <a:schemeClr val="tx1"/>
                </a:solidFill>
              </a:rPr>
              <a:t>BMI Level Distribution</a:t>
            </a:r>
            <a:endParaRPr lang="en-US" sz="1000" u="sng" dirty="0">
              <a:solidFill>
                <a:schemeClr val="tx1"/>
              </a:solidFill>
            </a:endParaRPr>
          </a:p>
          <a:p>
            <a:r>
              <a:rPr lang="en-US" sz="1000" b="1" dirty="0">
                <a:solidFill>
                  <a:schemeClr val="tx1"/>
                </a:solidFill>
              </a:rPr>
              <a:t>Skewed to the Right: </a:t>
            </a:r>
            <a:r>
              <a:rPr lang="en-US" sz="1000" dirty="0">
                <a:solidFill>
                  <a:schemeClr val="tx1"/>
                </a:solidFill>
              </a:rPr>
              <a:t>Distribution mainly occurs around 12.32 to 36.32.</a:t>
            </a:r>
          </a:p>
          <a:p>
            <a:r>
              <a:rPr lang="en-US" sz="1000" b="1" dirty="0">
                <a:solidFill>
                  <a:schemeClr val="tx1"/>
                </a:solidFill>
              </a:rPr>
              <a:t>Proportion Analysis:</a:t>
            </a:r>
          </a:p>
          <a:p>
            <a:pPr marL="171450" indent="-171450">
              <a:buFont typeface="Arial" panose="020B0604020202020204" pitchFamily="34" charset="0"/>
              <a:buChar char="•"/>
            </a:pPr>
            <a:r>
              <a:rPr lang="en-US" sz="1000" dirty="0">
                <a:solidFill>
                  <a:schemeClr val="tx1"/>
                </a:solidFill>
              </a:rPr>
              <a:t>Severely Underweight: 8.63%</a:t>
            </a:r>
          </a:p>
          <a:p>
            <a:pPr marL="171450" indent="-171450">
              <a:buFont typeface="Arial" panose="020B0604020202020204" pitchFamily="34" charset="0"/>
              <a:buChar char="•"/>
            </a:pPr>
            <a:r>
              <a:rPr lang="en-US" sz="1000" dirty="0">
                <a:solidFill>
                  <a:schemeClr val="tx1"/>
                </a:solidFill>
              </a:rPr>
              <a:t>Underweight: 8.63%</a:t>
            </a:r>
            <a:endParaRPr lang="en-US" sz="1000" b="1" dirty="0">
              <a:solidFill>
                <a:schemeClr val="tx1"/>
              </a:solidFill>
            </a:endParaRPr>
          </a:p>
          <a:p>
            <a:pPr marL="171450" indent="-171450">
              <a:buFont typeface="Arial" panose="020B0604020202020204" pitchFamily="34" charset="0"/>
              <a:buChar char="•"/>
            </a:pPr>
            <a:r>
              <a:rPr lang="en-US" sz="1000" dirty="0">
                <a:solidFill>
                  <a:schemeClr val="tx1"/>
                </a:solidFill>
              </a:rPr>
              <a:t>Normal: 38.03%</a:t>
            </a:r>
          </a:p>
          <a:p>
            <a:pPr marL="171450" indent="-171450">
              <a:buFont typeface="Arial" panose="020B0604020202020204" pitchFamily="34" charset="0"/>
              <a:buChar char="•"/>
            </a:pPr>
            <a:r>
              <a:rPr lang="en-US" sz="1000" dirty="0">
                <a:solidFill>
                  <a:schemeClr val="tx1"/>
                </a:solidFill>
              </a:rPr>
              <a:t>Overweight: 24.97%</a:t>
            </a:r>
          </a:p>
          <a:p>
            <a:pPr marL="171450" indent="-171450">
              <a:buFont typeface="Arial" panose="020B0604020202020204" pitchFamily="34" charset="0"/>
              <a:buChar char="•"/>
            </a:pPr>
            <a:r>
              <a:rPr lang="en-US" sz="1000" dirty="0">
                <a:solidFill>
                  <a:schemeClr val="tx1"/>
                </a:solidFill>
              </a:rPr>
              <a:t>Obesity Class: 19.73%</a:t>
            </a:r>
          </a:p>
          <a:p>
            <a:r>
              <a:rPr lang="en-US" sz="1000" b="1" dirty="0">
                <a:solidFill>
                  <a:schemeClr val="tx1"/>
                </a:solidFill>
              </a:rPr>
              <a:t>(Source: </a:t>
            </a:r>
            <a:r>
              <a:rPr lang="en-US" sz="1000" dirty="0">
                <a:solidFill>
                  <a:srgbClr val="0000FF"/>
                </a:solidFill>
              </a:rPr>
              <a:t>https://www.ncbi.nlm.nih.gov/books/NBK541070/</a:t>
            </a:r>
            <a:r>
              <a:rPr lang="en-US" sz="1000" b="1" dirty="0">
                <a:solidFill>
                  <a:schemeClr val="tx1"/>
                </a:solidFill>
              </a:rPr>
              <a:t>)</a:t>
            </a:r>
            <a:endParaRPr lang="en-US" sz="1000" dirty="0">
              <a:solidFill>
                <a:srgbClr val="0000FF"/>
              </a:solidFill>
            </a:endParaRPr>
          </a:p>
          <a:p>
            <a:endParaRPr lang="en-US" sz="1000" dirty="0">
              <a:solidFill>
                <a:schemeClr val="tx1"/>
              </a:solidFill>
            </a:endParaRPr>
          </a:p>
          <a:p>
            <a:r>
              <a:rPr lang="en-US" sz="1000" b="1" u="sng" dirty="0">
                <a:solidFill>
                  <a:schemeClr val="tx1"/>
                </a:solidFill>
              </a:rPr>
              <a:t>Insight</a:t>
            </a:r>
          </a:p>
          <a:p>
            <a:r>
              <a:rPr lang="en-US" sz="1000" b="1" dirty="0">
                <a:solidFill>
                  <a:schemeClr val="tx1"/>
                </a:solidFill>
              </a:rPr>
              <a:t>1. Focus on Obesity &amp; Underweight Class:</a:t>
            </a:r>
          </a:p>
          <a:p>
            <a:pPr marL="171450" indent="-171450">
              <a:buFont typeface="Arial" panose="020B0604020202020204" pitchFamily="34" charset="0"/>
              <a:buChar char="•"/>
            </a:pPr>
            <a:r>
              <a:rPr lang="en-US" sz="1000" b="1" dirty="0">
                <a:solidFill>
                  <a:schemeClr val="tx1"/>
                </a:solidFill>
              </a:rPr>
              <a:t>Significant Proportion: </a:t>
            </a:r>
            <a:r>
              <a:rPr lang="en-US" sz="1000" dirty="0">
                <a:solidFill>
                  <a:schemeClr val="tx1"/>
                </a:solidFill>
              </a:rPr>
              <a:t>19.73% falls under obesity class while underweight class around 17.26%.</a:t>
            </a:r>
          </a:p>
          <a:p>
            <a:pPr marL="171450" indent="-171450">
              <a:buFont typeface="Arial" panose="020B0604020202020204" pitchFamily="34" charset="0"/>
              <a:buChar char="•"/>
            </a:pPr>
            <a:r>
              <a:rPr lang="en-US" sz="1000" dirty="0">
                <a:solidFill>
                  <a:schemeClr val="tx1"/>
                </a:solidFill>
              </a:rPr>
              <a:t>It's essential to understand that a higher or lower BMI doesn't necessarily equate to poor health.</a:t>
            </a:r>
          </a:p>
          <a:p>
            <a:pPr marL="171450" indent="-171450">
              <a:buFont typeface="Arial" panose="020B0604020202020204" pitchFamily="34" charset="0"/>
              <a:buChar char="•"/>
            </a:pPr>
            <a:r>
              <a:rPr lang="en-US" sz="1000" b="1" dirty="0">
                <a:solidFill>
                  <a:schemeClr val="tx1"/>
                </a:solidFill>
              </a:rPr>
              <a:t>Additional Metrics: </a:t>
            </a:r>
            <a:r>
              <a:rPr lang="en-US" sz="1000" dirty="0">
                <a:solidFill>
                  <a:schemeClr val="tx1"/>
                </a:solidFill>
              </a:rPr>
              <a:t>Important to consider fat percentage and performance metrics for a comprehensive health assessment.</a:t>
            </a:r>
          </a:p>
          <a:p>
            <a:endParaRPr lang="en-US" sz="1000" dirty="0">
              <a:solidFill>
                <a:schemeClr val="tx1"/>
              </a:solidFill>
            </a:endParaRPr>
          </a:p>
          <a:p>
            <a:r>
              <a:rPr lang="en-US" sz="1000" b="1" u="sng" dirty="0">
                <a:solidFill>
                  <a:schemeClr val="tx1"/>
                </a:solidFill>
              </a:rPr>
              <a:t>Regression Analysis</a:t>
            </a:r>
          </a:p>
          <a:p>
            <a:r>
              <a:rPr lang="en-US" sz="1000" b="1" dirty="0">
                <a:solidFill>
                  <a:schemeClr val="tx1"/>
                </a:solidFill>
              </a:rPr>
              <a:t>Statistically Significant:</a:t>
            </a:r>
            <a:r>
              <a:rPr lang="en-US" sz="1000" dirty="0">
                <a:solidFill>
                  <a:schemeClr val="tx1"/>
                </a:solidFill>
              </a:rPr>
              <a:t> Strong relationship between BMI and Weight with a p-value under 0.5.</a:t>
            </a:r>
          </a:p>
          <a:p>
            <a:r>
              <a:rPr lang="en-US" sz="1000" b="1" dirty="0">
                <a:solidFill>
                  <a:schemeClr val="tx1"/>
                </a:solidFill>
              </a:rPr>
              <a:t>Variance Explained:</a:t>
            </a:r>
          </a:p>
          <a:p>
            <a:pPr marL="171450" indent="-171450">
              <a:buFont typeface="Arial" panose="020B0604020202020204" pitchFamily="34" charset="0"/>
              <a:buChar char="•"/>
            </a:pPr>
            <a:r>
              <a:rPr lang="en-US" sz="1000" dirty="0">
                <a:solidFill>
                  <a:schemeClr val="tx1"/>
                </a:solidFill>
              </a:rPr>
              <a:t>R Square: 72.79% variance in BMI explained by Weight.</a:t>
            </a:r>
          </a:p>
          <a:p>
            <a:r>
              <a:rPr lang="en-US" sz="1000" b="1" dirty="0">
                <a:solidFill>
                  <a:schemeClr val="tx1"/>
                </a:solidFill>
              </a:rPr>
              <a:t>Coefficient:</a:t>
            </a:r>
          </a:p>
          <a:p>
            <a:pPr marL="171450" indent="-171450">
              <a:buFont typeface="Arial" panose="020B0604020202020204" pitchFamily="34" charset="0"/>
              <a:buChar char="•"/>
            </a:pPr>
            <a:r>
              <a:rPr lang="en-US" sz="1000" dirty="0">
                <a:solidFill>
                  <a:schemeClr val="tx1"/>
                </a:solidFill>
              </a:rPr>
              <a:t>For every kilogram increase in Weight, BMI increases by approximately 0.268 units.</a:t>
            </a:r>
          </a:p>
        </p:txBody>
      </p:sp>
      <p:grpSp>
        <p:nvGrpSpPr>
          <p:cNvPr id="11" name="Group 10">
            <a:extLst>
              <a:ext uri="{FF2B5EF4-FFF2-40B4-BE49-F238E27FC236}">
                <a16:creationId xmlns:a16="http://schemas.microsoft.com/office/drawing/2014/main" id="{214D1F1E-6C60-7E52-69F6-B1671E3843FA}"/>
              </a:ext>
            </a:extLst>
          </p:cNvPr>
          <p:cNvGrpSpPr/>
          <p:nvPr/>
        </p:nvGrpSpPr>
        <p:grpSpPr>
          <a:xfrm>
            <a:off x="0" y="0"/>
            <a:ext cx="12192000" cy="2751396"/>
            <a:chOff x="0" y="0"/>
            <a:chExt cx="12192000" cy="2751396"/>
          </a:xfrm>
        </p:grpSpPr>
        <p:sp>
          <p:nvSpPr>
            <p:cNvPr id="13" name="Rectangle 12">
              <a:extLst>
                <a:ext uri="{FF2B5EF4-FFF2-40B4-BE49-F238E27FC236}">
                  <a16:creationId xmlns:a16="http://schemas.microsoft.com/office/drawing/2014/main" id="{BC5F3243-BE87-C3D4-A85E-FDF549B1A003}"/>
                </a:ext>
              </a:extLst>
            </p:cNvPr>
            <p:cNvSpPr/>
            <p:nvPr/>
          </p:nvSpPr>
          <p:spPr>
            <a:xfrm>
              <a:off x="0" y="0"/>
              <a:ext cx="12192000" cy="27513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14" name="Chart 13">
                  <a:extLst>
                    <a:ext uri="{FF2B5EF4-FFF2-40B4-BE49-F238E27FC236}">
                      <a16:creationId xmlns:a16="http://schemas.microsoft.com/office/drawing/2014/main" id="{F7BB68FE-7F3E-D93A-829E-CB6D85713AA2}"/>
                    </a:ext>
                  </a:extLst>
                </p:cNvPr>
                <p:cNvGraphicFramePr/>
                <p:nvPr>
                  <p:extLst>
                    <p:ext uri="{D42A27DB-BD31-4B8C-83A1-F6EECF244321}">
                      <p14:modId xmlns:p14="http://schemas.microsoft.com/office/powerpoint/2010/main" val="3704794012"/>
                    </p:ext>
                  </p:extLst>
                </p:nvPr>
              </p:nvGraphicFramePr>
              <p:xfrm>
                <a:off x="387927" y="55984"/>
                <a:ext cx="3831833" cy="2639428"/>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14" name="Chart 13">
                  <a:extLst>
                    <a:ext uri="{FF2B5EF4-FFF2-40B4-BE49-F238E27FC236}">
                      <a16:creationId xmlns:a16="http://schemas.microsoft.com/office/drawing/2014/main" id="{F7BB68FE-7F3E-D93A-829E-CB6D85713AA2}"/>
                    </a:ext>
                  </a:extLst>
                </p:cNvPr>
                <p:cNvPicPr>
                  <a:picLocks noGrp="1" noRot="1" noChangeAspect="1" noMove="1" noResize="1" noEditPoints="1" noAdjustHandles="1" noChangeArrowheads="1" noChangeShapeType="1"/>
                </p:cNvPicPr>
                <p:nvPr/>
              </p:nvPicPr>
              <p:blipFill>
                <a:blip r:embed="rId5"/>
                <a:stretch>
                  <a:fillRect/>
                </a:stretch>
              </p:blipFill>
              <p:spPr>
                <a:xfrm>
                  <a:off x="387927" y="55984"/>
                  <a:ext cx="3831833" cy="2639428"/>
                </a:xfrm>
                <a:prstGeom prst="rect">
                  <a:avLst/>
                </a:prstGeom>
              </p:spPr>
            </p:pic>
          </mc:Fallback>
        </mc:AlternateContent>
      </p:grpSp>
      <p:graphicFrame>
        <p:nvGraphicFramePr>
          <p:cNvPr id="2" name="Chart 1">
            <a:extLst>
              <a:ext uri="{FF2B5EF4-FFF2-40B4-BE49-F238E27FC236}">
                <a16:creationId xmlns:a16="http://schemas.microsoft.com/office/drawing/2014/main" id="{5EE9C5A2-FC04-8DA1-DEBB-25765F3954B5}"/>
              </a:ext>
            </a:extLst>
          </p:cNvPr>
          <p:cNvGraphicFramePr>
            <a:graphicFrameLocks/>
          </p:cNvGraphicFramePr>
          <p:nvPr>
            <p:extLst>
              <p:ext uri="{D42A27DB-BD31-4B8C-83A1-F6EECF244321}">
                <p14:modId xmlns:p14="http://schemas.microsoft.com/office/powerpoint/2010/main" val="3617857765"/>
              </p:ext>
            </p:extLst>
          </p:nvPr>
        </p:nvGraphicFramePr>
        <p:xfrm>
          <a:off x="4277360" y="55984"/>
          <a:ext cx="7722858" cy="263942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26032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3E5E9F2-9B91-ECEE-1267-93A09D534124}"/>
              </a:ext>
            </a:extLst>
          </p:cNvPr>
          <p:cNvGrpSpPr/>
          <p:nvPr/>
        </p:nvGrpSpPr>
        <p:grpSpPr>
          <a:xfrm>
            <a:off x="0" y="0"/>
            <a:ext cx="12192000" cy="2751396"/>
            <a:chOff x="0" y="0"/>
            <a:chExt cx="12192000" cy="2751396"/>
          </a:xfrm>
        </p:grpSpPr>
        <p:sp>
          <p:nvSpPr>
            <p:cNvPr id="3" name="Rectangle 2">
              <a:extLst>
                <a:ext uri="{FF2B5EF4-FFF2-40B4-BE49-F238E27FC236}">
                  <a16:creationId xmlns:a16="http://schemas.microsoft.com/office/drawing/2014/main" id="{542750F9-6BEE-76A9-B8B7-1732EB224DA5}"/>
                </a:ext>
              </a:extLst>
            </p:cNvPr>
            <p:cNvSpPr/>
            <p:nvPr/>
          </p:nvSpPr>
          <p:spPr>
            <a:xfrm>
              <a:off x="0" y="0"/>
              <a:ext cx="12192000" cy="27513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7C01F958-7A64-4E2A-9382-9C86755D1DD7}"/>
                    </a:ext>
                  </a:extLst>
                </p:cNvPr>
                <p:cNvGraphicFramePr/>
                <p:nvPr>
                  <p:extLst>
                    <p:ext uri="{D42A27DB-BD31-4B8C-83A1-F6EECF244321}">
                      <p14:modId xmlns:p14="http://schemas.microsoft.com/office/powerpoint/2010/main" val="13532359"/>
                    </p:ext>
                  </p:extLst>
                </p:nvPr>
              </p:nvGraphicFramePr>
              <p:xfrm>
                <a:off x="387927" y="55984"/>
                <a:ext cx="3831833" cy="2639428"/>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7C01F958-7A64-4E2A-9382-9C86755D1DD7}"/>
                    </a:ext>
                  </a:extLst>
                </p:cNvPr>
                <p:cNvPicPr>
                  <a:picLocks noGrp="1" noRot="1" noChangeAspect="1" noMove="1" noResize="1" noEditPoints="1" noAdjustHandles="1" noChangeArrowheads="1" noChangeShapeType="1"/>
                </p:cNvPicPr>
                <p:nvPr/>
              </p:nvPicPr>
              <p:blipFill>
                <a:blip r:embed="rId4"/>
                <a:stretch>
                  <a:fillRect/>
                </a:stretch>
              </p:blipFill>
              <p:spPr>
                <a:xfrm>
                  <a:off x="387927" y="55984"/>
                  <a:ext cx="3831833" cy="2639428"/>
                </a:xfrm>
                <a:prstGeom prst="rect">
                  <a:avLst/>
                </a:prstGeom>
              </p:spPr>
            </p:pic>
          </mc:Fallback>
        </mc:AlternateContent>
        <p:graphicFrame>
          <p:nvGraphicFramePr>
            <p:cNvPr id="6" name="Chart 5">
              <a:extLst>
                <a:ext uri="{FF2B5EF4-FFF2-40B4-BE49-F238E27FC236}">
                  <a16:creationId xmlns:a16="http://schemas.microsoft.com/office/drawing/2014/main" id="{838ADB09-75D3-5439-BB07-ADA9038F7C2F}"/>
                </a:ext>
              </a:extLst>
            </p:cNvPr>
            <p:cNvGraphicFramePr>
              <a:graphicFrameLocks/>
            </p:cNvGraphicFramePr>
            <p:nvPr>
              <p:extLst>
                <p:ext uri="{D42A27DB-BD31-4B8C-83A1-F6EECF244321}">
                  <p14:modId xmlns:p14="http://schemas.microsoft.com/office/powerpoint/2010/main" val="109108170"/>
                </p:ext>
              </p:extLst>
            </p:nvPr>
          </p:nvGraphicFramePr>
          <p:xfrm>
            <a:off x="4277360" y="55984"/>
            <a:ext cx="7722858" cy="2639428"/>
          </p:xfrm>
          <a:graphic>
            <a:graphicData uri="http://schemas.openxmlformats.org/drawingml/2006/chart">
              <c:chart xmlns:c="http://schemas.openxmlformats.org/drawingml/2006/chart" xmlns:r="http://schemas.openxmlformats.org/officeDocument/2006/relationships" r:id="rId5"/>
            </a:graphicData>
          </a:graphic>
        </p:graphicFrame>
      </p:grpSp>
      <p:sp>
        <p:nvSpPr>
          <p:cNvPr id="12" name="Rectangle 11">
            <a:extLst>
              <a:ext uri="{FF2B5EF4-FFF2-40B4-BE49-F238E27FC236}">
                <a16:creationId xmlns:a16="http://schemas.microsoft.com/office/drawing/2014/main" id="{7EDC4743-060A-BE23-F8ED-C4813BD7B968}"/>
              </a:ext>
            </a:extLst>
          </p:cNvPr>
          <p:cNvSpPr/>
          <p:nvPr/>
        </p:nvSpPr>
        <p:spPr>
          <a:xfrm>
            <a:off x="7856376" y="2751396"/>
            <a:ext cx="4335623" cy="41066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u="sng" dirty="0">
                <a:solidFill>
                  <a:schemeClr val="tx1"/>
                </a:solidFill>
              </a:rPr>
              <a:t>Obesity and Underweight Class</a:t>
            </a:r>
          </a:p>
          <a:p>
            <a:r>
              <a:rPr lang="en-US" sz="1000" b="1" dirty="0">
                <a:solidFill>
                  <a:schemeClr val="tx1"/>
                </a:solidFill>
              </a:rPr>
              <a:t>Insight:</a:t>
            </a:r>
          </a:p>
          <a:p>
            <a:pPr marL="171450" indent="-171450">
              <a:buFont typeface="Arial" panose="020B0604020202020204" pitchFamily="34" charset="0"/>
              <a:buChar char="•"/>
            </a:pPr>
            <a:r>
              <a:rPr lang="en-US" sz="1000" dirty="0">
                <a:solidFill>
                  <a:schemeClr val="tx1"/>
                </a:solidFill>
              </a:rPr>
              <a:t>Analysis shows that for someone that categorize under class of Obesity or Underweight can still have better fat percentage than other BMI class.</a:t>
            </a:r>
          </a:p>
          <a:p>
            <a:pPr marL="171450" indent="-171450">
              <a:buFont typeface="Arial" panose="020B0604020202020204" pitchFamily="34" charset="0"/>
              <a:buChar char="•"/>
            </a:pPr>
            <a:r>
              <a:rPr lang="en-US" sz="1000" dirty="0">
                <a:solidFill>
                  <a:schemeClr val="tx1"/>
                </a:solidFill>
              </a:rPr>
              <a:t>Many members in Obesity Class 1 and Overweight class have range of fat percentage around 10% to 15%. This reject the perception of BMI level indicate someone health status.</a:t>
            </a:r>
          </a:p>
          <a:p>
            <a:pPr marL="171450" indent="-171450">
              <a:buFont typeface="Arial" panose="020B0604020202020204" pitchFamily="34" charset="0"/>
              <a:buChar char="•"/>
            </a:pPr>
            <a:r>
              <a:rPr lang="en-US" sz="1000" dirty="0">
                <a:solidFill>
                  <a:schemeClr val="tx1"/>
                </a:solidFill>
              </a:rPr>
              <a:t>Weight has a significant influence on BMI but weight can be impacted by bones and muscle density. (Source: </a:t>
            </a:r>
            <a:r>
              <a:rPr lang="en-US" sz="1000" dirty="0">
                <a:solidFill>
                  <a:srgbClr val="0000FF"/>
                </a:solidFill>
              </a:rPr>
              <a:t>https://healthfully.com/bmi-index-according-to-bone-structure-6466650.html?form=MG0AV3</a:t>
            </a:r>
            <a:r>
              <a:rPr lang="en-US" sz="1000" dirty="0">
                <a:solidFill>
                  <a:schemeClr val="tx1"/>
                </a:solidFill>
              </a:rPr>
              <a:t>).</a:t>
            </a:r>
            <a:endParaRPr lang="en-US" sz="1000" dirty="0">
              <a:solidFill>
                <a:srgbClr val="0000FF"/>
              </a:solidFill>
            </a:endParaRPr>
          </a:p>
          <a:p>
            <a:pPr marL="171450" indent="-171450">
              <a:buFont typeface="Arial" panose="020B0604020202020204" pitchFamily="34" charset="0"/>
              <a:buChar char="•"/>
            </a:pPr>
            <a:r>
              <a:rPr lang="en-US" sz="1000" dirty="0">
                <a:solidFill>
                  <a:schemeClr val="tx1"/>
                </a:solidFill>
              </a:rPr>
              <a:t>Additionally, we can see for class of Normal, we found that more than 50% of gym members have fat percentage than 20%. The same goes to Underweight and Overweight Class</a:t>
            </a:r>
          </a:p>
          <a:p>
            <a:pPr marL="171450" indent="-171450">
              <a:buFont typeface="Arial" panose="020B0604020202020204" pitchFamily="34" charset="0"/>
              <a:buChar char="•"/>
            </a:pPr>
            <a:endParaRPr lang="en-US" sz="1000" dirty="0">
              <a:solidFill>
                <a:schemeClr val="tx1"/>
              </a:solidFill>
            </a:endParaRPr>
          </a:p>
          <a:p>
            <a:r>
              <a:rPr lang="en-US" sz="1000" b="1" dirty="0">
                <a:solidFill>
                  <a:schemeClr val="tx1"/>
                </a:solidFill>
              </a:rPr>
              <a:t>Proposal:</a:t>
            </a:r>
          </a:p>
          <a:p>
            <a:pPr marL="171450" indent="-171450">
              <a:buFont typeface="Arial" panose="020B0604020202020204" pitchFamily="34" charset="0"/>
              <a:buChar char="•"/>
            </a:pPr>
            <a:r>
              <a:rPr lang="en-US" sz="1000" dirty="0">
                <a:solidFill>
                  <a:schemeClr val="tx1"/>
                </a:solidFill>
              </a:rPr>
              <a:t>To tailor and market a specialized fitness program for those with fat percentage than 20% for male members and above 30% for female members. (Source: </a:t>
            </a:r>
            <a:r>
              <a:rPr lang="en-US" sz="1000" dirty="0">
                <a:solidFill>
                  <a:srgbClr val="0000FF"/>
                </a:solidFill>
              </a:rPr>
              <a:t>https://www.omronhealthcare-ap.com/my/faqs/weight-management</a:t>
            </a:r>
            <a:r>
              <a:rPr lang="en-US" sz="1000" dirty="0">
                <a:solidFill>
                  <a:schemeClr val="tx1"/>
                </a:solidFill>
              </a:rPr>
              <a:t>).</a:t>
            </a:r>
            <a:endParaRPr lang="en-US" sz="1000" dirty="0">
              <a:solidFill>
                <a:srgbClr val="0000FF"/>
              </a:solidFill>
            </a:endParaRPr>
          </a:p>
          <a:p>
            <a:pPr marL="171450" indent="-171450">
              <a:buFont typeface="Arial" panose="020B0604020202020204" pitchFamily="34" charset="0"/>
              <a:buChar char="•"/>
            </a:pPr>
            <a:r>
              <a:rPr lang="en-US" sz="1000" dirty="0">
                <a:solidFill>
                  <a:schemeClr val="tx1"/>
                </a:solidFill>
              </a:rPr>
              <a:t>Periodic health assessment to monitor their fat percentage by quarterly or monthly to have a further analysis on their improvement based on data collected.</a:t>
            </a:r>
          </a:p>
        </p:txBody>
      </p:sp>
      <p:graphicFrame>
        <p:nvGraphicFramePr>
          <p:cNvPr id="2" name="Chart 1">
            <a:extLst>
              <a:ext uri="{FF2B5EF4-FFF2-40B4-BE49-F238E27FC236}">
                <a16:creationId xmlns:a16="http://schemas.microsoft.com/office/drawing/2014/main" id="{87A2BF4D-747A-4215-B8F2-1A2849CD1DE1}"/>
              </a:ext>
            </a:extLst>
          </p:cNvPr>
          <p:cNvGraphicFramePr>
            <a:graphicFrameLocks/>
          </p:cNvGraphicFramePr>
          <p:nvPr>
            <p:extLst>
              <p:ext uri="{D42A27DB-BD31-4B8C-83A1-F6EECF244321}">
                <p14:modId xmlns:p14="http://schemas.microsoft.com/office/powerpoint/2010/main" val="3512580976"/>
              </p:ext>
            </p:extLst>
          </p:nvPr>
        </p:nvGraphicFramePr>
        <p:xfrm>
          <a:off x="1" y="2779626"/>
          <a:ext cx="7856376" cy="407837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34107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D8D5D7-841E-4DF0-EFCC-5DF247843B7A}"/>
              </a:ext>
            </a:extLst>
          </p:cNvPr>
          <p:cNvSpPr/>
          <p:nvPr/>
        </p:nvSpPr>
        <p:spPr>
          <a:xfrm>
            <a:off x="0" y="0"/>
            <a:ext cx="3415004"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A1310C9D-B53C-4D1D-B921-21081D2F9B35}"/>
                  </a:ext>
                </a:extLst>
              </p:cNvPr>
              <p:cNvGraphicFramePr/>
              <p:nvPr>
                <p:extLst>
                  <p:ext uri="{D42A27DB-BD31-4B8C-83A1-F6EECF244321}">
                    <p14:modId xmlns:p14="http://schemas.microsoft.com/office/powerpoint/2010/main" val="3774433159"/>
                  </p:ext>
                </p:extLst>
              </p:nvPr>
            </p:nvGraphicFramePr>
            <p:xfrm>
              <a:off x="309328" y="200378"/>
              <a:ext cx="2930042" cy="2930042"/>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A1310C9D-B53C-4D1D-B921-21081D2F9B35}"/>
                  </a:ext>
                </a:extLst>
              </p:cNvPr>
              <p:cNvPicPr>
                <a:picLocks noGrp="1" noRot="1" noChangeAspect="1" noMove="1" noResize="1" noEditPoints="1" noAdjustHandles="1" noChangeArrowheads="1" noChangeShapeType="1"/>
              </p:cNvPicPr>
              <p:nvPr/>
            </p:nvPicPr>
            <p:blipFill>
              <a:blip r:embed="rId4"/>
              <a:stretch>
                <a:fillRect/>
              </a:stretch>
            </p:blipFill>
            <p:spPr>
              <a:xfrm>
                <a:off x="309328" y="200378"/>
                <a:ext cx="2930042" cy="2930042"/>
              </a:xfrm>
              <a:prstGeom prst="rect">
                <a:avLst/>
              </a:prstGeom>
            </p:spPr>
          </p:pic>
        </mc:Fallback>
      </mc:AlternateContent>
      <p:graphicFrame>
        <p:nvGraphicFramePr>
          <p:cNvPr id="6" name="Chart 5">
            <a:extLst>
              <a:ext uri="{FF2B5EF4-FFF2-40B4-BE49-F238E27FC236}">
                <a16:creationId xmlns:a16="http://schemas.microsoft.com/office/drawing/2014/main" id="{9596C5CF-B2F0-435A-8DA8-50D5540B4970}"/>
              </a:ext>
            </a:extLst>
          </p:cNvPr>
          <p:cNvGraphicFramePr>
            <a:graphicFrameLocks/>
          </p:cNvGraphicFramePr>
          <p:nvPr>
            <p:extLst>
              <p:ext uri="{D42A27DB-BD31-4B8C-83A1-F6EECF244321}">
                <p14:modId xmlns:p14="http://schemas.microsoft.com/office/powerpoint/2010/main" val="2219935361"/>
              </p:ext>
            </p:extLst>
          </p:nvPr>
        </p:nvGraphicFramePr>
        <p:xfrm>
          <a:off x="3415005" y="0"/>
          <a:ext cx="4404048" cy="205970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Table 9">
            <a:extLst>
              <a:ext uri="{FF2B5EF4-FFF2-40B4-BE49-F238E27FC236}">
                <a16:creationId xmlns:a16="http://schemas.microsoft.com/office/drawing/2014/main" id="{CAE43AD1-1225-18EE-34A3-466F00FDDA73}"/>
              </a:ext>
            </a:extLst>
          </p:cNvPr>
          <p:cNvGraphicFramePr>
            <a:graphicFrameLocks noGrp="1"/>
          </p:cNvGraphicFramePr>
          <p:nvPr>
            <p:extLst>
              <p:ext uri="{D42A27DB-BD31-4B8C-83A1-F6EECF244321}">
                <p14:modId xmlns:p14="http://schemas.microsoft.com/office/powerpoint/2010/main" val="2269752533"/>
              </p:ext>
            </p:extLst>
          </p:nvPr>
        </p:nvGraphicFramePr>
        <p:xfrm>
          <a:off x="3624694" y="2087417"/>
          <a:ext cx="4110382" cy="657225"/>
        </p:xfrm>
        <a:graphic>
          <a:graphicData uri="http://schemas.openxmlformats.org/drawingml/2006/table">
            <a:tbl>
              <a:tblPr/>
              <a:tblGrid>
                <a:gridCol w="2000303">
                  <a:extLst>
                    <a:ext uri="{9D8B030D-6E8A-4147-A177-3AD203B41FA5}">
                      <a16:colId xmlns:a16="http://schemas.microsoft.com/office/drawing/2014/main" val="815895683"/>
                    </a:ext>
                  </a:extLst>
                </a:gridCol>
                <a:gridCol w="1524623">
                  <a:extLst>
                    <a:ext uri="{9D8B030D-6E8A-4147-A177-3AD203B41FA5}">
                      <a16:colId xmlns:a16="http://schemas.microsoft.com/office/drawing/2014/main" val="217199750"/>
                    </a:ext>
                  </a:extLst>
                </a:gridCol>
                <a:gridCol w="585456">
                  <a:extLst>
                    <a:ext uri="{9D8B030D-6E8A-4147-A177-3AD203B41FA5}">
                      <a16:colId xmlns:a16="http://schemas.microsoft.com/office/drawing/2014/main" val="446504089"/>
                    </a:ext>
                  </a:extLst>
                </a:gridCol>
              </a:tblGrid>
              <a:tr h="123700">
                <a:tc>
                  <a:txBody>
                    <a:bodyPr/>
                    <a:lstStyle/>
                    <a:p>
                      <a:pPr algn="ctr" fontAlgn="b"/>
                      <a:r>
                        <a:rPr lang="en-MY" sz="800" b="0" i="0" u="none" strike="noStrike" dirty="0">
                          <a:solidFill>
                            <a:srgbClr val="000000"/>
                          </a:solidFill>
                          <a:effectLst/>
                          <a:latin typeface="Calibri" panose="020F0502020204030204" pitchFamily="34" charset="0"/>
                        </a:rPr>
                        <a:t>Independent Variables </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568798"/>
                  </a:ext>
                </a:extLst>
              </a:tr>
              <a:tr h="123700">
                <a:tc>
                  <a:txBody>
                    <a:bodyPr/>
                    <a:lstStyle/>
                    <a:p>
                      <a:pPr algn="ctr" fontAlgn="b"/>
                      <a:r>
                        <a:rPr lang="en-MY" sz="800" b="0" i="0" u="none" strike="noStrike">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36.81159415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4.7E-278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774741887"/>
                  </a:ext>
                </a:extLst>
              </a:tr>
              <a:tr h="123700">
                <a:tc>
                  <a:txBody>
                    <a:bodyPr/>
                    <a:lstStyle/>
                    <a:p>
                      <a:pPr algn="ctr" fontAlgn="b"/>
                      <a:r>
                        <a:rPr lang="en-MY" sz="800" b="0" i="0" u="none" strike="noStrike">
                          <a:solidFill>
                            <a:srgbClr val="000000"/>
                          </a:solidFill>
                          <a:effectLst/>
                          <a:latin typeface="Calibri" panose="020F0502020204030204" pitchFamily="34" charset="0"/>
                        </a:rPr>
                        <a:t>Experience Level</a:t>
                      </a:r>
                    </a:p>
                  </a:txBody>
                  <a:tcPr marL="9525" marR="9525" marT="9525"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-4.54238299</a:t>
                      </a:r>
                    </a:p>
                  </a:txBody>
                  <a:tcPr marL="9525" marR="9525" marT="9525" marB="0" anchor="ctr">
                    <a:lnL>
                      <a:noFill/>
                    </a:lnL>
                    <a:lnR>
                      <a:noFill/>
                    </a:lnR>
                    <a:lnT>
                      <a:noFill/>
                    </a:lnT>
                    <a:lnB>
                      <a:noFill/>
                    </a:lnB>
                    <a:noFill/>
                  </a:tcPr>
                </a:tc>
                <a:tc>
                  <a:txBody>
                    <a:bodyPr/>
                    <a:lstStyle/>
                    <a:p>
                      <a:pPr algn="ctr" fontAlgn="b"/>
                      <a:r>
                        <a:rPr lang="en-MY" sz="800" b="0" i="0" u="none" strike="noStrike" dirty="0">
                          <a:solidFill>
                            <a:srgbClr val="000000"/>
                          </a:solidFill>
                          <a:effectLst/>
                          <a:latin typeface="Calibri" panose="020F0502020204030204" pitchFamily="34" charset="0"/>
                        </a:rPr>
                        <a:t>8.37E-24</a:t>
                      </a:r>
                    </a:p>
                  </a:txBody>
                  <a:tcPr marL="9525" marR="9525" marT="9525" marB="0" anchor="ctr">
                    <a:lnL>
                      <a:noFill/>
                    </a:lnL>
                    <a:lnR>
                      <a:noFill/>
                    </a:lnR>
                    <a:lnT>
                      <a:noFill/>
                    </a:lnT>
                    <a:lnB>
                      <a:noFill/>
                    </a:lnB>
                    <a:noFill/>
                  </a:tcPr>
                </a:tc>
                <a:extLst>
                  <a:ext uri="{0D108BD9-81ED-4DB2-BD59-A6C34878D82A}">
                    <a16:rowId xmlns:a16="http://schemas.microsoft.com/office/drawing/2014/main" val="437984796"/>
                  </a:ext>
                </a:extLst>
              </a:tr>
              <a:tr h="123700">
                <a:tc>
                  <a:txBody>
                    <a:bodyPr/>
                    <a:lstStyle/>
                    <a:p>
                      <a:pPr algn="ctr" fontAlgn="b"/>
                      <a:r>
                        <a:rPr lang="en-MY" sz="800" b="0" i="0" u="none" strike="noStrike">
                          <a:solidFill>
                            <a:srgbClr val="000000"/>
                          </a:solidFill>
                          <a:effectLst/>
                          <a:latin typeface="Calibri" panose="020F0502020204030204" pitchFamily="34" charset="0"/>
                        </a:rPr>
                        <a:t>Workout Frequency (Day / Week)</a:t>
                      </a:r>
                    </a:p>
                  </a:txBody>
                  <a:tcPr marL="9525" marR="9525" marT="9525"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0.262727999</a:t>
                      </a:r>
                    </a:p>
                  </a:txBody>
                  <a:tcPr marL="9525" marR="9525" marT="9525" marB="0" anchor="ctr">
                    <a:lnL>
                      <a:noFill/>
                    </a:lnL>
                    <a:lnR>
                      <a:noFill/>
                    </a:lnR>
                    <a:lnT>
                      <a:noFill/>
                    </a:lnT>
                    <a:lnB>
                      <a:noFill/>
                    </a:lnB>
                    <a:noFill/>
                  </a:tcPr>
                </a:tc>
                <a:tc>
                  <a:txBody>
                    <a:bodyPr/>
                    <a:lstStyle/>
                    <a:p>
                      <a:pPr algn="ctr" fontAlgn="b"/>
                      <a:r>
                        <a:rPr lang="en-MY" sz="800" b="0" i="0" u="none" strike="noStrike">
                          <a:solidFill>
                            <a:srgbClr val="000000"/>
                          </a:solidFill>
                          <a:effectLst/>
                          <a:latin typeface="Calibri" panose="020F0502020204030204" pitchFamily="34" charset="0"/>
                        </a:rPr>
                        <a:t>0.381473</a:t>
                      </a:r>
                    </a:p>
                  </a:txBody>
                  <a:tcPr marL="9525" marR="9525" marT="9525" marB="0" anchor="ctr">
                    <a:lnL>
                      <a:noFill/>
                    </a:lnL>
                    <a:lnR>
                      <a:noFill/>
                    </a:lnR>
                    <a:lnT>
                      <a:noFill/>
                    </a:lnT>
                    <a:lnB>
                      <a:noFill/>
                    </a:lnB>
                    <a:noFill/>
                  </a:tcPr>
                </a:tc>
                <a:extLst>
                  <a:ext uri="{0D108BD9-81ED-4DB2-BD59-A6C34878D82A}">
                    <a16:rowId xmlns:a16="http://schemas.microsoft.com/office/drawing/2014/main" val="377586487"/>
                  </a:ext>
                </a:extLst>
              </a:tr>
              <a:tr h="123700">
                <a:tc>
                  <a:txBody>
                    <a:bodyPr/>
                    <a:lstStyle/>
                    <a:p>
                      <a:pPr algn="ctr" fontAlgn="b"/>
                      <a:r>
                        <a:rPr lang="en-MY" sz="800" b="0" i="0" u="none" strike="noStrike" dirty="0">
                          <a:solidFill>
                            <a:srgbClr val="000000"/>
                          </a:solidFill>
                          <a:effectLst/>
                          <a:latin typeface="Calibri" panose="020F0502020204030204" pitchFamily="34" charset="0"/>
                        </a:rPr>
                        <a:t>Session Duration (Hours)</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a:solidFill>
                            <a:srgbClr val="000000"/>
                          </a:solidFill>
                          <a:effectLst/>
                          <a:latin typeface="Calibri" panose="020F0502020204030204" pitchFamily="34" charset="0"/>
                        </a:rPr>
                        <a:t>-3.570782462</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800" b="0" i="0" u="none" strike="noStrike" dirty="0">
                          <a:solidFill>
                            <a:srgbClr val="000000"/>
                          </a:solidFill>
                          <a:effectLst/>
                          <a:latin typeface="Calibri" panose="020F0502020204030204" pitchFamily="34" charset="0"/>
                        </a:rPr>
                        <a:t>1.72E-07</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1837661"/>
                  </a:ext>
                </a:extLst>
              </a:tr>
            </a:tbl>
          </a:graphicData>
        </a:graphic>
      </p:graphicFrame>
      <p:graphicFrame>
        <p:nvGraphicFramePr>
          <p:cNvPr id="15" name="Chart 14">
            <a:extLst>
              <a:ext uri="{FF2B5EF4-FFF2-40B4-BE49-F238E27FC236}">
                <a16:creationId xmlns:a16="http://schemas.microsoft.com/office/drawing/2014/main" id="{E42425FB-1A29-4266-B720-D21A0F7B61C5}"/>
              </a:ext>
            </a:extLst>
          </p:cNvPr>
          <p:cNvGraphicFramePr>
            <a:graphicFrameLocks/>
          </p:cNvGraphicFramePr>
          <p:nvPr>
            <p:extLst>
              <p:ext uri="{D42A27DB-BD31-4B8C-83A1-F6EECF244321}">
                <p14:modId xmlns:p14="http://schemas.microsoft.com/office/powerpoint/2010/main" val="3697344796"/>
              </p:ext>
            </p:extLst>
          </p:nvPr>
        </p:nvGraphicFramePr>
        <p:xfrm>
          <a:off x="7818000" y="0"/>
          <a:ext cx="4374000" cy="2232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Chart 15">
            <a:extLst>
              <a:ext uri="{FF2B5EF4-FFF2-40B4-BE49-F238E27FC236}">
                <a16:creationId xmlns:a16="http://schemas.microsoft.com/office/drawing/2014/main" id="{7CEFF424-F4ED-46C0-B4C1-478DA78A1E7A}"/>
              </a:ext>
            </a:extLst>
          </p:cNvPr>
          <p:cNvGraphicFramePr>
            <a:graphicFrameLocks/>
          </p:cNvGraphicFramePr>
          <p:nvPr>
            <p:extLst>
              <p:ext uri="{D42A27DB-BD31-4B8C-83A1-F6EECF244321}">
                <p14:modId xmlns:p14="http://schemas.microsoft.com/office/powerpoint/2010/main" val="1126380815"/>
              </p:ext>
            </p:extLst>
          </p:nvPr>
        </p:nvGraphicFramePr>
        <p:xfrm>
          <a:off x="7818000" y="4626000"/>
          <a:ext cx="4374000" cy="2232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7" name="Chart 16">
            <a:extLst>
              <a:ext uri="{FF2B5EF4-FFF2-40B4-BE49-F238E27FC236}">
                <a16:creationId xmlns:a16="http://schemas.microsoft.com/office/drawing/2014/main" id="{D0AF3528-3E7F-4E9E-BDCD-7C317E883B93}"/>
              </a:ext>
            </a:extLst>
          </p:cNvPr>
          <p:cNvGraphicFramePr>
            <a:graphicFrameLocks/>
          </p:cNvGraphicFramePr>
          <p:nvPr>
            <p:extLst>
              <p:ext uri="{D42A27DB-BD31-4B8C-83A1-F6EECF244321}">
                <p14:modId xmlns:p14="http://schemas.microsoft.com/office/powerpoint/2010/main" val="539741912"/>
              </p:ext>
            </p:extLst>
          </p:nvPr>
        </p:nvGraphicFramePr>
        <p:xfrm>
          <a:off x="7819052" y="2352390"/>
          <a:ext cx="4372947" cy="2232000"/>
        </p:xfrm>
        <a:graphic>
          <a:graphicData uri="http://schemas.openxmlformats.org/drawingml/2006/chart">
            <c:chart xmlns:c="http://schemas.openxmlformats.org/drawingml/2006/chart" xmlns:r="http://schemas.openxmlformats.org/officeDocument/2006/relationships" r:id="rId8"/>
          </a:graphicData>
        </a:graphic>
      </p:graphicFrame>
      <p:sp>
        <p:nvSpPr>
          <p:cNvPr id="21" name="Rectangle 20">
            <a:extLst>
              <a:ext uri="{FF2B5EF4-FFF2-40B4-BE49-F238E27FC236}">
                <a16:creationId xmlns:a16="http://schemas.microsoft.com/office/drawing/2014/main" id="{1A2F2550-704B-DFB5-1C2D-7BE9F8750085}"/>
              </a:ext>
            </a:extLst>
          </p:cNvPr>
          <p:cNvSpPr/>
          <p:nvPr/>
        </p:nvSpPr>
        <p:spPr>
          <a:xfrm>
            <a:off x="3624694" y="2847596"/>
            <a:ext cx="4193306" cy="393725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u="sng" dirty="0">
                <a:solidFill>
                  <a:schemeClr val="tx1"/>
                </a:solidFill>
              </a:rPr>
              <a:t>Insight</a:t>
            </a:r>
          </a:p>
          <a:p>
            <a:r>
              <a:rPr lang="en-US" sz="900" b="1" dirty="0">
                <a:solidFill>
                  <a:schemeClr val="tx1"/>
                </a:solidFill>
              </a:rPr>
              <a:t>1. Experience Level</a:t>
            </a:r>
          </a:p>
          <a:p>
            <a:r>
              <a:rPr lang="en-US" sz="900" b="1" dirty="0">
                <a:solidFill>
                  <a:schemeClr val="tx1"/>
                </a:solidFill>
              </a:rPr>
              <a:t>Coefficient: </a:t>
            </a:r>
            <a:r>
              <a:rPr lang="en-US" sz="900" dirty="0">
                <a:solidFill>
                  <a:schemeClr val="tx1"/>
                </a:solidFill>
              </a:rPr>
              <a:t>-4.542, indicating a strong negative relationship with Fat Percentage. Each increase in experience level decreases Fat Percentage by approximately 4.54 units.</a:t>
            </a:r>
          </a:p>
          <a:p>
            <a:r>
              <a:rPr lang="en-US" sz="900" b="1" dirty="0">
                <a:solidFill>
                  <a:schemeClr val="tx1"/>
                </a:solidFill>
              </a:rPr>
              <a:t>P-value: </a:t>
            </a:r>
            <a:r>
              <a:rPr lang="en-US" sz="900" dirty="0">
                <a:solidFill>
                  <a:schemeClr val="tx1"/>
                </a:solidFill>
              </a:rPr>
              <a:t>Extremely significant (8.36796E-24).</a:t>
            </a:r>
          </a:p>
          <a:p>
            <a:endParaRPr lang="en-US" sz="900" dirty="0">
              <a:solidFill>
                <a:schemeClr val="tx1"/>
              </a:solidFill>
            </a:endParaRPr>
          </a:p>
          <a:p>
            <a:r>
              <a:rPr lang="en-US" sz="900" b="1" dirty="0">
                <a:solidFill>
                  <a:schemeClr val="tx1"/>
                </a:solidFill>
              </a:rPr>
              <a:t>2. Workout Frequency (Days/Week)</a:t>
            </a:r>
          </a:p>
          <a:p>
            <a:r>
              <a:rPr lang="en-US" sz="900" b="1" dirty="0">
                <a:solidFill>
                  <a:schemeClr val="tx1"/>
                </a:solidFill>
              </a:rPr>
              <a:t>Coefficient: </a:t>
            </a:r>
            <a:r>
              <a:rPr lang="en-US" sz="900" dirty="0">
                <a:solidFill>
                  <a:schemeClr val="tx1"/>
                </a:solidFill>
              </a:rPr>
              <a:t>0.263, showing a very small positive relationship with Fat Percentage, but it’s not statistically significant (P-value: 0.381).</a:t>
            </a:r>
          </a:p>
          <a:p>
            <a:endParaRPr lang="en-US" sz="900" dirty="0">
              <a:solidFill>
                <a:schemeClr val="tx1"/>
              </a:solidFill>
            </a:endParaRPr>
          </a:p>
          <a:p>
            <a:r>
              <a:rPr lang="en-US" sz="900" b="1" dirty="0">
                <a:solidFill>
                  <a:schemeClr val="tx1"/>
                </a:solidFill>
              </a:rPr>
              <a:t>3. Session Duration (Hours)</a:t>
            </a:r>
          </a:p>
          <a:p>
            <a:r>
              <a:rPr lang="en-US" sz="900" b="1" dirty="0">
                <a:solidFill>
                  <a:schemeClr val="tx1"/>
                </a:solidFill>
              </a:rPr>
              <a:t>Coefficient: </a:t>
            </a:r>
            <a:r>
              <a:rPr lang="en-US" sz="900" dirty="0">
                <a:solidFill>
                  <a:schemeClr val="tx1"/>
                </a:solidFill>
              </a:rPr>
              <a:t>-3.571, showing a significant negative relationship with Fat Percentage. Each additional hour of session duration decreases Fat Percentage by approximately 3.57 units.</a:t>
            </a:r>
          </a:p>
          <a:p>
            <a:r>
              <a:rPr lang="en-US" sz="900" b="1" dirty="0">
                <a:solidFill>
                  <a:schemeClr val="tx1"/>
                </a:solidFill>
              </a:rPr>
              <a:t>P-value: </a:t>
            </a:r>
            <a:r>
              <a:rPr lang="en-US" sz="900" dirty="0">
                <a:solidFill>
                  <a:schemeClr val="tx1"/>
                </a:solidFill>
              </a:rPr>
              <a:t>Highly significant (1.72249E-07).</a:t>
            </a:r>
          </a:p>
          <a:p>
            <a:endParaRPr lang="en-US" sz="900" dirty="0">
              <a:solidFill>
                <a:schemeClr val="tx1"/>
              </a:solidFill>
            </a:endParaRPr>
          </a:p>
          <a:p>
            <a:r>
              <a:rPr lang="en-US" sz="900" b="1" u="sng" dirty="0">
                <a:solidFill>
                  <a:schemeClr val="tx1"/>
                </a:solidFill>
              </a:rPr>
              <a:t>Conclusion</a:t>
            </a:r>
          </a:p>
          <a:p>
            <a:r>
              <a:rPr lang="en-US" sz="900" dirty="0">
                <a:solidFill>
                  <a:schemeClr val="tx1"/>
                </a:solidFill>
              </a:rPr>
              <a:t>Experience Level and Session Duration significantly impact Fat Percentage, with higher levels and longer sessions leading to lower fat percentages. Workout Frequency, however, does not show a significant relationship in this multiple regression context.</a:t>
            </a:r>
            <a:endParaRPr lang="en-MY" sz="900" dirty="0">
              <a:solidFill>
                <a:schemeClr val="tx1"/>
              </a:solidFill>
            </a:endParaRPr>
          </a:p>
          <a:p>
            <a:endParaRPr lang="en-MY" sz="900" dirty="0">
              <a:solidFill>
                <a:schemeClr val="tx1"/>
              </a:solidFill>
            </a:endParaRPr>
          </a:p>
          <a:p>
            <a:r>
              <a:rPr lang="en-MY" sz="900" b="1" u="sng" dirty="0">
                <a:solidFill>
                  <a:schemeClr val="tx1"/>
                </a:solidFill>
              </a:rPr>
              <a:t>Proposal</a:t>
            </a:r>
          </a:p>
          <a:p>
            <a:pPr marL="171450" indent="-171450">
              <a:buFont typeface="Arial" panose="020B0604020202020204" pitchFamily="34" charset="0"/>
              <a:buChar char="•"/>
            </a:pPr>
            <a:r>
              <a:rPr lang="en-MY" sz="900" dirty="0">
                <a:solidFill>
                  <a:schemeClr val="tx1"/>
                </a:solidFill>
              </a:rPr>
              <a:t>To strategize a program to enhance gym members experience and session duration with consultation from expert trainer.</a:t>
            </a:r>
          </a:p>
          <a:p>
            <a:pPr marL="171450" indent="-171450">
              <a:buFont typeface="Arial" panose="020B0604020202020204" pitchFamily="34" charset="0"/>
              <a:buChar char="•"/>
            </a:pPr>
            <a:r>
              <a:rPr lang="en-MY" sz="900" dirty="0">
                <a:solidFill>
                  <a:schemeClr val="tx1"/>
                </a:solidFill>
              </a:rPr>
              <a:t>Market and campaign to emphasize on importance of exercise in improving fat percentage which directly asking for gym members and outsiders to exercise often; potentially increasing gym membership and revenue.</a:t>
            </a:r>
          </a:p>
        </p:txBody>
      </p:sp>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77FF13AD-D455-83D9-6B2C-DBDF548E1C1F}"/>
                  </a:ext>
                </a:extLst>
              </p:cNvPr>
              <p:cNvGraphicFramePr/>
              <p:nvPr>
                <p:extLst>
                  <p:ext uri="{D42A27DB-BD31-4B8C-83A1-F6EECF244321}">
                    <p14:modId xmlns:p14="http://schemas.microsoft.com/office/powerpoint/2010/main" val="3647549712"/>
                  </p:ext>
                </p:extLst>
              </p:nvPr>
            </p:nvGraphicFramePr>
            <p:xfrm>
              <a:off x="309328" y="3429000"/>
              <a:ext cx="2930042" cy="2930042"/>
            </p:xfrm>
            <a:graphic>
              <a:graphicData uri="http://schemas.microsoft.com/office/drawing/2014/chartex">
                <cx:chart xmlns:cx="http://schemas.microsoft.com/office/drawing/2014/chartex" xmlns:r="http://schemas.openxmlformats.org/officeDocument/2006/relationships" r:id="rId9"/>
              </a:graphicData>
            </a:graphic>
          </p:graphicFrame>
        </mc:Choice>
        <mc:Fallback xmlns="">
          <p:pic>
            <p:nvPicPr>
              <p:cNvPr id="2" name="Chart 1">
                <a:extLst>
                  <a:ext uri="{FF2B5EF4-FFF2-40B4-BE49-F238E27FC236}">
                    <a16:creationId xmlns:a16="http://schemas.microsoft.com/office/drawing/2014/main" id="{77FF13AD-D455-83D9-6B2C-DBDF548E1C1F}"/>
                  </a:ext>
                </a:extLst>
              </p:cNvPr>
              <p:cNvPicPr>
                <a:picLocks noGrp="1" noRot="1" noChangeAspect="1" noMove="1" noResize="1" noEditPoints="1" noAdjustHandles="1" noChangeArrowheads="1" noChangeShapeType="1"/>
              </p:cNvPicPr>
              <p:nvPr/>
            </p:nvPicPr>
            <p:blipFill>
              <a:blip r:embed="rId12"/>
              <a:stretch>
                <a:fillRect/>
              </a:stretch>
            </p:blipFill>
            <p:spPr>
              <a:xfrm>
                <a:off x="309328" y="3429000"/>
                <a:ext cx="2930042" cy="2930042"/>
              </a:xfrm>
              <a:prstGeom prst="rect">
                <a:avLst/>
              </a:prstGeom>
            </p:spPr>
          </p:pic>
        </mc:Fallback>
      </mc:AlternateContent>
    </p:spTree>
    <p:extLst>
      <p:ext uri="{BB962C8B-B14F-4D97-AF65-F5344CB8AC3E}">
        <p14:creationId xmlns:p14="http://schemas.microsoft.com/office/powerpoint/2010/main" val="1321733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D8D5D7-841E-4DF0-EFCC-5DF247843B7A}"/>
              </a:ext>
            </a:extLst>
          </p:cNvPr>
          <p:cNvSpPr/>
          <p:nvPr/>
        </p:nvSpPr>
        <p:spPr>
          <a:xfrm>
            <a:off x="0" y="0"/>
            <a:ext cx="3415004"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2FC9AFC5-6D53-477C-883D-CD18232457E4}"/>
                  </a:ext>
                </a:extLst>
              </p:cNvPr>
              <p:cNvGraphicFramePr/>
              <p:nvPr>
                <p:extLst>
                  <p:ext uri="{D42A27DB-BD31-4B8C-83A1-F6EECF244321}">
                    <p14:modId xmlns:p14="http://schemas.microsoft.com/office/powerpoint/2010/main" val="1473507053"/>
                  </p:ext>
                </p:extLst>
              </p:nvPr>
            </p:nvGraphicFramePr>
            <p:xfrm>
              <a:off x="309328" y="3429000"/>
              <a:ext cx="2930042" cy="2930042"/>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3" name="Chart 2">
                <a:extLst>
                  <a:ext uri="{FF2B5EF4-FFF2-40B4-BE49-F238E27FC236}">
                    <a16:creationId xmlns:a16="http://schemas.microsoft.com/office/drawing/2014/main" id="{2FC9AFC5-6D53-477C-883D-CD18232457E4}"/>
                  </a:ext>
                </a:extLst>
              </p:cNvPr>
              <p:cNvPicPr>
                <a:picLocks noGrp="1" noRot="1" noChangeAspect="1" noMove="1" noResize="1" noEditPoints="1" noAdjustHandles="1" noChangeArrowheads="1" noChangeShapeType="1"/>
              </p:cNvPicPr>
              <p:nvPr/>
            </p:nvPicPr>
            <p:blipFill>
              <a:blip r:embed="rId4"/>
              <a:stretch>
                <a:fillRect/>
              </a:stretch>
            </p:blipFill>
            <p:spPr>
              <a:xfrm>
                <a:off x="309328" y="3429000"/>
                <a:ext cx="2930042" cy="2930042"/>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A1310C9D-B53C-4D1D-B921-21081D2F9B35}"/>
                  </a:ext>
                </a:extLst>
              </p:cNvPr>
              <p:cNvGraphicFramePr/>
              <p:nvPr>
                <p:extLst>
                  <p:ext uri="{D42A27DB-BD31-4B8C-83A1-F6EECF244321}">
                    <p14:modId xmlns:p14="http://schemas.microsoft.com/office/powerpoint/2010/main" val="3621477018"/>
                  </p:ext>
                </p:extLst>
              </p:nvPr>
            </p:nvGraphicFramePr>
            <p:xfrm>
              <a:off x="309328" y="200378"/>
              <a:ext cx="2930042" cy="2930042"/>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4" name="Chart 3">
                <a:extLst>
                  <a:ext uri="{FF2B5EF4-FFF2-40B4-BE49-F238E27FC236}">
                    <a16:creationId xmlns:a16="http://schemas.microsoft.com/office/drawing/2014/main" id="{A1310C9D-B53C-4D1D-B921-21081D2F9B35}"/>
                  </a:ext>
                </a:extLst>
              </p:cNvPr>
              <p:cNvPicPr>
                <a:picLocks noGrp="1" noRot="1" noChangeAspect="1" noMove="1" noResize="1" noEditPoints="1" noAdjustHandles="1" noChangeArrowheads="1" noChangeShapeType="1"/>
              </p:cNvPicPr>
              <p:nvPr/>
            </p:nvPicPr>
            <p:blipFill>
              <a:blip r:embed="rId6"/>
              <a:stretch>
                <a:fillRect/>
              </a:stretch>
            </p:blipFill>
            <p:spPr>
              <a:xfrm>
                <a:off x="309328" y="200378"/>
                <a:ext cx="2930042" cy="2930042"/>
              </a:xfrm>
              <a:prstGeom prst="rect">
                <a:avLst/>
              </a:prstGeom>
            </p:spPr>
          </p:pic>
        </mc:Fallback>
      </mc:AlternateContent>
      <p:graphicFrame>
        <p:nvGraphicFramePr>
          <p:cNvPr id="2" name="Chart 1">
            <a:extLst>
              <a:ext uri="{FF2B5EF4-FFF2-40B4-BE49-F238E27FC236}">
                <a16:creationId xmlns:a16="http://schemas.microsoft.com/office/drawing/2014/main" id="{C80F7C6D-3171-4F95-8E43-2F2457EB340A}"/>
              </a:ext>
            </a:extLst>
          </p:cNvPr>
          <p:cNvGraphicFramePr>
            <a:graphicFrameLocks/>
          </p:cNvGraphicFramePr>
          <p:nvPr>
            <p:extLst>
              <p:ext uri="{D42A27DB-BD31-4B8C-83A1-F6EECF244321}">
                <p14:modId xmlns:p14="http://schemas.microsoft.com/office/powerpoint/2010/main" val="2483464464"/>
              </p:ext>
            </p:extLst>
          </p:nvPr>
        </p:nvGraphicFramePr>
        <p:xfrm>
          <a:off x="8049916" y="1800000"/>
          <a:ext cx="4142084" cy="180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5" name="Chart 4">
            <a:extLst>
              <a:ext uri="{FF2B5EF4-FFF2-40B4-BE49-F238E27FC236}">
                <a16:creationId xmlns:a16="http://schemas.microsoft.com/office/drawing/2014/main" id="{535EFA09-A165-4305-9A8C-71FC1DBA41A8}"/>
              </a:ext>
            </a:extLst>
          </p:cNvPr>
          <p:cNvGraphicFramePr>
            <a:graphicFrameLocks/>
          </p:cNvGraphicFramePr>
          <p:nvPr>
            <p:extLst>
              <p:ext uri="{D42A27DB-BD31-4B8C-83A1-F6EECF244321}">
                <p14:modId xmlns:p14="http://schemas.microsoft.com/office/powerpoint/2010/main" val="652582577"/>
              </p:ext>
            </p:extLst>
          </p:nvPr>
        </p:nvGraphicFramePr>
        <p:xfrm>
          <a:off x="8042988" y="0"/>
          <a:ext cx="4142084" cy="18000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6" name="Table 5">
            <a:extLst>
              <a:ext uri="{FF2B5EF4-FFF2-40B4-BE49-F238E27FC236}">
                <a16:creationId xmlns:a16="http://schemas.microsoft.com/office/drawing/2014/main" id="{C675B04F-CF49-5708-BAFD-5EC98EC750E3}"/>
              </a:ext>
            </a:extLst>
          </p:cNvPr>
          <p:cNvGraphicFramePr>
            <a:graphicFrameLocks noGrp="1"/>
          </p:cNvGraphicFramePr>
          <p:nvPr>
            <p:extLst>
              <p:ext uri="{D42A27DB-BD31-4B8C-83A1-F6EECF244321}">
                <p14:modId xmlns:p14="http://schemas.microsoft.com/office/powerpoint/2010/main" val="2166997257"/>
              </p:ext>
            </p:extLst>
          </p:nvPr>
        </p:nvGraphicFramePr>
        <p:xfrm>
          <a:off x="3640888" y="2637977"/>
          <a:ext cx="4094190" cy="791023"/>
        </p:xfrm>
        <a:graphic>
          <a:graphicData uri="http://schemas.openxmlformats.org/drawingml/2006/table">
            <a:tbl>
              <a:tblPr/>
              <a:tblGrid>
                <a:gridCol w="1364730">
                  <a:extLst>
                    <a:ext uri="{9D8B030D-6E8A-4147-A177-3AD203B41FA5}">
                      <a16:colId xmlns:a16="http://schemas.microsoft.com/office/drawing/2014/main" val="2980455897"/>
                    </a:ext>
                  </a:extLst>
                </a:gridCol>
                <a:gridCol w="1364730">
                  <a:extLst>
                    <a:ext uri="{9D8B030D-6E8A-4147-A177-3AD203B41FA5}">
                      <a16:colId xmlns:a16="http://schemas.microsoft.com/office/drawing/2014/main" val="2081114340"/>
                    </a:ext>
                  </a:extLst>
                </a:gridCol>
                <a:gridCol w="1364730">
                  <a:extLst>
                    <a:ext uri="{9D8B030D-6E8A-4147-A177-3AD203B41FA5}">
                      <a16:colId xmlns:a16="http://schemas.microsoft.com/office/drawing/2014/main" val="3081795538"/>
                    </a:ext>
                  </a:extLst>
                </a:gridCol>
              </a:tblGrid>
              <a:tr h="195314">
                <a:tc>
                  <a:txBody>
                    <a:bodyPr/>
                    <a:lstStyle/>
                    <a:p>
                      <a:pPr algn="ctr" fontAlgn="b"/>
                      <a:r>
                        <a:rPr lang="en-MY" sz="900" b="0" i="0" u="none" strike="noStrike" dirty="0">
                          <a:solidFill>
                            <a:srgbClr val="000000"/>
                          </a:solidFill>
                          <a:effectLst/>
                          <a:latin typeface="Calibri" panose="020F0502020204030204" pitchFamily="34" charset="0"/>
                        </a:rPr>
                        <a:t>Independent Variables </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683757"/>
                  </a:ext>
                </a:extLst>
              </a:tr>
              <a:tr h="195314">
                <a:tc>
                  <a:txBody>
                    <a:bodyPr/>
                    <a:lstStyle/>
                    <a:p>
                      <a:pPr algn="ctr" fontAlgn="b"/>
                      <a:r>
                        <a:rPr lang="en-MY" sz="900" b="0" i="0" u="none" strike="noStrike" dirty="0">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45.99206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86658426"/>
                  </a:ext>
                </a:extLst>
              </a:tr>
              <a:tr h="195314">
                <a:tc>
                  <a:txBody>
                    <a:bodyPr/>
                    <a:lstStyle/>
                    <a:p>
                      <a:pPr algn="ctr" fontAlgn="b"/>
                      <a:r>
                        <a:rPr lang="en-MY" sz="900" b="0" i="0" u="none" strike="noStrike">
                          <a:solidFill>
                            <a:srgbClr val="000000"/>
                          </a:solidFill>
                          <a:effectLst/>
                          <a:latin typeface="Calibri" panose="020F0502020204030204" pitchFamily="34" charset="0"/>
                        </a:rPr>
                        <a:t>Calories Burned</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-0.0102</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2.11E-66</a:t>
                      </a:r>
                    </a:p>
                  </a:txBody>
                  <a:tcPr marL="9525" marR="9525" marT="9525" marB="0" anchor="ctr">
                    <a:lnL>
                      <a:noFill/>
                    </a:lnL>
                    <a:lnR>
                      <a:noFill/>
                    </a:lnR>
                    <a:lnT>
                      <a:noFill/>
                    </a:lnT>
                    <a:lnB>
                      <a:noFill/>
                    </a:lnB>
                    <a:noFill/>
                  </a:tcPr>
                </a:tc>
                <a:extLst>
                  <a:ext uri="{0D108BD9-81ED-4DB2-BD59-A6C34878D82A}">
                    <a16:rowId xmlns:a16="http://schemas.microsoft.com/office/drawing/2014/main" val="3021342557"/>
                  </a:ext>
                </a:extLst>
              </a:tr>
              <a:tr h="205081">
                <a:tc>
                  <a:txBody>
                    <a:bodyPr/>
                    <a:lstStyle/>
                    <a:p>
                      <a:pPr algn="ctr" fontAlgn="b"/>
                      <a:r>
                        <a:rPr lang="en-MY" sz="900" b="0" i="0" u="none" strike="noStrike" dirty="0">
                          <a:solidFill>
                            <a:srgbClr val="000000"/>
                          </a:solidFill>
                          <a:effectLst/>
                          <a:latin typeface="Calibri" panose="020F0502020204030204" pitchFamily="34" charset="0"/>
                        </a:rPr>
                        <a:t>Water Intake (Liters)</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a:solidFill>
                            <a:srgbClr val="000000"/>
                          </a:solidFill>
                          <a:effectLst/>
                          <a:latin typeface="Calibri" panose="020F0502020204030204" pitchFamily="34" charset="0"/>
                        </a:rPr>
                        <a:t>-4.48651</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5.99E-63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4719751"/>
                  </a:ext>
                </a:extLst>
              </a:tr>
            </a:tbl>
          </a:graphicData>
        </a:graphic>
      </p:graphicFrame>
      <p:graphicFrame>
        <p:nvGraphicFramePr>
          <p:cNvPr id="8" name="Chart 7">
            <a:extLst>
              <a:ext uri="{FF2B5EF4-FFF2-40B4-BE49-F238E27FC236}">
                <a16:creationId xmlns:a16="http://schemas.microsoft.com/office/drawing/2014/main" id="{A6E2CBC2-D19B-4F7A-A003-9EFEEB3F1842}"/>
              </a:ext>
            </a:extLst>
          </p:cNvPr>
          <p:cNvGraphicFramePr>
            <a:graphicFrameLocks/>
          </p:cNvGraphicFramePr>
          <p:nvPr>
            <p:extLst>
              <p:ext uri="{D42A27DB-BD31-4B8C-83A1-F6EECF244321}">
                <p14:modId xmlns:p14="http://schemas.microsoft.com/office/powerpoint/2010/main" val="1170705607"/>
              </p:ext>
            </p:extLst>
          </p:nvPr>
        </p:nvGraphicFramePr>
        <p:xfrm>
          <a:off x="3415003" y="0"/>
          <a:ext cx="4553339" cy="2466976"/>
        </p:xfrm>
        <a:graphic>
          <a:graphicData uri="http://schemas.openxmlformats.org/drawingml/2006/chart">
            <c:chart xmlns:c="http://schemas.openxmlformats.org/drawingml/2006/chart" xmlns:r="http://schemas.openxmlformats.org/officeDocument/2006/relationships" r:id="rId9"/>
          </a:graphicData>
        </a:graphic>
      </p:graphicFrame>
      <p:sp>
        <p:nvSpPr>
          <p:cNvPr id="9" name="Rectangle 8">
            <a:extLst>
              <a:ext uri="{FF2B5EF4-FFF2-40B4-BE49-F238E27FC236}">
                <a16:creationId xmlns:a16="http://schemas.microsoft.com/office/drawing/2014/main" id="{91B47AD8-8EEB-94D4-ED90-68B76DE1EE30}"/>
              </a:ext>
            </a:extLst>
          </p:cNvPr>
          <p:cNvSpPr/>
          <p:nvPr/>
        </p:nvSpPr>
        <p:spPr>
          <a:xfrm>
            <a:off x="3605243" y="3600001"/>
            <a:ext cx="8449908" cy="310997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u="sng" dirty="0">
                <a:solidFill>
                  <a:schemeClr val="tx1"/>
                </a:solidFill>
              </a:rPr>
              <a:t>Calories Burned &amp; Water Intake Insight</a:t>
            </a:r>
          </a:p>
          <a:p>
            <a:pPr marL="171450" indent="-171450">
              <a:buFont typeface="Arial" panose="020B0604020202020204" pitchFamily="34" charset="0"/>
              <a:buChar char="•"/>
            </a:pPr>
            <a:r>
              <a:rPr lang="en-US" sz="1000" dirty="0">
                <a:solidFill>
                  <a:schemeClr val="tx1"/>
                </a:solidFill>
              </a:rPr>
              <a:t>Members with low fat percentage tend to drink more water though the calories burned below 1000.</a:t>
            </a:r>
          </a:p>
          <a:p>
            <a:pPr marL="171450" indent="-171450">
              <a:buFont typeface="Arial" panose="020B0604020202020204" pitchFamily="34" charset="0"/>
              <a:buChar char="•"/>
            </a:pPr>
            <a:r>
              <a:rPr lang="en-MY" sz="1000" dirty="0">
                <a:solidFill>
                  <a:schemeClr val="tx1"/>
                </a:solidFill>
              </a:rPr>
              <a:t>Normal class fat percentage, will have higher water intake when they burned their calories above 1000.</a:t>
            </a:r>
          </a:p>
          <a:p>
            <a:endParaRPr lang="en-MY" sz="1000" dirty="0">
              <a:solidFill>
                <a:schemeClr val="tx1"/>
              </a:solidFill>
            </a:endParaRPr>
          </a:p>
          <a:p>
            <a:r>
              <a:rPr lang="en-MY" sz="1000" b="1" u="sng" dirty="0">
                <a:solidFill>
                  <a:schemeClr val="tx1"/>
                </a:solidFill>
              </a:rPr>
              <a:t>Insight</a:t>
            </a:r>
          </a:p>
          <a:p>
            <a:r>
              <a:rPr lang="en-US" sz="1000" b="1" dirty="0">
                <a:solidFill>
                  <a:schemeClr val="tx1"/>
                </a:solidFill>
              </a:rPr>
              <a:t>1. Water Intake and Fat Percentage</a:t>
            </a:r>
          </a:p>
          <a:p>
            <a:r>
              <a:rPr lang="en-US" sz="1000" b="1" dirty="0">
                <a:solidFill>
                  <a:schemeClr val="tx1"/>
                </a:solidFill>
              </a:rPr>
              <a:t>Significance: </a:t>
            </a:r>
            <a:r>
              <a:rPr lang="en-US" sz="1000" dirty="0">
                <a:solidFill>
                  <a:schemeClr val="tx1"/>
                </a:solidFill>
              </a:rPr>
              <a:t>Water intake has a significant relationship with fat percentage, with a p-value indicating strong statistical significance. For each liter of water consumed, fat percentage decreases by approximately 4.49 units.</a:t>
            </a:r>
          </a:p>
          <a:p>
            <a:r>
              <a:rPr lang="en-US" sz="1000" b="1" dirty="0">
                <a:solidFill>
                  <a:schemeClr val="tx1"/>
                </a:solidFill>
              </a:rPr>
              <a:t>Variance Explained: </a:t>
            </a:r>
            <a:r>
              <a:rPr lang="en-US" sz="1000" dirty="0">
                <a:solidFill>
                  <a:schemeClr val="tx1"/>
                </a:solidFill>
              </a:rPr>
              <a:t>Only 34.65% of the variation in fat percentage can be explained by water intake, suggesting other factors are also at play.</a:t>
            </a:r>
          </a:p>
          <a:p>
            <a:endParaRPr lang="en-US" sz="1000" dirty="0">
              <a:solidFill>
                <a:schemeClr val="tx1"/>
              </a:solidFill>
            </a:endParaRPr>
          </a:p>
          <a:p>
            <a:r>
              <a:rPr lang="en-US" sz="1000" b="1" dirty="0">
                <a:solidFill>
                  <a:schemeClr val="tx1"/>
                </a:solidFill>
              </a:rPr>
              <a:t>2. Calories Burned and Fat Percentage</a:t>
            </a:r>
          </a:p>
          <a:p>
            <a:r>
              <a:rPr lang="en-US" sz="1000" b="1" dirty="0">
                <a:solidFill>
                  <a:schemeClr val="tx1"/>
                </a:solidFill>
              </a:rPr>
              <a:t>Significance: </a:t>
            </a:r>
            <a:r>
              <a:rPr lang="en-US" sz="1000" dirty="0">
                <a:solidFill>
                  <a:schemeClr val="tx1"/>
                </a:solidFill>
              </a:rPr>
              <a:t>Calories burned also show a significant relationship with fat percentage, with a p-value indicating strong statistical significance. Each calorie burned reduces fat percentage by approximately 0.0102 units.</a:t>
            </a:r>
          </a:p>
          <a:p>
            <a:r>
              <a:rPr lang="en-US" sz="1000" b="1" dirty="0">
                <a:solidFill>
                  <a:schemeClr val="tx1"/>
                </a:solidFill>
              </a:rPr>
              <a:t>Variance Explained: </a:t>
            </a:r>
            <a:r>
              <a:rPr lang="en-US" sz="1000" dirty="0">
                <a:solidFill>
                  <a:schemeClr val="tx1"/>
                </a:solidFill>
              </a:rPr>
              <a:t>Only 35.71% of the variation in fat percentage can be explained by calories burned, indicating the influence of other variables on fat loss.</a:t>
            </a:r>
          </a:p>
          <a:p>
            <a:endParaRPr lang="en-US" sz="1000" dirty="0">
              <a:solidFill>
                <a:schemeClr val="tx1"/>
              </a:solidFill>
            </a:endParaRPr>
          </a:p>
          <a:p>
            <a:r>
              <a:rPr lang="en-US" sz="1000" b="1" u="sng" dirty="0">
                <a:solidFill>
                  <a:schemeClr val="tx1"/>
                </a:solidFill>
              </a:rPr>
              <a:t>Proposal</a:t>
            </a:r>
          </a:p>
          <a:p>
            <a:pPr marL="171450" indent="-171450">
              <a:buFont typeface="Arial" panose="020B0604020202020204" pitchFamily="34" charset="0"/>
              <a:buChar char="•"/>
            </a:pPr>
            <a:r>
              <a:rPr lang="en-US" sz="1000" dirty="0">
                <a:solidFill>
                  <a:schemeClr val="tx1"/>
                </a:solidFill>
              </a:rPr>
              <a:t>Encourage and guide members to increase their calories burning with appropriate exercise or workout routine.</a:t>
            </a:r>
          </a:p>
          <a:p>
            <a:pPr marL="171450" indent="-171450">
              <a:buFont typeface="Arial" panose="020B0604020202020204" pitchFamily="34" charset="0"/>
              <a:buChar char="•"/>
            </a:pPr>
            <a:r>
              <a:rPr lang="en-US" sz="1000" dirty="0">
                <a:solidFill>
                  <a:schemeClr val="tx1"/>
                </a:solidFill>
              </a:rPr>
              <a:t>Plan a program that incorporate hydration strategies and effective workout with high calories burning to optimize fat loss.</a:t>
            </a:r>
            <a:endParaRPr lang="en-MY" sz="1000" dirty="0">
              <a:solidFill>
                <a:schemeClr val="tx1"/>
              </a:solidFill>
            </a:endParaRPr>
          </a:p>
        </p:txBody>
      </p:sp>
    </p:spTree>
    <p:extLst>
      <p:ext uri="{BB962C8B-B14F-4D97-AF65-F5344CB8AC3E}">
        <p14:creationId xmlns:p14="http://schemas.microsoft.com/office/powerpoint/2010/main" val="1968593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30F21E0-AD76-D1F1-7BA3-CD956C3257D7}"/>
              </a:ext>
            </a:extLst>
          </p:cNvPr>
          <p:cNvSpPr/>
          <p:nvPr/>
        </p:nvSpPr>
        <p:spPr>
          <a:xfrm>
            <a:off x="0" y="0"/>
            <a:ext cx="3215317"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0610ADFD-2B2C-402F-AEF3-8D3350D40983}"/>
                  </a:ext>
                </a:extLst>
              </p:cNvPr>
              <p:cNvGraphicFramePr/>
              <p:nvPr>
                <p:extLst>
                  <p:ext uri="{D42A27DB-BD31-4B8C-83A1-F6EECF244321}">
                    <p14:modId xmlns:p14="http://schemas.microsoft.com/office/powerpoint/2010/main" val="2429680361"/>
                  </p:ext>
                </p:extLst>
              </p:nvPr>
            </p:nvGraphicFramePr>
            <p:xfrm>
              <a:off x="171060" y="439874"/>
              <a:ext cx="2930400" cy="29304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 name="Chart 1">
                <a:extLst>
                  <a:ext uri="{FF2B5EF4-FFF2-40B4-BE49-F238E27FC236}">
                    <a16:creationId xmlns:a16="http://schemas.microsoft.com/office/drawing/2014/main" id="{0610ADFD-2B2C-402F-AEF3-8D3350D40983}"/>
                  </a:ext>
                </a:extLst>
              </p:cNvPr>
              <p:cNvPicPr>
                <a:picLocks noGrp="1" noRot="1" noChangeAspect="1" noMove="1" noResize="1" noEditPoints="1" noAdjustHandles="1" noChangeArrowheads="1" noChangeShapeType="1"/>
              </p:cNvPicPr>
              <p:nvPr/>
            </p:nvPicPr>
            <p:blipFill>
              <a:blip r:embed="rId4"/>
              <a:stretch>
                <a:fillRect/>
              </a:stretch>
            </p:blipFill>
            <p:spPr>
              <a:xfrm>
                <a:off x="171060" y="439874"/>
                <a:ext cx="2930400" cy="2930400"/>
              </a:xfrm>
              <a:prstGeom prst="rect">
                <a:avLst/>
              </a:prstGeom>
            </p:spPr>
          </p:pic>
        </mc:Fallback>
      </mc:AlternateContent>
      <p:graphicFrame>
        <p:nvGraphicFramePr>
          <p:cNvPr id="5" name="Chart 4">
            <a:extLst>
              <a:ext uri="{FF2B5EF4-FFF2-40B4-BE49-F238E27FC236}">
                <a16:creationId xmlns:a16="http://schemas.microsoft.com/office/drawing/2014/main" id="{0A79F4A2-1117-47D5-A377-D82D4B226FD5}"/>
              </a:ext>
            </a:extLst>
          </p:cNvPr>
          <p:cNvGraphicFramePr>
            <a:graphicFrameLocks/>
          </p:cNvGraphicFramePr>
          <p:nvPr>
            <p:extLst>
              <p:ext uri="{D42A27DB-BD31-4B8C-83A1-F6EECF244321}">
                <p14:modId xmlns:p14="http://schemas.microsoft.com/office/powerpoint/2010/main" val="13741241"/>
              </p:ext>
            </p:extLst>
          </p:nvPr>
        </p:nvGraphicFramePr>
        <p:xfrm>
          <a:off x="171060" y="3487726"/>
          <a:ext cx="2930400" cy="29304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Chart 17">
            <a:extLst>
              <a:ext uri="{FF2B5EF4-FFF2-40B4-BE49-F238E27FC236}">
                <a16:creationId xmlns:a16="http://schemas.microsoft.com/office/drawing/2014/main" id="{37207EBF-EE68-4CA2-926D-B5262DD4F4CB}"/>
              </a:ext>
            </a:extLst>
          </p:cNvPr>
          <p:cNvGraphicFramePr>
            <a:graphicFrameLocks/>
          </p:cNvGraphicFramePr>
          <p:nvPr>
            <p:extLst>
              <p:ext uri="{D42A27DB-BD31-4B8C-83A1-F6EECF244321}">
                <p14:modId xmlns:p14="http://schemas.microsoft.com/office/powerpoint/2010/main" val="1054121205"/>
              </p:ext>
            </p:extLst>
          </p:nvPr>
        </p:nvGraphicFramePr>
        <p:xfrm>
          <a:off x="3215317" y="101327"/>
          <a:ext cx="3786044" cy="324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Chart 18">
            <a:extLst>
              <a:ext uri="{FF2B5EF4-FFF2-40B4-BE49-F238E27FC236}">
                <a16:creationId xmlns:a16="http://schemas.microsoft.com/office/drawing/2014/main" id="{75EBE20E-77A6-47B9-B760-26A1361D8EB4}"/>
              </a:ext>
            </a:extLst>
          </p:cNvPr>
          <p:cNvGraphicFramePr>
            <a:graphicFrameLocks/>
          </p:cNvGraphicFramePr>
          <p:nvPr>
            <p:extLst>
              <p:ext uri="{D42A27DB-BD31-4B8C-83A1-F6EECF244321}">
                <p14:modId xmlns:p14="http://schemas.microsoft.com/office/powerpoint/2010/main" val="2250962736"/>
              </p:ext>
            </p:extLst>
          </p:nvPr>
        </p:nvGraphicFramePr>
        <p:xfrm>
          <a:off x="3215317" y="3516673"/>
          <a:ext cx="3786044" cy="3240000"/>
        </p:xfrm>
        <a:graphic>
          <a:graphicData uri="http://schemas.openxmlformats.org/drawingml/2006/chart">
            <c:chart xmlns:c="http://schemas.openxmlformats.org/drawingml/2006/chart" xmlns:r="http://schemas.openxmlformats.org/officeDocument/2006/relationships" r:id="rId7"/>
          </a:graphicData>
        </a:graphic>
      </p:graphicFrame>
      <p:pic>
        <p:nvPicPr>
          <p:cNvPr id="20" name="Picture 19">
            <a:extLst>
              <a:ext uri="{FF2B5EF4-FFF2-40B4-BE49-F238E27FC236}">
                <a16:creationId xmlns:a16="http://schemas.microsoft.com/office/drawing/2014/main" id="{5D649314-3FDC-91F3-370F-5CB6CAB9B8FF}"/>
              </a:ext>
            </a:extLst>
          </p:cNvPr>
          <p:cNvPicPr>
            <a:picLocks noChangeAspect="1"/>
          </p:cNvPicPr>
          <p:nvPr/>
        </p:nvPicPr>
        <p:blipFill>
          <a:blip r:embed="rId8"/>
          <a:stretch>
            <a:fillRect/>
          </a:stretch>
        </p:blipFill>
        <p:spPr>
          <a:xfrm>
            <a:off x="7342930" y="2668712"/>
            <a:ext cx="2059424" cy="1076518"/>
          </a:xfrm>
          <a:prstGeom prst="rect">
            <a:avLst/>
          </a:prstGeom>
        </p:spPr>
      </p:pic>
      <p:pic>
        <p:nvPicPr>
          <p:cNvPr id="21" name="Picture 20">
            <a:extLst>
              <a:ext uri="{FF2B5EF4-FFF2-40B4-BE49-F238E27FC236}">
                <a16:creationId xmlns:a16="http://schemas.microsoft.com/office/drawing/2014/main" id="{7AB45622-898A-8758-DF49-42E866CC2156}"/>
              </a:ext>
            </a:extLst>
          </p:cNvPr>
          <p:cNvPicPr>
            <a:picLocks noChangeAspect="1"/>
          </p:cNvPicPr>
          <p:nvPr/>
        </p:nvPicPr>
        <p:blipFill>
          <a:blip r:embed="rId9"/>
          <a:stretch>
            <a:fillRect/>
          </a:stretch>
        </p:blipFill>
        <p:spPr>
          <a:xfrm>
            <a:off x="9882928" y="2668712"/>
            <a:ext cx="2059424" cy="1060916"/>
          </a:xfrm>
          <a:prstGeom prst="rect">
            <a:avLst/>
          </a:prstGeom>
        </p:spPr>
      </p:pic>
      <p:sp>
        <p:nvSpPr>
          <p:cNvPr id="22" name="Rectangle 21">
            <a:extLst>
              <a:ext uri="{FF2B5EF4-FFF2-40B4-BE49-F238E27FC236}">
                <a16:creationId xmlns:a16="http://schemas.microsoft.com/office/drawing/2014/main" id="{0E665959-3E1B-9CAC-2967-B3129C6B344A}"/>
              </a:ext>
            </a:extLst>
          </p:cNvPr>
          <p:cNvSpPr/>
          <p:nvPr/>
        </p:nvSpPr>
        <p:spPr>
          <a:xfrm>
            <a:off x="7115217" y="3745230"/>
            <a:ext cx="4939934" cy="303390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MY" sz="950" b="1" u="sng" dirty="0">
                <a:solidFill>
                  <a:schemeClr val="tx1"/>
                </a:solidFill>
              </a:rPr>
              <a:t>Insight</a:t>
            </a:r>
          </a:p>
          <a:p>
            <a:pPr marL="171450" indent="-171450">
              <a:buFont typeface="Arial" panose="020B0604020202020204" pitchFamily="34" charset="0"/>
              <a:buChar char="•"/>
            </a:pPr>
            <a:r>
              <a:rPr lang="en-MY" sz="950" dirty="0">
                <a:solidFill>
                  <a:schemeClr val="tx1"/>
                </a:solidFill>
              </a:rPr>
              <a:t>The distribution of Max EHR BPM is evenly distributed with no skew.</a:t>
            </a:r>
          </a:p>
          <a:p>
            <a:pPr marL="171450" indent="-171450">
              <a:buFont typeface="Arial" panose="020B0604020202020204" pitchFamily="34" charset="0"/>
              <a:buChar char="•"/>
            </a:pPr>
            <a:r>
              <a:rPr lang="en-MY" sz="950" dirty="0">
                <a:solidFill>
                  <a:schemeClr val="tx1"/>
                </a:solidFill>
              </a:rPr>
              <a:t>91.88% gym members reach high and critical EHR zones during their workout.</a:t>
            </a:r>
          </a:p>
          <a:p>
            <a:pPr marL="171450" indent="-171450">
              <a:buFont typeface="Arial" panose="020B0604020202020204" pitchFamily="34" charset="0"/>
              <a:buChar char="•"/>
            </a:pPr>
            <a:r>
              <a:rPr lang="en-US" sz="950" dirty="0">
                <a:solidFill>
                  <a:schemeClr val="tx1"/>
                </a:solidFill>
              </a:rPr>
              <a:t>From the correlation matrices we can see that Max BPM almost have no correlation with all the demographic, behavioral, performance and fitness metrics.</a:t>
            </a:r>
          </a:p>
          <a:p>
            <a:pPr marL="171450" indent="-171450">
              <a:buFont typeface="Arial" panose="020B0604020202020204" pitchFamily="34" charset="0"/>
              <a:buChar char="•"/>
            </a:pPr>
            <a:r>
              <a:rPr lang="en-US" sz="950" dirty="0">
                <a:solidFill>
                  <a:schemeClr val="tx1"/>
                </a:solidFill>
              </a:rPr>
              <a:t>Scientifically, max exercise heart rate (EHR) BPM factored also by medication, stress, food and also environmental.</a:t>
            </a:r>
          </a:p>
          <a:p>
            <a:pPr marL="171450" indent="-171450">
              <a:buFont typeface="Arial" panose="020B0604020202020204" pitchFamily="34" charset="0"/>
              <a:buChar char="•"/>
            </a:pPr>
            <a:r>
              <a:rPr lang="en-US" sz="950" dirty="0">
                <a:solidFill>
                  <a:schemeClr val="tx1"/>
                </a:solidFill>
              </a:rPr>
              <a:t>To study more on gym members max EHR BPM, we should take extensive data collection on above factors.</a:t>
            </a:r>
          </a:p>
          <a:p>
            <a:pPr marL="171450" indent="-171450">
              <a:buFont typeface="Arial" panose="020B0604020202020204" pitchFamily="34" charset="0"/>
              <a:buChar char="•"/>
            </a:pPr>
            <a:r>
              <a:rPr lang="en-US" sz="950" dirty="0">
                <a:solidFill>
                  <a:schemeClr val="tx1"/>
                </a:solidFill>
              </a:rPr>
              <a:t>But, if we delve into age factor and referring to research from American Heart Association, EHR zone is impacted by age of person. The older they are, the lower their max zone level. (Source: </a:t>
            </a:r>
            <a:r>
              <a:rPr lang="en-US" sz="950" dirty="0">
                <a:solidFill>
                  <a:srgbClr val="0000FF"/>
                </a:solidFill>
                <a:hlinkClick r:id="rId10">
                  <a:extLst>
                    <a:ext uri="{A12FA001-AC4F-418D-AE19-62706E023703}">
                      <ahyp:hlinkClr xmlns:ahyp="http://schemas.microsoft.com/office/drawing/2018/hyperlinkcolor" val="tx"/>
                    </a:ext>
                  </a:extLst>
                </a:hlinkClick>
              </a:rPr>
              <a:t>https://www.heart.org/en/healthy-living/fitness/fitness-basics/target-heart-rates</a:t>
            </a:r>
            <a:r>
              <a:rPr lang="en-US" sz="950" dirty="0">
                <a:solidFill>
                  <a:schemeClr val="tx1"/>
                </a:solidFill>
              </a:rPr>
              <a:t>).</a:t>
            </a:r>
          </a:p>
          <a:p>
            <a:endParaRPr lang="en-US" sz="950" dirty="0">
              <a:solidFill>
                <a:schemeClr val="tx1"/>
              </a:solidFill>
            </a:endParaRPr>
          </a:p>
          <a:p>
            <a:r>
              <a:rPr lang="en-US" sz="950" b="1" u="sng" dirty="0">
                <a:solidFill>
                  <a:schemeClr val="tx1"/>
                </a:solidFill>
              </a:rPr>
              <a:t>Proposal</a:t>
            </a:r>
          </a:p>
          <a:p>
            <a:pPr marL="171450" indent="-171450">
              <a:buFont typeface="Arial" panose="020B0604020202020204" pitchFamily="34" charset="0"/>
              <a:buChar char="•"/>
            </a:pPr>
            <a:r>
              <a:rPr lang="en-US" sz="950" dirty="0">
                <a:solidFill>
                  <a:schemeClr val="tx1"/>
                </a:solidFill>
              </a:rPr>
              <a:t>Conduct health assessment periodically for gym members to track their overall performance and fitness metric.</a:t>
            </a:r>
          </a:p>
          <a:p>
            <a:pPr marL="171450" indent="-171450">
              <a:buFont typeface="Arial" panose="020B0604020202020204" pitchFamily="34" charset="0"/>
              <a:buChar char="•"/>
            </a:pPr>
            <a:r>
              <a:rPr lang="en-US" sz="950" dirty="0">
                <a:solidFill>
                  <a:schemeClr val="tx1"/>
                </a:solidFill>
              </a:rPr>
              <a:t>Educate gym member on importance of monitoring heart level; how to ensure they are not jeopardizing their health during workout.</a:t>
            </a:r>
            <a:endParaRPr lang="en-MY" sz="950" dirty="0">
              <a:solidFill>
                <a:schemeClr val="tx1"/>
              </a:solidFill>
            </a:endParaRPr>
          </a:p>
        </p:txBody>
      </p:sp>
      <p:graphicFrame>
        <p:nvGraphicFramePr>
          <p:cNvPr id="23" name="Chart 22">
            <a:extLst>
              <a:ext uri="{FF2B5EF4-FFF2-40B4-BE49-F238E27FC236}">
                <a16:creationId xmlns:a16="http://schemas.microsoft.com/office/drawing/2014/main" id="{1D5604FC-A065-4925-BEEA-490637661322}"/>
              </a:ext>
            </a:extLst>
          </p:cNvPr>
          <p:cNvGraphicFramePr>
            <a:graphicFrameLocks/>
          </p:cNvGraphicFramePr>
          <p:nvPr>
            <p:extLst>
              <p:ext uri="{D42A27DB-BD31-4B8C-83A1-F6EECF244321}">
                <p14:modId xmlns:p14="http://schemas.microsoft.com/office/powerpoint/2010/main" val="3096339588"/>
              </p:ext>
            </p:extLst>
          </p:nvPr>
        </p:nvGraphicFramePr>
        <p:xfrm>
          <a:off x="7342930" y="101326"/>
          <a:ext cx="4599422" cy="2475619"/>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04693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7CC95E-131A-A6A5-5BE2-D6B135A599DD}"/>
              </a:ext>
            </a:extLst>
          </p:cNvPr>
          <p:cNvSpPr/>
          <p:nvPr/>
        </p:nvSpPr>
        <p:spPr>
          <a:xfrm>
            <a:off x="0" y="0"/>
            <a:ext cx="3215317"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aphicFrame>
        <p:nvGraphicFramePr>
          <p:cNvPr id="6" name="Chart 5">
            <a:extLst>
              <a:ext uri="{FF2B5EF4-FFF2-40B4-BE49-F238E27FC236}">
                <a16:creationId xmlns:a16="http://schemas.microsoft.com/office/drawing/2014/main" id="{AED488F8-B9B9-4ED1-AE77-D0231D951226}"/>
              </a:ext>
            </a:extLst>
          </p:cNvPr>
          <p:cNvGraphicFramePr>
            <a:graphicFrameLocks/>
          </p:cNvGraphicFramePr>
          <p:nvPr>
            <p:extLst>
              <p:ext uri="{D42A27DB-BD31-4B8C-83A1-F6EECF244321}">
                <p14:modId xmlns:p14="http://schemas.microsoft.com/office/powerpoint/2010/main" val="2238917842"/>
              </p:ext>
            </p:extLst>
          </p:nvPr>
        </p:nvGraphicFramePr>
        <p:xfrm>
          <a:off x="3239724" y="2311352"/>
          <a:ext cx="4276503" cy="2311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FC3B6B8F-CE11-4E00-9B2B-C9BEA7A0278F}"/>
              </a:ext>
            </a:extLst>
          </p:cNvPr>
          <p:cNvGraphicFramePr>
            <a:graphicFrameLocks/>
          </p:cNvGraphicFramePr>
          <p:nvPr>
            <p:extLst>
              <p:ext uri="{D42A27DB-BD31-4B8C-83A1-F6EECF244321}">
                <p14:modId xmlns:p14="http://schemas.microsoft.com/office/powerpoint/2010/main" val="4246188755"/>
              </p:ext>
            </p:extLst>
          </p:nvPr>
        </p:nvGraphicFramePr>
        <p:xfrm>
          <a:off x="3230063" y="0"/>
          <a:ext cx="4117192" cy="23113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D266C7BF-81F4-43B6-92E4-26B91239190D}"/>
              </a:ext>
            </a:extLst>
          </p:cNvPr>
          <p:cNvGraphicFramePr>
            <a:graphicFrameLocks/>
          </p:cNvGraphicFramePr>
          <p:nvPr>
            <p:extLst>
              <p:ext uri="{D42A27DB-BD31-4B8C-83A1-F6EECF244321}">
                <p14:modId xmlns:p14="http://schemas.microsoft.com/office/powerpoint/2010/main" val="4191356386"/>
              </p:ext>
            </p:extLst>
          </p:nvPr>
        </p:nvGraphicFramePr>
        <p:xfrm>
          <a:off x="7516229" y="6303"/>
          <a:ext cx="4504889" cy="248089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Table 8">
            <a:extLst>
              <a:ext uri="{FF2B5EF4-FFF2-40B4-BE49-F238E27FC236}">
                <a16:creationId xmlns:a16="http://schemas.microsoft.com/office/drawing/2014/main" id="{C24D141B-EBFC-037B-5665-03CE7A5E9CDE}"/>
              </a:ext>
            </a:extLst>
          </p:cNvPr>
          <p:cNvGraphicFramePr>
            <a:graphicFrameLocks noGrp="1"/>
          </p:cNvGraphicFramePr>
          <p:nvPr>
            <p:extLst>
              <p:ext uri="{D42A27DB-BD31-4B8C-83A1-F6EECF244321}">
                <p14:modId xmlns:p14="http://schemas.microsoft.com/office/powerpoint/2010/main" val="687808644"/>
              </p:ext>
            </p:extLst>
          </p:nvPr>
        </p:nvGraphicFramePr>
        <p:xfrm>
          <a:off x="7685201" y="2575121"/>
          <a:ext cx="4335918" cy="590109"/>
        </p:xfrm>
        <a:graphic>
          <a:graphicData uri="http://schemas.openxmlformats.org/drawingml/2006/table">
            <a:tbl>
              <a:tblPr/>
              <a:tblGrid>
                <a:gridCol w="1445306">
                  <a:extLst>
                    <a:ext uri="{9D8B030D-6E8A-4147-A177-3AD203B41FA5}">
                      <a16:colId xmlns:a16="http://schemas.microsoft.com/office/drawing/2014/main" val="3460772858"/>
                    </a:ext>
                  </a:extLst>
                </a:gridCol>
                <a:gridCol w="1445306">
                  <a:extLst>
                    <a:ext uri="{9D8B030D-6E8A-4147-A177-3AD203B41FA5}">
                      <a16:colId xmlns:a16="http://schemas.microsoft.com/office/drawing/2014/main" val="1257947967"/>
                    </a:ext>
                  </a:extLst>
                </a:gridCol>
                <a:gridCol w="1445306">
                  <a:extLst>
                    <a:ext uri="{9D8B030D-6E8A-4147-A177-3AD203B41FA5}">
                      <a16:colId xmlns:a16="http://schemas.microsoft.com/office/drawing/2014/main" val="857617142"/>
                    </a:ext>
                  </a:extLst>
                </a:gridCol>
              </a:tblGrid>
              <a:tr h="246695">
                <a:tc>
                  <a:txBody>
                    <a:bodyPr/>
                    <a:lstStyle/>
                    <a:p>
                      <a:pPr algn="ctr" fontAlgn="b"/>
                      <a:r>
                        <a:rPr lang="en-MY" sz="900" b="0" i="0" u="none" strike="noStrike" dirty="0">
                          <a:solidFill>
                            <a:srgbClr val="000000"/>
                          </a:solidFill>
                          <a:effectLst/>
                          <a:latin typeface="Calibri" panose="020F0502020204030204" pitchFamily="34" charset="0"/>
                        </a:rPr>
                        <a:t> </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677744"/>
                  </a:ext>
                </a:extLst>
              </a:tr>
              <a:tr h="171707">
                <a:tc>
                  <a:txBody>
                    <a:bodyPr/>
                    <a:lstStyle/>
                    <a:p>
                      <a:pPr algn="ctr" fontAlgn="b"/>
                      <a:r>
                        <a:rPr lang="en-MY" sz="900" b="0" i="0" u="none" strike="noStrike">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142.1281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80620238"/>
                  </a:ext>
                </a:extLst>
              </a:tr>
              <a:tr h="171707">
                <a:tc>
                  <a:txBody>
                    <a:bodyPr/>
                    <a:lstStyle/>
                    <a:p>
                      <a:pPr algn="ctr" fontAlgn="b"/>
                      <a:r>
                        <a:rPr lang="en-MY" sz="900" b="0" i="0" u="none" strike="noStrike">
                          <a:solidFill>
                            <a:srgbClr val="000000"/>
                          </a:solidFill>
                          <a:effectLst/>
                          <a:latin typeface="Calibri" panose="020F0502020204030204" pitchFamily="34" charset="0"/>
                        </a:rPr>
                        <a:t>Age</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0.04236</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0.262329</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1791063"/>
                  </a:ext>
                </a:extLst>
              </a:tr>
            </a:tbl>
          </a:graphicData>
        </a:graphic>
      </p:graphicFrame>
      <p:graphicFrame>
        <p:nvGraphicFramePr>
          <p:cNvPr id="10" name="Chart 9">
            <a:extLst>
              <a:ext uri="{FF2B5EF4-FFF2-40B4-BE49-F238E27FC236}">
                <a16:creationId xmlns:a16="http://schemas.microsoft.com/office/drawing/2014/main" id="{FA45C37E-852B-4AA3-A3C4-3C0D972A09D9}"/>
              </a:ext>
            </a:extLst>
          </p:cNvPr>
          <p:cNvGraphicFramePr>
            <a:graphicFrameLocks/>
          </p:cNvGraphicFramePr>
          <p:nvPr>
            <p:extLst>
              <p:ext uri="{D42A27DB-BD31-4B8C-83A1-F6EECF244321}">
                <p14:modId xmlns:p14="http://schemas.microsoft.com/office/powerpoint/2010/main" val="3166163616"/>
              </p:ext>
            </p:extLst>
          </p:nvPr>
        </p:nvGraphicFramePr>
        <p:xfrm>
          <a:off x="3647101" y="4622552"/>
          <a:ext cx="3621064" cy="2172639"/>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cx1="http://schemas.microsoft.com/office/drawing/2015/9/8/chartex">
        <mc:Choice Requires="cx1">
          <p:graphicFrame>
            <p:nvGraphicFramePr>
              <p:cNvPr id="13" name="Chart 12">
                <a:extLst>
                  <a:ext uri="{FF2B5EF4-FFF2-40B4-BE49-F238E27FC236}">
                    <a16:creationId xmlns:a16="http://schemas.microsoft.com/office/drawing/2014/main" id="{4317ACA4-542F-773C-72A6-137018C455B7}"/>
                  </a:ext>
                </a:extLst>
              </p:cNvPr>
              <p:cNvGraphicFramePr/>
              <p:nvPr>
                <p:extLst>
                  <p:ext uri="{D42A27DB-BD31-4B8C-83A1-F6EECF244321}">
                    <p14:modId xmlns:p14="http://schemas.microsoft.com/office/powerpoint/2010/main" val="4045975923"/>
                  </p:ext>
                </p:extLst>
              </p:nvPr>
            </p:nvGraphicFramePr>
            <p:xfrm>
              <a:off x="130690" y="414262"/>
              <a:ext cx="2930400" cy="2930400"/>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13" name="Chart 12">
                <a:extLst>
                  <a:ext uri="{FF2B5EF4-FFF2-40B4-BE49-F238E27FC236}">
                    <a16:creationId xmlns:a16="http://schemas.microsoft.com/office/drawing/2014/main" id="{4317ACA4-542F-773C-72A6-137018C455B7}"/>
                  </a:ext>
                </a:extLst>
              </p:cNvPr>
              <p:cNvPicPr>
                <a:picLocks noGrp="1" noRot="1" noChangeAspect="1" noMove="1" noResize="1" noEditPoints="1" noAdjustHandles="1" noChangeArrowheads="1" noChangeShapeType="1"/>
              </p:cNvPicPr>
              <p:nvPr/>
            </p:nvPicPr>
            <p:blipFill>
              <a:blip r:embed="rId8"/>
              <a:stretch>
                <a:fillRect/>
              </a:stretch>
            </p:blipFill>
            <p:spPr>
              <a:xfrm>
                <a:off x="130690" y="414262"/>
                <a:ext cx="2930400" cy="2930400"/>
              </a:xfrm>
              <a:prstGeom prst="rect">
                <a:avLst/>
              </a:prstGeom>
            </p:spPr>
          </p:pic>
        </mc:Fallback>
      </mc:AlternateContent>
      <p:graphicFrame>
        <p:nvGraphicFramePr>
          <p:cNvPr id="14" name="Chart 13">
            <a:extLst>
              <a:ext uri="{FF2B5EF4-FFF2-40B4-BE49-F238E27FC236}">
                <a16:creationId xmlns:a16="http://schemas.microsoft.com/office/drawing/2014/main" id="{BA200762-7029-D02B-9D0C-603646FE5EF0}"/>
              </a:ext>
            </a:extLst>
          </p:cNvPr>
          <p:cNvGraphicFramePr>
            <a:graphicFrameLocks/>
          </p:cNvGraphicFramePr>
          <p:nvPr>
            <p:extLst>
              <p:ext uri="{D42A27DB-BD31-4B8C-83A1-F6EECF244321}">
                <p14:modId xmlns:p14="http://schemas.microsoft.com/office/powerpoint/2010/main" val="4004928156"/>
              </p:ext>
            </p:extLst>
          </p:nvPr>
        </p:nvGraphicFramePr>
        <p:xfrm>
          <a:off x="130690" y="3513337"/>
          <a:ext cx="2930400" cy="2930400"/>
        </p:xfrm>
        <a:graphic>
          <a:graphicData uri="http://schemas.openxmlformats.org/drawingml/2006/chart">
            <c:chart xmlns:c="http://schemas.openxmlformats.org/drawingml/2006/chart" xmlns:r="http://schemas.openxmlformats.org/officeDocument/2006/relationships" r:id="rId9"/>
          </a:graphicData>
        </a:graphic>
      </p:graphicFrame>
      <p:sp>
        <p:nvSpPr>
          <p:cNvPr id="2" name="Rectangle 1">
            <a:extLst>
              <a:ext uri="{FF2B5EF4-FFF2-40B4-BE49-F238E27FC236}">
                <a16:creationId xmlns:a16="http://schemas.microsoft.com/office/drawing/2014/main" id="{6494A05D-9C6B-11F1-AC0F-C33596367191}"/>
              </a:ext>
            </a:extLst>
          </p:cNvPr>
          <p:cNvSpPr/>
          <p:nvPr/>
        </p:nvSpPr>
        <p:spPr>
          <a:xfrm>
            <a:off x="7516227" y="3253153"/>
            <a:ext cx="4675772" cy="360484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MY" sz="950" b="1" u="sng" dirty="0">
                <a:solidFill>
                  <a:schemeClr val="tx1"/>
                </a:solidFill>
              </a:rPr>
              <a:t>Insight</a:t>
            </a:r>
          </a:p>
          <a:p>
            <a:pPr marL="171450" indent="-171450">
              <a:buFont typeface="Arial" panose="020B0604020202020204" pitchFamily="34" charset="0"/>
              <a:buChar char="•"/>
            </a:pPr>
            <a:r>
              <a:rPr lang="en-MY" sz="950" dirty="0">
                <a:solidFill>
                  <a:schemeClr val="tx1"/>
                </a:solidFill>
              </a:rPr>
              <a:t>The distribution of </a:t>
            </a:r>
            <a:r>
              <a:rPr lang="en-MY" sz="950" dirty="0" err="1">
                <a:solidFill>
                  <a:schemeClr val="tx1"/>
                </a:solidFill>
              </a:rPr>
              <a:t>Avg</a:t>
            </a:r>
            <a:r>
              <a:rPr lang="en-MY" sz="950" dirty="0">
                <a:solidFill>
                  <a:schemeClr val="tx1"/>
                </a:solidFill>
              </a:rPr>
              <a:t> EHR BPM is evenly distributed with no skew.</a:t>
            </a:r>
          </a:p>
          <a:p>
            <a:pPr marL="171450" indent="-171450">
              <a:buFont typeface="Arial" panose="020B0604020202020204" pitchFamily="34" charset="0"/>
              <a:buChar char="•"/>
            </a:pPr>
            <a:r>
              <a:rPr lang="en-MY" sz="950" dirty="0">
                <a:solidFill>
                  <a:schemeClr val="tx1"/>
                </a:solidFill>
              </a:rPr>
              <a:t>98.66% gym members reach normal and high EHR zones during their workout.</a:t>
            </a:r>
          </a:p>
          <a:p>
            <a:pPr marL="171450" indent="-171450">
              <a:buFont typeface="Arial" panose="020B0604020202020204" pitchFamily="34" charset="0"/>
              <a:buChar char="•"/>
            </a:pPr>
            <a:r>
              <a:rPr lang="en-US" sz="950" dirty="0">
                <a:solidFill>
                  <a:schemeClr val="tx1"/>
                </a:solidFill>
              </a:rPr>
              <a:t>For balance of 11.44% or 13 members, we found that they are inside category of critical EHR zone.</a:t>
            </a:r>
          </a:p>
          <a:p>
            <a:pPr marL="171450" indent="-171450">
              <a:buFont typeface="Arial" panose="020B0604020202020204" pitchFamily="34" charset="0"/>
              <a:buChar char="•"/>
            </a:pPr>
            <a:r>
              <a:rPr lang="en-US" sz="950" dirty="0">
                <a:solidFill>
                  <a:schemeClr val="tx1"/>
                </a:solidFill>
              </a:rPr>
              <a:t>Gym members who inside critical zone is within age of 55 – 60 years old with diversity of BMI class from severely underweight to obesity class 3.</a:t>
            </a:r>
          </a:p>
          <a:p>
            <a:pPr marL="171450" indent="-171450">
              <a:buFont typeface="Arial" panose="020B0604020202020204" pitchFamily="34" charset="0"/>
              <a:buChar char="•"/>
            </a:pPr>
            <a:r>
              <a:rPr lang="en-US" sz="950" dirty="0">
                <a:solidFill>
                  <a:schemeClr val="tx1"/>
                </a:solidFill>
              </a:rPr>
              <a:t>Regression analysis being done and found that there are weak statistic relationship between age and Avg EHR BPM with P-Value of 0.262 and the variance of Avg EHR BPM that can be explained by age of member is too low at 0.13%.</a:t>
            </a:r>
          </a:p>
          <a:p>
            <a:pPr marL="171450" indent="-171450">
              <a:buFont typeface="Arial" panose="020B0604020202020204" pitchFamily="34" charset="0"/>
              <a:buChar char="•"/>
            </a:pPr>
            <a:r>
              <a:rPr lang="en-US" sz="950" dirty="0">
                <a:solidFill>
                  <a:schemeClr val="tx1"/>
                </a:solidFill>
              </a:rPr>
              <a:t>Conclusion, to provide attention on these group of 13 members to ensure they are  not pushing themselves to dangerous limit during workout to avoid severe health risk.</a:t>
            </a:r>
          </a:p>
          <a:p>
            <a:pPr marL="171450" indent="-171450">
              <a:buFont typeface="Arial" panose="020B0604020202020204" pitchFamily="34" charset="0"/>
              <a:buChar char="•"/>
            </a:pPr>
            <a:r>
              <a:rPr lang="en-US" sz="950" dirty="0">
                <a:solidFill>
                  <a:schemeClr val="tx1"/>
                </a:solidFill>
              </a:rPr>
              <a:t>EHR zone is impacted by age of person. The older they are, the lower their max zone level. (Source: </a:t>
            </a:r>
            <a:r>
              <a:rPr lang="en-US" sz="950" dirty="0">
                <a:solidFill>
                  <a:srgbClr val="0000FF"/>
                </a:solidFill>
                <a:hlinkClick r:id="rId10">
                  <a:extLst>
                    <a:ext uri="{A12FA001-AC4F-418D-AE19-62706E023703}">
                      <ahyp:hlinkClr xmlns:ahyp="http://schemas.microsoft.com/office/drawing/2018/hyperlinkcolor" val="tx"/>
                    </a:ext>
                  </a:extLst>
                </a:hlinkClick>
              </a:rPr>
              <a:t>https://www.heart.org/en/healthy-living/fitness/fitness-basics/target-heart-rates</a:t>
            </a:r>
            <a:r>
              <a:rPr lang="en-US" sz="950" dirty="0">
                <a:solidFill>
                  <a:schemeClr val="tx1"/>
                </a:solidFill>
              </a:rPr>
              <a:t>).</a:t>
            </a:r>
          </a:p>
          <a:p>
            <a:endParaRPr lang="en-US" sz="950" dirty="0">
              <a:solidFill>
                <a:schemeClr val="tx1"/>
              </a:solidFill>
            </a:endParaRPr>
          </a:p>
          <a:p>
            <a:r>
              <a:rPr lang="en-US" sz="950" b="1" u="sng" dirty="0">
                <a:solidFill>
                  <a:schemeClr val="tx1"/>
                </a:solidFill>
              </a:rPr>
              <a:t>Proposal</a:t>
            </a:r>
          </a:p>
          <a:p>
            <a:pPr marL="171450" indent="-171450">
              <a:buFont typeface="Arial" panose="020B0604020202020204" pitchFamily="34" charset="0"/>
              <a:buChar char="•"/>
            </a:pPr>
            <a:r>
              <a:rPr lang="en-US" sz="950" dirty="0">
                <a:solidFill>
                  <a:schemeClr val="tx1"/>
                </a:solidFill>
              </a:rPr>
              <a:t>Conduct health assessment periodically for gym members to track their overall performance and fitness metric.</a:t>
            </a:r>
          </a:p>
          <a:p>
            <a:pPr marL="171450" indent="-171450">
              <a:buFont typeface="Arial" panose="020B0604020202020204" pitchFamily="34" charset="0"/>
              <a:buChar char="•"/>
            </a:pPr>
            <a:r>
              <a:rPr lang="en-US" sz="950" dirty="0">
                <a:solidFill>
                  <a:schemeClr val="tx1"/>
                </a:solidFill>
              </a:rPr>
              <a:t>Educate gym member on importance of monitoring heart level; how to ensure they are not jeopardizing their health during workout.</a:t>
            </a:r>
            <a:endParaRPr lang="en-MY" sz="950" dirty="0">
              <a:solidFill>
                <a:schemeClr val="tx1"/>
              </a:solidFill>
            </a:endParaRPr>
          </a:p>
        </p:txBody>
      </p:sp>
    </p:spTree>
    <p:extLst>
      <p:ext uri="{BB962C8B-B14F-4D97-AF65-F5344CB8AC3E}">
        <p14:creationId xmlns:p14="http://schemas.microsoft.com/office/powerpoint/2010/main" val="3430732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7D9B26-2086-8CF1-5A97-0C6772D855A5}"/>
              </a:ext>
            </a:extLst>
          </p:cNvPr>
          <p:cNvSpPr/>
          <p:nvPr/>
        </p:nvSpPr>
        <p:spPr>
          <a:xfrm>
            <a:off x="0" y="0"/>
            <a:ext cx="3215317"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8713CF05-21F2-4B93-8BE9-386FC317D8EA}"/>
                  </a:ext>
                </a:extLst>
              </p:cNvPr>
              <p:cNvGraphicFramePr/>
              <p:nvPr>
                <p:extLst>
                  <p:ext uri="{D42A27DB-BD31-4B8C-83A1-F6EECF244321}">
                    <p14:modId xmlns:p14="http://schemas.microsoft.com/office/powerpoint/2010/main" val="1352803880"/>
                  </p:ext>
                </p:extLst>
              </p:nvPr>
            </p:nvGraphicFramePr>
            <p:xfrm>
              <a:off x="172960" y="326646"/>
              <a:ext cx="2930400" cy="293040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8713CF05-21F2-4B93-8BE9-386FC317D8EA}"/>
                  </a:ext>
                </a:extLst>
              </p:cNvPr>
              <p:cNvPicPr>
                <a:picLocks noGrp="1" noRot="1" noChangeAspect="1" noMove="1" noResize="1" noEditPoints="1" noAdjustHandles="1" noChangeArrowheads="1" noChangeShapeType="1"/>
              </p:cNvPicPr>
              <p:nvPr/>
            </p:nvPicPr>
            <p:blipFill>
              <a:blip r:embed="rId3"/>
              <a:stretch>
                <a:fillRect/>
              </a:stretch>
            </p:blipFill>
            <p:spPr>
              <a:xfrm>
                <a:off x="172960" y="326646"/>
                <a:ext cx="2930400" cy="2930400"/>
              </a:xfrm>
              <a:prstGeom prst="rect">
                <a:avLst/>
              </a:prstGeom>
            </p:spPr>
          </p:pic>
        </mc:Fallback>
      </mc:AlternateContent>
      <p:graphicFrame>
        <p:nvGraphicFramePr>
          <p:cNvPr id="7" name="Chart 6">
            <a:extLst>
              <a:ext uri="{FF2B5EF4-FFF2-40B4-BE49-F238E27FC236}">
                <a16:creationId xmlns:a16="http://schemas.microsoft.com/office/drawing/2014/main" id="{12947781-C82B-4830-B8E5-3374D5823B50}"/>
              </a:ext>
            </a:extLst>
          </p:cNvPr>
          <p:cNvGraphicFramePr>
            <a:graphicFrameLocks/>
          </p:cNvGraphicFramePr>
          <p:nvPr>
            <p:extLst>
              <p:ext uri="{D42A27DB-BD31-4B8C-83A1-F6EECF244321}">
                <p14:modId xmlns:p14="http://schemas.microsoft.com/office/powerpoint/2010/main" val="1335519119"/>
              </p:ext>
            </p:extLst>
          </p:nvPr>
        </p:nvGraphicFramePr>
        <p:xfrm>
          <a:off x="172960" y="3600955"/>
          <a:ext cx="2930400" cy="29304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06872548-68EC-43D7-BBAF-10E28CAC5070}"/>
              </a:ext>
            </a:extLst>
          </p:cNvPr>
          <p:cNvGraphicFramePr>
            <a:graphicFrameLocks/>
          </p:cNvGraphicFramePr>
          <p:nvPr>
            <p:extLst>
              <p:ext uri="{D42A27DB-BD31-4B8C-83A1-F6EECF244321}">
                <p14:modId xmlns:p14="http://schemas.microsoft.com/office/powerpoint/2010/main" val="3778234211"/>
              </p:ext>
            </p:extLst>
          </p:nvPr>
        </p:nvGraphicFramePr>
        <p:xfrm>
          <a:off x="3387582" y="-10461"/>
          <a:ext cx="4229192" cy="292915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A2DDFAE8-B70B-4CE5-8EB6-05765EB7E6C0}"/>
              </a:ext>
            </a:extLst>
          </p:cNvPr>
          <p:cNvGraphicFramePr>
            <a:graphicFrameLocks/>
          </p:cNvGraphicFramePr>
          <p:nvPr>
            <p:extLst>
              <p:ext uri="{D42A27DB-BD31-4B8C-83A1-F6EECF244321}">
                <p14:modId xmlns:p14="http://schemas.microsoft.com/office/powerpoint/2010/main" val="3591239654"/>
              </p:ext>
            </p:extLst>
          </p:nvPr>
        </p:nvGraphicFramePr>
        <p:xfrm>
          <a:off x="7789040" y="-10461"/>
          <a:ext cx="4230000" cy="245543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32AB0448-AA13-4C17-928E-881D03F4BF20}"/>
              </a:ext>
            </a:extLst>
          </p:cNvPr>
          <p:cNvGraphicFramePr>
            <a:graphicFrameLocks/>
          </p:cNvGraphicFramePr>
          <p:nvPr>
            <p:extLst>
              <p:ext uri="{D42A27DB-BD31-4B8C-83A1-F6EECF244321}">
                <p14:modId xmlns:p14="http://schemas.microsoft.com/office/powerpoint/2010/main" val="256273988"/>
              </p:ext>
            </p:extLst>
          </p:nvPr>
        </p:nvGraphicFramePr>
        <p:xfrm>
          <a:off x="3387582" y="3001818"/>
          <a:ext cx="4401458" cy="371763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3" name="Table 12">
            <a:extLst>
              <a:ext uri="{FF2B5EF4-FFF2-40B4-BE49-F238E27FC236}">
                <a16:creationId xmlns:a16="http://schemas.microsoft.com/office/drawing/2014/main" id="{2F29853D-4C09-6419-A8A9-0C9CAEB2D3E5}"/>
              </a:ext>
            </a:extLst>
          </p:cNvPr>
          <p:cNvGraphicFramePr>
            <a:graphicFrameLocks noGrp="1"/>
          </p:cNvGraphicFramePr>
          <p:nvPr>
            <p:extLst>
              <p:ext uri="{D42A27DB-BD31-4B8C-83A1-F6EECF244321}">
                <p14:modId xmlns:p14="http://schemas.microsoft.com/office/powerpoint/2010/main" val="1021469097"/>
              </p:ext>
            </p:extLst>
          </p:nvPr>
        </p:nvGraphicFramePr>
        <p:xfrm>
          <a:off x="7789039" y="2470010"/>
          <a:ext cx="4229193" cy="630441"/>
        </p:xfrm>
        <a:graphic>
          <a:graphicData uri="http://schemas.openxmlformats.org/drawingml/2006/table">
            <a:tbl>
              <a:tblPr/>
              <a:tblGrid>
                <a:gridCol w="1409731">
                  <a:extLst>
                    <a:ext uri="{9D8B030D-6E8A-4147-A177-3AD203B41FA5}">
                      <a16:colId xmlns:a16="http://schemas.microsoft.com/office/drawing/2014/main" val="2396126316"/>
                    </a:ext>
                  </a:extLst>
                </a:gridCol>
                <a:gridCol w="1409731">
                  <a:extLst>
                    <a:ext uri="{9D8B030D-6E8A-4147-A177-3AD203B41FA5}">
                      <a16:colId xmlns:a16="http://schemas.microsoft.com/office/drawing/2014/main" val="3012035763"/>
                    </a:ext>
                  </a:extLst>
                </a:gridCol>
                <a:gridCol w="1409731">
                  <a:extLst>
                    <a:ext uri="{9D8B030D-6E8A-4147-A177-3AD203B41FA5}">
                      <a16:colId xmlns:a16="http://schemas.microsoft.com/office/drawing/2014/main" val="445668900"/>
                    </a:ext>
                  </a:extLst>
                </a:gridCol>
              </a:tblGrid>
              <a:tr h="112029">
                <a:tc>
                  <a:txBody>
                    <a:bodyPr/>
                    <a:lstStyle/>
                    <a:p>
                      <a:pPr algn="ctr" fontAlgn="b"/>
                      <a:r>
                        <a:rPr lang="en-MY" sz="900" b="0" i="0" u="none" strike="noStrike" dirty="0">
                          <a:solidFill>
                            <a:srgbClr val="000000"/>
                          </a:solidFill>
                          <a:effectLst/>
                          <a:latin typeface="Calibri" panose="020F0502020204030204" pitchFamily="34" charset="0"/>
                        </a:rPr>
                        <a:t> Independent Variable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7474001"/>
                  </a:ext>
                </a:extLst>
              </a:tr>
              <a:tr h="112029">
                <a:tc>
                  <a:txBody>
                    <a:bodyPr/>
                    <a:lstStyle/>
                    <a:p>
                      <a:pPr algn="ctr" fontAlgn="b"/>
                      <a:r>
                        <a:rPr lang="en-MY" sz="900" b="0" i="0" u="none" strike="noStrike" dirty="0">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62.55886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46366719"/>
                  </a:ext>
                </a:extLst>
              </a:tr>
              <a:tr h="190386">
                <a:tc>
                  <a:txBody>
                    <a:bodyPr/>
                    <a:lstStyle/>
                    <a:p>
                      <a:pPr algn="ctr" fontAlgn="b"/>
                      <a:r>
                        <a:rPr lang="en-MY" sz="900" b="0" i="0" u="none" strike="noStrike" dirty="0">
                          <a:solidFill>
                            <a:srgbClr val="000000"/>
                          </a:solidFill>
                          <a:effectLst/>
                          <a:latin typeface="Calibri" panose="020F0502020204030204" pitchFamily="34" charset="0"/>
                        </a:rPr>
                        <a:t>Workout Frequency</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-0.25306</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0.591126</a:t>
                      </a:r>
                    </a:p>
                  </a:txBody>
                  <a:tcPr marL="9525" marR="9525" marT="9525" marB="0" anchor="ctr">
                    <a:lnL>
                      <a:noFill/>
                    </a:lnL>
                    <a:lnR>
                      <a:noFill/>
                    </a:lnR>
                    <a:lnT>
                      <a:noFill/>
                    </a:lnT>
                    <a:lnB>
                      <a:noFill/>
                    </a:lnB>
                    <a:noFill/>
                  </a:tcPr>
                </a:tc>
                <a:extLst>
                  <a:ext uri="{0D108BD9-81ED-4DB2-BD59-A6C34878D82A}">
                    <a16:rowId xmlns:a16="http://schemas.microsoft.com/office/drawing/2014/main" val="1604885006"/>
                  </a:ext>
                </a:extLst>
              </a:tr>
              <a:tr h="112029">
                <a:tc>
                  <a:txBody>
                    <a:bodyPr/>
                    <a:lstStyle/>
                    <a:p>
                      <a:pPr algn="ctr" fontAlgn="b"/>
                      <a:r>
                        <a:rPr lang="en-MY" sz="900" b="0" i="0" u="none" strike="noStrike">
                          <a:solidFill>
                            <a:srgbClr val="000000"/>
                          </a:solidFill>
                          <a:effectLst/>
                          <a:latin typeface="Calibri" panose="020F0502020204030204" pitchFamily="34" charset="0"/>
                        </a:rPr>
                        <a:t>Experience Level</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0.278882</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0.631489</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4208352"/>
                  </a:ext>
                </a:extLst>
              </a:tr>
            </a:tbl>
          </a:graphicData>
        </a:graphic>
      </p:graphicFrame>
      <p:sp>
        <p:nvSpPr>
          <p:cNvPr id="14" name="Rectangle 13">
            <a:extLst>
              <a:ext uri="{FF2B5EF4-FFF2-40B4-BE49-F238E27FC236}">
                <a16:creationId xmlns:a16="http://schemas.microsoft.com/office/drawing/2014/main" id="{9CB110FC-FD07-E9FE-E456-85DDBE52ABEC}"/>
              </a:ext>
            </a:extLst>
          </p:cNvPr>
          <p:cNvSpPr/>
          <p:nvPr/>
        </p:nvSpPr>
        <p:spPr>
          <a:xfrm>
            <a:off x="7789039" y="3183579"/>
            <a:ext cx="4402960" cy="367442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MY" sz="820" b="1" u="sng" dirty="0">
                <a:solidFill>
                  <a:schemeClr val="tx1"/>
                </a:solidFill>
              </a:rPr>
              <a:t>Insight</a:t>
            </a:r>
          </a:p>
          <a:p>
            <a:pPr marL="171450" indent="-171450">
              <a:buFont typeface="Arial" panose="020B0604020202020204" pitchFamily="34" charset="0"/>
              <a:buChar char="•"/>
            </a:pPr>
            <a:r>
              <a:rPr lang="en-MY" sz="820" dirty="0">
                <a:solidFill>
                  <a:schemeClr val="tx1"/>
                </a:solidFill>
              </a:rPr>
              <a:t>The distribution of RHR BPM is evenly distributed.</a:t>
            </a:r>
          </a:p>
          <a:p>
            <a:pPr marL="171450" indent="-171450">
              <a:buFont typeface="Arial" panose="020B0604020202020204" pitchFamily="34" charset="0"/>
              <a:buChar char="•"/>
            </a:pPr>
            <a:r>
              <a:rPr lang="en-MY" sz="820" dirty="0">
                <a:solidFill>
                  <a:schemeClr val="tx1"/>
                </a:solidFill>
              </a:rPr>
              <a:t>By RHR Zone, 72.15% of gym members are categorized within good and athlete zones.</a:t>
            </a:r>
          </a:p>
          <a:p>
            <a:pPr marL="171450" indent="-171450">
              <a:buFont typeface="Arial" panose="020B0604020202020204" pitchFamily="34" charset="0"/>
              <a:buChar char="•"/>
            </a:pPr>
            <a:r>
              <a:rPr lang="en-MY" sz="820" dirty="0">
                <a:solidFill>
                  <a:schemeClr val="tx1"/>
                </a:solidFill>
              </a:rPr>
              <a:t>Of the 103 members inside Athlete category, 75 of them are males and balance of 28 are females.</a:t>
            </a:r>
          </a:p>
          <a:p>
            <a:pPr marL="171450" indent="-171450">
              <a:buFont typeface="Arial" panose="020B0604020202020204" pitchFamily="34" charset="0"/>
              <a:buChar char="•"/>
            </a:pPr>
            <a:r>
              <a:rPr lang="en-MY" sz="820" dirty="0">
                <a:solidFill>
                  <a:schemeClr val="tx1"/>
                </a:solidFill>
              </a:rPr>
              <a:t>By fat class, we can see the diversity of the class for each RHR zone. Focus on Athlete zone, 29% of them are inside Very High fat class. This might due to various factors such as sports the are into, genetics and so on. Extensive research need to be done to find the accurate answer for each members. (Source: </a:t>
            </a:r>
            <a:r>
              <a:rPr lang="en-US" sz="820" dirty="0">
                <a:solidFill>
                  <a:srgbClr val="0000FF"/>
                </a:solidFill>
                <a:hlinkClick r:id="rId8">
                  <a:extLst>
                    <a:ext uri="{A12FA001-AC4F-418D-AE19-62706E023703}">
                      <ahyp:hlinkClr xmlns:ahyp="http://schemas.microsoft.com/office/drawing/2018/hyperlinkcolor" val="tx"/>
                    </a:ext>
                  </a:extLst>
                </a:hlinkClick>
              </a:rPr>
              <a:t>Elite Body Fat Percentages | </a:t>
            </a:r>
            <a:r>
              <a:rPr lang="en-US" sz="820" dirty="0" err="1">
                <a:solidFill>
                  <a:srgbClr val="0000FF"/>
                </a:solidFill>
                <a:hlinkClick r:id="rId8">
                  <a:extLst>
                    <a:ext uri="{A12FA001-AC4F-418D-AE19-62706E023703}">
                      <ahyp:hlinkClr xmlns:ahyp="http://schemas.microsoft.com/office/drawing/2018/hyperlinkcolor" val="tx"/>
                    </a:ext>
                  </a:extLst>
                </a:hlinkClick>
              </a:rPr>
              <a:t>BodyStack</a:t>
            </a:r>
            <a:r>
              <a:rPr lang="en-MY" sz="820" dirty="0">
                <a:solidFill>
                  <a:schemeClr val="tx1"/>
                </a:solidFill>
              </a:rPr>
              <a:t>).</a:t>
            </a:r>
          </a:p>
          <a:p>
            <a:pPr marL="171450" indent="-171450">
              <a:buFont typeface="Arial" panose="020B0604020202020204" pitchFamily="34" charset="0"/>
              <a:buChar char="•"/>
            </a:pPr>
            <a:r>
              <a:rPr lang="en-MY" sz="820" dirty="0">
                <a:solidFill>
                  <a:schemeClr val="tx1"/>
                </a:solidFill>
              </a:rPr>
              <a:t>By age distribution, we can see that each age group included inside each RHR zone. Indicating that age is not a major factor that influence RHR BPM.</a:t>
            </a:r>
          </a:p>
          <a:p>
            <a:pPr marL="171450" indent="-171450">
              <a:buFont typeface="Arial" panose="020B0604020202020204" pitchFamily="34" charset="0"/>
              <a:buChar char="•"/>
            </a:pPr>
            <a:r>
              <a:rPr lang="en-MY" sz="820" dirty="0">
                <a:solidFill>
                  <a:schemeClr val="tx1"/>
                </a:solidFill>
              </a:rPr>
              <a:t>By correlation values, we found that none of the metrics in the dataset correlate with RHR BPM. A regression analysis also has been done with workout frequency and experience level as independent variable but the result shows that the significance statistic are 0.59 and 0.63 respectively which is a weak relationship.</a:t>
            </a:r>
          </a:p>
          <a:p>
            <a:pPr marL="171450" indent="-171450">
              <a:buFont typeface="Arial" panose="020B0604020202020204" pitchFamily="34" charset="0"/>
              <a:buChar char="•"/>
            </a:pPr>
            <a:r>
              <a:rPr lang="en-MY" sz="820" dirty="0">
                <a:solidFill>
                  <a:schemeClr val="tx1"/>
                </a:solidFill>
              </a:rPr>
              <a:t>Indeed, need to consider other factors that might affect RHR BPM such as, comprehensive fitness level, body temperature, emotions, medications, substance use and etc. (Source: </a:t>
            </a:r>
            <a:r>
              <a:rPr lang="en-US" sz="820" dirty="0">
                <a:solidFill>
                  <a:srgbClr val="0000FF"/>
                </a:solidFill>
                <a:hlinkClick r:id="rId9">
                  <a:extLst>
                    <a:ext uri="{A12FA001-AC4F-418D-AE19-62706E023703}">
                      <ahyp:hlinkClr xmlns:ahyp="http://schemas.microsoft.com/office/drawing/2018/hyperlinkcolor" val="tx"/>
                    </a:ext>
                  </a:extLst>
                </a:hlinkClick>
              </a:rPr>
              <a:t>Resting heart rate – definition, impacting factors &amp; how to check it | </a:t>
            </a:r>
            <a:r>
              <a:rPr lang="en-US" sz="820" dirty="0" err="1">
                <a:solidFill>
                  <a:srgbClr val="0000FF"/>
                </a:solidFill>
                <a:hlinkClick r:id="rId9">
                  <a:extLst>
                    <a:ext uri="{A12FA001-AC4F-418D-AE19-62706E023703}">
                      <ahyp:hlinkClr xmlns:ahyp="http://schemas.microsoft.com/office/drawing/2018/hyperlinkcolor" val="tx"/>
                    </a:ext>
                  </a:extLst>
                </a:hlinkClick>
              </a:rPr>
              <a:t>healthdirect</a:t>
            </a:r>
            <a:r>
              <a:rPr lang="en-MY" sz="820" dirty="0">
                <a:solidFill>
                  <a:schemeClr val="tx1"/>
                </a:solidFill>
              </a:rPr>
              <a:t>).</a:t>
            </a:r>
          </a:p>
          <a:p>
            <a:pPr marL="171450" indent="-171450">
              <a:buFont typeface="Arial" panose="020B0604020202020204" pitchFamily="34" charset="0"/>
              <a:buChar char="•"/>
            </a:pPr>
            <a:r>
              <a:rPr lang="en-MY" sz="820" dirty="0">
                <a:solidFill>
                  <a:schemeClr val="tx1"/>
                </a:solidFill>
              </a:rPr>
              <a:t>Bear in mind that RHR zone differ by age group and gender. (Source: </a:t>
            </a:r>
            <a:r>
              <a:rPr lang="en-MY" sz="820" dirty="0">
                <a:solidFill>
                  <a:srgbClr val="0000FF"/>
                </a:solidFill>
                <a:hlinkClick r:id="rId10">
                  <a:extLst>
                    <a:ext uri="{A12FA001-AC4F-418D-AE19-62706E023703}">
                      <ahyp:hlinkClr xmlns:ahyp="http://schemas.microsoft.com/office/drawing/2018/hyperlinkcolor" val="tx"/>
                    </a:ext>
                  </a:extLst>
                </a:hlinkClick>
              </a:rPr>
              <a:t>https://www.medicinenet.com/what_is_a_good_resting_heart_rate_by_age/article.htm</a:t>
            </a:r>
            <a:r>
              <a:rPr lang="en-MY" sz="820" dirty="0">
                <a:solidFill>
                  <a:schemeClr val="tx1"/>
                </a:solidFill>
              </a:rPr>
              <a:t>).</a:t>
            </a:r>
          </a:p>
          <a:p>
            <a:pPr marL="171450" indent="-171450">
              <a:buFont typeface="Arial" panose="020B0604020202020204" pitchFamily="34" charset="0"/>
              <a:buChar char="•"/>
            </a:pPr>
            <a:r>
              <a:rPr lang="en-MY" sz="820" dirty="0">
                <a:solidFill>
                  <a:schemeClr val="tx1"/>
                </a:solidFill>
              </a:rPr>
              <a:t>Lower RHR BPM doesn’t mean that they are in absolute best of fitness level as health problem also can cause RHR in lower zone. (Source: </a:t>
            </a:r>
            <a:r>
              <a:rPr lang="en-US" sz="820" dirty="0">
                <a:solidFill>
                  <a:srgbClr val="0000FF"/>
                </a:solidFill>
                <a:hlinkClick r:id="rId11">
                  <a:extLst>
                    <a:ext uri="{A12FA001-AC4F-418D-AE19-62706E023703}">
                      <ahyp:hlinkClr xmlns:ahyp="http://schemas.microsoft.com/office/drawing/2018/hyperlinkcolor" val="tx"/>
                    </a:ext>
                  </a:extLst>
                </a:hlinkClick>
              </a:rPr>
              <a:t>Your resting heart rate can reflect your current and future health - Harvard Health</a:t>
            </a:r>
            <a:r>
              <a:rPr lang="en-MY" sz="820" dirty="0">
                <a:solidFill>
                  <a:schemeClr val="tx1"/>
                </a:solidFill>
              </a:rPr>
              <a:t>).</a:t>
            </a:r>
          </a:p>
          <a:p>
            <a:endParaRPr lang="en-US" sz="820" dirty="0">
              <a:solidFill>
                <a:schemeClr val="tx1"/>
              </a:solidFill>
            </a:endParaRPr>
          </a:p>
          <a:p>
            <a:r>
              <a:rPr lang="en-US" sz="820" b="1" u="sng" dirty="0">
                <a:solidFill>
                  <a:schemeClr val="tx1"/>
                </a:solidFill>
              </a:rPr>
              <a:t>Proposal</a:t>
            </a:r>
          </a:p>
          <a:p>
            <a:pPr marL="171450" indent="-171450">
              <a:buFont typeface="Arial" panose="020B0604020202020204" pitchFamily="34" charset="0"/>
              <a:buChar char="•"/>
            </a:pPr>
            <a:r>
              <a:rPr lang="en-US" sz="820" dirty="0">
                <a:solidFill>
                  <a:schemeClr val="tx1"/>
                </a:solidFill>
              </a:rPr>
              <a:t>Conduct health assessment periodically for gym members to track their overall performance and fitness metric.</a:t>
            </a:r>
          </a:p>
          <a:p>
            <a:pPr marL="171450" indent="-171450">
              <a:buFont typeface="Arial" panose="020B0604020202020204" pitchFamily="34" charset="0"/>
              <a:buChar char="•"/>
            </a:pPr>
            <a:r>
              <a:rPr lang="en-US" sz="820" dirty="0">
                <a:solidFill>
                  <a:schemeClr val="tx1"/>
                </a:solidFill>
              </a:rPr>
              <a:t>Educate gym member on importance of monitoring heart level; how to ensure they are not jeopardizing their health during workout.</a:t>
            </a:r>
            <a:endParaRPr lang="en-MY" sz="820" dirty="0">
              <a:solidFill>
                <a:schemeClr val="tx1"/>
              </a:solidFill>
            </a:endParaRPr>
          </a:p>
        </p:txBody>
      </p:sp>
    </p:spTree>
    <p:extLst>
      <p:ext uri="{BB962C8B-B14F-4D97-AF65-F5344CB8AC3E}">
        <p14:creationId xmlns:p14="http://schemas.microsoft.com/office/powerpoint/2010/main" val="2842870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7D9B26-2086-8CF1-5A97-0C6772D855A5}"/>
              </a:ext>
            </a:extLst>
          </p:cNvPr>
          <p:cNvSpPr/>
          <p:nvPr/>
        </p:nvSpPr>
        <p:spPr>
          <a:xfrm>
            <a:off x="0" y="0"/>
            <a:ext cx="3215317"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D2A6F757-167C-453A-A7E6-E079856C245B}"/>
                  </a:ext>
                </a:extLst>
              </p:cNvPr>
              <p:cNvGraphicFramePr/>
              <p:nvPr>
                <p:extLst>
                  <p:ext uri="{D42A27DB-BD31-4B8C-83A1-F6EECF244321}">
                    <p14:modId xmlns:p14="http://schemas.microsoft.com/office/powerpoint/2010/main" val="2903693006"/>
                  </p:ext>
                </p:extLst>
              </p:nvPr>
            </p:nvGraphicFramePr>
            <p:xfrm>
              <a:off x="142458" y="326646"/>
              <a:ext cx="2930400" cy="293040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 name="Chart 2">
                <a:extLst>
                  <a:ext uri="{FF2B5EF4-FFF2-40B4-BE49-F238E27FC236}">
                    <a16:creationId xmlns:a16="http://schemas.microsoft.com/office/drawing/2014/main" id="{D2A6F757-167C-453A-A7E6-E079856C245B}"/>
                  </a:ext>
                </a:extLst>
              </p:cNvPr>
              <p:cNvPicPr>
                <a:picLocks noGrp="1" noRot="1" noChangeAspect="1" noMove="1" noResize="1" noEditPoints="1" noAdjustHandles="1" noChangeArrowheads="1" noChangeShapeType="1"/>
              </p:cNvPicPr>
              <p:nvPr/>
            </p:nvPicPr>
            <p:blipFill>
              <a:blip r:embed="rId3"/>
              <a:stretch>
                <a:fillRect/>
              </a:stretch>
            </p:blipFill>
            <p:spPr>
              <a:xfrm>
                <a:off x="142458" y="326646"/>
                <a:ext cx="2930400" cy="2930400"/>
              </a:xfrm>
              <a:prstGeom prst="rect">
                <a:avLst/>
              </a:prstGeom>
            </p:spPr>
          </p:pic>
        </mc:Fallback>
      </mc:AlternateContent>
      <p:graphicFrame>
        <p:nvGraphicFramePr>
          <p:cNvPr id="6" name="Table 5">
            <a:extLst>
              <a:ext uri="{FF2B5EF4-FFF2-40B4-BE49-F238E27FC236}">
                <a16:creationId xmlns:a16="http://schemas.microsoft.com/office/drawing/2014/main" id="{EC577A8F-B6EC-5E97-91D5-EE636629E39F}"/>
              </a:ext>
            </a:extLst>
          </p:cNvPr>
          <p:cNvGraphicFramePr>
            <a:graphicFrameLocks noGrp="1"/>
          </p:cNvGraphicFramePr>
          <p:nvPr>
            <p:extLst>
              <p:ext uri="{D42A27DB-BD31-4B8C-83A1-F6EECF244321}">
                <p14:modId xmlns:p14="http://schemas.microsoft.com/office/powerpoint/2010/main" val="3354774915"/>
              </p:ext>
            </p:extLst>
          </p:nvPr>
        </p:nvGraphicFramePr>
        <p:xfrm>
          <a:off x="275205" y="4114524"/>
          <a:ext cx="2664906" cy="1318800"/>
        </p:xfrm>
        <a:graphic>
          <a:graphicData uri="http://schemas.openxmlformats.org/drawingml/2006/table">
            <a:tbl>
              <a:tblPr/>
              <a:tblGrid>
                <a:gridCol w="1789333">
                  <a:extLst>
                    <a:ext uri="{9D8B030D-6E8A-4147-A177-3AD203B41FA5}">
                      <a16:colId xmlns:a16="http://schemas.microsoft.com/office/drawing/2014/main" val="258727145"/>
                    </a:ext>
                  </a:extLst>
                </a:gridCol>
                <a:gridCol w="875573">
                  <a:extLst>
                    <a:ext uri="{9D8B030D-6E8A-4147-A177-3AD203B41FA5}">
                      <a16:colId xmlns:a16="http://schemas.microsoft.com/office/drawing/2014/main" val="21525742"/>
                    </a:ext>
                  </a:extLst>
                </a:gridCol>
              </a:tblGrid>
              <a:tr h="163826">
                <a:tc>
                  <a:txBody>
                    <a:bodyPr/>
                    <a:lstStyle/>
                    <a:p>
                      <a:pPr algn="ctr" fontAlgn="b"/>
                      <a:r>
                        <a:rPr lang="en-MY" sz="900" b="0" i="0" u="none" strike="noStrike" dirty="0">
                          <a:solidFill>
                            <a:srgbClr val="000000"/>
                          </a:solidFill>
                          <a:effectLst/>
                          <a:latin typeface="Calibri" panose="020F0502020204030204" pitchFamily="34" charset="0"/>
                        </a:rPr>
                        <a:t>Correlation Matrices </a:t>
                      </a:r>
                    </a:p>
                  </a:txBody>
                  <a:tcPr marL="8191" marR="8191" marT="8191"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a:solidFill>
                            <a:srgbClr val="000000"/>
                          </a:solidFill>
                          <a:effectLst/>
                          <a:latin typeface="Calibri" panose="020F0502020204030204" pitchFamily="34" charset="0"/>
                        </a:rPr>
                        <a:t>Calories Burned</a:t>
                      </a:r>
                    </a:p>
                  </a:txBody>
                  <a:tcPr marL="8191" marR="8191" marT="8191"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0527092"/>
                  </a:ext>
                </a:extLst>
              </a:tr>
              <a:tr h="163826">
                <a:tc>
                  <a:txBody>
                    <a:bodyPr/>
                    <a:lstStyle/>
                    <a:p>
                      <a:pPr algn="ctr" fontAlgn="b"/>
                      <a:r>
                        <a:rPr lang="en-MY" sz="900" b="0" i="0" u="none" strike="noStrike" dirty="0">
                          <a:solidFill>
                            <a:srgbClr val="000000"/>
                          </a:solidFill>
                          <a:effectLst/>
                          <a:latin typeface="Calibri" panose="020F0502020204030204" pitchFamily="34" charset="0"/>
                        </a:rPr>
                        <a:t>Calories Burned</a:t>
                      </a:r>
                    </a:p>
                  </a:txBody>
                  <a:tcPr marL="8191" marR="8191" marT="819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1</a:t>
                      </a:r>
                    </a:p>
                  </a:txBody>
                  <a:tcPr marL="8191" marR="8191" marT="8191" marB="0" anchor="ctr">
                    <a:lnL>
                      <a:noFill/>
                    </a:lnL>
                    <a:lnR>
                      <a:noFill/>
                    </a:lnR>
                    <a:lnT w="6350" cap="flat" cmpd="sng" algn="ctr">
                      <a:solidFill>
                        <a:srgbClr val="000000"/>
                      </a:solidFill>
                      <a:prstDash val="solid"/>
                      <a:round/>
                      <a:headEnd type="none" w="med" len="med"/>
                      <a:tailEnd type="none" w="med" len="med"/>
                    </a:lnT>
                    <a:lnB>
                      <a:noFill/>
                    </a:lnB>
                    <a:solidFill>
                      <a:srgbClr val="63BE7B"/>
                    </a:solidFill>
                  </a:tcPr>
                </a:tc>
                <a:extLst>
                  <a:ext uri="{0D108BD9-81ED-4DB2-BD59-A6C34878D82A}">
                    <a16:rowId xmlns:a16="http://schemas.microsoft.com/office/drawing/2014/main" val="1775337729"/>
                  </a:ext>
                </a:extLst>
              </a:tr>
              <a:tr h="163826">
                <a:tc>
                  <a:txBody>
                    <a:bodyPr/>
                    <a:lstStyle/>
                    <a:p>
                      <a:pPr algn="ctr" fontAlgn="b"/>
                      <a:r>
                        <a:rPr lang="en-MY" sz="900" b="0" i="0" u="none" strike="noStrike" dirty="0">
                          <a:solidFill>
                            <a:srgbClr val="000000"/>
                          </a:solidFill>
                          <a:effectLst/>
                          <a:latin typeface="Calibri" panose="020F0502020204030204" pitchFamily="34" charset="0"/>
                        </a:rPr>
                        <a:t>Experience Level</a:t>
                      </a:r>
                    </a:p>
                  </a:txBody>
                  <a:tcPr marL="8191" marR="8191" marT="8191"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0.694129448</a:t>
                      </a:r>
                    </a:p>
                  </a:txBody>
                  <a:tcPr marL="8191" marR="8191" marT="8191" marB="0" anchor="ctr">
                    <a:lnL>
                      <a:noFill/>
                    </a:lnL>
                    <a:lnR>
                      <a:noFill/>
                    </a:lnR>
                    <a:lnT>
                      <a:noFill/>
                    </a:lnT>
                    <a:lnB>
                      <a:noFill/>
                    </a:lnB>
                    <a:solidFill>
                      <a:srgbClr val="D2EBDB"/>
                    </a:solidFill>
                  </a:tcPr>
                </a:tc>
                <a:extLst>
                  <a:ext uri="{0D108BD9-81ED-4DB2-BD59-A6C34878D82A}">
                    <a16:rowId xmlns:a16="http://schemas.microsoft.com/office/drawing/2014/main" val="3936069198"/>
                  </a:ext>
                </a:extLst>
              </a:tr>
              <a:tr h="163826">
                <a:tc>
                  <a:txBody>
                    <a:bodyPr/>
                    <a:lstStyle/>
                    <a:p>
                      <a:pPr algn="ctr" fontAlgn="b"/>
                      <a:r>
                        <a:rPr lang="en-MY" sz="900" b="0" i="0" u="none" strike="noStrike" dirty="0">
                          <a:solidFill>
                            <a:srgbClr val="000000"/>
                          </a:solidFill>
                          <a:effectLst/>
                          <a:latin typeface="Calibri" panose="020F0502020204030204" pitchFamily="34" charset="0"/>
                        </a:rPr>
                        <a:t>Workout Frequency (Day / Week)</a:t>
                      </a:r>
                    </a:p>
                  </a:txBody>
                  <a:tcPr marL="8191" marR="8191" marT="8191"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0.576150125</a:t>
                      </a:r>
                    </a:p>
                  </a:txBody>
                  <a:tcPr marL="8191" marR="8191" marT="8191" marB="0" anchor="ctr">
                    <a:lnL>
                      <a:noFill/>
                    </a:lnL>
                    <a:lnR>
                      <a:noFill/>
                    </a:lnR>
                    <a:lnT>
                      <a:noFill/>
                    </a:lnT>
                    <a:lnB>
                      <a:noFill/>
                    </a:lnB>
                    <a:solidFill>
                      <a:srgbClr val="FCFCFF"/>
                    </a:solidFill>
                  </a:tcPr>
                </a:tc>
                <a:extLst>
                  <a:ext uri="{0D108BD9-81ED-4DB2-BD59-A6C34878D82A}">
                    <a16:rowId xmlns:a16="http://schemas.microsoft.com/office/drawing/2014/main" val="1426936551"/>
                  </a:ext>
                </a:extLst>
              </a:tr>
              <a:tr h="163826">
                <a:tc>
                  <a:txBody>
                    <a:bodyPr/>
                    <a:lstStyle/>
                    <a:p>
                      <a:pPr algn="ctr" fontAlgn="b"/>
                      <a:r>
                        <a:rPr lang="en-MY" sz="900" b="0" i="0" u="none" strike="noStrike">
                          <a:solidFill>
                            <a:srgbClr val="000000"/>
                          </a:solidFill>
                          <a:effectLst/>
                          <a:latin typeface="Calibri" panose="020F0502020204030204" pitchFamily="34" charset="0"/>
                        </a:rPr>
                        <a:t>Session Duration (Hours)</a:t>
                      </a:r>
                    </a:p>
                  </a:txBody>
                  <a:tcPr marL="8191" marR="8191" marT="8191"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0.908140376</a:t>
                      </a:r>
                    </a:p>
                  </a:txBody>
                  <a:tcPr marL="8191" marR="8191" marT="8191" marB="0" anchor="ctr">
                    <a:lnL>
                      <a:noFill/>
                    </a:lnL>
                    <a:lnR>
                      <a:noFill/>
                    </a:lnR>
                    <a:lnT>
                      <a:noFill/>
                    </a:lnT>
                    <a:lnB>
                      <a:noFill/>
                    </a:lnB>
                    <a:solidFill>
                      <a:srgbClr val="85CC98"/>
                    </a:solidFill>
                  </a:tcPr>
                </a:tc>
                <a:extLst>
                  <a:ext uri="{0D108BD9-81ED-4DB2-BD59-A6C34878D82A}">
                    <a16:rowId xmlns:a16="http://schemas.microsoft.com/office/drawing/2014/main" val="3135901613"/>
                  </a:ext>
                </a:extLst>
              </a:tr>
              <a:tr h="163826">
                <a:tc>
                  <a:txBody>
                    <a:bodyPr/>
                    <a:lstStyle/>
                    <a:p>
                      <a:pPr algn="ctr" fontAlgn="b"/>
                      <a:r>
                        <a:rPr lang="en-MY" sz="900" b="0" i="0" u="none" strike="noStrike">
                          <a:solidFill>
                            <a:srgbClr val="000000"/>
                          </a:solidFill>
                          <a:effectLst/>
                          <a:latin typeface="Calibri" panose="020F0502020204030204" pitchFamily="34" charset="0"/>
                        </a:rPr>
                        <a:t>Max BPM</a:t>
                      </a:r>
                    </a:p>
                  </a:txBody>
                  <a:tcPr marL="8191" marR="8191" marT="8191"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0.002090016</a:t>
                      </a:r>
                    </a:p>
                  </a:txBody>
                  <a:tcPr marL="8191" marR="8191" marT="8191" marB="0" anchor="ctr">
                    <a:lnL>
                      <a:noFill/>
                    </a:lnL>
                    <a:lnR>
                      <a:noFill/>
                    </a:lnR>
                    <a:lnT>
                      <a:noFill/>
                    </a:lnT>
                    <a:lnB>
                      <a:noFill/>
                    </a:lnB>
                    <a:solidFill>
                      <a:srgbClr val="F8696B"/>
                    </a:solidFill>
                  </a:tcPr>
                </a:tc>
                <a:extLst>
                  <a:ext uri="{0D108BD9-81ED-4DB2-BD59-A6C34878D82A}">
                    <a16:rowId xmlns:a16="http://schemas.microsoft.com/office/drawing/2014/main" val="4254460060"/>
                  </a:ext>
                </a:extLst>
              </a:tr>
              <a:tr h="163826">
                <a:tc>
                  <a:txBody>
                    <a:bodyPr/>
                    <a:lstStyle/>
                    <a:p>
                      <a:pPr algn="ctr" fontAlgn="b"/>
                      <a:r>
                        <a:rPr lang="en-MY" sz="900" b="0" i="0" u="none" strike="noStrike">
                          <a:solidFill>
                            <a:srgbClr val="000000"/>
                          </a:solidFill>
                          <a:effectLst/>
                          <a:latin typeface="Calibri" panose="020F0502020204030204" pitchFamily="34" charset="0"/>
                        </a:rPr>
                        <a:t>Avg BPM</a:t>
                      </a:r>
                    </a:p>
                  </a:txBody>
                  <a:tcPr marL="8191" marR="8191" marT="8191"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0.339658667</a:t>
                      </a:r>
                    </a:p>
                  </a:txBody>
                  <a:tcPr marL="8191" marR="8191" marT="8191" marB="0" anchor="ctr">
                    <a:lnL>
                      <a:noFill/>
                    </a:lnL>
                    <a:lnR>
                      <a:noFill/>
                    </a:lnR>
                    <a:lnT>
                      <a:noFill/>
                    </a:lnT>
                    <a:lnB>
                      <a:noFill/>
                    </a:lnB>
                    <a:solidFill>
                      <a:srgbClr val="FABFC2"/>
                    </a:solidFill>
                  </a:tcPr>
                </a:tc>
                <a:extLst>
                  <a:ext uri="{0D108BD9-81ED-4DB2-BD59-A6C34878D82A}">
                    <a16:rowId xmlns:a16="http://schemas.microsoft.com/office/drawing/2014/main" val="4203855153"/>
                  </a:ext>
                </a:extLst>
              </a:tr>
              <a:tr h="172018">
                <a:tc>
                  <a:txBody>
                    <a:bodyPr/>
                    <a:lstStyle/>
                    <a:p>
                      <a:pPr algn="ctr" fontAlgn="b"/>
                      <a:r>
                        <a:rPr lang="en-MY" sz="900" b="0" i="0" u="none" strike="noStrike" dirty="0">
                          <a:solidFill>
                            <a:srgbClr val="000000"/>
                          </a:solidFill>
                          <a:effectLst/>
                          <a:latin typeface="Calibri" panose="020F0502020204030204" pitchFamily="34" charset="0"/>
                        </a:rPr>
                        <a:t>Water Intake (Liters)</a:t>
                      </a:r>
                    </a:p>
                  </a:txBody>
                  <a:tcPr marL="8191" marR="8191" marT="8191"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0.356930683</a:t>
                      </a:r>
                    </a:p>
                  </a:txBody>
                  <a:tcPr marL="8191" marR="8191" marT="8191" marB="0" anchor="ctr">
                    <a:lnL>
                      <a:noFill/>
                    </a:lnL>
                    <a:lnR>
                      <a:noFill/>
                    </a:lnR>
                    <a:lnT>
                      <a:noFill/>
                    </a:lnT>
                    <a:lnB w="12700" cap="flat" cmpd="sng" algn="ctr">
                      <a:solidFill>
                        <a:srgbClr val="000000"/>
                      </a:solidFill>
                      <a:prstDash val="solid"/>
                      <a:round/>
                      <a:headEnd type="none" w="med" len="med"/>
                      <a:tailEnd type="none" w="med" len="med"/>
                    </a:lnB>
                    <a:solidFill>
                      <a:srgbClr val="FAC3C6"/>
                    </a:solidFill>
                  </a:tcPr>
                </a:tc>
                <a:extLst>
                  <a:ext uri="{0D108BD9-81ED-4DB2-BD59-A6C34878D82A}">
                    <a16:rowId xmlns:a16="http://schemas.microsoft.com/office/drawing/2014/main" val="67853390"/>
                  </a:ext>
                </a:extLst>
              </a:tr>
            </a:tbl>
          </a:graphicData>
        </a:graphic>
      </p:graphicFrame>
      <p:graphicFrame>
        <p:nvGraphicFramePr>
          <p:cNvPr id="10" name="Chart 9">
            <a:extLst>
              <a:ext uri="{FF2B5EF4-FFF2-40B4-BE49-F238E27FC236}">
                <a16:creationId xmlns:a16="http://schemas.microsoft.com/office/drawing/2014/main" id="{38D0A3B0-5AC4-4C5C-9FAE-9C33B48564ED}"/>
              </a:ext>
            </a:extLst>
          </p:cNvPr>
          <p:cNvGraphicFramePr>
            <a:graphicFrameLocks/>
          </p:cNvGraphicFramePr>
          <p:nvPr>
            <p:extLst>
              <p:ext uri="{D42A27DB-BD31-4B8C-83A1-F6EECF244321}">
                <p14:modId xmlns:p14="http://schemas.microsoft.com/office/powerpoint/2010/main" val="729097020"/>
              </p:ext>
            </p:extLst>
          </p:nvPr>
        </p:nvGraphicFramePr>
        <p:xfrm>
          <a:off x="7402904" y="0"/>
          <a:ext cx="4646638" cy="253581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Table 15">
            <a:extLst>
              <a:ext uri="{FF2B5EF4-FFF2-40B4-BE49-F238E27FC236}">
                <a16:creationId xmlns:a16="http://schemas.microsoft.com/office/drawing/2014/main" id="{8734817D-D446-05A8-C0E4-742D456FE4EE}"/>
              </a:ext>
            </a:extLst>
          </p:cNvPr>
          <p:cNvGraphicFramePr>
            <a:graphicFrameLocks noGrp="1"/>
          </p:cNvGraphicFramePr>
          <p:nvPr>
            <p:extLst>
              <p:ext uri="{D42A27DB-BD31-4B8C-83A1-F6EECF244321}">
                <p14:modId xmlns:p14="http://schemas.microsoft.com/office/powerpoint/2010/main" val="2587896819"/>
              </p:ext>
            </p:extLst>
          </p:nvPr>
        </p:nvGraphicFramePr>
        <p:xfrm>
          <a:off x="3932809" y="3117543"/>
          <a:ext cx="2894013" cy="1152525"/>
        </p:xfrm>
        <a:graphic>
          <a:graphicData uri="http://schemas.openxmlformats.org/drawingml/2006/table">
            <a:tbl>
              <a:tblPr/>
              <a:tblGrid>
                <a:gridCol w="1682704">
                  <a:extLst>
                    <a:ext uri="{9D8B030D-6E8A-4147-A177-3AD203B41FA5}">
                      <a16:colId xmlns:a16="http://schemas.microsoft.com/office/drawing/2014/main" val="2978842572"/>
                    </a:ext>
                  </a:extLst>
                </a:gridCol>
                <a:gridCol w="1211309">
                  <a:extLst>
                    <a:ext uri="{9D8B030D-6E8A-4147-A177-3AD203B41FA5}">
                      <a16:colId xmlns:a16="http://schemas.microsoft.com/office/drawing/2014/main" val="1001273692"/>
                    </a:ext>
                  </a:extLst>
                </a:gridCol>
              </a:tblGrid>
              <a:tr h="190500">
                <a:tc gridSpan="2">
                  <a:txBody>
                    <a:bodyPr/>
                    <a:lstStyle/>
                    <a:p>
                      <a:pPr algn="ctr" fontAlgn="b"/>
                      <a:r>
                        <a:rPr lang="en-MY" sz="900" b="0" i="0" u="none" strike="noStrike">
                          <a:solidFill>
                            <a:srgbClr val="000000"/>
                          </a:solidFill>
                          <a:effectLst/>
                          <a:latin typeface="Calibri" panose="020F0502020204030204" pitchFamily="34" charset="0"/>
                        </a:rPr>
                        <a:t>Regression Statistics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MY"/>
                    </a:p>
                  </a:txBody>
                  <a:tcPr/>
                </a:tc>
                <a:extLst>
                  <a:ext uri="{0D108BD9-81ED-4DB2-BD59-A6C34878D82A}">
                    <a16:rowId xmlns:a16="http://schemas.microsoft.com/office/drawing/2014/main" val="3578815674"/>
                  </a:ext>
                </a:extLst>
              </a:tr>
              <a:tr h="190500">
                <a:tc>
                  <a:txBody>
                    <a:bodyPr/>
                    <a:lstStyle/>
                    <a:p>
                      <a:pPr algn="ctr" fontAlgn="b"/>
                      <a:r>
                        <a:rPr lang="en-MY" sz="900" b="0" i="0" u="none" strike="noStrike">
                          <a:solidFill>
                            <a:srgbClr val="000000"/>
                          </a:solidFill>
                          <a:effectLst/>
                          <a:latin typeface="Calibri" panose="020F0502020204030204" pitchFamily="34" charset="0"/>
                        </a:rPr>
                        <a:t>Multiple R</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0.970504849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58810392"/>
                  </a:ext>
                </a:extLst>
              </a:tr>
              <a:tr h="190500">
                <a:tc>
                  <a:txBody>
                    <a:bodyPr/>
                    <a:lstStyle/>
                    <a:p>
                      <a:pPr algn="ctr" fontAlgn="b"/>
                      <a:r>
                        <a:rPr lang="en-MY" sz="900" b="0" i="0" u="none" strike="noStrike" dirty="0">
                          <a:solidFill>
                            <a:srgbClr val="000000"/>
                          </a:solidFill>
                          <a:effectLst/>
                          <a:latin typeface="Calibri" panose="020F0502020204030204" pitchFamily="34" charset="0"/>
                        </a:rPr>
                        <a:t>R Square</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0.941879662</a:t>
                      </a:r>
                    </a:p>
                  </a:txBody>
                  <a:tcPr marL="9525" marR="9525" marT="9525" marB="0" anchor="ctr">
                    <a:lnL>
                      <a:noFill/>
                    </a:lnL>
                    <a:lnR>
                      <a:noFill/>
                    </a:lnR>
                    <a:lnT>
                      <a:noFill/>
                    </a:lnT>
                    <a:lnB>
                      <a:noFill/>
                    </a:lnB>
                    <a:noFill/>
                  </a:tcPr>
                </a:tc>
                <a:extLst>
                  <a:ext uri="{0D108BD9-81ED-4DB2-BD59-A6C34878D82A}">
                    <a16:rowId xmlns:a16="http://schemas.microsoft.com/office/drawing/2014/main" val="2823080788"/>
                  </a:ext>
                </a:extLst>
              </a:tr>
              <a:tr h="190500">
                <a:tc>
                  <a:txBody>
                    <a:bodyPr/>
                    <a:lstStyle/>
                    <a:p>
                      <a:pPr algn="ctr" fontAlgn="b"/>
                      <a:r>
                        <a:rPr lang="en-MY" sz="900" b="0" i="0" u="none" strike="noStrike">
                          <a:solidFill>
                            <a:srgbClr val="000000"/>
                          </a:solidFill>
                          <a:effectLst/>
                          <a:latin typeface="Calibri" panose="020F0502020204030204" pitchFamily="34" charset="0"/>
                        </a:rPr>
                        <a:t>Adjusted R Square</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0.941518666</a:t>
                      </a:r>
                    </a:p>
                  </a:txBody>
                  <a:tcPr marL="9525" marR="9525" marT="9525" marB="0" anchor="ctr">
                    <a:lnL>
                      <a:noFill/>
                    </a:lnL>
                    <a:lnR>
                      <a:noFill/>
                    </a:lnR>
                    <a:lnT>
                      <a:noFill/>
                    </a:lnT>
                    <a:lnB>
                      <a:noFill/>
                    </a:lnB>
                    <a:noFill/>
                  </a:tcPr>
                </a:tc>
                <a:extLst>
                  <a:ext uri="{0D108BD9-81ED-4DB2-BD59-A6C34878D82A}">
                    <a16:rowId xmlns:a16="http://schemas.microsoft.com/office/drawing/2014/main" val="2023557143"/>
                  </a:ext>
                </a:extLst>
              </a:tr>
              <a:tr h="190500">
                <a:tc>
                  <a:txBody>
                    <a:bodyPr/>
                    <a:lstStyle/>
                    <a:p>
                      <a:pPr algn="ctr" fontAlgn="b"/>
                      <a:r>
                        <a:rPr lang="en-MY" sz="900" b="0" i="0" u="none" strike="noStrike">
                          <a:solidFill>
                            <a:srgbClr val="000000"/>
                          </a:solidFill>
                          <a:effectLst/>
                          <a:latin typeface="Calibri" panose="020F0502020204030204" pitchFamily="34" charset="0"/>
                        </a:rPr>
                        <a:t>Standard Error</a:t>
                      </a:r>
                    </a:p>
                  </a:txBody>
                  <a:tcPr marL="9525" marR="9525" marT="9525" marB="0" anchor="ctr">
                    <a:lnL>
                      <a:noFill/>
                    </a:lnL>
                    <a:lnR>
                      <a:noFill/>
                    </a:lnR>
                    <a:lnT>
                      <a:noFill/>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65.93266412</a:t>
                      </a:r>
                    </a:p>
                  </a:txBody>
                  <a:tcPr marL="9525" marR="9525" marT="9525" marB="0" anchor="ctr">
                    <a:lnL>
                      <a:noFill/>
                    </a:lnL>
                    <a:lnR>
                      <a:noFill/>
                    </a:lnR>
                    <a:lnT>
                      <a:noFill/>
                    </a:lnT>
                    <a:lnB>
                      <a:noFill/>
                    </a:lnB>
                    <a:noFill/>
                  </a:tcPr>
                </a:tc>
                <a:extLst>
                  <a:ext uri="{0D108BD9-81ED-4DB2-BD59-A6C34878D82A}">
                    <a16:rowId xmlns:a16="http://schemas.microsoft.com/office/drawing/2014/main" val="2941812965"/>
                  </a:ext>
                </a:extLst>
              </a:tr>
              <a:tr h="200025">
                <a:tc>
                  <a:txBody>
                    <a:bodyPr/>
                    <a:lstStyle/>
                    <a:p>
                      <a:pPr algn="ctr" fontAlgn="b"/>
                      <a:r>
                        <a:rPr lang="en-MY" sz="900" b="0" i="0" u="none" strike="noStrike" dirty="0">
                          <a:solidFill>
                            <a:srgbClr val="000000"/>
                          </a:solidFill>
                          <a:effectLst/>
                          <a:latin typeface="Calibri" panose="020F0502020204030204" pitchFamily="34" charset="0"/>
                        </a:rPr>
                        <a:t>Observations</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973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0460854"/>
                  </a:ext>
                </a:extLst>
              </a:tr>
            </a:tbl>
          </a:graphicData>
        </a:graphic>
      </p:graphicFrame>
      <p:graphicFrame>
        <p:nvGraphicFramePr>
          <p:cNvPr id="18" name="Table 17">
            <a:extLst>
              <a:ext uri="{FF2B5EF4-FFF2-40B4-BE49-F238E27FC236}">
                <a16:creationId xmlns:a16="http://schemas.microsoft.com/office/drawing/2014/main" id="{F46C1B71-ACA7-201C-BBA4-E64B6793630A}"/>
              </a:ext>
            </a:extLst>
          </p:cNvPr>
          <p:cNvGraphicFramePr>
            <a:graphicFrameLocks noGrp="1"/>
          </p:cNvGraphicFramePr>
          <p:nvPr>
            <p:extLst>
              <p:ext uri="{D42A27DB-BD31-4B8C-83A1-F6EECF244321}">
                <p14:modId xmlns:p14="http://schemas.microsoft.com/office/powerpoint/2010/main" val="4064389678"/>
              </p:ext>
            </p:extLst>
          </p:nvPr>
        </p:nvGraphicFramePr>
        <p:xfrm>
          <a:off x="3932809" y="4482446"/>
          <a:ext cx="2894013" cy="1533525"/>
        </p:xfrm>
        <a:graphic>
          <a:graphicData uri="http://schemas.openxmlformats.org/drawingml/2006/table">
            <a:tbl>
              <a:tblPr/>
              <a:tblGrid>
                <a:gridCol w="1604963">
                  <a:extLst>
                    <a:ext uri="{9D8B030D-6E8A-4147-A177-3AD203B41FA5}">
                      <a16:colId xmlns:a16="http://schemas.microsoft.com/office/drawing/2014/main" val="2667898908"/>
                    </a:ext>
                  </a:extLst>
                </a:gridCol>
                <a:gridCol w="679450">
                  <a:extLst>
                    <a:ext uri="{9D8B030D-6E8A-4147-A177-3AD203B41FA5}">
                      <a16:colId xmlns:a16="http://schemas.microsoft.com/office/drawing/2014/main" val="3328503951"/>
                    </a:ext>
                  </a:extLst>
                </a:gridCol>
                <a:gridCol w="609600">
                  <a:extLst>
                    <a:ext uri="{9D8B030D-6E8A-4147-A177-3AD203B41FA5}">
                      <a16:colId xmlns:a16="http://schemas.microsoft.com/office/drawing/2014/main" val="1823779205"/>
                    </a:ext>
                  </a:extLst>
                </a:gridCol>
              </a:tblGrid>
              <a:tr h="190500">
                <a:tc>
                  <a:txBody>
                    <a:bodyPr/>
                    <a:lstStyle/>
                    <a:p>
                      <a:pPr algn="ctr" fontAlgn="b"/>
                      <a:r>
                        <a:rPr lang="en-MY" sz="900" b="0" i="0" u="none" strike="noStrike" dirty="0">
                          <a:solidFill>
                            <a:srgbClr val="000000"/>
                          </a:solidFill>
                          <a:effectLst/>
                          <a:latin typeface="Calibri" panose="020F0502020204030204" pitchFamily="34" charset="0"/>
                        </a:rPr>
                        <a:t>Independent Variable </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532768"/>
                  </a:ext>
                </a:extLst>
              </a:tr>
              <a:tr h="190500">
                <a:tc>
                  <a:txBody>
                    <a:bodyPr/>
                    <a:lstStyle/>
                    <a:p>
                      <a:pPr algn="ctr" fontAlgn="b"/>
                      <a:r>
                        <a:rPr lang="en-MY" sz="900" b="0" i="0" u="none" strike="noStrike" dirty="0">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-994.9282167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5.37E-98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4283976264"/>
                  </a:ext>
                </a:extLst>
              </a:tr>
              <a:tr h="190500">
                <a:tc>
                  <a:txBody>
                    <a:bodyPr/>
                    <a:lstStyle/>
                    <a:p>
                      <a:pPr algn="ctr" fontAlgn="b"/>
                      <a:r>
                        <a:rPr lang="en-MY" sz="900" b="0" i="0" u="none" strike="noStrike">
                          <a:solidFill>
                            <a:srgbClr val="000000"/>
                          </a:solidFill>
                          <a:effectLst/>
                          <a:latin typeface="Calibri" panose="020F0502020204030204" pitchFamily="34" charset="0"/>
                        </a:rPr>
                        <a:t>Experience Level</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-1.846706019</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0.767857</a:t>
                      </a:r>
                    </a:p>
                  </a:txBody>
                  <a:tcPr marL="9525" marR="9525" marT="9525" marB="0" anchor="ctr">
                    <a:lnL>
                      <a:noFill/>
                    </a:lnL>
                    <a:lnR>
                      <a:noFill/>
                    </a:lnR>
                    <a:lnT>
                      <a:noFill/>
                    </a:lnT>
                    <a:lnB>
                      <a:noFill/>
                    </a:lnB>
                    <a:solidFill>
                      <a:srgbClr val="C32913"/>
                    </a:solidFill>
                  </a:tcPr>
                </a:tc>
                <a:extLst>
                  <a:ext uri="{0D108BD9-81ED-4DB2-BD59-A6C34878D82A}">
                    <a16:rowId xmlns:a16="http://schemas.microsoft.com/office/drawing/2014/main" val="3532310647"/>
                  </a:ext>
                </a:extLst>
              </a:tr>
              <a:tr h="190500">
                <a:tc>
                  <a:txBody>
                    <a:bodyPr/>
                    <a:lstStyle/>
                    <a:p>
                      <a:pPr algn="ctr" fontAlgn="b"/>
                      <a:r>
                        <a:rPr lang="en-MY" sz="900" b="0" i="0" u="none" strike="noStrike">
                          <a:solidFill>
                            <a:srgbClr val="000000"/>
                          </a:solidFill>
                          <a:effectLst/>
                          <a:latin typeface="Calibri" panose="020F0502020204030204" pitchFamily="34" charset="0"/>
                        </a:rPr>
                        <a:t>Workout Frequency (Day / Week)</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-3.287144295</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0.438699</a:t>
                      </a:r>
                    </a:p>
                  </a:txBody>
                  <a:tcPr marL="9525" marR="9525" marT="9525" marB="0" anchor="ctr">
                    <a:lnL>
                      <a:noFill/>
                    </a:lnL>
                    <a:lnR>
                      <a:noFill/>
                    </a:lnR>
                    <a:lnT>
                      <a:noFill/>
                    </a:lnT>
                    <a:lnB>
                      <a:noFill/>
                    </a:lnB>
                    <a:solidFill>
                      <a:srgbClr val="6F632D"/>
                    </a:solidFill>
                  </a:tcPr>
                </a:tc>
                <a:extLst>
                  <a:ext uri="{0D108BD9-81ED-4DB2-BD59-A6C34878D82A}">
                    <a16:rowId xmlns:a16="http://schemas.microsoft.com/office/drawing/2014/main" val="40859283"/>
                  </a:ext>
                </a:extLst>
              </a:tr>
              <a:tr h="190500">
                <a:tc>
                  <a:txBody>
                    <a:bodyPr/>
                    <a:lstStyle/>
                    <a:p>
                      <a:pPr algn="ctr" fontAlgn="b"/>
                      <a:r>
                        <a:rPr lang="en-MY" sz="900" b="0" i="0" u="none" strike="noStrike">
                          <a:solidFill>
                            <a:srgbClr val="000000"/>
                          </a:solidFill>
                          <a:effectLst/>
                          <a:latin typeface="Calibri" panose="020F0502020204030204" pitchFamily="34" charset="0"/>
                        </a:rPr>
                        <a:t>Session Duration (Hours)</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701.0817453</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0.0000</a:t>
                      </a:r>
                    </a:p>
                  </a:txBody>
                  <a:tcPr marL="9525" marR="9525" marT="9525" marB="0" anchor="ctr">
                    <a:lnL>
                      <a:noFill/>
                    </a:lnL>
                    <a:lnR>
                      <a:noFill/>
                    </a:lnR>
                    <a:lnT>
                      <a:noFill/>
                    </a:lnT>
                    <a:lnB>
                      <a:noFill/>
                    </a:lnB>
                    <a:solidFill>
                      <a:srgbClr val="00B050"/>
                    </a:solidFill>
                  </a:tcPr>
                </a:tc>
                <a:extLst>
                  <a:ext uri="{0D108BD9-81ED-4DB2-BD59-A6C34878D82A}">
                    <a16:rowId xmlns:a16="http://schemas.microsoft.com/office/drawing/2014/main" val="1706407435"/>
                  </a:ext>
                </a:extLst>
              </a:tr>
              <a:tr h="190500">
                <a:tc>
                  <a:txBody>
                    <a:bodyPr/>
                    <a:lstStyle/>
                    <a:p>
                      <a:pPr algn="ctr" fontAlgn="b"/>
                      <a:r>
                        <a:rPr lang="en-MY" sz="900" b="0" i="0" u="none" strike="noStrike">
                          <a:solidFill>
                            <a:srgbClr val="000000"/>
                          </a:solidFill>
                          <a:effectLst/>
                          <a:latin typeface="Calibri" panose="020F0502020204030204" pitchFamily="34" charset="0"/>
                        </a:rPr>
                        <a:t>Max BPM</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0.054842053</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0.765744</a:t>
                      </a:r>
                    </a:p>
                  </a:txBody>
                  <a:tcPr marL="9525" marR="9525" marT="9525" marB="0" anchor="ctr">
                    <a:lnL>
                      <a:noFill/>
                    </a:lnL>
                    <a:lnR>
                      <a:noFill/>
                    </a:lnR>
                    <a:lnT>
                      <a:noFill/>
                    </a:lnT>
                    <a:lnB>
                      <a:noFill/>
                    </a:lnB>
                    <a:solidFill>
                      <a:srgbClr val="C32A13"/>
                    </a:solidFill>
                  </a:tcPr>
                </a:tc>
                <a:extLst>
                  <a:ext uri="{0D108BD9-81ED-4DB2-BD59-A6C34878D82A}">
                    <a16:rowId xmlns:a16="http://schemas.microsoft.com/office/drawing/2014/main" val="2982723988"/>
                  </a:ext>
                </a:extLst>
              </a:tr>
              <a:tr h="190500">
                <a:tc>
                  <a:txBody>
                    <a:bodyPr/>
                    <a:lstStyle/>
                    <a:p>
                      <a:pPr algn="ctr" fontAlgn="b"/>
                      <a:r>
                        <a:rPr lang="en-MY" sz="900" b="0" i="0" u="none" strike="noStrike">
                          <a:solidFill>
                            <a:srgbClr val="000000"/>
                          </a:solidFill>
                          <a:effectLst/>
                          <a:latin typeface="Calibri" panose="020F0502020204030204" pitchFamily="34" charset="0"/>
                        </a:rPr>
                        <a:t>Avg BPM</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6.192662704</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8.2E-220</a:t>
                      </a:r>
                    </a:p>
                  </a:txBody>
                  <a:tcPr marL="9525" marR="9525" marT="9525" marB="0" anchor="ctr">
                    <a:lnL>
                      <a:noFill/>
                    </a:lnL>
                    <a:lnR>
                      <a:noFill/>
                    </a:lnR>
                    <a:lnT>
                      <a:noFill/>
                    </a:lnT>
                    <a:lnB>
                      <a:noFill/>
                    </a:lnB>
                    <a:solidFill>
                      <a:srgbClr val="00B050"/>
                    </a:solidFill>
                  </a:tcPr>
                </a:tc>
                <a:extLst>
                  <a:ext uri="{0D108BD9-81ED-4DB2-BD59-A6C34878D82A}">
                    <a16:rowId xmlns:a16="http://schemas.microsoft.com/office/drawing/2014/main" val="846304868"/>
                  </a:ext>
                </a:extLst>
              </a:tr>
              <a:tr h="200025">
                <a:tc>
                  <a:txBody>
                    <a:bodyPr/>
                    <a:lstStyle/>
                    <a:p>
                      <a:pPr algn="ctr" fontAlgn="b"/>
                      <a:r>
                        <a:rPr lang="en-MY" sz="900" b="0" i="0" u="none" strike="noStrike">
                          <a:solidFill>
                            <a:srgbClr val="000000"/>
                          </a:solidFill>
                          <a:effectLst/>
                          <a:latin typeface="Calibri" panose="020F0502020204030204" pitchFamily="34" charset="0"/>
                        </a:rPr>
                        <a:t>Water Intake (Liters)</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50.8609612</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4.04E-39</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951196661"/>
                  </a:ext>
                </a:extLst>
              </a:tr>
            </a:tbl>
          </a:graphicData>
        </a:graphic>
      </p:graphicFrame>
      <p:sp>
        <p:nvSpPr>
          <p:cNvPr id="20" name="TextBox 19">
            <a:extLst>
              <a:ext uri="{FF2B5EF4-FFF2-40B4-BE49-F238E27FC236}">
                <a16:creationId xmlns:a16="http://schemas.microsoft.com/office/drawing/2014/main" id="{A6682E32-8230-F1E1-6027-CFE4D073E0D9}"/>
              </a:ext>
            </a:extLst>
          </p:cNvPr>
          <p:cNvSpPr txBox="1"/>
          <p:nvPr/>
        </p:nvSpPr>
        <p:spPr>
          <a:xfrm>
            <a:off x="10755984" y="1152489"/>
            <a:ext cx="970961" cy="230832"/>
          </a:xfrm>
          <a:prstGeom prst="rect">
            <a:avLst/>
          </a:prstGeom>
          <a:noFill/>
        </p:spPr>
        <p:txBody>
          <a:bodyPr wrap="square" rtlCol="0">
            <a:spAutoFit/>
          </a:bodyPr>
          <a:lstStyle/>
          <a:p>
            <a:r>
              <a:rPr lang="en-US" sz="900" dirty="0"/>
              <a:t>R Square: 0.8247</a:t>
            </a:r>
            <a:endParaRPr lang="en-MY" sz="900" dirty="0"/>
          </a:p>
        </p:txBody>
      </p:sp>
      <p:sp>
        <p:nvSpPr>
          <p:cNvPr id="21" name="Rectangle 20">
            <a:extLst>
              <a:ext uri="{FF2B5EF4-FFF2-40B4-BE49-F238E27FC236}">
                <a16:creationId xmlns:a16="http://schemas.microsoft.com/office/drawing/2014/main" id="{8F6A67D4-BD50-4FAE-BB5E-0BCDC0148E6F}"/>
              </a:ext>
            </a:extLst>
          </p:cNvPr>
          <p:cNvSpPr/>
          <p:nvPr/>
        </p:nvSpPr>
        <p:spPr>
          <a:xfrm>
            <a:off x="7402903" y="2611225"/>
            <a:ext cx="4789096" cy="424677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MY" sz="900" b="1" u="sng" dirty="0">
                <a:solidFill>
                  <a:schemeClr val="tx1"/>
                </a:solidFill>
              </a:rPr>
              <a:t>Insight</a:t>
            </a:r>
          </a:p>
          <a:p>
            <a:pPr marL="171450" indent="-171450">
              <a:buFont typeface="Arial" panose="020B0604020202020204" pitchFamily="34" charset="0"/>
              <a:buChar char="•"/>
            </a:pPr>
            <a:r>
              <a:rPr lang="en-MY" sz="900" dirty="0">
                <a:solidFill>
                  <a:schemeClr val="tx1"/>
                </a:solidFill>
              </a:rPr>
              <a:t>Distribution of calories burned for all gym members is slightly skewed to the right.</a:t>
            </a:r>
          </a:p>
          <a:p>
            <a:pPr marL="171450" indent="-171450">
              <a:buFont typeface="Arial" panose="020B0604020202020204" pitchFamily="34" charset="0"/>
              <a:buChar char="•"/>
            </a:pPr>
            <a:r>
              <a:rPr lang="en-MY" sz="900" dirty="0">
                <a:solidFill>
                  <a:schemeClr val="tx1"/>
                </a:solidFill>
              </a:rPr>
              <a:t>Correlation matrices for calories burned shows that all the metrics have value above 0.3 except for Max BPM at 0.002.</a:t>
            </a:r>
          </a:p>
          <a:p>
            <a:pPr marL="171450" indent="-171450">
              <a:buFont typeface="Arial" panose="020B0604020202020204" pitchFamily="34" charset="0"/>
              <a:buChar char="•"/>
            </a:pPr>
            <a:r>
              <a:rPr lang="en-MY" sz="900" dirty="0">
                <a:solidFill>
                  <a:schemeClr val="tx1"/>
                </a:solidFill>
              </a:rPr>
              <a:t>High Intensity Interval Training or HIIT emerge as the leaders of average calories burned per member despite having the lowest number of members that participate, count at 221.</a:t>
            </a:r>
          </a:p>
          <a:p>
            <a:pPr marL="171450" indent="-171450">
              <a:buFont typeface="Arial" panose="020B0604020202020204" pitchFamily="34" charset="0"/>
              <a:buChar char="•"/>
            </a:pPr>
            <a:r>
              <a:rPr lang="en-MY" sz="900" dirty="0">
                <a:solidFill>
                  <a:schemeClr val="tx1"/>
                </a:solidFill>
              </a:rPr>
              <a:t>The distribution varies evenly around hours 0.5 to 1.49, but the pattern diverse around 1.5 to 2 hours with some of them exceed 1600 calories burned.</a:t>
            </a:r>
          </a:p>
          <a:p>
            <a:pPr marL="171450" indent="-171450">
              <a:buFont typeface="Arial" panose="020B0604020202020204" pitchFamily="34" charset="0"/>
              <a:buChar char="•"/>
            </a:pPr>
            <a:r>
              <a:rPr lang="en-MY" sz="900" dirty="0">
                <a:solidFill>
                  <a:schemeClr val="tx1"/>
                </a:solidFill>
              </a:rPr>
              <a:t>We can conclude that each workout will burned more calories when they exceed 1 hour and 30 minutes. This is because of heart rate will keep increasing the longer we did an exercise and the continual pumping of </a:t>
            </a:r>
            <a:r>
              <a:rPr lang="en-US" sz="900" dirty="0">
                <a:solidFill>
                  <a:schemeClr val="tx1"/>
                </a:solidFill>
              </a:rPr>
              <a:t>blood by the heart demands energy, as does the continual ventilation (movement of air into and out) of the lungs. (Source: </a:t>
            </a:r>
            <a:r>
              <a:rPr lang="en-MY" sz="900" dirty="0">
                <a:solidFill>
                  <a:srgbClr val="0000FF"/>
                </a:solidFill>
                <a:hlinkClick r:id="rId5">
                  <a:extLst>
                    <a:ext uri="{A12FA001-AC4F-418D-AE19-62706E023703}">
                      <ahyp:hlinkClr xmlns:ahyp="http://schemas.microsoft.com/office/drawing/2018/hyperlinkcolor" val="tx"/>
                    </a:ext>
                  </a:extLst>
                </a:hlinkClick>
              </a:rPr>
              <a:t>Calorie Burning</a:t>
            </a:r>
            <a:r>
              <a:rPr lang="en-MY" sz="900" dirty="0">
                <a:solidFill>
                  <a:srgbClr val="595959"/>
                </a:solidFill>
              </a:rPr>
              <a:t>).</a:t>
            </a:r>
            <a:endParaRPr lang="en-US" sz="900" dirty="0">
              <a:solidFill>
                <a:srgbClr val="595959"/>
              </a:solidFill>
            </a:endParaRPr>
          </a:p>
          <a:p>
            <a:pPr marL="171450" indent="-171450">
              <a:buFont typeface="Arial" panose="020B0604020202020204" pitchFamily="34" charset="0"/>
              <a:buChar char="•"/>
            </a:pPr>
            <a:r>
              <a:rPr lang="en-MY" sz="900" dirty="0">
                <a:solidFill>
                  <a:schemeClr val="tx1"/>
                </a:solidFill>
              </a:rPr>
              <a:t>With the result of multiple variable of regression analysis which we combine metrics of fitness, behavioural and performance, the result shows that session duration (hour) has the most impact by coefficient of 701 units increased per hour. Follow by water intake at 50.86 calories per litre of water intake and 6.19 calories increased per 1 </a:t>
            </a:r>
            <a:r>
              <a:rPr lang="en-MY" sz="900" dirty="0" err="1">
                <a:solidFill>
                  <a:schemeClr val="tx1"/>
                </a:solidFill>
              </a:rPr>
              <a:t>avg</a:t>
            </a:r>
            <a:r>
              <a:rPr lang="en-MY" sz="900" dirty="0">
                <a:solidFill>
                  <a:schemeClr val="tx1"/>
                </a:solidFill>
              </a:rPr>
              <a:t> EHR BPM.</a:t>
            </a:r>
          </a:p>
          <a:p>
            <a:pPr marL="171450" indent="-171450">
              <a:buFont typeface="Arial" panose="020B0604020202020204" pitchFamily="34" charset="0"/>
              <a:buChar char="•"/>
            </a:pPr>
            <a:r>
              <a:rPr lang="en-MY" sz="900" dirty="0">
                <a:solidFill>
                  <a:schemeClr val="tx1"/>
                </a:solidFill>
              </a:rPr>
              <a:t>Experience level, workout frequency and max BPM has a weak relationship comparing to other variables which is the result not tally with their correlation values at 0.69 for experience level and 0.58 for workout frequency.</a:t>
            </a:r>
          </a:p>
          <a:p>
            <a:pPr marL="171450" indent="-171450">
              <a:buFont typeface="Arial" panose="020B0604020202020204" pitchFamily="34" charset="0"/>
              <a:buChar char="•"/>
            </a:pPr>
            <a:r>
              <a:rPr lang="en-US" sz="900" dirty="0">
                <a:solidFill>
                  <a:schemeClr val="tx1"/>
                </a:solidFill>
              </a:rPr>
              <a:t>Their impact is less significant in the regression model due to the presence of more influential variables and potential multicollinearity.</a:t>
            </a:r>
          </a:p>
          <a:p>
            <a:endParaRPr lang="en-US" sz="900" dirty="0">
              <a:solidFill>
                <a:schemeClr val="tx1"/>
              </a:solidFill>
            </a:endParaRPr>
          </a:p>
          <a:p>
            <a:r>
              <a:rPr lang="en-US" sz="900" b="1" u="sng" dirty="0">
                <a:solidFill>
                  <a:schemeClr val="tx1"/>
                </a:solidFill>
              </a:rPr>
              <a:t>Proposal</a:t>
            </a:r>
          </a:p>
          <a:p>
            <a:pPr marL="171450" indent="-171450">
              <a:buFont typeface="Arial" panose="020B0604020202020204" pitchFamily="34" charset="0"/>
              <a:buChar char="•"/>
            </a:pPr>
            <a:r>
              <a:rPr lang="en-MY" sz="900" dirty="0">
                <a:solidFill>
                  <a:schemeClr val="tx1"/>
                </a:solidFill>
              </a:rPr>
              <a:t>Enhanced training programs by emphasizing longer workout (1.5 hours and above) to maximise calories burning.</a:t>
            </a:r>
          </a:p>
          <a:p>
            <a:pPr marL="171450" indent="-171450">
              <a:buFont typeface="Arial" panose="020B0604020202020204" pitchFamily="34" charset="0"/>
              <a:buChar char="•"/>
            </a:pPr>
            <a:r>
              <a:rPr lang="en-MY" sz="900" dirty="0">
                <a:solidFill>
                  <a:schemeClr val="tx1"/>
                </a:solidFill>
              </a:rPr>
              <a:t>To promote program of HIIT to other gym members with data showcasing that even with less participant, it is more effective to burn calories. But, this doesn’t mean we can reject the effectiveness of other workouts.</a:t>
            </a:r>
          </a:p>
        </p:txBody>
      </p:sp>
      <p:graphicFrame>
        <p:nvGraphicFramePr>
          <p:cNvPr id="23" name="Chart 22">
            <a:extLst>
              <a:ext uri="{FF2B5EF4-FFF2-40B4-BE49-F238E27FC236}">
                <a16:creationId xmlns:a16="http://schemas.microsoft.com/office/drawing/2014/main" id="{C8D17904-FE47-42F4-8ECA-8248A06382AE}"/>
              </a:ext>
            </a:extLst>
          </p:cNvPr>
          <p:cNvGraphicFramePr>
            <a:graphicFrameLocks/>
          </p:cNvGraphicFramePr>
          <p:nvPr>
            <p:extLst>
              <p:ext uri="{D42A27DB-BD31-4B8C-83A1-F6EECF244321}">
                <p14:modId xmlns:p14="http://schemas.microsoft.com/office/powerpoint/2010/main" val="3730171587"/>
              </p:ext>
            </p:extLst>
          </p:nvPr>
        </p:nvGraphicFramePr>
        <p:xfrm>
          <a:off x="3357776" y="0"/>
          <a:ext cx="4045128" cy="253581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835606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13649-B2B7-F6A8-1B88-351DBB1E78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F2CC60-AAC6-EDC1-3BC0-A752B8DDEF6A}"/>
              </a:ext>
            </a:extLst>
          </p:cNvPr>
          <p:cNvSpPr/>
          <p:nvPr/>
        </p:nvSpPr>
        <p:spPr>
          <a:xfrm>
            <a:off x="0" y="0"/>
            <a:ext cx="3215317"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aphicFrame>
        <p:nvGraphicFramePr>
          <p:cNvPr id="4" name="Table 3">
            <a:extLst>
              <a:ext uri="{FF2B5EF4-FFF2-40B4-BE49-F238E27FC236}">
                <a16:creationId xmlns:a16="http://schemas.microsoft.com/office/drawing/2014/main" id="{525D8188-58C2-34CD-5394-B025F36D2338}"/>
              </a:ext>
            </a:extLst>
          </p:cNvPr>
          <p:cNvGraphicFramePr>
            <a:graphicFrameLocks noGrp="1"/>
          </p:cNvGraphicFramePr>
          <p:nvPr>
            <p:extLst>
              <p:ext uri="{D42A27DB-BD31-4B8C-83A1-F6EECF244321}">
                <p14:modId xmlns:p14="http://schemas.microsoft.com/office/powerpoint/2010/main" val="578572773"/>
              </p:ext>
            </p:extLst>
          </p:nvPr>
        </p:nvGraphicFramePr>
        <p:xfrm>
          <a:off x="142458" y="3583692"/>
          <a:ext cx="2930400" cy="2930399"/>
        </p:xfrm>
        <a:graphic>
          <a:graphicData uri="http://schemas.openxmlformats.org/drawingml/2006/table">
            <a:tbl>
              <a:tblPr/>
              <a:tblGrid>
                <a:gridCol w="1503462">
                  <a:extLst>
                    <a:ext uri="{9D8B030D-6E8A-4147-A177-3AD203B41FA5}">
                      <a16:colId xmlns:a16="http://schemas.microsoft.com/office/drawing/2014/main" val="3289351109"/>
                    </a:ext>
                  </a:extLst>
                </a:gridCol>
                <a:gridCol w="850392">
                  <a:extLst>
                    <a:ext uri="{9D8B030D-6E8A-4147-A177-3AD203B41FA5}">
                      <a16:colId xmlns:a16="http://schemas.microsoft.com/office/drawing/2014/main" val="4241196897"/>
                    </a:ext>
                  </a:extLst>
                </a:gridCol>
                <a:gridCol w="576546">
                  <a:extLst>
                    <a:ext uri="{9D8B030D-6E8A-4147-A177-3AD203B41FA5}">
                      <a16:colId xmlns:a16="http://schemas.microsoft.com/office/drawing/2014/main" val="2971966270"/>
                    </a:ext>
                  </a:extLst>
                </a:gridCol>
              </a:tblGrid>
              <a:tr h="338483">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MY" sz="900" b="0" i="0" u="none" strike="noStrike" dirty="0">
                          <a:solidFill>
                            <a:srgbClr val="000000"/>
                          </a:solidFill>
                          <a:effectLst/>
                          <a:latin typeface="Calibri" panose="020F0502020204030204" pitchFamily="34" charset="0"/>
                        </a:rPr>
                        <a:t> Independent Variable </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Coefficients</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P-value</a:t>
                      </a:r>
                    </a:p>
                  </a:txBody>
                  <a:tcPr marL="9525" marR="9525" marT="952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575664"/>
                  </a:ext>
                </a:extLst>
              </a:tr>
              <a:tr h="338483">
                <a:tc>
                  <a:txBody>
                    <a:bodyPr/>
                    <a:lstStyle/>
                    <a:p>
                      <a:pPr algn="ctr" fontAlgn="b"/>
                      <a:r>
                        <a:rPr lang="en-MY" sz="900" b="0" i="0" u="none" strike="noStrike" dirty="0">
                          <a:solidFill>
                            <a:srgbClr val="000000"/>
                          </a:solidFill>
                          <a:effectLst/>
                          <a:latin typeface="Calibri" panose="020F0502020204030204" pitchFamily="34" charset="0"/>
                        </a:rPr>
                        <a:t>Intercept</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5.751882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1.5E-48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63BE7B"/>
                    </a:solidFill>
                  </a:tcPr>
                </a:tc>
                <a:extLst>
                  <a:ext uri="{0D108BD9-81ED-4DB2-BD59-A6C34878D82A}">
                    <a16:rowId xmlns:a16="http://schemas.microsoft.com/office/drawing/2014/main" val="809290737"/>
                  </a:ext>
                </a:extLst>
              </a:tr>
              <a:tr h="187006">
                <a:tc>
                  <a:txBody>
                    <a:bodyPr/>
                    <a:lstStyle/>
                    <a:p>
                      <a:pPr algn="ctr" fontAlgn="b"/>
                      <a:r>
                        <a:rPr lang="en-MY" sz="900" b="0" i="0" u="none" strike="noStrike" dirty="0">
                          <a:solidFill>
                            <a:srgbClr val="000000"/>
                          </a:solidFill>
                          <a:effectLst/>
                          <a:latin typeface="Calibri" panose="020F0502020204030204" pitchFamily="34" charset="0"/>
                        </a:rPr>
                        <a:t>Fat Percentage</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-0.055</a:t>
                      </a:r>
                    </a:p>
                  </a:txBody>
                  <a:tcPr marL="9525" marR="9525" marT="9525" marB="0" anchor="ctr">
                    <a:lnL>
                      <a:noFill/>
                    </a:lnL>
                    <a:lnR>
                      <a:noFill/>
                    </a:lnR>
                    <a:lnT>
                      <a:noFill/>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2.96E-52</a:t>
                      </a:r>
                    </a:p>
                  </a:txBody>
                  <a:tcPr marL="9525" marR="9525" marT="9525" marB="0" anchor="ctr">
                    <a:lnL>
                      <a:noFill/>
                    </a:lnL>
                    <a:lnR>
                      <a:noFill/>
                    </a:lnR>
                    <a:lnT>
                      <a:noFill/>
                    </a:lnT>
                    <a:lnB>
                      <a:noFill/>
                    </a:lnB>
                    <a:solidFill>
                      <a:srgbClr val="63BE7B"/>
                    </a:solidFill>
                  </a:tcPr>
                </a:tc>
                <a:extLst>
                  <a:ext uri="{0D108BD9-81ED-4DB2-BD59-A6C34878D82A}">
                    <a16:rowId xmlns:a16="http://schemas.microsoft.com/office/drawing/2014/main" val="149511592"/>
                  </a:ext>
                </a:extLst>
              </a:tr>
              <a:tr h="338483">
                <a:tc>
                  <a:txBody>
                    <a:bodyPr/>
                    <a:lstStyle/>
                    <a:p>
                      <a:pPr algn="ctr" fontAlgn="b"/>
                      <a:r>
                        <a:rPr lang="en-MY" sz="900" b="0" i="0" u="none" strike="noStrike" dirty="0">
                          <a:solidFill>
                            <a:srgbClr val="000000"/>
                          </a:solidFill>
                          <a:effectLst/>
                          <a:latin typeface="Calibri" panose="020F0502020204030204" pitchFamily="34" charset="0"/>
                        </a:rPr>
                        <a:t>Experience Level</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-0.0597</a:t>
                      </a:r>
                    </a:p>
                  </a:txBody>
                  <a:tcPr marL="9525" marR="9525" marT="9525" marB="0" anchor="ctr">
                    <a:lnL>
                      <a:noFill/>
                    </a:lnL>
                    <a:lnR>
                      <a:noFill/>
                    </a:lnR>
                    <a:lnT>
                      <a:noFill/>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0.196119</a:t>
                      </a:r>
                    </a:p>
                  </a:txBody>
                  <a:tcPr marL="9525" marR="9525" marT="9525" marB="0" anchor="ctr">
                    <a:lnL>
                      <a:noFill/>
                    </a:lnL>
                    <a:lnR>
                      <a:noFill/>
                    </a:lnR>
                    <a:lnT>
                      <a:noFill/>
                    </a:lnT>
                    <a:lnB>
                      <a:noFill/>
                    </a:lnB>
                    <a:solidFill>
                      <a:srgbClr val="95D2A6"/>
                    </a:solidFill>
                  </a:tcPr>
                </a:tc>
                <a:extLst>
                  <a:ext uri="{0D108BD9-81ED-4DB2-BD59-A6C34878D82A}">
                    <a16:rowId xmlns:a16="http://schemas.microsoft.com/office/drawing/2014/main" val="2391427974"/>
                  </a:ext>
                </a:extLst>
              </a:tr>
              <a:tr h="338483">
                <a:tc>
                  <a:txBody>
                    <a:bodyPr/>
                    <a:lstStyle/>
                    <a:p>
                      <a:pPr algn="ctr" fontAlgn="b"/>
                      <a:r>
                        <a:rPr lang="en-MY" sz="900" b="0" i="0" u="none" strike="noStrike" dirty="0">
                          <a:solidFill>
                            <a:srgbClr val="000000"/>
                          </a:solidFill>
                          <a:effectLst/>
                          <a:latin typeface="Calibri" panose="020F0502020204030204" pitchFamily="34" charset="0"/>
                        </a:rPr>
                        <a:t>Workout Frequency (Day / Week)</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-0.01058</a:t>
                      </a:r>
                    </a:p>
                  </a:txBody>
                  <a:tcPr marL="9525" marR="9525" marT="9525" marB="0" anchor="ctr">
                    <a:lnL>
                      <a:noFill/>
                    </a:lnL>
                    <a:lnR>
                      <a:noFill/>
                    </a:lnR>
                    <a:lnT>
                      <a:noFill/>
                    </a:lnT>
                    <a:lnB>
                      <a:noFill/>
                    </a:lnB>
                    <a:noFill/>
                  </a:tcPr>
                </a:tc>
                <a:tc>
                  <a:txBody>
                    <a:bodyPr/>
                    <a:lstStyle/>
                    <a:p>
                      <a:pPr algn="ctr" fontAlgn="b"/>
                      <a:r>
                        <a:rPr lang="en-MY" sz="900" b="0" i="0" u="none" strike="noStrike">
                          <a:solidFill>
                            <a:srgbClr val="000000"/>
                          </a:solidFill>
                          <a:effectLst/>
                          <a:latin typeface="Calibri" panose="020F0502020204030204" pitchFamily="34" charset="0"/>
                        </a:rPr>
                        <a:t>0.723108</a:t>
                      </a:r>
                    </a:p>
                  </a:txBody>
                  <a:tcPr marL="9525" marR="9525" marT="9525" marB="0" anchor="ctr">
                    <a:lnL>
                      <a:noFill/>
                    </a:lnL>
                    <a:lnR>
                      <a:noFill/>
                    </a:lnR>
                    <a:lnT>
                      <a:noFill/>
                    </a:lnT>
                    <a:lnB>
                      <a:noFill/>
                    </a:lnB>
                    <a:solidFill>
                      <a:srgbClr val="FBCFD2"/>
                    </a:solidFill>
                  </a:tcPr>
                </a:tc>
                <a:extLst>
                  <a:ext uri="{0D108BD9-81ED-4DB2-BD59-A6C34878D82A}">
                    <a16:rowId xmlns:a16="http://schemas.microsoft.com/office/drawing/2014/main" val="2871326264"/>
                  </a:ext>
                </a:extLst>
              </a:tr>
              <a:tr h="187006">
                <a:tc>
                  <a:txBody>
                    <a:bodyPr/>
                    <a:lstStyle/>
                    <a:p>
                      <a:pPr algn="ctr" fontAlgn="b"/>
                      <a:r>
                        <a:rPr lang="en-MY" sz="900" b="0" i="0" u="none" strike="noStrike">
                          <a:solidFill>
                            <a:srgbClr val="000000"/>
                          </a:solidFill>
                          <a:effectLst/>
                          <a:latin typeface="Calibri" panose="020F0502020204030204" pitchFamily="34" charset="0"/>
                        </a:rPr>
                        <a:t>Session Duration (Hours)</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-1.38028</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6.18E-16</a:t>
                      </a:r>
                    </a:p>
                  </a:txBody>
                  <a:tcPr marL="9525" marR="9525" marT="9525" marB="0" anchor="ctr">
                    <a:lnL>
                      <a:noFill/>
                    </a:lnL>
                    <a:lnR>
                      <a:noFill/>
                    </a:lnR>
                    <a:lnT>
                      <a:noFill/>
                    </a:lnT>
                    <a:lnB>
                      <a:noFill/>
                    </a:lnB>
                    <a:solidFill>
                      <a:srgbClr val="63BE7B"/>
                    </a:solidFill>
                  </a:tcPr>
                </a:tc>
                <a:extLst>
                  <a:ext uri="{0D108BD9-81ED-4DB2-BD59-A6C34878D82A}">
                    <a16:rowId xmlns:a16="http://schemas.microsoft.com/office/drawing/2014/main" val="3413167974"/>
                  </a:ext>
                </a:extLst>
              </a:tr>
              <a:tr h="338483">
                <a:tc>
                  <a:txBody>
                    <a:bodyPr/>
                    <a:lstStyle/>
                    <a:p>
                      <a:pPr algn="ctr" fontAlgn="b"/>
                      <a:r>
                        <a:rPr lang="en-MY" sz="900" b="0" i="0" u="none" strike="noStrike" dirty="0">
                          <a:solidFill>
                            <a:srgbClr val="000000"/>
                          </a:solidFill>
                          <a:effectLst/>
                          <a:latin typeface="Calibri" panose="020F0502020204030204" pitchFamily="34" charset="0"/>
                        </a:rPr>
                        <a:t>Max BPM</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0.001082</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0.403893</a:t>
                      </a:r>
                    </a:p>
                  </a:txBody>
                  <a:tcPr marL="9525" marR="9525" marT="9525" marB="0" anchor="ctr">
                    <a:lnL>
                      <a:noFill/>
                    </a:lnL>
                    <a:lnR>
                      <a:noFill/>
                    </a:lnR>
                    <a:lnT>
                      <a:noFill/>
                    </a:lnT>
                    <a:lnB>
                      <a:noFill/>
                    </a:lnB>
                    <a:solidFill>
                      <a:srgbClr val="C9E7D3"/>
                    </a:solidFill>
                  </a:tcPr>
                </a:tc>
                <a:extLst>
                  <a:ext uri="{0D108BD9-81ED-4DB2-BD59-A6C34878D82A}">
                    <a16:rowId xmlns:a16="http://schemas.microsoft.com/office/drawing/2014/main" val="729902585"/>
                  </a:ext>
                </a:extLst>
              </a:tr>
              <a:tr h="187006">
                <a:tc>
                  <a:txBody>
                    <a:bodyPr/>
                    <a:lstStyle/>
                    <a:p>
                      <a:pPr algn="ctr" fontAlgn="b"/>
                      <a:r>
                        <a:rPr lang="en-MY" sz="900" b="0" i="0" u="none" strike="noStrike">
                          <a:solidFill>
                            <a:srgbClr val="000000"/>
                          </a:solidFill>
                          <a:effectLst/>
                          <a:latin typeface="Calibri" panose="020F0502020204030204" pitchFamily="34" charset="0"/>
                        </a:rPr>
                        <a:t>Avg BPM</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-0.01238</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1.02E-12</a:t>
                      </a:r>
                    </a:p>
                  </a:txBody>
                  <a:tcPr marL="9525" marR="9525" marT="9525" marB="0" anchor="ctr">
                    <a:lnL>
                      <a:noFill/>
                    </a:lnL>
                    <a:lnR>
                      <a:noFill/>
                    </a:lnR>
                    <a:lnT>
                      <a:noFill/>
                    </a:lnT>
                    <a:lnB>
                      <a:noFill/>
                    </a:lnB>
                    <a:solidFill>
                      <a:srgbClr val="63BE7B"/>
                    </a:solidFill>
                  </a:tcPr>
                </a:tc>
                <a:extLst>
                  <a:ext uri="{0D108BD9-81ED-4DB2-BD59-A6C34878D82A}">
                    <a16:rowId xmlns:a16="http://schemas.microsoft.com/office/drawing/2014/main" val="3894113539"/>
                  </a:ext>
                </a:extLst>
              </a:tr>
              <a:tr h="338483">
                <a:tc>
                  <a:txBody>
                    <a:bodyPr/>
                    <a:lstStyle/>
                    <a:p>
                      <a:pPr algn="ctr" fontAlgn="b"/>
                      <a:r>
                        <a:rPr lang="en-MY" sz="900" b="0" i="0" u="none" strike="noStrike">
                          <a:solidFill>
                            <a:srgbClr val="000000"/>
                          </a:solidFill>
                          <a:effectLst/>
                          <a:latin typeface="Calibri" panose="020F0502020204030204" pitchFamily="34" charset="0"/>
                        </a:rPr>
                        <a:t>Resting BPM</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-0.00106</a:t>
                      </a:r>
                    </a:p>
                  </a:txBody>
                  <a:tcPr marL="9525" marR="9525" marT="9525" marB="0" anchor="ctr">
                    <a:lnL>
                      <a:noFill/>
                    </a:lnL>
                    <a:lnR>
                      <a:noFill/>
                    </a:lnR>
                    <a:lnT>
                      <a:noFill/>
                    </a:lnT>
                    <a:lnB>
                      <a:noFill/>
                    </a:lnB>
                    <a:noFill/>
                  </a:tcPr>
                </a:tc>
                <a:tc>
                  <a:txBody>
                    <a:bodyPr/>
                    <a:lstStyle/>
                    <a:p>
                      <a:pPr algn="ctr" fontAlgn="b"/>
                      <a:r>
                        <a:rPr lang="en-MY" sz="900" b="0" i="0" u="none" strike="noStrike" dirty="0">
                          <a:solidFill>
                            <a:srgbClr val="000000"/>
                          </a:solidFill>
                          <a:effectLst/>
                          <a:latin typeface="Calibri" panose="020F0502020204030204" pitchFamily="34" charset="0"/>
                        </a:rPr>
                        <a:t>0.604358</a:t>
                      </a:r>
                    </a:p>
                  </a:txBody>
                  <a:tcPr marL="9525" marR="9525" marT="9525" marB="0" anchor="ctr">
                    <a:lnL>
                      <a:noFill/>
                    </a:lnL>
                    <a:lnR>
                      <a:noFill/>
                    </a:lnR>
                    <a:lnT>
                      <a:noFill/>
                    </a:lnT>
                    <a:lnB>
                      <a:noFill/>
                    </a:lnB>
                    <a:solidFill>
                      <a:srgbClr val="FCFBFE"/>
                    </a:solidFill>
                  </a:tcPr>
                </a:tc>
                <a:extLst>
                  <a:ext uri="{0D108BD9-81ED-4DB2-BD59-A6C34878D82A}">
                    <a16:rowId xmlns:a16="http://schemas.microsoft.com/office/drawing/2014/main" val="1124169641"/>
                  </a:ext>
                </a:extLst>
              </a:tr>
              <a:tr h="338483">
                <a:tc>
                  <a:txBody>
                    <a:bodyPr/>
                    <a:lstStyle/>
                    <a:p>
                      <a:pPr algn="ctr" fontAlgn="b"/>
                      <a:r>
                        <a:rPr lang="en-MY" sz="900" b="0" i="0" u="none" strike="noStrike">
                          <a:solidFill>
                            <a:srgbClr val="000000"/>
                          </a:solidFill>
                          <a:effectLst/>
                          <a:latin typeface="Calibri" panose="020F0502020204030204" pitchFamily="34" charset="0"/>
                        </a:rPr>
                        <a:t>Calories Burned</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0.001963</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en-MY" sz="900" b="0" i="0" u="none" strike="noStrike" dirty="0">
                          <a:solidFill>
                            <a:srgbClr val="000000"/>
                          </a:solidFill>
                          <a:effectLst/>
                          <a:latin typeface="Calibri" panose="020F0502020204030204" pitchFamily="34" charset="0"/>
                        </a:rPr>
                        <a:t>3.15E-18</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61955844"/>
                  </a:ext>
                </a:extLst>
              </a:tr>
            </a:tbl>
          </a:graphicData>
        </a:graphic>
      </p:graphicFrame>
      <p:graphicFrame>
        <p:nvGraphicFramePr>
          <p:cNvPr id="51" name="Chart 50">
            <a:extLst>
              <a:ext uri="{FF2B5EF4-FFF2-40B4-BE49-F238E27FC236}">
                <a16:creationId xmlns:a16="http://schemas.microsoft.com/office/drawing/2014/main" id="{F67EFFB1-4F06-EDCE-024D-67967F4C2FA5}"/>
              </a:ext>
            </a:extLst>
          </p:cNvPr>
          <p:cNvGraphicFramePr>
            <a:graphicFrameLocks/>
          </p:cNvGraphicFramePr>
          <p:nvPr>
            <p:extLst>
              <p:ext uri="{D42A27DB-BD31-4B8C-83A1-F6EECF244321}">
                <p14:modId xmlns:p14="http://schemas.microsoft.com/office/powerpoint/2010/main" val="427516872"/>
              </p:ext>
            </p:extLst>
          </p:nvPr>
        </p:nvGraphicFramePr>
        <p:xfrm>
          <a:off x="3958129" y="127979"/>
          <a:ext cx="3441600" cy="16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2" name="Chart 51">
            <a:extLst>
              <a:ext uri="{FF2B5EF4-FFF2-40B4-BE49-F238E27FC236}">
                <a16:creationId xmlns:a16="http://schemas.microsoft.com/office/drawing/2014/main" id="{7698A1C9-F0E0-EE1F-801A-E16D3BC191FE}"/>
              </a:ext>
            </a:extLst>
          </p:cNvPr>
          <p:cNvGraphicFramePr>
            <a:graphicFrameLocks/>
          </p:cNvGraphicFramePr>
          <p:nvPr>
            <p:extLst>
              <p:ext uri="{D42A27DB-BD31-4B8C-83A1-F6EECF244321}">
                <p14:modId xmlns:p14="http://schemas.microsoft.com/office/powerpoint/2010/main" val="1109900221"/>
              </p:ext>
            </p:extLst>
          </p:nvPr>
        </p:nvGraphicFramePr>
        <p:xfrm>
          <a:off x="7904797" y="127979"/>
          <a:ext cx="3441600" cy="16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3" name="Chart 52">
            <a:extLst>
              <a:ext uri="{FF2B5EF4-FFF2-40B4-BE49-F238E27FC236}">
                <a16:creationId xmlns:a16="http://schemas.microsoft.com/office/drawing/2014/main" id="{6907AA68-A94B-7F1E-8F04-AB2B7C26903B}"/>
              </a:ext>
            </a:extLst>
          </p:cNvPr>
          <p:cNvGraphicFramePr>
            <a:graphicFrameLocks/>
          </p:cNvGraphicFramePr>
          <p:nvPr>
            <p:extLst>
              <p:ext uri="{D42A27DB-BD31-4B8C-83A1-F6EECF244321}">
                <p14:modId xmlns:p14="http://schemas.microsoft.com/office/powerpoint/2010/main" val="950565954"/>
              </p:ext>
            </p:extLst>
          </p:nvPr>
        </p:nvGraphicFramePr>
        <p:xfrm>
          <a:off x="3958129" y="1780024"/>
          <a:ext cx="3441600" cy="16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4" name="Chart 53">
            <a:extLst>
              <a:ext uri="{FF2B5EF4-FFF2-40B4-BE49-F238E27FC236}">
                <a16:creationId xmlns:a16="http://schemas.microsoft.com/office/drawing/2014/main" id="{87CA70D8-DBDB-5CBD-A618-93A1ED1DB63F}"/>
              </a:ext>
            </a:extLst>
          </p:cNvPr>
          <p:cNvGraphicFramePr>
            <a:graphicFrameLocks/>
          </p:cNvGraphicFramePr>
          <p:nvPr>
            <p:extLst>
              <p:ext uri="{D42A27DB-BD31-4B8C-83A1-F6EECF244321}">
                <p14:modId xmlns:p14="http://schemas.microsoft.com/office/powerpoint/2010/main" val="1077821730"/>
              </p:ext>
            </p:extLst>
          </p:nvPr>
        </p:nvGraphicFramePr>
        <p:xfrm>
          <a:off x="7904797" y="1788659"/>
          <a:ext cx="3441600" cy="162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5" name="Chart 54">
            <a:extLst>
              <a:ext uri="{FF2B5EF4-FFF2-40B4-BE49-F238E27FC236}">
                <a16:creationId xmlns:a16="http://schemas.microsoft.com/office/drawing/2014/main" id="{B0A7292A-5F50-AE64-D14E-1ADF69337009}"/>
              </a:ext>
            </a:extLst>
          </p:cNvPr>
          <p:cNvGraphicFramePr>
            <a:graphicFrameLocks/>
          </p:cNvGraphicFramePr>
          <p:nvPr>
            <p:extLst>
              <p:ext uri="{D42A27DB-BD31-4B8C-83A1-F6EECF244321}">
                <p14:modId xmlns:p14="http://schemas.microsoft.com/office/powerpoint/2010/main" val="4244192521"/>
              </p:ext>
            </p:extLst>
          </p:nvPr>
        </p:nvGraphicFramePr>
        <p:xfrm>
          <a:off x="3958129" y="3432069"/>
          <a:ext cx="3441600" cy="162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6" name="Chart 55">
            <a:extLst>
              <a:ext uri="{FF2B5EF4-FFF2-40B4-BE49-F238E27FC236}">
                <a16:creationId xmlns:a16="http://schemas.microsoft.com/office/drawing/2014/main" id="{A601DEF2-E50B-1CF6-D6DA-07D1CCBE44D5}"/>
              </a:ext>
            </a:extLst>
          </p:cNvPr>
          <p:cNvGraphicFramePr>
            <a:graphicFrameLocks/>
          </p:cNvGraphicFramePr>
          <p:nvPr>
            <p:extLst>
              <p:ext uri="{D42A27DB-BD31-4B8C-83A1-F6EECF244321}">
                <p14:modId xmlns:p14="http://schemas.microsoft.com/office/powerpoint/2010/main" val="1370758855"/>
              </p:ext>
            </p:extLst>
          </p:nvPr>
        </p:nvGraphicFramePr>
        <p:xfrm>
          <a:off x="7904797" y="3449339"/>
          <a:ext cx="3441600" cy="162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57" name="Chart 56">
            <a:extLst>
              <a:ext uri="{FF2B5EF4-FFF2-40B4-BE49-F238E27FC236}">
                <a16:creationId xmlns:a16="http://schemas.microsoft.com/office/drawing/2014/main" id="{10B9766E-0501-01AB-A942-05A7D0FBD951}"/>
              </a:ext>
            </a:extLst>
          </p:cNvPr>
          <p:cNvGraphicFramePr>
            <a:graphicFrameLocks/>
          </p:cNvGraphicFramePr>
          <p:nvPr>
            <p:extLst>
              <p:ext uri="{D42A27DB-BD31-4B8C-83A1-F6EECF244321}">
                <p14:modId xmlns:p14="http://schemas.microsoft.com/office/powerpoint/2010/main" val="193638388"/>
              </p:ext>
            </p:extLst>
          </p:nvPr>
        </p:nvGraphicFramePr>
        <p:xfrm>
          <a:off x="3958129" y="5084113"/>
          <a:ext cx="3441600" cy="16200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8" name="Chart 57">
            <a:extLst>
              <a:ext uri="{FF2B5EF4-FFF2-40B4-BE49-F238E27FC236}">
                <a16:creationId xmlns:a16="http://schemas.microsoft.com/office/drawing/2014/main" id="{9CE440CC-8AEC-8657-3228-AFEDA71C0962}"/>
              </a:ext>
            </a:extLst>
          </p:cNvPr>
          <p:cNvGraphicFramePr>
            <a:graphicFrameLocks/>
          </p:cNvGraphicFramePr>
          <p:nvPr>
            <p:extLst>
              <p:ext uri="{D42A27DB-BD31-4B8C-83A1-F6EECF244321}">
                <p14:modId xmlns:p14="http://schemas.microsoft.com/office/powerpoint/2010/main" val="2669806010"/>
              </p:ext>
            </p:extLst>
          </p:nvPr>
        </p:nvGraphicFramePr>
        <p:xfrm>
          <a:off x="7904797" y="5110020"/>
          <a:ext cx="3441600" cy="1620000"/>
        </p:xfrm>
        <a:graphic>
          <a:graphicData uri="http://schemas.openxmlformats.org/drawingml/2006/chart">
            <c:chart xmlns:c="http://schemas.openxmlformats.org/drawingml/2006/chart" xmlns:r="http://schemas.openxmlformats.org/officeDocument/2006/relationships" r:id="rId9"/>
          </a:graphicData>
        </a:graphic>
      </p:graphicFrame>
      <mc:AlternateContent xmlns:mc="http://schemas.openxmlformats.org/markup-compatibility/2006" xmlns:cx1="http://schemas.microsoft.com/office/drawing/2015/9/8/chartex">
        <mc:Choice Requires="cx1">
          <p:graphicFrame>
            <p:nvGraphicFramePr>
              <p:cNvPr id="61" name="Chart 60">
                <a:extLst>
                  <a:ext uri="{FF2B5EF4-FFF2-40B4-BE49-F238E27FC236}">
                    <a16:creationId xmlns:a16="http://schemas.microsoft.com/office/drawing/2014/main" id="{AF5F4324-1FC1-47A4-AC9B-D43CA5A5143B}"/>
                  </a:ext>
                </a:extLst>
              </p:cNvPr>
              <p:cNvGraphicFramePr/>
              <p:nvPr>
                <p:extLst>
                  <p:ext uri="{D42A27DB-BD31-4B8C-83A1-F6EECF244321}">
                    <p14:modId xmlns:p14="http://schemas.microsoft.com/office/powerpoint/2010/main" val="3040272080"/>
                  </p:ext>
                </p:extLst>
              </p:nvPr>
            </p:nvGraphicFramePr>
            <p:xfrm>
              <a:off x="142458" y="326646"/>
              <a:ext cx="2930400" cy="2930400"/>
            </p:xfrm>
            <a:graphic>
              <a:graphicData uri="http://schemas.microsoft.com/office/drawing/2014/chartex">
                <cx:chart xmlns:cx="http://schemas.microsoft.com/office/drawing/2014/chartex" xmlns:r="http://schemas.openxmlformats.org/officeDocument/2006/relationships" r:id="rId10"/>
              </a:graphicData>
            </a:graphic>
          </p:graphicFrame>
        </mc:Choice>
        <mc:Fallback xmlns="">
          <p:pic>
            <p:nvPicPr>
              <p:cNvPr id="61" name="Chart 60">
                <a:extLst>
                  <a:ext uri="{FF2B5EF4-FFF2-40B4-BE49-F238E27FC236}">
                    <a16:creationId xmlns:a16="http://schemas.microsoft.com/office/drawing/2014/main" id="{AF5F4324-1FC1-47A4-AC9B-D43CA5A5143B}"/>
                  </a:ext>
                </a:extLst>
              </p:cNvPr>
              <p:cNvPicPr>
                <a:picLocks noGrp="1" noRot="1" noChangeAspect="1" noMove="1" noResize="1" noEditPoints="1" noAdjustHandles="1" noChangeArrowheads="1" noChangeShapeType="1"/>
              </p:cNvPicPr>
              <p:nvPr/>
            </p:nvPicPr>
            <p:blipFill>
              <a:blip r:embed="rId11"/>
              <a:stretch>
                <a:fillRect/>
              </a:stretch>
            </p:blipFill>
            <p:spPr>
              <a:xfrm>
                <a:off x="142458" y="326646"/>
                <a:ext cx="2930400" cy="2930400"/>
              </a:xfrm>
              <a:prstGeom prst="rect">
                <a:avLst/>
              </a:prstGeom>
            </p:spPr>
          </p:pic>
        </mc:Fallback>
      </mc:AlternateContent>
    </p:spTree>
    <p:extLst>
      <p:ext uri="{BB962C8B-B14F-4D97-AF65-F5344CB8AC3E}">
        <p14:creationId xmlns:p14="http://schemas.microsoft.com/office/powerpoint/2010/main" val="41538698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772</TotalTime>
  <Words>3133</Words>
  <Application>Microsoft Office PowerPoint</Application>
  <PresentationFormat>Widescreen</PresentationFormat>
  <Paragraphs>541</Paragraphs>
  <Slides>15</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Arial</vt:lpstr>
      <vt:lpstr>Calibri</vt:lpstr>
      <vt:lpstr>Calibri Light</vt:lpstr>
      <vt:lpstr>Tw Cen MT</vt:lpstr>
      <vt:lpstr>Tw Cen MT Condensed</vt:lpstr>
      <vt:lpstr>Wingdings 3</vt:lpstr>
      <vt:lpstr>Integral</vt:lpstr>
      <vt:lpstr>Office Theme</vt:lpstr>
      <vt:lpstr>DATA ANALYSIS GYM MEMBER EXERCISE</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Nizam Jaafar</dc:creator>
  <cp:lastModifiedBy>Nizam Jaafar</cp:lastModifiedBy>
  <cp:revision>133</cp:revision>
  <cp:lastPrinted>2024-10-19T15:40:24Z</cp:lastPrinted>
  <dcterms:created xsi:type="dcterms:W3CDTF">2024-10-19T14:30:40Z</dcterms:created>
  <dcterms:modified xsi:type="dcterms:W3CDTF">2024-10-26T08:17:54Z</dcterms:modified>
</cp:coreProperties>
</file>